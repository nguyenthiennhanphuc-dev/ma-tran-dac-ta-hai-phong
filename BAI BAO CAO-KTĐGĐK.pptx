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20"/>
  </p:notesMasterIdLst>
  <p:sldIdLst>
    <p:sldId id="256" r:id="rId2"/>
    <p:sldId id="289" r:id="rId3"/>
    <p:sldId id="312" r:id="rId4"/>
    <p:sldId id="316" r:id="rId5"/>
    <p:sldId id="358" r:id="rId6"/>
    <p:sldId id="317" r:id="rId7"/>
    <p:sldId id="359" r:id="rId8"/>
    <p:sldId id="319" r:id="rId9"/>
    <p:sldId id="302" r:id="rId10"/>
    <p:sldId id="303" r:id="rId11"/>
    <p:sldId id="304" r:id="rId12"/>
    <p:sldId id="361" r:id="rId13"/>
    <p:sldId id="305" r:id="rId14"/>
    <p:sldId id="363" r:id="rId15"/>
    <p:sldId id="364" r:id="rId16"/>
    <p:sldId id="365" r:id="rId17"/>
    <p:sldId id="366" r:id="rId18"/>
    <p:sldId id="290" r:id="rId19"/>
  </p:sldIdLst>
  <p:sldSz cx="9144000" cy="5143500" type="screen16x9"/>
  <p:notesSz cx="6858000" cy="9144000"/>
  <p:embeddedFontLst>
    <p:embeddedFont>
      <p:font typeface="#9Slide03 Ample" panose="020B0604020202020204" charset="0"/>
      <p:regular r:id="rId21"/>
    </p:embeddedFont>
    <p:embeddedFont>
      <p:font typeface="#9Slide03 AmpleSoft Bold" panose="020B0604020202020204" charset="0"/>
      <p:regular r:id="rId22"/>
    </p:embeddedFont>
    <p:embeddedFont>
      <p:font typeface="#9Slide03 Encode SeEx Black" panose="020B0604020202020204" charset="0"/>
      <p:bold r:id="rId23"/>
    </p:embeddedFont>
    <p:embeddedFont>
      <p:font typeface="Bebas Neue" panose="020B0604020202020204" charset="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DM Sans" panose="020B0604020202020204" charset="0"/>
      <p:regular r:id="rId29"/>
      <p:bold r:id="rId30"/>
      <p:italic r:id="rId31"/>
      <p:boldItalic r:id="rId32"/>
    </p:embeddedFont>
    <p:embeddedFont>
      <p:font typeface="Lato" panose="020F0502020204030203" pitchFamily="34" charset="0"/>
      <p:regular r:id="rId33"/>
      <p:bold r:id="rId34"/>
      <p:italic r:id="rId35"/>
      <p:boldItalic r:id="rId36"/>
    </p:embeddedFont>
    <p:embeddedFont>
      <p:font typeface="Overlock" panose="020B0604020202020204" charset="0"/>
      <p:regular r:id="rId37"/>
      <p:bold r:id="rId38"/>
      <p:italic r:id="rId39"/>
      <p:boldItalic r:id="rId40"/>
    </p:embeddedFont>
    <p:embeddedFont>
      <p:font typeface="Tahoma" panose="020B0604030504040204" pitchFamily="34" charset="0"/>
      <p:regular r:id="rId41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C00"/>
    <a:srgbClr val="008000"/>
    <a:srgbClr val="C54C6D"/>
    <a:srgbClr val="FF3300"/>
    <a:srgbClr val="0033CC"/>
    <a:srgbClr val="C44B6C"/>
    <a:srgbClr val="515345"/>
    <a:srgbClr val="65683E"/>
    <a:srgbClr val="9DA0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4FD050-DD86-446C-8C25-7655FEAD981A}">
  <a:tblStyle styleId="{584FD050-DD86-446C-8C25-7655FEAD98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52EABC6-5057-4027-87A3-88B55D71B8B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73" autoAdjust="0"/>
    <p:restoredTop sz="95386" autoAdjust="0"/>
  </p:normalViewPr>
  <p:slideViewPr>
    <p:cSldViewPr snapToGrid="0">
      <p:cViewPr varScale="1">
        <p:scale>
          <a:sx n="84" d="100"/>
          <a:sy n="84" d="100"/>
        </p:scale>
        <p:origin x="104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font" Target="fonts/font2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46" Type="http://schemas.openxmlformats.org/officeDocument/2006/relationships/tableStyles" Target="tableStyles.xml"/><Relationship Id="rId20" Type="http://schemas.openxmlformats.org/officeDocument/2006/relationships/notesMaster" Target="notesMasters/notesMaster1.xml"/><Relationship Id="rId41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2" name="Google Shape;1042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3" name="Google Shape;1042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2" name="Google Shape;13542;g242c4a01a7e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3" name="Google Shape;13543;g242c4a01a7e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4" name="Google Shape;11244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5" name="Google Shape;11245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3630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2" name="Google Shape;13562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3" name="Google Shape;13563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23450" y="1250563"/>
            <a:ext cx="5897100" cy="216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623450" y="3417138"/>
            <a:ext cx="5897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47261">
            <a:off x="-904256" y="3856633"/>
            <a:ext cx="9143997" cy="3050278"/>
          </a:xfrm>
          <a:custGeom>
            <a:avLst/>
            <a:gdLst/>
            <a:ahLst/>
            <a:cxnLst/>
            <a:rect l="l" t="t" r="r" b="b"/>
            <a:pathLst>
              <a:path w="80970" h="47327" extrusionOk="0">
                <a:moveTo>
                  <a:pt x="378" y="0"/>
                </a:moveTo>
                <a:lnTo>
                  <a:pt x="577" y="43522"/>
                </a:lnTo>
                <a:cubicBezTo>
                  <a:pt x="623" y="44844"/>
                  <a:pt x="405" y="46021"/>
                  <a:pt x="0" y="47280"/>
                </a:cubicBezTo>
                <a:lnTo>
                  <a:pt x="80946" y="47280"/>
                </a:lnTo>
                <a:lnTo>
                  <a:pt x="80946" y="2760"/>
                </a:lnTo>
                <a:cubicBezTo>
                  <a:pt x="80946" y="2755"/>
                  <a:pt x="80944" y="2753"/>
                  <a:pt x="80942" y="2753"/>
                </a:cubicBezTo>
                <a:cubicBezTo>
                  <a:pt x="80922" y="2753"/>
                  <a:pt x="80828" y="2897"/>
                  <a:pt x="80808" y="2897"/>
                </a:cubicBezTo>
                <a:cubicBezTo>
                  <a:pt x="80806" y="2897"/>
                  <a:pt x="80804" y="2895"/>
                  <a:pt x="80804" y="2890"/>
                </a:cubicBezTo>
                <a:cubicBezTo>
                  <a:pt x="78657" y="2869"/>
                  <a:pt x="76764" y="1572"/>
                  <a:pt x="74744" y="848"/>
                </a:cubicBezTo>
                <a:cubicBezTo>
                  <a:pt x="74021" y="589"/>
                  <a:pt x="73207" y="438"/>
                  <a:pt x="72414" y="438"/>
                </a:cubicBezTo>
                <a:cubicBezTo>
                  <a:pt x="70990" y="438"/>
                  <a:pt x="69635" y="926"/>
                  <a:pt x="69007" y="2154"/>
                </a:cubicBezTo>
                <a:cubicBezTo>
                  <a:pt x="68030" y="4065"/>
                  <a:pt x="69428" y="6652"/>
                  <a:pt x="68234" y="8436"/>
                </a:cubicBezTo>
                <a:cubicBezTo>
                  <a:pt x="67645" y="9315"/>
                  <a:pt x="66636" y="9667"/>
                  <a:pt x="65560" y="9667"/>
                </a:cubicBezTo>
                <a:cubicBezTo>
                  <a:pt x="64726" y="9667"/>
                  <a:pt x="63851" y="9454"/>
                  <a:pt x="63104" y="9112"/>
                </a:cubicBezTo>
                <a:cubicBezTo>
                  <a:pt x="61395" y="8329"/>
                  <a:pt x="59874" y="7044"/>
                  <a:pt x="58020" y="6735"/>
                </a:cubicBezTo>
                <a:cubicBezTo>
                  <a:pt x="57751" y="6690"/>
                  <a:pt x="57483" y="6668"/>
                  <a:pt x="57217" y="6668"/>
                </a:cubicBezTo>
                <a:cubicBezTo>
                  <a:pt x="54384" y="6668"/>
                  <a:pt x="51790" y="9126"/>
                  <a:pt x="51109" y="11948"/>
                </a:cubicBezTo>
                <a:cubicBezTo>
                  <a:pt x="50364" y="15034"/>
                  <a:pt x="51439" y="18302"/>
                  <a:pt x="53081" y="21020"/>
                </a:cubicBezTo>
                <a:cubicBezTo>
                  <a:pt x="54124" y="22744"/>
                  <a:pt x="55398" y="24331"/>
                  <a:pt x="56298" y="26133"/>
                </a:cubicBezTo>
                <a:cubicBezTo>
                  <a:pt x="57199" y="27936"/>
                  <a:pt x="57705" y="30055"/>
                  <a:pt x="57086" y="31973"/>
                </a:cubicBezTo>
                <a:cubicBezTo>
                  <a:pt x="56371" y="34191"/>
                  <a:pt x="54010" y="35574"/>
                  <a:pt x="51715" y="35574"/>
                </a:cubicBezTo>
                <a:cubicBezTo>
                  <a:pt x="50658" y="35574"/>
                  <a:pt x="49615" y="35280"/>
                  <a:pt x="48753" y="34640"/>
                </a:cubicBezTo>
                <a:cubicBezTo>
                  <a:pt x="46801" y="33189"/>
                  <a:pt x="46076" y="30663"/>
                  <a:pt x="45097" y="28436"/>
                </a:cubicBezTo>
                <a:cubicBezTo>
                  <a:pt x="44119" y="26214"/>
                  <a:pt x="42360" y="23901"/>
                  <a:pt x="39934" y="23901"/>
                </a:cubicBezTo>
                <a:cubicBezTo>
                  <a:pt x="39930" y="23901"/>
                  <a:pt x="39925" y="23901"/>
                  <a:pt x="39921" y="23901"/>
                </a:cubicBezTo>
                <a:cubicBezTo>
                  <a:pt x="38067" y="23907"/>
                  <a:pt x="36481" y="25329"/>
                  <a:pt x="35584" y="26953"/>
                </a:cubicBezTo>
                <a:cubicBezTo>
                  <a:pt x="34688" y="28575"/>
                  <a:pt x="34301" y="30423"/>
                  <a:pt x="33643" y="32158"/>
                </a:cubicBezTo>
                <a:cubicBezTo>
                  <a:pt x="32821" y="34318"/>
                  <a:pt x="31482" y="36391"/>
                  <a:pt x="29457" y="37505"/>
                </a:cubicBezTo>
                <a:cubicBezTo>
                  <a:pt x="28584" y="37986"/>
                  <a:pt x="27566" y="38241"/>
                  <a:pt x="26565" y="38241"/>
                </a:cubicBezTo>
                <a:cubicBezTo>
                  <a:pt x="25244" y="38241"/>
                  <a:pt x="23951" y="37797"/>
                  <a:pt x="23050" y="36841"/>
                </a:cubicBezTo>
                <a:cubicBezTo>
                  <a:pt x="21010" y="34679"/>
                  <a:pt x="21735" y="31155"/>
                  <a:pt x="22989" y="28461"/>
                </a:cubicBezTo>
                <a:cubicBezTo>
                  <a:pt x="24196" y="25866"/>
                  <a:pt x="25766" y="23453"/>
                  <a:pt x="26990" y="20866"/>
                </a:cubicBezTo>
                <a:cubicBezTo>
                  <a:pt x="28216" y="18281"/>
                  <a:pt x="29100" y="15431"/>
                  <a:pt x="28801" y="12585"/>
                </a:cubicBezTo>
                <a:cubicBezTo>
                  <a:pt x="28502" y="9738"/>
                  <a:pt x="26815" y="6911"/>
                  <a:pt x="24142" y="5888"/>
                </a:cubicBezTo>
                <a:cubicBezTo>
                  <a:pt x="23303" y="5566"/>
                  <a:pt x="22455" y="5436"/>
                  <a:pt x="21600" y="5436"/>
                </a:cubicBezTo>
                <a:cubicBezTo>
                  <a:pt x="18007" y="5436"/>
                  <a:pt x="14278" y="7739"/>
                  <a:pt x="10510" y="7918"/>
                </a:cubicBezTo>
                <a:cubicBezTo>
                  <a:pt x="10371" y="7924"/>
                  <a:pt x="10233" y="7927"/>
                  <a:pt x="10095" y="7927"/>
                </a:cubicBezTo>
                <a:cubicBezTo>
                  <a:pt x="5579" y="7927"/>
                  <a:pt x="1265" y="4444"/>
                  <a:pt x="378" y="0"/>
                </a:cubicBezTo>
                <a:close/>
                <a:moveTo>
                  <a:pt x="80946" y="47280"/>
                </a:moveTo>
                <a:lnTo>
                  <a:pt x="80946" y="47303"/>
                </a:lnTo>
                <a:cubicBezTo>
                  <a:pt x="80958" y="47292"/>
                  <a:pt x="80970" y="47280"/>
                  <a:pt x="80946" y="47280"/>
                </a:cubicBezTo>
                <a:close/>
                <a:moveTo>
                  <a:pt x="80946" y="47303"/>
                </a:moveTo>
                <a:lnTo>
                  <a:pt x="80946" y="47303"/>
                </a:lnTo>
                <a:cubicBezTo>
                  <a:pt x="80933" y="47315"/>
                  <a:pt x="80921" y="47326"/>
                  <a:pt x="80946" y="47326"/>
                </a:cubicBezTo>
                <a:lnTo>
                  <a:pt x="80946" y="4730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47304">
            <a:off x="-953002" y="3489253"/>
            <a:ext cx="10502557" cy="2769066"/>
          </a:xfrm>
          <a:custGeom>
            <a:avLst/>
            <a:gdLst/>
            <a:ahLst/>
            <a:cxnLst/>
            <a:rect l="l" t="t" r="r" b="b"/>
            <a:pathLst>
              <a:path w="82815" h="53698" extrusionOk="0">
                <a:moveTo>
                  <a:pt x="1482" y="2433"/>
                </a:moveTo>
                <a:cubicBezTo>
                  <a:pt x="1475" y="2520"/>
                  <a:pt x="1472" y="2606"/>
                  <a:pt x="1474" y="2691"/>
                </a:cubicBezTo>
                <a:lnTo>
                  <a:pt x="1474" y="2691"/>
                </a:lnTo>
                <a:lnTo>
                  <a:pt x="1482" y="2433"/>
                </a:lnTo>
                <a:close/>
                <a:moveTo>
                  <a:pt x="75877" y="0"/>
                </a:moveTo>
                <a:cubicBezTo>
                  <a:pt x="74507" y="0"/>
                  <a:pt x="73139" y="248"/>
                  <a:pt x="71865" y="757"/>
                </a:cubicBezTo>
                <a:cubicBezTo>
                  <a:pt x="68294" y="2184"/>
                  <a:pt x="65600" y="5606"/>
                  <a:pt x="65052" y="9412"/>
                </a:cubicBezTo>
                <a:cubicBezTo>
                  <a:pt x="64677" y="12022"/>
                  <a:pt x="65177" y="14944"/>
                  <a:pt x="63648" y="17093"/>
                </a:cubicBezTo>
                <a:cubicBezTo>
                  <a:pt x="61912" y="19529"/>
                  <a:pt x="58451" y="19778"/>
                  <a:pt x="55798" y="21160"/>
                </a:cubicBezTo>
                <a:cubicBezTo>
                  <a:pt x="52083" y="23093"/>
                  <a:pt x="49991" y="27705"/>
                  <a:pt x="50982" y="31773"/>
                </a:cubicBezTo>
                <a:cubicBezTo>
                  <a:pt x="51396" y="33468"/>
                  <a:pt x="52269" y="35016"/>
                  <a:pt x="52765" y="36690"/>
                </a:cubicBezTo>
                <a:cubicBezTo>
                  <a:pt x="53263" y="38364"/>
                  <a:pt x="53321" y="40328"/>
                  <a:pt x="52237" y="41696"/>
                </a:cubicBezTo>
                <a:cubicBezTo>
                  <a:pt x="51470" y="42664"/>
                  <a:pt x="50268" y="43107"/>
                  <a:pt x="49028" y="43107"/>
                </a:cubicBezTo>
                <a:cubicBezTo>
                  <a:pt x="48004" y="43107"/>
                  <a:pt x="46954" y="42805"/>
                  <a:pt x="46101" y="42246"/>
                </a:cubicBezTo>
                <a:cubicBezTo>
                  <a:pt x="44215" y="41013"/>
                  <a:pt x="43126" y="38874"/>
                  <a:pt x="42388" y="36743"/>
                </a:cubicBezTo>
                <a:cubicBezTo>
                  <a:pt x="41649" y="34613"/>
                  <a:pt x="41166" y="32374"/>
                  <a:pt x="40090" y="30393"/>
                </a:cubicBezTo>
                <a:cubicBezTo>
                  <a:pt x="39014" y="28412"/>
                  <a:pt x="37169" y="26663"/>
                  <a:pt x="34924" y="26467"/>
                </a:cubicBezTo>
                <a:cubicBezTo>
                  <a:pt x="34775" y="26454"/>
                  <a:pt x="34626" y="26448"/>
                  <a:pt x="34479" y="26448"/>
                </a:cubicBezTo>
                <a:cubicBezTo>
                  <a:pt x="32553" y="26448"/>
                  <a:pt x="30757" y="27518"/>
                  <a:pt x="29030" y="28431"/>
                </a:cubicBezTo>
                <a:cubicBezTo>
                  <a:pt x="27694" y="29137"/>
                  <a:pt x="26175" y="29775"/>
                  <a:pt x="24705" y="29775"/>
                </a:cubicBezTo>
                <a:cubicBezTo>
                  <a:pt x="24131" y="29775"/>
                  <a:pt x="23565" y="29678"/>
                  <a:pt x="23020" y="29450"/>
                </a:cubicBezTo>
                <a:cubicBezTo>
                  <a:pt x="21436" y="28785"/>
                  <a:pt x="20451" y="27130"/>
                  <a:pt x="20092" y="25450"/>
                </a:cubicBezTo>
                <a:cubicBezTo>
                  <a:pt x="19732" y="23768"/>
                  <a:pt x="19891" y="22027"/>
                  <a:pt x="19966" y="20309"/>
                </a:cubicBezTo>
                <a:cubicBezTo>
                  <a:pt x="20100" y="17270"/>
                  <a:pt x="19944" y="14134"/>
                  <a:pt x="18711" y="11352"/>
                </a:cubicBezTo>
                <a:cubicBezTo>
                  <a:pt x="17479" y="8570"/>
                  <a:pt x="14987" y="6190"/>
                  <a:pt x="11970" y="5804"/>
                </a:cubicBezTo>
                <a:cubicBezTo>
                  <a:pt x="11624" y="5760"/>
                  <a:pt x="11277" y="5742"/>
                  <a:pt x="10930" y="5742"/>
                </a:cubicBezTo>
                <a:cubicBezTo>
                  <a:pt x="9380" y="5742"/>
                  <a:pt x="7823" y="6102"/>
                  <a:pt x="6267" y="6102"/>
                </a:cubicBezTo>
                <a:cubicBezTo>
                  <a:pt x="6089" y="6102"/>
                  <a:pt x="5912" y="6097"/>
                  <a:pt x="5734" y="6087"/>
                </a:cubicBezTo>
                <a:cubicBezTo>
                  <a:pt x="3741" y="5968"/>
                  <a:pt x="1513" y="4631"/>
                  <a:pt x="1474" y="2691"/>
                </a:cubicBezTo>
                <a:lnTo>
                  <a:pt x="1474" y="2691"/>
                </a:lnTo>
                <a:lnTo>
                  <a:pt x="44" y="51034"/>
                </a:lnTo>
                <a:cubicBezTo>
                  <a:pt x="1" y="51807"/>
                  <a:pt x="46" y="52838"/>
                  <a:pt x="3" y="53612"/>
                </a:cubicBezTo>
                <a:lnTo>
                  <a:pt x="82815" y="53698"/>
                </a:lnTo>
                <a:lnTo>
                  <a:pt x="82766" y="2337"/>
                </a:lnTo>
                <a:cubicBezTo>
                  <a:pt x="80824" y="805"/>
                  <a:pt x="78348" y="0"/>
                  <a:pt x="7587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6865667" y="3447100"/>
            <a:ext cx="2248902" cy="2121789"/>
            <a:chOff x="5739525" y="3084675"/>
            <a:chExt cx="399400" cy="376825"/>
          </a:xfrm>
        </p:grpSpPr>
        <p:sp>
          <p:nvSpPr>
            <p:cNvPr id="14" name="Google Shape;14;p2"/>
            <p:cNvSpPr/>
            <p:nvPr/>
          </p:nvSpPr>
          <p:spPr>
            <a:xfrm>
              <a:off x="5740925" y="3086000"/>
              <a:ext cx="396700" cy="374175"/>
            </a:xfrm>
            <a:custGeom>
              <a:avLst/>
              <a:gdLst/>
              <a:ahLst/>
              <a:cxnLst/>
              <a:rect l="l" t="t" r="r" b="b"/>
              <a:pathLst>
                <a:path w="15868" h="14967" extrusionOk="0">
                  <a:moveTo>
                    <a:pt x="4204" y="0"/>
                  </a:moveTo>
                  <a:cubicBezTo>
                    <a:pt x="3987" y="1017"/>
                    <a:pt x="3770" y="2073"/>
                    <a:pt x="3994" y="3089"/>
                  </a:cubicBezTo>
                  <a:cubicBezTo>
                    <a:pt x="4237" y="4193"/>
                    <a:pt x="4974" y="5124"/>
                    <a:pt x="5783" y="5915"/>
                  </a:cubicBezTo>
                  <a:cubicBezTo>
                    <a:pt x="6590" y="6707"/>
                    <a:pt x="7442" y="7441"/>
                    <a:pt x="8155" y="8320"/>
                  </a:cubicBezTo>
                  <a:cubicBezTo>
                    <a:pt x="6917" y="7254"/>
                    <a:pt x="5632" y="6162"/>
                    <a:pt x="4074" y="5669"/>
                  </a:cubicBezTo>
                  <a:cubicBezTo>
                    <a:pt x="3245" y="5407"/>
                    <a:pt x="2377" y="5311"/>
                    <a:pt x="1505" y="5311"/>
                  </a:cubicBezTo>
                  <a:cubicBezTo>
                    <a:pt x="1003" y="5311"/>
                    <a:pt x="499" y="5343"/>
                    <a:pt x="1" y="5394"/>
                  </a:cubicBezTo>
                  <a:cubicBezTo>
                    <a:pt x="758" y="6081"/>
                    <a:pt x="1156" y="7095"/>
                    <a:pt x="1915" y="7783"/>
                  </a:cubicBezTo>
                  <a:cubicBezTo>
                    <a:pt x="2666" y="8462"/>
                    <a:pt x="3694" y="8751"/>
                    <a:pt x="4699" y="8877"/>
                  </a:cubicBezTo>
                  <a:cubicBezTo>
                    <a:pt x="5705" y="9002"/>
                    <a:pt x="6661" y="9043"/>
                    <a:pt x="7660" y="9220"/>
                  </a:cubicBezTo>
                  <a:cubicBezTo>
                    <a:pt x="7205" y="9297"/>
                    <a:pt x="6745" y="9315"/>
                    <a:pt x="6283" y="9315"/>
                  </a:cubicBezTo>
                  <a:cubicBezTo>
                    <a:pt x="5866" y="9315"/>
                    <a:pt x="5448" y="9300"/>
                    <a:pt x="5031" y="9300"/>
                  </a:cubicBezTo>
                  <a:cubicBezTo>
                    <a:pt x="4961" y="9300"/>
                    <a:pt x="4890" y="9301"/>
                    <a:pt x="4820" y="9302"/>
                  </a:cubicBezTo>
                  <a:cubicBezTo>
                    <a:pt x="3871" y="9315"/>
                    <a:pt x="2882" y="9451"/>
                    <a:pt x="2105" y="9995"/>
                  </a:cubicBezTo>
                  <a:cubicBezTo>
                    <a:pt x="1458" y="10447"/>
                    <a:pt x="1019" y="11088"/>
                    <a:pt x="609" y="11764"/>
                  </a:cubicBezTo>
                  <a:cubicBezTo>
                    <a:pt x="1132" y="12350"/>
                    <a:pt x="1919" y="12664"/>
                    <a:pt x="2705" y="12696"/>
                  </a:cubicBezTo>
                  <a:cubicBezTo>
                    <a:pt x="2752" y="12698"/>
                    <a:pt x="2799" y="12699"/>
                    <a:pt x="2846" y="12699"/>
                  </a:cubicBezTo>
                  <a:cubicBezTo>
                    <a:pt x="3583" y="12699"/>
                    <a:pt x="4310" y="12475"/>
                    <a:pt x="4964" y="12131"/>
                  </a:cubicBezTo>
                  <a:cubicBezTo>
                    <a:pt x="6255" y="11450"/>
                    <a:pt x="7294" y="10312"/>
                    <a:pt x="8681" y="9856"/>
                  </a:cubicBezTo>
                  <a:lnTo>
                    <a:pt x="8681" y="9856"/>
                  </a:lnTo>
                  <a:cubicBezTo>
                    <a:pt x="8184" y="10226"/>
                    <a:pt x="7792" y="10734"/>
                    <a:pt x="7559" y="11309"/>
                  </a:cubicBezTo>
                  <a:cubicBezTo>
                    <a:pt x="7097" y="12447"/>
                    <a:pt x="7187" y="13753"/>
                    <a:pt x="7377" y="14967"/>
                  </a:cubicBezTo>
                  <a:cubicBezTo>
                    <a:pt x="8289" y="14497"/>
                    <a:pt x="9016" y="13677"/>
                    <a:pt x="9370" y="12712"/>
                  </a:cubicBezTo>
                  <a:cubicBezTo>
                    <a:pt x="9722" y="11749"/>
                    <a:pt x="9900" y="10709"/>
                    <a:pt x="9505" y="9760"/>
                  </a:cubicBezTo>
                  <a:lnTo>
                    <a:pt x="9505" y="9760"/>
                  </a:lnTo>
                  <a:cubicBezTo>
                    <a:pt x="10315" y="10479"/>
                    <a:pt x="11070" y="11086"/>
                    <a:pt x="12048" y="11550"/>
                  </a:cubicBezTo>
                  <a:cubicBezTo>
                    <a:pt x="12651" y="11837"/>
                    <a:pt x="13332" y="12021"/>
                    <a:pt x="13999" y="12021"/>
                  </a:cubicBezTo>
                  <a:cubicBezTo>
                    <a:pt x="14412" y="12021"/>
                    <a:pt x="14820" y="11951"/>
                    <a:pt x="15202" y="11791"/>
                  </a:cubicBezTo>
                  <a:cubicBezTo>
                    <a:pt x="14155" y="10090"/>
                    <a:pt x="12122" y="8968"/>
                    <a:pt x="10126" y="8938"/>
                  </a:cubicBezTo>
                  <a:cubicBezTo>
                    <a:pt x="10864" y="8566"/>
                    <a:pt x="11667" y="8342"/>
                    <a:pt x="12450" y="8077"/>
                  </a:cubicBezTo>
                  <a:cubicBezTo>
                    <a:pt x="13233" y="7812"/>
                    <a:pt x="14016" y="7498"/>
                    <a:pt x="14658" y="6974"/>
                  </a:cubicBezTo>
                  <a:cubicBezTo>
                    <a:pt x="15300" y="6452"/>
                    <a:pt x="15842" y="5723"/>
                    <a:pt x="15867" y="4897"/>
                  </a:cubicBezTo>
                  <a:cubicBezTo>
                    <a:pt x="15373" y="4764"/>
                    <a:pt x="14861" y="4631"/>
                    <a:pt x="14356" y="4631"/>
                  </a:cubicBezTo>
                  <a:cubicBezTo>
                    <a:pt x="14170" y="4631"/>
                    <a:pt x="13985" y="4649"/>
                    <a:pt x="13802" y="4691"/>
                  </a:cubicBezTo>
                  <a:cubicBezTo>
                    <a:pt x="12941" y="4889"/>
                    <a:pt x="12298" y="5586"/>
                    <a:pt x="11733" y="6264"/>
                  </a:cubicBezTo>
                  <a:cubicBezTo>
                    <a:pt x="11167" y="6942"/>
                    <a:pt x="10556" y="7678"/>
                    <a:pt x="9726" y="7979"/>
                  </a:cubicBezTo>
                  <a:cubicBezTo>
                    <a:pt x="10210" y="7333"/>
                    <a:pt x="10697" y="6685"/>
                    <a:pt x="11088" y="5977"/>
                  </a:cubicBezTo>
                  <a:cubicBezTo>
                    <a:pt x="11478" y="5270"/>
                    <a:pt x="11770" y="4496"/>
                    <a:pt x="11836" y="3692"/>
                  </a:cubicBezTo>
                  <a:cubicBezTo>
                    <a:pt x="11918" y="2688"/>
                    <a:pt x="11728" y="1711"/>
                    <a:pt x="11462" y="740"/>
                  </a:cubicBezTo>
                  <a:cubicBezTo>
                    <a:pt x="10375" y="1183"/>
                    <a:pt x="9507" y="2134"/>
                    <a:pt x="9168" y="3257"/>
                  </a:cubicBezTo>
                  <a:cubicBezTo>
                    <a:pt x="8748" y="4654"/>
                    <a:pt x="9130" y="6150"/>
                    <a:pt x="9125" y="7608"/>
                  </a:cubicBezTo>
                  <a:cubicBezTo>
                    <a:pt x="8938" y="6627"/>
                    <a:pt x="8749" y="5644"/>
                    <a:pt x="8433" y="4697"/>
                  </a:cubicBezTo>
                  <a:cubicBezTo>
                    <a:pt x="8117" y="3750"/>
                    <a:pt x="7666" y="2836"/>
                    <a:pt x="7005" y="2088"/>
                  </a:cubicBezTo>
                  <a:cubicBezTo>
                    <a:pt x="6228" y="1211"/>
                    <a:pt x="5253" y="522"/>
                    <a:pt x="4204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739525" y="3084675"/>
              <a:ext cx="399400" cy="376825"/>
            </a:xfrm>
            <a:custGeom>
              <a:avLst/>
              <a:gdLst/>
              <a:ahLst/>
              <a:cxnLst/>
              <a:rect l="l" t="t" r="r" b="b"/>
              <a:pathLst>
                <a:path w="15976" h="15073" extrusionOk="0">
                  <a:moveTo>
                    <a:pt x="4296" y="128"/>
                  </a:moveTo>
                  <a:cubicBezTo>
                    <a:pt x="5392" y="683"/>
                    <a:pt x="6310" y="1372"/>
                    <a:pt x="7021" y="2175"/>
                  </a:cubicBezTo>
                  <a:cubicBezTo>
                    <a:pt x="7609" y="2841"/>
                    <a:pt x="8087" y="3712"/>
                    <a:pt x="8439" y="4766"/>
                  </a:cubicBezTo>
                  <a:cubicBezTo>
                    <a:pt x="8754" y="5710"/>
                    <a:pt x="8945" y="6707"/>
                    <a:pt x="9128" y="7670"/>
                  </a:cubicBezTo>
                  <a:cubicBezTo>
                    <a:pt x="9134" y="7696"/>
                    <a:pt x="9155" y="7712"/>
                    <a:pt x="9185" y="7712"/>
                  </a:cubicBezTo>
                  <a:cubicBezTo>
                    <a:pt x="9210" y="7709"/>
                    <a:pt x="9232" y="7686"/>
                    <a:pt x="9232" y="7661"/>
                  </a:cubicBezTo>
                  <a:cubicBezTo>
                    <a:pt x="9233" y="7182"/>
                    <a:pt x="9193" y="6692"/>
                    <a:pt x="9154" y="6219"/>
                  </a:cubicBezTo>
                  <a:cubicBezTo>
                    <a:pt x="9074" y="5254"/>
                    <a:pt x="8992" y="4256"/>
                    <a:pt x="9274" y="3325"/>
                  </a:cubicBezTo>
                  <a:cubicBezTo>
                    <a:pt x="9605" y="2227"/>
                    <a:pt x="10428" y="1311"/>
                    <a:pt x="11483" y="864"/>
                  </a:cubicBezTo>
                  <a:cubicBezTo>
                    <a:pt x="11710" y="1701"/>
                    <a:pt x="11925" y="2693"/>
                    <a:pt x="11839" y="3741"/>
                  </a:cubicBezTo>
                  <a:cubicBezTo>
                    <a:pt x="11780" y="4456"/>
                    <a:pt x="11531" y="5218"/>
                    <a:pt x="11098" y="6005"/>
                  </a:cubicBezTo>
                  <a:cubicBezTo>
                    <a:pt x="10709" y="6710"/>
                    <a:pt x="10217" y="7366"/>
                    <a:pt x="9740" y="8000"/>
                  </a:cubicBezTo>
                  <a:cubicBezTo>
                    <a:pt x="9726" y="8019"/>
                    <a:pt x="9726" y="8043"/>
                    <a:pt x="9739" y="8062"/>
                  </a:cubicBezTo>
                  <a:cubicBezTo>
                    <a:pt x="9750" y="8075"/>
                    <a:pt x="9765" y="8083"/>
                    <a:pt x="9781" y="8083"/>
                  </a:cubicBezTo>
                  <a:cubicBezTo>
                    <a:pt x="9787" y="8083"/>
                    <a:pt x="9794" y="8082"/>
                    <a:pt x="9800" y="8079"/>
                  </a:cubicBezTo>
                  <a:cubicBezTo>
                    <a:pt x="10639" y="7775"/>
                    <a:pt x="11267" y="7022"/>
                    <a:pt x="11828" y="6349"/>
                  </a:cubicBezTo>
                  <a:cubicBezTo>
                    <a:pt x="12370" y="5699"/>
                    <a:pt x="13019" y="4990"/>
                    <a:pt x="13869" y="4794"/>
                  </a:cubicBezTo>
                  <a:cubicBezTo>
                    <a:pt x="14049" y="4752"/>
                    <a:pt x="14231" y="4735"/>
                    <a:pt x="14413" y="4735"/>
                  </a:cubicBezTo>
                  <a:cubicBezTo>
                    <a:pt x="14911" y="4735"/>
                    <a:pt x="15411" y="4866"/>
                    <a:pt x="15870" y="4989"/>
                  </a:cubicBezTo>
                  <a:cubicBezTo>
                    <a:pt x="15820" y="5924"/>
                    <a:pt x="15107" y="6641"/>
                    <a:pt x="14680" y="6987"/>
                  </a:cubicBezTo>
                  <a:cubicBezTo>
                    <a:pt x="14031" y="7517"/>
                    <a:pt x="13244" y="7826"/>
                    <a:pt x="12489" y="8081"/>
                  </a:cubicBezTo>
                  <a:cubicBezTo>
                    <a:pt x="12319" y="8139"/>
                    <a:pt x="12147" y="8194"/>
                    <a:pt x="11975" y="8250"/>
                  </a:cubicBezTo>
                  <a:cubicBezTo>
                    <a:pt x="11368" y="8448"/>
                    <a:pt x="10740" y="8651"/>
                    <a:pt x="10159" y="8944"/>
                  </a:cubicBezTo>
                  <a:cubicBezTo>
                    <a:pt x="10137" y="8955"/>
                    <a:pt x="10125" y="8979"/>
                    <a:pt x="10131" y="9002"/>
                  </a:cubicBezTo>
                  <a:cubicBezTo>
                    <a:pt x="10136" y="9025"/>
                    <a:pt x="10157" y="9041"/>
                    <a:pt x="10180" y="9043"/>
                  </a:cubicBezTo>
                  <a:cubicBezTo>
                    <a:pt x="12147" y="9072"/>
                    <a:pt x="14149" y="10186"/>
                    <a:pt x="15181" y="11818"/>
                  </a:cubicBezTo>
                  <a:cubicBezTo>
                    <a:pt x="14835" y="11954"/>
                    <a:pt x="14453" y="12021"/>
                    <a:pt x="14050" y="12021"/>
                  </a:cubicBezTo>
                  <a:cubicBezTo>
                    <a:pt x="13435" y="12021"/>
                    <a:pt x="12774" y="11864"/>
                    <a:pt x="12126" y="11556"/>
                  </a:cubicBezTo>
                  <a:cubicBezTo>
                    <a:pt x="11193" y="11112"/>
                    <a:pt x="10466" y="10545"/>
                    <a:pt x="9595" y="9774"/>
                  </a:cubicBezTo>
                  <a:cubicBezTo>
                    <a:pt x="9586" y="9766"/>
                    <a:pt x="9574" y="9762"/>
                    <a:pt x="9562" y="9762"/>
                  </a:cubicBezTo>
                  <a:cubicBezTo>
                    <a:pt x="9552" y="9762"/>
                    <a:pt x="9541" y="9765"/>
                    <a:pt x="9532" y="9772"/>
                  </a:cubicBezTo>
                  <a:cubicBezTo>
                    <a:pt x="9512" y="9785"/>
                    <a:pt x="9505" y="9811"/>
                    <a:pt x="9513" y="9834"/>
                  </a:cubicBezTo>
                  <a:cubicBezTo>
                    <a:pt x="9847" y="10634"/>
                    <a:pt x="9802" y="11587"/>
                    <a:pt x="9377" y="12748"/>
                  </a:cubicBezTo>
                  <a:cubicBezTo>
                    <a:pt x="9037" y="13677"/>
                    <a:pt x="8345" y="14472"/>
                    <a:pt x="7474" y="14940"/>
                  </a:cubicBezTo>
                  <a:cubicBezTo>
                    <a:pt x="7311" y="13879"/>
                    <a:pt x="7195" y="12531"/>
                    <a:pt x="7662" y="11381"/>
                  </a:cubicBezTo>
                  <a:cubicBezTo>
                    <a:pt x="7893" y="10812"/>
                    <a:pt x="8275" y="10317"/>
                    <a:pt x="8768" y="9951"/>
                  </a:cubicBezTo>
                  <a:cubicBezTo>
                    <a:pt x="8788" y="9935"/>
                    <a:pt x="8795" y="9908"/>
                    <a:pt x="8783" y="9885"/>
                  </a:cubicBezTo>
                  <a:cubicBezTo>
                    <a:pt x="8773" y="9867"/>
                    <a:pt x="8756" y="9856"/>
                    <a:pt x="8737" y="9856"/>
                  </a:cubicBezTo>
                  <a:lnTo>
                    <a:pt x="8735" y="9858"/>
                  </a:lnTo>
                  <a:cubicBezTo>
                    <a:pt x="8730" y="9858"/>
                    <a:pt x="8725" y="9858"/>
                    <a:pt x="8719" y="9861"/>
                  </a:cubicBezTo>
                  <a:cubicBezTo>
                    <a:pt x="7891" y="10132"/>
                    <a:pt x="7174" y="10656"/>
                    <a:pt x="6481" y="11160"/>
                  </a:cubicBezTo>
                  <a:cubicBezTo>
                    <a:pt x="6007" y="11506"/>
                    <a:pt x="5517" y="11864"/>
                    <a:pt x="4994" y="12138"/>
                  </a:cubicBezTo>
                  <a:cubicBezTo>
                    <a:pt x="4295" y="12506"/>
                    <a:pt x="3575" y="12699"/>
                    <a:pt x="2905" y="12699"/>
                  </a:cubicBezTo>
                  <a:cubicBezTo>
                    <a:pt x="2857" y="12699"/>
                    <a:pt x="2809" y="12698"/>
                    <a:pt x="2762" y="12696"/>
                  </a:cubicBezTo>
                  <a:cubicBezTo>
                    <a:pt x="1956" y="12664"/>
                    <a:pt x="1218" y="12341"/>
                    <a:pt x="728" y="11811"/>
                  </a:cubicBezTo>
                  <a:cubicBezTo>
                    <a:pt x="1091" y="11215"/>
                    <a:pt x="1534" y="10548"/>
                    <a:pt x="2189" y="10089"/>
                  </a:cubicBezTo>
                  <a:cubicBezTo>
                    <a:pt x="3033" y="9500"/>
                    <a:pt x="4126" y="9418"/>
                    <a:pt x="4876" y="9407"/>
                  </a:cubicBezTo>
                  <a:cubicBezTo>
                    <a:pt x="4945" y="9406"/>
                    <a:pt x="5015" y="9406"/>
                    <a:pt x="5086" y="9406"/>
                  </a:cubicBezTo>
                  <a:cubicBezTo>
                    <a:pt x="5296" y="9406"/>
                    <a:pt x="5508" y="9409"/>
                    <a:pt x="5714" y="9413"/>
                  </a:cubicBezTo>
                  <a:cubicBezTo>
                    <a:pt x="5920" y="9416"/>
                    <a:pt x="6128" y="9420"/>
                    <a:pt x="6337" y="9420"/>
                  </a:cubicBezTo>
                  <a:cubicBezTo>
                    <a:pt x="6799" y="9420"/>
                    <a:pt x="7266" y="9402"/>
                    <a:pt x="7724" y="9324"/>
                  </a:cubicBezTo>
                  <a:cubicBezTo>
                    <a:pt x="7748" y="9320"/>
                    <a:pt x="7767" y="9298"/>
                    <a:pt x="7767" y="9273"/>
                  </a:cubicBezTo>
                  <a:cubicBezTo>
                    <a:pt x="7767" y="9248"/>
                    <a:pt x="7748" y="9226"/>
                    <a:pt x="7724" y="9221"/>
                  </a:cubicBezTo>
                  <a:cubicBezTo>
                    <a:pt x="7100" y="9111"/>
                    <a:pt x="6481" y="9053"/>
                    <a:pt x="5881" y="8995"/>
                  </a:cubicBezTo>
                  <a:cubicBezTo>
                    <a:pt x="5516" y="8962"/>
                    <a:pt x="5139" y="8926"/>
                    <a:pt x="4760" y="8878"/>
                  </a:cubicBezTo>
                  <a:cubicBezTo>
                    <a:pt x="3541" y="8726"/>
                    <a:pt x="2640" y="8373"/>
                    <a:pt x="2005" y="7797"/>
                  </a:cubicBezTo>
                  <a:cubicBezTo>
                    <a:pt x="1631" y="7458"/>
                    <a:pt x="1338" y="7027"/>
                    <a:pt x="1055" y="6612"/>
                  </a:cubicBezTo>
                  <a:cubicBezTo>
                    <a:pt x="790" y="6221"/>
                    <a:pt x="517" y="5819"/>
                    <a:pt x="174" y="5487"/>
                  </a:cubicBezTo>
                  <a:cubicBezTo>
                    <a:pt x="667" y="5440"/>
                    <a:pt x="1128" y="5416"/>
                    <a:pt x="1562" y="5416"/>
                  </a:cubicBezTo>
                  <a:cubicBezTo>
                    <a:pt x="2528" y="5416"/>
                    <a:pt x="3359" y="5534"/>
                    <a:pt x="4114" y="5772"/>
                  </a:cubicBezTo>
                  <a:cubicBezTo>
                    <a:pt x="5686" y="6269"/>
                    <a:pt x="7009" y="7407"/>
                    <a:pt x="8176" y="8412"/>
                  </a:cubicBezTo>
                  <a:cubicBezTo>
                    <a:pt x="8185" y="8420"/>
                    <a:pt x="8197" y="8424"/>
                    <a:pt x="8209" y="8424"/>
                  </a:cubicBezTo>
                  <a:cubicBezTo>
                    <a:pt x="8222" y="8424"/>
                    <a:pt x="8236" y="8419"/>
                    <a:pt x="8246" y="8409"/>
                  </a:cubicBezTo>
                  <a:cubicBezTo>
                    <a:pt x="8266" y="8390"/>
                    <a:pt x="8267" y="8360"/>
                    <a:pt x="8250" y="8339"/>
                  </a:cubicBezTo>
                  <a:cubicBezTo>
                    <a:pt x="7724" y="7691"/>
                    <a:pt x="7112" y="7111"/>
                    <a:pt x="6520" y="6550"/>
                  </a:cubicBezTo>
                  <a:cubicBezTo>
                    <a:pt x="6307" y="6349"/>
                    <a:pt x="6088" y="6141"/>
                    <a:pt x="5874" y="5931"/>
                  </a:cubicBezTo>
                  <a:cubicBezTo>
                    <a:pt x="4866" y="4945"/>
                    <a:pt x="4303" y="4055"/>
                    <a:pt x="4099" y="3131"/>
                  </a:cubicBezTo>
                  <a:cubicBezTo>
                    <a:pt x="3880" y="2132"/>
                    <a:pt x="4095" y="1072"/>
                    <a:pt x="4296" y="128"/>
                  </a:cubicBezTo>
                  <a:close/>
                  <a:moveTo>
                    <a:pt x="4260" y="1"/>
                  </a:moveTo>
                  <a:cubicBezTo>
                    <a:pt x="4252" y="1"/>
                    <a:pt x="4244" y="3"/>
                    <a:pt x="4237" y="6"/>
                  </a:cubicBezTo>
                  <a:cubicBezTo>
                    <a:pt x="4222" y="13"/>
                    <a:pt x="4211" y="26"/>
                    <a:pt x="4208" y="42"/>
                  </a:cubicBezTo>
                  <a:cubicBezTo>
                    <a:pt x="4003" y="1011"/>
                    <a:pt x="3770" y="2109"/>
                    <a:pt x="4000" y="3154"/>
                  </a:cubicBezTo>
                  <a:cubicBezTo>
                    <a:pt x="4207" y="4099"/>
                    <a:pt x="4780" y="5004"/>
                    <a:pt x="5803" y="6005"/>
                  </a:cubicBezTo>
                  <a:cubicBezTo>
                    <a:pt x="6017" y="6215"/>
                    <a:pt x="6236" y="6423"/>
                    <a:pt x="6450" y="6625"/>
                  </a:cubicBezTo>
                  <a:cubicBezTo>
                    <a:pt x="6874" y="7027"/>
                    <a:pt x="7309" y="7439"/>
                    <a:pt x="7714" y="7879"/>
                  </a:cubicBezTo>
                  <a:cubicBezTo>
                    <a:pt x="6672" y="6998"/>
                    <a:pt x="5504" y="6102"/>
                    <a:pt x="4147" y="5673"/>
                  </a:cubicBezTo>
                  <a:cubicBezTo>
                    <a:pt x="3380" y="5431"/>
                    <a:pt x="2538" y="5312"/>
                    <a:pt x="1561" y="5312"/>
                  </a:cubicBezTo>
                  <a:cubicBezTo>
                    <a:pt x="1091" y="5312"/>
                    <a:pt x="590" y="5339"/>
                    <a:pt x="51" y="5394"/>
                  </a:cubicBezTo>
                  <a:cubicBezTo>
                    <a:pt x="31" y="5397"/>
                    <a:pt x="14" y="5410"/>
                    <a:pt x="7" y="5430"/>
                  </a:cubicBezTo>
                  <a:cubicBezTo>
                    <a:pt x="0" y="5449"/>
                    <a:pt x="7" y="5471"/>
                    <a:pt x="22" y="5484"/>
                  </a:cubicBezTo>
                  <a:cubicBezTo>
                    <a:pt x="396" y="5823"/>
                    <a:pt x="688" y="6254"/>
                    <a:pt x="970" y="6669"/>
                  </a:cubicBezTo>
                  <a:cubicBezTo>
                    <a:pt x="1257" y="7090"/>
                    <a:pt x="1553" y="7525"/>
                    <a:pt x="1936" y="7873"/>
                  </a:cubicBezTo>
                  <a:cubicBezTo>
                    <a:pt x="2587" y="8464"/>
                    <a:pt x="3508" y="8826"/>
                    <a:pt x="4749" y="8981"/>
                  </a:cubicBezTo>
                  <a:cubicBezTo>
                    <a:pt x="5129" y="9028"/>
                    <a:pt x="5507" y="9064"/>
                    <a:pt x="5873" y="9099"/>
                  </a:cubicBezTo>
                  <a:cubicBezTo>
                    <a:pt x="6361" y="9145"/>
                    <a:pt x="6863" y="9193"/>
                    <a:pt x="7367" y="9269"/>
                  </a:cubicBezTo>
                  <a:cubicBezTo>
                    <a:pt x="7023" y="9306"/>
                    <a:pt x="6673" y="9316"/>
                    <a:pt x="6326" y="9316"/>
                  </a:cubicBezTo>
                  <a:cubicBezTo>
                    <a:pt x="6121" y="9316"/>
                    <a:pt x="5918" y="9312"/>
                    <a:pt x="5717" y="9309"/>
                  </a:cubicBezTo>
                  <a:cubicBezTo>
                    <a:pt x="5501" y="9305"/>
                    <a:pt x="5280" y="9301"/>
                    <a:pt x="5060" y="9301"/>
                  </a:cubicBezTo>
                  <a:cubicBezTo>
                    <a:pt x="4998" y="9301"/>
                    <a:pt x="4936" y="9302"/>
                    <a:pt x="4874" y="9302"/>
                  </a:cubicBezTo>
                  <a:cubicBezTo>
                    <a:pt x="4112" y="9314"/>
                    <a:pt x="2996" y="9399"/>
                    <a:pt x="2131" y="10004"/>
                  </a:cubicBezTo>
                  <a:cubicBezTo>
                    <a:pt x="1446" y="10483"/>
                    <a:pt x="992" y="11178"/>
                    <a:pt x="620" y="11790"/>
                  </a:cubicBezTo>
                  <a:cubicBezTo>
                    <a:pt x="608" y="11810"/>
                    <a:pt x="611" y="11834"/>
                    <a:pt x="626" y="11852"/>
                  </a:cubicBezTo>
                  <a:cubicBezTo>
                    <a:pt x="1133" y="12419"/>
                    <a:pt x="1911" y="12765"/>
                    <a:pt x="2758" y="12800"/>
                  </a:cubicBezTo>
                  <a:cubicBezTo>
                    <a:pt x="2806" y="12802"/>
                    <a:pt x="2854" y="12803"/>
                    <a:pt x="2903" y="12803"/>
                  </a:cubicBezTo>
                  <a:cubicBezTo>
                    <a:pt x="3591" y="12803"/>
                    <a:pt x="4327" y="12607"/>
                    <a:pt x="5044" y="12230"/>
                  </a:cubicBezTo>
                  <a:cubicBezTo>
                    <a:pt x="5573" y="11951"/>
                    <a:pt x="6066" y="11592"/>
                    <a:pt x="6543" y="11244"/>
                  </a:cubicBezTo>
                  <a:cubicBezTo>
                    <a:pt x="7147" y="10804"/>
                    <a:pt x="7768" y="10350"/>
                    <a:pt x="8464" y="10065"/>
                  </a:cubicBezTo>
                  <a:lnTo>
                    <a:pt x="8464" y="10065"/>
                  </a:lnTo>
                  <a:cubicBezTo>
                    <a:pt x="8072" y="10416"/>
                    <a:pt x="7764" y="10852"/>
                    <a:pt x="7566" y="11342"/>
                  </a:cubicBezTo>
                  <a:cubicBezTo>
                    <a:pt x="7079" y="12542"/>
                    <a:pt x="7211" y="13942"/>
                    <a:pt x="7382" y="15028"/>
                  </a:cubicBezTo>
                  <a:cubicBezTo>
                    <a:pt x="7385" y="15044"/>
                    <a:pt x="7394" y="15059"/>
                    <a:pt x="7409" y="15067"/>
                  </a:cubicBezTo>
                  <a:cubicBezTo>
                    <a:pt x="7417" y="15070"/>
                    <a:pt x="7425" y="15072"/>
                    <a:pt x="7433" y="15072"/>
                  </a:cubicBezTo>
                  <a:cubicBezTo>
                    <a:pt x="7441" y="15072"/>
                    <a:pt x="7449" y="15070"/>
                    <a:pt x="7456" y="15066"/>
                  </a:cubicBezTo>
                  <a:cubicBezTo>
                    <a:pt x="8380" y="14591"/>
                    <a:pt x="9116" y="13759"/>
                    <a:pt x="9474" y="12783"/>
                  </a:cubicBezTo>
                  <a:cubicBezTo>
                    <a:pt x="9875" y="11689"/>
                    <a:pt x="9944" y="10773"/>
                    <a:pt x="9683" y="9988"/>
                  </a:cubicBezTo>
                  <a:lnTo>
                    <a:pt x="9683" y="9988"/>
                  </a:lnTo>
                  <a:cubicBezTo>
                    <a:pt x="10492" y="10697"/>
                    <a:pt x="11193" y="11227"/>
                    <a:pt x="12081" y="11650"/>
                  </a:cubicBezTo>
                  <a:cubicBezTo>
                    <a:pt x="12743" y="11965"/>
                    <a:pt x="13420" y="12124"/>
                    <a:pt x="14050" y="12124"/>
                  </a:cubicBezTo>
                  <a:cubicBezTo>
                    <a:pt x="14489" y="12124"/>
                    <a:pt x="14905" y="12047"/>
                    <a:pt x="15278" y="11891"/>
                  </a:cubicBezTo>
                  <a:cubicBezTo>
                    <a:pt x="15293" y="11885"/>
                    <a:pt x="15303" y="11873"/>
                    <a:pt x="15307" y="11858"/>
                  </a:cubicBezTo>
                  <a:cubicBezTo>
                    <a:pt x="15311" y="11845"/>
                    <a:pt x="15310" y="11829"/>
                    <a:pt x="15302" y="11815"/>
                  </a:cubicBezTo>
                  <a:cubicBezTo>
                    <a:pt x="14298" y="10185"/>
                    <a:pt x="12346" y="9051"/>
                    <a:pt x="10393" y="8946"/>
                  </a:cubicBezTo>
                  <a:cubicBezTo>
                    <a:pt x="10914" y="8704"/>
                    <a:pt x="11469" y="8523"/>
                    <a:pt x="12007" y="8348"/>
                  </a:cubicBezTo>
                  <a:cubicBezTo>
                    <a:pt x="12179" y="8292"/>
                    <a:pt x="12352" y="8237"/>
                    <a:pt x="12523" y="8179"/>
                  </a:cubicBezTo>
                  <a:cubicBezTo>
                    <a:pt x="13285" y="7921"/>
                    <a:pt x="14083" y="7608"/>
                    <a:pt x="14746" y="7068"/>
                  </a:cubicBezTo>
                  <a:cubicBezTo>
                    <a:pt x="15192" y="6704"/>
                    <a:pt x="15944" y="5947"/>
                    <a:pt x="15976" y="4951"/>
                  </a:cubicBezTo>
                  <a:cubicBezTo>
                    <a:pt x="15976" y="4927"/>
                    <a:pt x="15961" y="4906"/>
                    <a:pt x="15937" y="4899"/>
                  </a:cubicBezTo>
                  <a:cubicBezTo>
                    <a:pt x="15462" y="4771"/>
                    <a:pt x="14940" y="4631"/>
                    <a:pt x="14415" y="4631"/>
                  </a:cubicBezTo>
                  <a:cubicBezTo>
                    <a:pt x="14225" y="4631"/>
                    <a:pt x="14035" y="4649"/>
                    <a:pt x="13846" y="4693"/>
                  </a:cubicBezTo>
                  <a:cubicBezTo>
                    <a:pt x="12965" y="4896"/>
                    <a:pt x="12302" y="5620"/>
                    <a:pt x="11744" y="6290"/>
                  </a:cubicBezTo>
                  <a:cubicBezTo>
                    <a:pt x="11211" y="6928"/>
                    <a:pt x="10662" y="7586"/>
                    <a:pt x="9935" y="7912"/>
                  </a:cubicBezTo>
                  <a:cubicBezTo>
                    <a:pt x="10378" y="7322"/>
                    <a:pt x="10827" y="6711"/>
                    <a:pt x="11189" y="6055"/>
                  </a:cubicBezTo>
                  <a:cubicBezTo>
                    <a:pt x="11629" y="5255"/>
                    <a:pt x="11883" y="4479"/>
                    <a:pt x="11943" y="3749"/>
                  </a:cubicBezTo>
                  <a:cubicBezTo>
                    <a:pt x="12033" y="2660"/>
                    <a:pt x="11803" y="1637"/>
                    <a:pt x="11567" y="780"/>
                  </a:cubicBezTo>
                  <a:cubicBezTo>
                    <a:pt x="11563" y="765"/>
                    <a:pt x="11554" y="753"/>
                    <a:pt x="11540" y="747"/>
                  </a:cubicBezTo>
                  <a:cubicBezTo>
                    <a:pt x="11533" y="743"/>
                    <a:pt x="11524" y="741"/>
                    <a:pt x="11515" y="741"/>
                  </a:cubicBezTo>
                  <a:cubicBezTo>
                    <a:pt x="11509" y="741"/>
                    <a:pt x="11503" y="742"/>
                    <a:pt x="11497" y="745"/>
                  </a:cubicBezTo>
                  <a:cubicBezTo>
                    <a:pt x="10389" y="1195"/>
                    <a:pt x="9520" y="2149"/>
                    <a:pt x="9174" y="3294"/>
                  </a:cubicBezTo>
                  <a:cubicBezTo>
                    <a:pt x="8887" y="4244"/>
                    <a:pt x="8971" y="5253"/>
                    <a:pt x="9052" y="6228"/>
                  </a:cubicBezTo>
                  <a:cubicBezTo>
                    <a:pt x="9073" y="6489"/>
                    <a:pt x="9095" y="6756"/>
                    <a:pt x="9109" y="7022"/>
                  </a:cubicBezTo>
                  <a:cubicBezTo>
                    <a:pt x="8959" y="6255"/>
                    <a:pt x="8787" y="5479"/>
                    <a:pt x="8538" y="4732"/>
                  </a:cubicBezTo>
                  <a:cubicBezTo>
                    <a:pt x="8181" y="3667"/>
                    <a:pt x="7697" y="2783"/>
                    <a:pt x="7098" y="2106"/>
                  </a:cubicBezTo>
                  <a:cubicBezTo>
                    <a:pt x="6365" y="1277"/>
                    <a:pt x="5418" y="571"/>
                    <a:pt x="4282" y="6"/>
                  </a:cubicBezTo>
                  <a:cubicBezTo>
                    <a:pt x="4275" y="3"/>
                    <a:pt x="4267" y="1"/>
                    <a:pt x="426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845425" y="3085500"/>
              <a:ext cx="292425" cy="222350"/>
            </a:xfrm>
            <a:custGeom>
              <a:avLst/>
              <a:gdLst/>
              <a:ahLst/>
              <a:cxnLst/>
              <a:rect l="l" t="t" r="r" b="b"/>
              <a:pathLst>
                <a:path w="11697" h="8894" extrusionOk="0">
                  <a:moveTo>
                    <a:pt x="31" y="0"/>
                  </a:moveTo>
                  <a:cubicBezTo>
                    <a:pt x="27" y="0"/>
                    <a:pt x="23" y="1"/>
                    <a:pt x="20" y="3"/>
                  </a:cubicBezTo>
                  <a:cubicBezTo>
                    <a:pt x="6" y="9"/>
                    <a:pt x="1" y="24"/>
                    <a:pt x="7" y="38"/>
                  </a:cubicBezTo>
                  <a:cubicBezTo>
                    <a:pt x="1378" y="2787"/>
                    <a:pt x="2970" y="5680"/>
                    <a:pt x="4871" y="8880"/>
                  </a:cubicBezTo>
                  <a:cubicBezTo>
                    <a:pt x="4876" y="8888"/>
                    <a:pt x="4884" y="8894"/>
                    <a:pt x="4894" y="8894"/>
                  </a:cubicBezTo>
                  <a:cubicBezTo>
                    <a:pt x="4895" y="8894"/>
                    <a:pt x="4898" y="8894"/>
                    <a:pt x="4900" y="8893"/>
                  </a:cubicBezTo>
                  <a:cubicBezTo>
                    <a:pt x="6173" y="8556"/>
                    <a:pt x="7291" y="7795"/>
                    <a:pt x="8373" y="7059"/>
                  </a:cubicBezTo>
                  <a:cubicBezTo>
                    <a:pt x="8573" y="6923"/>
                    <a:pt x="8771" y="6786"/>
                    <a:pt x="8970" y="6647"/>
                  </a:cubicBezTo>
                  <a:cubicBezTo>
                    <a:pt x="9830" y="6051"/>
                    <a:pt x="10720" y="5434"/>
                    <a:pt x="11679" y="4980"/>
                  </a:cubicBezTo>
                  <a:cubicBezTo>
                    <a:pt x="11692" y="4975"/>
                    <a:pt x="11697" y="4959"/>
                    <a:pt x="11692" y="4947"/>
                  </a:cubicBezTo>
                  <a:cubicBezTo>
                    <a:pt x="11687" y="4937"/>
                    <a:pt x="11678" y="4932"/>
                    <a:pt x="11668" y="4932"/>
                  </a:cubicBezTo>
                  <a:cubicBezTo>
                    <a:pt x="11665" y="4932"/>
                    <a:pt x="11660" y="4933"/>
                    <a:pt x="11657" y="4935"/>
                  </a:cubicBezTo>
                  <a:cubicBezTo>
                    <a:pt x="10693" y="5389"/>
                    <a:pt x="9801" y="6008"/>
                    <a:pt x="8939" y="6605"/>
                  </a:cubicBezTo>
                  <a:cubicBezTo>
                    <a:pt x="8741" y="6743"/>
                    <a:pt x="8543" y="6880"/>
                    <a:pt x="8343" y="7016"/>
                  </a:cubicBezTo>
                  <a:cubicBezTo>
                    <a:pt x="7271" y="7746"/>
                    <a:pt x="6162" y="8501"/>
                    <a:pt x="4906" y="8837"/>
                  </a:cubicBezTo>
                  <a:cubicBezTo>
                    <a:pt x="3009" y="5644"/>
                    <a:pt x="1421" y="2758"/>
                    <a:pt x="53" y="15"/>
                  </a:cubicBezTo>
                  <a:cubicBezTo>
                    <a:pt x="49" y="5"/>
                    <a:pt x="40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24025" y="3306525"/>
              <a:ext cx="44425" cy="154150"/>
            </a:xfrm>
            <a:custGeom>
              <a:avLst/>
              <a:gdLst/>
              <a:ahLst/>
              <a:cxnLst/>
              <a:rect l="l" t="t" r="r" b="b"/>
              <a:pathLst>
                <a:path w="1777" h="6166" extrusionOk="0">
                  <a:moveTo>
                    <a:pt x="1747" y="0"/>
                  </a:moveTo>
                  <a:cubicBezTo>
                    <a:pt x="1733" y="0"/>
                    <a:pt x="1724" y="12"/>
                    <a:pt x="1723" y="25"/>
                  </a:cubicBezTo>
                  <a:cubicBezTo>
                    <a:pt x="1567" y="2135"/>
                    <a:pt x="973" y="4246"/>
                    <a:pt x="7" y="6128"/>
                  </a:cubicBezTo>
                  <a:cubicBezTo>
                    <a:pt x="1" y="6140"/>
                    <a:pt x="6" y="6157"/>
                    <a:pt x="18" y="6163"/>
                  </a:cubicBezTo>
                  <a:cubicBezTo>
                    <a:pt x="22" y="6165"/>
                    <a:pt x="26" y="6166"/>
                    <a:pt x="30" y="6166"/>
                  </a:cubicBezTo>
                  <a:cubicBezTo>
                    <a:pt x="40" y="6166"/>
                    <a:pt x="49" y="6161"/>
                    <a:pt x="53" y="6153"/>
                  </a:cubicBezTo>
                  <a:cubicBezTo>
                    <a:pt x="1023" y="4264"/>
                    <a:pt x="1618" y="2146"/>
                    <a:pt x="1775" y="29"/>
                  </a:cubicBezTo>
                  <a:cubicBezTo>
                    <a:pt x="1777" y="14"/>
                    <a:pt x="1766" y="2"/>
                    <a:pt x="1751" y="0"/>
                  </a:cubicBezTo>
                  <a:cubicBezTo>
                    <a:pt x="1750" y="0"/>
                    <a:pt x="1748" y="0"/>
                    <a:pt x="174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67025" y="3306550"/>
              <a:ext cx="154650" cy="74875"/>
            </a:xfrm>
            <a:custGeom>
              <a:avLst/>
              <a:gdLst/>
              <a:ahLst/>
              <a:cxnLst/>
              <a:rect l="l" t="t" r="r" b="b"/>
              <a:pathLst>
                <a:path w="6186" h="2995" extrusionOk="0">
                  <a:moveTo>
                    <a:pt x="28" y="0"/>
                  </a:moveTo>
                  <a:cubicBezTo>
                    <a:pt x="20" y="0"/>
                    <a:pt x="12" y="4"/>
                    <a:pt x="8" y="12"/>
                  </a:cubicBezTo>
                  <a:cubicBezTo>
                    <a:pt x="0" y="24"/>
                    <a:pt x="3" y="40"/>
                    <a:pt x="15" y="48"/>
                  </a:cubicBezTo>
                  <a:cubicBezTo>
                    <a:pt x="989" y="700"/>
                    <a:pt x="1971" y="1294"/>
                    <a:pt x="2936" y="1812"/>
                  </a:cubicBezTo>
                  <a:cubicBezTo>
                    <a:pt x="3982" y="2374"/>
                    <a:pt x="5095" y="2782"/>
                    <a:pt x="6154" y="2994"/>
                  </a:cubicBezTo>
                  <a:lnTo>
                    <a:pt x="6159" y="2994"/>
                  </a:lnTo>
                  <a:cubicBezTo>
                    <a:pt x="6170" y="2994"/>
                    <a:pt x="6182" y="2986"/>
                    <a:pt x="6183" y="2974"/>
                  </a:cubicBezTo>
                  <a:cubicBezTo>
                    <a:pt x="6186" y="2959"/>
                    <a:pt x="6178" y="2946"/>
                    <a:pt x="6163" y="2943"/>
                  </a:cubicBezTo>
                  <a:cubicBezTo>
                    <a:pt x="5110" y="2732"/>
                    <a:pt x="4002" y="2325"/>
                    <a:pt x="2960" y="1766"/>
                  </a:cubicBezTo>
                  <a:cubicBezTo>
                    <a:pt x="1996" y="1249"/>
                    <a:pt x="1016" y="656"/>
                    <a:pt x="43" y="5"/>
                  </a:cubicBezTo>
                  <a:cubicBezTo>
                    <a:pt x="38" y="2"/>
                    <a:pt x="33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67025" y="3105100"/>
              <a:ext cx="61125" cy="202750"/>
            </a:xfrm>
            <a:custGeom>
              <a:avLst/>
              <a:gdLst/>
              <a:ahLst/>
              <a:cxnLst/>
              <a:rect l="l" t="t" r="r" b="b"/>
              <a:pathLst>
                <a:path w="2445" h="8110" extrusionOk="0">
                  <a:moveTo>
                    <a:pt x="2416" y="0"/>
                  </a:moveTo>
                  <a:cubicBezTo>
                    <a:pt x="2405" y="0"/>
                    <a:pt x="2395" y="7"/>
                    <a:pt x="2391" y="18"/>
                  </a:cubicBezTo>
                  <a:cubicBezTo>
                    <a:pt x="2006" y="1180"/>
                    <a:pt x="1721" y="2254"/>
                    <a:pt x="1417" y="3389"/>
                  </a:cubicBezTo>
                  <a:cubicBezTo>
                    <a:pt x="1032" y="4834"/>
                    <a:pt x="632" y="6327"/>
                    <a:pt x="4" y="8075"/>
                  </a:cubicBezTo>
                  <a:cubicBezTo>
                    <a:pt x="0" y="8088"/>
                    <a:pt x="7" y="8103"/>
                    <a:pt x="20" y="8109"/>
                  </a:cubicBezTo>
                  <a:cubicBezTo>
                    <a:pt x="23" y="8109"/>
                    <a:pt x="26" y="8110"/>
                    <a:pt x="30" y="8110"/>
                  </a:cubicBezTo>
                  <a:cubicBezTo>
                    <a:pt x="39" y="8110"/>
                    <a:pt x="50" y="8103"/>
                    <a:pt x="54" y="8092"/>
                  </a:cubicBezTo>
                  <a:cubicBezTo>
                    <a:pt x="682" y="6343"/>
                    <a:pt x="1082" y="4847"/>
                    <a:pt x="1466" y="3401"/>
                  </a:cubicBezTo>
                  <a:cubicBezTo>
                    <a:pt x="1770" y="2267"/>
                    <a:pt x="2056" y="1195"/>
                    <a:pt x="2440" y="34"/>
                  </a:cubicBezTo>
                  <a:cubicBezTo>
                    <a:pt x="2444" y="20"/>
                    <a:pt x="2438" y="6"/>
                    <a:pt x="2424" y="2"/>
                  </a:cubicBezTo>
                  <a:cubicBezTo>
                    <a:pt x="2422" y="1"/>
                    <a:pt x="2419" y="0"/>
                    <a:pt x="241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742175" y="3219950"/>
              <a:ext cx="226250" cy="87900"/>
            </a:xfrm>
            <a:custGeom>
              <a:avLst/>
              <a:gdLst/>
              <a:ahLst/>
              <a:cxnLst/>
              <a:rect l="l" t="t" r="r" b="b"/>
              <a:pathLst>
                <a:path w="9050" h="3516" extrusionOk="0">
                  <a:moveTo>
                    <a:pt x="29" y="0"/>
                  </a:moveTo>
                  <a:cubicBezTo>
                    <a:pt x="19" y="0"/>
                    <a:pt x="9" y="6"/>
                    <a:pt x="6" y="17"/>
                  </a:cubicBezTo>
                  <a:cubicBezTo>
                    <a:pt x="1" y="30"/>
                    <a:pt x="7" y="45"/>
                    <a:pt x="21" y="50"/>
                  </a:cubicBezTo>
                  <a:cubicBezTo>
                    <a:pt x="1085" y="434"/>
                    <a:pt x="2095" y="985"/>
                    <a:pt x="3073" y="1519"/>
                  </a:cubicBezTo>
                  <a:cubicBezTo>
                    <a:pt x="3443" y="1723"/>
                    <a:pt x="3825" y="1931"/>
                    <a:pt x="4205" y="2127"/>
                  </a:cubicBezTo>
                  <a:cubicBezTo>
                    <a:pt x="5449" y="2772"/>
                    <a:pt x="7368" y="3476"/>
                    <a:pt x="9022" y="3516"/>
                  </a:cubicBezTo>
                  <a:cubicBezTo>
                    <a:pt x="9037" y="3516"/>
                    <a:pt x="9048" y="3505"/>
                    <a:pt x="9048" y="3490"/>
                  </a:cubicBezTo>
                  <a:cubicBezTo>
                    <a:pt x="9049" y="3476"/>
                    <a:pt x="9037" y="3465"/>
                    <a:pt x="9024" y="3463"/>
                  </a:cubicBezTo>
                  <a:cubicBezTo>
                    <a:pt x="7377" y="3424"/>
                    <a:pt x="5467" y="2723"/>
                    <a:pt x="4229" y="2082"/>
                  </a:cubicBezTo>
                  <a:cubicBezTo>
                    <a:pt x="3850" y="1885"/>
                    <a:pt x="3467" y="1677"/>
                    <a:pt x="3097" y="1475"/>
                  </a:cubicBezTo>
                  <a:cubicBezTo>
                    <a:pt x="2118" y="940"/>
                    <a:pt x="1105" y="385"/>
                    <a:pt x="38" y="2"/>
                  </a:cubicBezTo>
                  <a:cubicBezTo>
                    <a:pt x="35" y="1"/>
                    <a:pt x="3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756500" y="3306550"/>
              <a:ext cx="211975" cy="74350"/>
            </a:xfrm>
            <a:custGeom>
              <a:avLst/>
              <a:gdLst/>
              <a:ahLst/>
              <a:cxnLst/>
              <a:rect l="l" t="t" r="r" b="b"/>
              <a:pathLst>
                <a:path w="8479" h="2974" extrusionOk="0">
                  <a:moveTo>
                    <a:pt x="8450" y="0"/>
                  </a:moveTo>
                  <a:cubicBezTo>
                    <a:pt x="8445" y="0"/>
                    <a:pt x="8439" y="2"/>
                    <a:pt x="8434" y="5"/>
                  </a:cubicBezTo>
                  <a:cubicBezTo>
                    <a:pt x="5977" y="1771"/>
                    <a:pt x="2990" y="2807"/>
                    <a:pt x="26" y="2923"/>
                  </a:cubicBezTo>
                  <a:cubicBezTo>
                    <a:pt x="11" y="2923"/>
                    <a:pt x="1" y="2935"/>
                    <a:pt x="1" y="2950"/>
                  </a:cubicBezTo>
                  <a:cubicBezTo>
                    <a:pt x="2" y="2963"/>
                    <a:pt x="13" y="2974"/>
                    <a:pt x="26" y="2974"/>
                  </a:cubicBezTo>
                  <a:lnTo>
                    <a:pt x="28" y="2974"/>
                  </a:lnTo>
                  <a:cubicBezTo>
                    <a:pt x="3002" y="2858"/>
                    <a:pt x="5998" y="1818"/>
                    <a:pt x="8465" y="46"/>
                  </a:cubicBezTo>
                  <a:cubicBezTo>
                    <a:pt x="8476" y="38"/>
                    <a:pt x="8479" y="22"/>
                    <a:pt x="8471" y="10"/>
                  </a:cubicBezTo>
                  <a:cubicBezTo>
                    <a:pt x="8466" y="4"/>
                    <a:pt x="8458" y="0"/>
                    <a:pt x="845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836275" y="3225100"/>
              <a:ext cx="22825" cy="53025"/>
            </a:xfrm>
            <a:custGeom>
              <a:avLst/>
              <a:gdLst/>
              <a:ahLst/>
              <a:cxnLst/>
              <a:rect l="l" t="t" r="r" b="b"/>
              <a:pathLst>
                <a:path w="913" h="2121" extrusionOk="0">
                  <a:moveTo>
                    <a:pt x="30" y="0"/>
                  </a:moveTo>
                  <a:cubicBezTo>
                    <a:pt x="26" y="0"/>
                    <a:pt x="22" y="1"/>
                    <a:pt x="18" y="3"/>
                  </a:cubicBezTo>
                  <a:cubicBezTo>
                    <a:pt x="6" y="11"/>
                    <a:pt x="1" y="26"/>
                    <a:pt x="7" y="39"/>
                  </a:cubicBezTo>
                  <a:cubicBezTo>
                    <a:pt x="368" y="691"/>
                    <a:pt x="655" y="1385"/>
                    <a:pt x="859" y="2102"/>
                  </a:cubicBezTo>
                  <a:cubicBezTo>
                    <a:pt x="863" y="2114"/>
                    <a:pt x="874" y="2121"/>
                    <a:pt x="885" y="2121"/>
                  </a:cubicBezTo>
                  <a:cubicBezTo>
                    <a:pt x="887" y="2121"/>
                    <a:pt x="890" y="2121"/>
                    <a:pt x="891" y="2119"/>
                  </a:cubicBezTo>
                  <a:cubicBezTo>
                    <a:pt x="905" y="2115"/>
                    <a:pt x="913" y="2102"/>
                    <a:pt x="909" y="2088"/>
                  </a:cubicBezTo>
                  <a:cubicBezTo>
                    <a:pt x="703" y="1367"/>
                    <a:pt x="415" y="669"/>
                    <a:pt x="53" y="14"/>
                  </a:cubicBezTo>
                  <a:cubicBezTo>
                    <a:pt x="48" y="5"/>
                    <a:pt x="39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784175" y="3265475"/>
              <a:ext cx="51200" cy="10425"/>
            </a:xfrm>
            <a:custGeom>
              <a:avLst/>
              <a:gdLst/>
              <a:ahLst/>
              <a:cxnLst/>
              <a:rect l="l" t="t" r="r" b="b"/>
              <a:pathLst>
                <a:path w="2048" h="417" extrusionOk="0">
                  <a:moveTo>
                    <a:pt x="2018" y="1"/>
                  </a:moveTo>
                  <a:cubicBezTo>
                    <a:pt x="2015" y="1"/>
                    <a:pt x="2012" y="1"/>
                    <a:pt x="2009" y="2"/>
                  </a:cubicBezTo>
                  <a:cubicBezTo>
                    <a:pt x="1369" y="220"/>
                    <a:pt x="702" y="343"/>
                    <a:pt x="26" y="364"/>
                  </a:cubicBezTo>
                  <a:cubicBezTo>
                    <a:pt x="12" y="366"/>
                    <a:pt x="1" y="378"/>
                    <a:pt x="1" y="391"/>
                  </a:cubicBezTo>
                  <a:cubicBezTo>
                    <a:pt x="1" y="406"/>
                    <a:pt x="13" y="417"/>
                    <a:pt x="26" y="417"/>
                  </a:cubicBezTo>
                  <a:lnTo>
                    <a:pt x="28" y="417"/>
                  </a:lnTo>
                  <a:cubicBezTo>
                    <a:pt x="708" y="394"/>
                    <a:pt x="1381" y="272"/>
                    <a:pt x="2026" y="51"/>
                  </a:cubicBezTo>
                  <a:cubicBezTo>
                    <a:pt x="2040" y="47"/>
                    <a:pt x="2047" y="32"/>
                    <a:pt x="2042" y="19"/>
                  </a:cubicBezTo>
                  <a:cubicBezTo>
                    <a:pt x="2039" y="8"/>
                    <a:pt x="2029" y="1"/>
                    <a:pt x="201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858300" y="3292900"/>
              <a:ext cx="38000" cy="15600"/>
            </a:xfrm>
            <a:custGeom>
              <a:avLst/>
              <a:gdLst/>
              <a:ahLst/>
              <a:cxnLst/>
              <a:rect l="l" t="t" r="r" b="b"/>
              <a:pathLst>
                <a:path w="1520" h="624" extrusionOk="0">
                  <a:moveTo>
                    <a:pt x="1490" y="0"/>
                  </a:moveTo>
                  <a:cubicBezTo>
                    <a:pt x="1487" y="0"/>
                    <a:pt x="1484" y="1"/>
                    <a:pt x="1481" y="2"/>
                  </a:cubicBezTo>
                  <a:lnTo>
                    <a:pt x="20" y="574"/>
                  </a:lnTo>
                  <a:cubicBezTo>
                    <a:pt x="8" y="579"/>
                    <a:pt x="1" y="594"/>
                    <a:pt x="6" y="607"/>
                  </a:cubicBezTo>
                  <a:cubicBezTo>
                    <a:pt x="9" y="617"/>
                    <a:pt x="20" y="623"/>
                    <a:pt x="29" y="623"/>
                  </a:cubicBezTo>
                  <a:cubicBezTo>
                    <a:pt x="33" y="623"/>
                    <a:pt x="36" y="622"/>
                    <a:pt x="39" y="622"/>
                  </a:cubicBezTo>
                  <a:lnTo>
                    <a:pt x="1500" y="50"/>
                  </a:lnTo>
                  <a:cubicBezTo>
                    <a:pt x="1513" y="45"/>
                    <a:pt x="1520" y="30"/>
                    <a:pt x="1514" y="17"/>
                  </a:cubicBezTo>
                  <a:cubicBezTo>
                    <a:pt x="1510" y="6"/>
                    <a:pt x="1501" y="0"/>
                    <a:pt x="149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898900" y="3256150"/>
              <a:ext cx="17925" cy="43625"/>
            </a:xfrm>
            <a:custGeom>
              <a:avLst/>
              <a:gdLst/>
              <a:ahLst/>
              <a:cxnLst/>
              <a:rect l="l" t="t" r="r" b="b"/>
              <a:pathLst>
                <a:path w="717" h="1745" extrusionOk="0">
                  <a:moveTo>
                    <a:pt x="29" y="1"/>
                  </a:moveTo>
                  <a:cubicBezTo>
                    <a:pt x="24" y="1"/>
                    <a:pt x="20" y="2"/>
                    <a:pt x="16" y="4"/>
                  </a:cubicBezTo>
                  <a:cubicBezTo>
                    <a:pt x="3" y="12"/>
                    <a:pt x="1" y="28"/>
                    <a:pt x="7" y="40"/>
                  </a:cubicBezTo>
                  <a:cubicBezTo>
                    <a:pt x="345" y="579"/>
                    <a:pt x="566" y="1144"/>
                    <a:pt x="663" y="1723"/>
                  </a:cubicBezTo>
                  <a:cubicBezTo>
                    <a:pt x="665" y="1736"/>
                    <a:pt x="676" y="1745"/>
                    <a:pt x="688" y="1745"/>
                  </a:cubicBezTo>
                  <a:lnTo>
                    <a:pt x="690" y="1745"/>
                  </a:lnTo>
                  <a:cubicBezTo>
                    <a:pt x="691" y="1745"/>
                    <a:pt x="692" y="1745"/>
                    <a:pt x="694" y="1744"/>
                  </a:cubicBezTo>
                  <a:cubicBezTo>
                    <a:pt x="707" y="1742"/>
                    <a:pt x="716" y="1729"/>
                    <a:pt x="714" y="1714"/>
                  </a:cubicBezTo>
                  <a:cubicBezTo>
                    <a:pt x="616" y="1129"/>
                    <a:pt x="394" y="556"/>
                    <a:pt x="52" y="14"/>
                  </a:cubicBezTo>
                  <a:cubicBezTo>
                    <a:pt x="47" y="5"/>
                    <a:pt x="38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838225" y="3144275"/>
              <a:ext cx="51800" cy="25425"/>
            </a:xfrm>
            <a:custGeom>
              <a:avLst/>
              <a:gdLst/>
              <a:ahLst/>
              <a:cxnLst/>
              <a:rect l="l" t="t" r="r" b="b"/>
              <a:pathLst>
                <a:path w="2072" h="1017" extrusionOk="0">
                  <a:moveTo>
                    <a:pt x="30" y="0"/>
                  </a:moveTo>
                  <a:cubicBezTo>
                    <a:pt x="21" y="0"/>
                    <a:pt x="13" y="5"/>
                    <a:pt x="9" y="13"/>
                  </a:cubicBezTo>
                  <a:cubicBezTo>
                    <a:pt x="1" y="25"/>
                    <a:pt x="5" y="41"/>
                    <a:pt x="17" y="48"/>
                  </a:cubicBezTo>
                  <a:cubicBezTo>
                    <a:pt x="651" y="442"/>
                    <a:pt x="1330" y="767"/>
                    <a:pt x="2034" y="1015"/>
                  </a:cubicBezTo>
                  <a:cubicBezTo>
                    <a:pt x="2036" y="1016"/>
                    <a:pt x="2040" y="1016"/>
                    <a:pt x="2043" y="1016"/>
                  </a:cubicBezTo>
                  <a:cubicBezTo>
                    <a:pt x="2054" y="1016"/>
                    <a:pt x="2063" y="1010"/>
                    <a:pt x="2067" y="999"/>
                  </a:cubicBezTo>
                  <a:cubicBezTo>
                    <a:pt x="2071" y="985"/>
                    <a:pt x="2065" y="971"/>
                    <a:pt x="2051" y="967"/>
                  </a:cubicBezTo>
                  <a:cubicBezTo>
                    <a:pt x="1350" y="720"/>
                    <a:pt x="675" y="396"/>
                    <a:pt x="44" y="5"/>
                  </a:cubicBezTo>
                  <a:cubicBezTo>
                    <a:pt x="40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00650" y="3139300"/>
              <a:ext cx="17150" cy="52725"/>
            </a:xfrm>
            <a:custGeom>
              <a:avLst/>
              <a:gdLst/>
              <a:ahLst/>
              <a:cxnLst/>
              <a:rect l="l" t="t" r="r" b="b"/>
              <a:pathLst>
                <a:path w="686" h="2109" extrusionOk="0">
                  <a:moveTo>
                    <a:pt x="659" y="0"/>
                  </a:moveTo>
                  <a:cubicBezTo>
                    <a:pt x="646" y="0"/>
                    <a:pt x="634" y="9"/>
                    <a:pt x="632" y="22"/>
                  </a:cubicBezTo>
                  <a:cubicBezTo>
                    <a:pt x="515" y="730"/>
                    <a:pt x="303" y="1418"/>
                    <a:pt x="6" y="2072"/>
                  </a:cubicBezTo>
                  <a:cubicBezTo>
                    <a:pt x="1" y="2084"/>
                    <a:pt x="6" y="2101"/>
                    <a:pt x="20" y="2106"/>
                  </a:cubicBezTo>
                  <a:cubicBezTo>
                    <a:pt x="22" y="2107"/>
                    <a:pt x="26" y="2109"/>
                    <a:pt x="30" y="2109"/>
                  </a:cubicBezTo>
                  <a:cubicBezTo>
                    <a:pt x="40" y="2109"/>
                    <a:pt x="49" y="2103"/>
                    <a:pt x="53" y="2094"/>
                  </a:cubicBezTo>
                  <a:cubicBezTo>
                    <a:pt x="353" y="1436"/>
                    <a:pt x="564" y="743"/>
                    <a:pt x="683" y="31"/>
                  </a:cubicBezTo>
                  <a:cubicBezTo>
                    <a:pt x="685" y="17"/>
                    <a:pt x="676" y="3"/>
                    <a:pt x="661" y="0"/>
                  </a:cubicBezTo>
                  <a:cubicBezTo>
                    <a:pt x="660" y="0"/>
                    <a:pt x="660" y="0"/>
                    <a:pt x="65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857275" y="3199275"/>
              <a:ext cx="57975" cy="17025"/>
            </a:xfrm>
            <a:custGeom>
              <a:avLst/>
              <a:gdLst/>
              <a:ahLst/>
              <a:cxnLst/>
              <a:rect l="l" t="t" r="r" b="b"/>
              <a:pathLst>
                <a:path w="2319" h="681" extrusionOk="0">
                  <a:moveTo>
                    <a:pt x="28" y="0"/>
                  </a:moveTo>
                  <a:cubicBezTo>
                    <a:pt x="19" y="0"/>
                    <a:pt x="10" y="6"/>
                    <a:pt x="6" y="16"/>
                  </a:cubicBezTo>
                  <a:cubicBezTo>
                    <a:pt x="0" y="28"/>
                    <a:pt x="6" y="45"/>
                    <a:pt x="19" y="50"/>
                  </a:cubicBezTo>
                  <a:cubicBezTo>
                    <a:pt x="743" y="363"/>
                    <a:pt x="1506" y="575"/>
                    <a:pt x="2287" y="681"/>
                  </a:cubicBezTo>
                  <a:lnTo>
                    <a:pt x="2291" y="681"/>
                  </a:lnTo>
                  <a:cubicBezTo>
                    <a:pt x="2303" y="681"/>
                    <a:pt x="2314" y="671"/>
                    <a:pt x="2317" y="658"/>
                  </a:cubicBezTo>
                  <a:cubicBezTo>
                    <a:pt x="2318" y="643"/>
                    <a:pt x="2309" y="631"/>
                    <a:pt x="2294" y="628"/>
                  </a:cubicBezTo>
                  <a:cubicBezTo>
                    <a:pt x="1518" y="525"/>
                    <a:pt x="759" y="314"/>
                    <a:pt x="39" y="3"/>
                  </a:cubicBezTo>
                  <a:cubicBezTo>
                    <a:pt x="36" y="1"/>
                    <a:pt x="32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28025" y="3194200"/>
              <a:ext cx="22400" cy="46225"/>
            </a:xfrm>
            <a:custGeom>
              <a:avLst/>
              <a:gdLst/>
              <a:ahLst/>
              <a:cxnLst/>
              <a:rect l="l" t="t" r="r" b="b"/>
              <a:pathLst>
                <a:path w="896" h="1849" extrusionOk="0">
                  <a:moveTo>
                    <a:pt x="867" y="0"/>
                  </a:moveTo>
                  <a:cubicBezTo>
                    <a:pt x="856" y="0"/>
                    <a:pt x="845" y="8"/>
                    <a:pt x="842" y="19"/>
                  </a:cubicBezTo>
                  <a:cubicBezTo>
                    <a:pt x="657" y="655"/>
                    <a:pt x="376" y="1257"/>
                    <a:pt x="9" y="1808"/>
                  </a:cubicBezTo>
                  <a:cubicBezTo>
                    <a:pt x="1" y="1820"/>
                    <a:pt x="5" y="1835"/>
                    <a:pt x="16" y="1843"/>
                  </a:cubicBezTo>
                  <a:cubicBezTo>
                    <a:pt x="21" y="1847"/>
                    <a:pt x="25" y="1848"/>
                    <a:pt x="30" y="1848"/>
                  </a:cubicBezTo>
                  <a:lnTo>
                    <a:pt x="30" y="1847"/>
                  </a:lnTo>
                  <a:cubicBezTo>
                    <a:pt x="38" y="1847"/>
                    <a:pt x="47" y="1843"/>
                    <a:pt x="52" y="1836"/>
                  </a:cubicBezTo>
                  <a:cubicBezTo>
                    <a:pt x="423" y="1281"/>
                    <a:pt x="704" y="674"/>
                    <a:pt x="891" y="34"/>
                  </a:cubicBezTo>
                  <a:cubicBezTo>
                    <a:pt x="895" y="20"/>
                    <a:pt x="887" y="5"/>
                    <a:pt x="874" y="1"/>
                  </a:cubicBezTo>
                  <a:cubicBezTo>
                    <a:pt x="872" y="1"/>
                    <a:pt x="869" y="0"/>
                    <a:pt x="86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898900" y="3246175"/>
              <a:ext cx="43775" cy="17800"/>
            </a:xfrm>
            <a:custGeom>
              <a:avLst/>
              <a:gdLst/>
              <a:ahLst/>
              <a:cxnLst/>
              <a:rect l="l" t="t" r="r" b="b"/>
              <a:pathLst>
                <a:path w="1751" h="712" extrusionOk="0">
                  <a:moveTo>
                    <a:pt x="31" y="0"/>
                  </a:moveTo>
                  <a:cubicBezTo>
                    <a:pt x="22" y="0"/>
                    <a:pt x="13" y="5"/>
                    <a:pt x="9" y="14"/>
                  </a:cubicBezTo>
                  <a:cubicBezTo>
                    <a:pt x="1" y="26"/>
                    <a:pt x="6" y="43"/>
                    <a:pt x="18" y="49"/>
                  </a:cubicBezTo>
                  <a:cubicBezTo>
                    <a:pt x="551" y="349"/>
                    <a:pt x="1123" y="571"/>
                    <a:pt x="1717" y="711"/>
                  </a:cubicBezTo>
                  <a:lnTo>
                    <a:pt x="1723" y="711"/>
                  </a:lnTo>
                  <a:cubicBezTo>
                    <a:pt x="1735" y="711"/>
                    <a:pt x="1746" y="703"/>
                    <a:pt x="1748" y="691"/>
                  </a:cubicBezTo>
                  <a:cubicBezTo>
                    <a:pt x="1751" y="678"/>
                    <a:pt x="1743" y="664"/>
                    <a:pt x="1729" y="660"/>
                  </a:cubicBezTo>
                  <a:cubicBezTo>
                    <a:pt x="1139" y="522"/>
                    <a:pt x="571" y="301"/>
                    <a:pt x="44" y="4"/>
                  </a:cubicBezTo>
                  <a:cubicBezTo>
                    <a:pt x="40" y="1"/>
                    <a:pt x="3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86625" y="3134125"/>
              <a:ext cx="15525" cy="60500"/>
            </a:xfrm>
            <a:custGeom>
              <a:avLst/>
              <a:gdLst/>
              <a:ahLst/>
              <a:cxnLst/>
              <a:rect l="l" t="t" r="r" b="b"/>
              <a:pathLst>
                <a:path w="621" h="2420" extrusionOk="0">
                  <a:moveTo>
                    <a:pt x="30" y="1"/>
                  </a:moveTo>
                  <a:cubicBezTo>
                    <a:pt x="28" y="1"/>
                    <a:pt x="27" y="1"/>
                    <a:pt x="25" y="2"/>
                  </a:cubicBezTo>
                  <a:cubicBezTo>
                    <a:pt x="11" y="3"/>
                    <a:pt x="0" y="15"/>
                    <a:pt x="0" y="30"/>
                  </a:cubicBezTo>
                  <a:cubicBezTo>
                    <a:pt x="61" y="848"/>
                    <a:pt x="252" y="1647"/>
                    <a:pt x="567" y="2404"/>
                  </a:cubicBezTo>
                  <a:cubicBezTo>
                    <a:pt x="571" y="2414"/>
                    <a:pt x="582" y="2419"/>
                    <a:pt x="591" y="2419"/>
                  </a:cubicBezTo>
                  <a:cubicBezTo>
                    <a:pt x="595" y="2419"/>
                    <a:pt x="598" y="2419"/>
                    <a:pt x="602" y="2418"/>
                  </a:cubicBezTo>
                  <a:cubicBezTo>
                    <a:pt x="614" y="2412"/>
                    <a:pt x="621" y="2398"/>
                    <a:pt x="615" y="2384"/>
                  </a:cubicBezTo>
                  <a:cubicBezTo>
                    <a:pt x="302" y="1632"/>
                    <a:pt x="112" y="838"/>
                    <a:pt x="53" y="26"/>
                  </a:cubicBezTo>
                  <a:cubicBezTo>
                    <a:pt x="52" y="13"/>
                    <a:pt x="4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65300" y="3191075"/>
              <a:ext cx="25225" cy="46450"/>
            </a:xfrm>
            <a:custGeom>
              <a:avLst/>
              <a:gdLst/>
              <a:ahLst/>
              <a:cxnLst/>
              <a:rect l="l" t="t" r="r" b="b"/>
              <a:pathLst>
                <a:path w="1009" h="1858" extrusionOk="0">
                  <a:moveTo>
                    <a:pt x="29" y="1"/>
                  </a:moveTo>
                  <a:cubicBezTo>
                    <a:pt x="26" y="1"/>
                    <a:pt x="22" y="1"/>
                    <a:pt x="19" y="3"/>
                  </a:cubicBezTo>
                  <a:cubicBezTo>
                    <a:pt x="6" y="8"/>
                    <a:pt x="0" y="24"/>
                    <a:pt x="6" y="36"/>
                  </a:cubicBezTo>
                  <a:cubicBezTo>
                    <a:pt x="263" y="667"/>
                    <a:pt x="583" y="1277"/>
                    <a:pt x="957" y="1847"/>
                  </a:cubicBezTo>
                  <a:cubicBezTo>
                    <a:pt x="962" y="1854"/>
                    <a:pt x="970" y="1858"/>
                    <a:pt x="978" y="1858"/>
                  </a:cubicBezTo>
                  <a:cubicBezTo>
                    <a:pt x="984" y="1858"/>
                    <a:pt x="988" y="1856"/>
                    <a:pt x="992" y="1854"/>
                  </a:cubicBezTo>
                  <a:cubicBezTo>
                    <a:pt x="1004" y="1846"/>
                    <a:pt x="1008" y="1830"/>
                    <a:pt x="1000" y="1819"/>
                  </a:cubicBezTo>
                  <a:cubicBezTo>
                    <a:pt x="629" y="1251"/>
                    <a:pt x="310" y="644"/>
                    <a:pt x="53" y="17"/>
                  </a:cubicBezTo>
                  <a:cubicBezTo>
                    <a:pt x="49" y="7"/>
                    <a:pt x="39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96600" y="3186225"/>
              <a:ext cx="39650" cy="28775"/>
            </a:xfrm>
            <a:custGeom>
              <a:avLst/>
              <a:gdLst/>
              <a:ahLst/>
              <a:cxnLst/>
              <a:rect l="l" t="t" r="r" b="b"/>
              <a:pathLst>
                <a:path w="1586" h="1151" extrusionOk="0">
                  <a:moveTo>
                    <a:pt x="1557" y="1"/>
                  </a:moveTo>
                  <a:cubicBezTo>
                    <a:pt x="1550" y="1"/>
                    <a:pt x="1543" y="3"/>
                    <a:pt x="1539" y="8"/>
                  </a:cubicBezTo>
                  <a:cubicBezTo>
                    <a:pt x="1109" y="460"/>
                    <a:pt x="585" y="838"/>
                    <a:pt x="20" y="1101"/>
                  </a:cubicBezTo>
                  <a:cubicBezTo>
                    <a:pt x="6" y="1106"/>
                    <a:pt x="1" y="1122"/>
                    <a:pt x="8" y="1136"/>
                  </a:cubicBezTo>
                  <a:cubicBezTo>
                    <a:pt x="12" y="1145"/>
                    <a:pt x="21" y="1150"/>
                    <a:pt x="30" y="1150"/>
                  </a:cubicBezTo>
                  <a:cubicBezTo>
                    <a:pt x="35" y="1150"/>
                    <a:pt x="39" y="1149"/>
                    <a:pt x="41" y="1148"/>
                  </a:cubicBezTo>
                  <a:cubicBezTo>
                    <a:pt x="612" y="883"/>
                    <a:pt x="1143" y="501"/>
                    <a:pt x="1576" y="45"/>
                  </a:cubicBezTo>
                  <a:cubicBezTo>
                    <a:pt x="1586" y="34"/>
                    <a:pt x="1586" y="18"/>
                    <a:pt x="1575" y="8"/>
                  </a:cubicBezTo>
                  <a:cubicBezTo>
                    <a:pt x="1570" y="3"/>
                    <a:pt x="1563" y="1"/>
                    <a:pt x="155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82950" y="3252925"/>
              <a:ext cx="24725" cy="8250"/>
            </a:xfrm>
            <a:custGeom>
              <a:avLst/>
              <a:gdLst/>
              <a:ahLst/>
              <a:cxnLst/>
              <a:rect l="l" t="t" r="r" b="b"/>
              <a:pathLst>
                <a:path w="989" h="330" extrusionOk="0">
                  <a:moveTo>
                    <a:pt x="959" y="1"/>
                  </a:moveTo>
                  <a:cubicBezTo>
                    <a:pt x="955" y="1"/>
                    <a:pt x="950" y="2"/>
                    <a:pt x="946" y="4"/>
                  </a:cubicBezTo>
                  <a:cubicBezTo>
                    <a:pt x="667" y="165"/>
                    <a:pt x="349" y="261"/>
                    <a:pt x="26" y="278"/>
                  </a:cubicBezTo>
                  <a:cubicBezTo>
                    <a:pt x="11" y="278"/>
                    <a:pt x="1" y="291"/>
                    <a:pt x="2" y="305"/>
                  </a:cubicBezTo>
                  <a:cubicBezTo>
                    <a:pt x="2" y="319"/>
                    <a:pt x="14" y="330"/>
                    <a:pt x="28" y="330"/>
                  </a:cubicBezTo>
                  <a:lnTo>
                    <a:pt x="29" y="330"/>
                  </a:lnTo>
                  <a:cubicBezTo>
                    <a:pt x="360" y="312"/>
                    <a:pt x="685" y="215"/>
                    <a:pt x="972" y="48"/>
                  </a:cubicBezTo>
                  <a:cubicBezTo>
                    <a:pt x="984" y="42"/>
                    <a:pt x="988" y="26"/>
                    <a:pt x="981" y="13"/>
                  </a:cubicBezTo>
                  <a:cubicBezTo>
                    <a:pt x="977" y="5"/>
                    <a:pt x="968" y="1"/>
                    <a:pt x="95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071050" y="3203875"/>
              <a:ext cx="11225" cy="46300"/>
            </a:xfrm>
            <a:custGeom>
              <a:avLst/>
              <a:gdLst/>
              <a:ahLst/>
              <a:cxnLst/>
              <a:rect l="l" t="t" r="r" b="b"/>
              <a:pathLst>
                <a:path w="449" h="1852" extrusionOk="0">
                  <a:moveTo>
                    <a:pt x="418" y="0"/>
                  </a:moveTo>
                  <a:cubicBezTo>
                    <a:pt x="408" y="0"/>
                    <a:pt x="397" y="7"/>
                    <a:pt x="394" y="18"/>
                  </a:cubicBezTo>
                  <a:cubicBezTo>
                    <a:pt x="195" y="602"/>
                    <a:pt x="63" y="1209"/>
                    <a:pt x="1" y="1822"/>
                  </a:cubicBezTo>
                  <a:cubicBezTo>
                    <a:pt x="0" y="1837"/>
                    <a:pt x="10" y="1849"/>
                    <a:pt x="24" y="1852"/>
                  </a:cubicBezTo>
                  <a:lnTo>
                    <a:pt x="27" y="1852"/>
                  </a:lnTo>
                  <a:cubicBezTo>
                    <a:pt x="39" y="1852"/>
                    <a:pt x="51" y="1841"/>
                    <a:pt x="53" y="1827"/>
                  </a:cubicBezTo>
                  <a:cubicBezTo>
                    <a:pt x="114" y="1218"/>
                    <a:pt x="246" y="614"/>
                    <a:pt x="443" y="34"/>
                  </a:cubicBezTo>
                  <a:cubicBezTo>
                    <a:pt x="448" y="21"/>
                    <a:pt x="440" y="6"/>
                    <a:pt x="427" y="2"/>
                  </a:cubicBezTo>
                  <a:cubicBezTo>
                    <a:pt x="424" y="1"/>
                    <a:pt x="421" y="0"/>
                    <a:pt x="41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034450" y="3234225"/>
              <a:ext cx="8050" cy="40225"/>
            </a:xfrm>
            <a:custGeom>
              <a:avLst/>
              <a:gdLst/>
              <a:ahLst/>
              <a:cxnLst/>
              <a:rect l="l" t="t" r="r" b="b"/>
              <a:pathLst>
                <a:path w="322" h="1609" extrusionOk="0">
                  <a:moveTo>
                    <a:pt x="294" y="0"/>
                  </a:moveTo>
                  <a:cubicBezTo>
                    <a:pt x="283" y="0"/>
                    <a:pt x="272" y="7"/>
                    <a:pt x="268" y="17"/>
                  </a:cubicBezTo>
                  <a:cubicBezTo>
                    <a:pt x="93" y="522"/>
                    <a:pt x="3" y="1049"/>
                    <a:pt x="0" y="1583"/>
                  </a:cubicBezTo>
                  <a:cubicBezTo>
                    <a:pt x="0" y="1598"/>
                    <a:pt x="12" y="1609"/>
                    <a:pt x="27" y="1609"/>
                  </a:cubicBezTo>
                  <a:cubicBezTo>
                    <a:pt x="41" y="1609"/>
                    <a:pt x="53" y="1598"/>
                    <a:pt x="53" y="1583"/>
                  </a:cubicBezTo>
                  <a:cubicBezTo>
                    <a:pt x="54" y="1055"/>
                    <a:pt x="143" y="534"/>
                    <a:pt x="318" y="35"/>
                  </a:cubicBezTo>
                  <a:cubicBezTo>
                    <a:pt x="322" y="21"/>
                    <a:pt x="315" y="7"/>
                    <a:pt x="302" y="1"/>
                  </a:cubicBezTo>
                  <a:cubicBezTo>
                    <a:pt x="299" y="1"/>
                    <a:pt x="296" y="0"/>
                    <a:pt x="29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089800" y="3235925"/>
              <a:ext cx="35875" cy="7225"/>
            </a:xfrm>
            <a:custGeom>
              <a:avLst/>
              <a:gdLst/>
              <a:ahLst/>
              <a:cxnLst/>
              <a:rect l="l" t="t" r="r" b="b"/>
              <a:pathLst>
                <a:path w="1435" h="289" extrusionOk="0">
                  <a:moveTo>
                    <a:pt x="29" y="1"/>
                  </a:moveTo>
                  <a:cubicBezTo>
                    <a:pt x="18" y="1"/>
                    <a:pt x="8" y="8"/>
                    <a:pt x="5" y="19"/>
                  </a:cubicBezTo>
                  <a:cubicBezTo>
                    <a:pt x="1" y="34"/>
                    <a:pt x="9" y="48"/>
                    <a:pt x="24" y="52"/>
                  </a:cubicBezTo>
                  <a:cubicBezTo>
                    <a:pt x="474" y="171"/>
                    <a:pt x="940" y="252"/>
                    <a:pt x="1405" y="288"/>
                  </a:cubicBezTo>
                  <a:lnTo>
                    <a:pt x="1408" y="288"/>
                  </a:lnTo>
                  <a:cubicBezTo>
                    <a:pt x="1421" y="288"/>
                    <a:pt x="1432" y="279"/>
                    <a:pt x="1434" y="266"/>
                  </a:cubicBezTo>
                  <a:cubicBezTo>
                    <a:pt x="1435" y="251"/>
                    <a:pt x="1424" y="239"/>
                    <a:pt x="1409" y="237"/>
                  </a:cubicBezTo>
                  <a:cubicBezTo>
                    <a:pt x="947" y="200"/>
                    <a:pt x="485" y="120"/>
                    <a:pt x="36" y="2"/>
                  </a:cubicBezTo>
                  <a:cubicBezTo>
                    <a:pt x="33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052750" y="3261575"/>
              <a:ext cx="38400" cy="10125"/>
            </a:xfrm>
            <a:custGeom>
              <a:avLst/>
              <a:gdLst/>
              <a:ahLst/>
              <a:cxnLst/>
              <a:rect l="l" t="t" r="r" b="b"/>
              <a:pathLst>
                <a:path w="1536" h="405" extrusionOk="0">
                  <a:moveTo>
                    <a:pt x="30" y="1"/>
                  </a:moveTo>
                  <a:cubicBezTo>
                    <a:pt x="19" y="1"/>
                    <a:pt x="10" y="7"/>
                    <a:pt x="6" y="17"/>
                  </a:cubicBezTo>
                  <a:cubicBezTo>
                    <a:pt x="0" y="31"/>
                    <a:pt x="7" y="45"/>
                    <a:pt x="20" y="51"/>
                  </a:cubicBezTo>
                  <a:cubicBezTo>
                    <a:pt x="495" y="241"/>
                    <a:pt x="996" y="360"/>
                    <a:pt x="1506" y="405"/>
                  </a:cubicBezTo>
                  <a:lnTo>
                    <a:pt x="1508" y="405"/>
                  </a:lnTo>
                  <a:cubicBezTo>
                    <a:pt x="1522" y="405"/>
                    <a:pt x="1533" y="395"/>
                    <a:pt x="1534" y="382"/>
                  </a:cubicBezTo>
                  <a:cubicBezTo>
                    <a:pt x="1535" y="367"/>
                    <a:pt x="1524" y="355"/>
                    <a:pt x="1511" y="354"/>
                  </a:cubicBezTo>
                  <a:cubicBezTo>
                    <a:pt x="1005" y="309"/>
                    <a:pt x="510" y="191"/>
                    <a:pt x="39" y="2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799125" y="3330850"/>
              <a:ext cx="64650" cy="29600"/>
            </a:xfrm>
            <a:custGeom>
              <a:avLst/>
              <a:gdLst/>
              <a:ahLst/>
              <a:cxnLst/>
              <a:rect l="l" t="t" r="r" b="b"/>
              <a:pathLst>
                <a:path w="2586" h="1184" extrusionOk="0">
                  <a:moveTo>
                    <a:pt x="28" y="1"/>
                  </a:moveTo>
                  <a:cubicBezTo>
                    <a:pt x="18" y="1"/>
                    <a:pt x="8" y="7"/>
                    <a:pt x="4" y="18"/>
                  </a:cubicBezTo>
                  <a:cubicBezTo>
                    <a:pt x="0" y="31"/>
                    <a:pt x="7" y="46"/>
                    <a:pt x="20" y="51"/>
                  </a:cubicBezTo>
                  <a:cubicBezTo>
                    <a:pt x="887" y="359"/>
                    <a:pt x="1736" y="739"/>
                    <a:pt x="2543" y="1181"/>
                  </a:cubicBezTo>
                  <a:cubicBezTo>
                    <a:pt x="2547" y="1184"/>
                    <a:pt x="2551" y="1184"/>
                    <a:pt x="2556" y="1184"/>
                  </a:cubicBezTo>
                  <a:cubicBezTo>
                    <a:pt x="2564" y="1184"/>
                    <a:pt x="2574" y="1180"/>
                    <a:pt x="2578" y="1170"/>
                  </a:cubicBezTo>
                  <a:cubicBezTo>
                    <a:pt x="2586" y="1158"/>
                    <a:pt x="2581" y="1142"/>
                    <a:pt x="2568" y="1136"/>
                  </a:cubicBezTo>
                  <a:cubicBezTo>
                    <a:pt x="1759" y="692"/>
                    <a:pt x="907" y="311"/>
                    <a:pt x="38" y="3"/>
                  </a:cubicBezTo>
                  <a:cubicBezTo>
                    <a:pt x="35" y="1"/>
                    <a:pt x="3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831400" y="3365000"/>
              <a:ext cx="17950" cy="36500"/>
            </a:xfrm>
            <a:custGeom>
              <a:avLst/>
              <a:gdLst/>
              <a:ahLst/>
              <a:cxnLst/>
              <a:rect l="l" t="t" r="r" b="b"/>
              <a:pathLst>
                <a:path w="718" h="1460" extrusionOk="0">
                  <a:moveTo>
                    <a:pt x="688" y="1"/>
                  </a:moveTo>
                  <a:cubicBezTo>
                    <a:pt x="677" y="1"/>
                    <a:pt x="667" y="8"/>
                    <a:pt x="664" y="18"/>
                  </a:cubicBezTo>
                  <a:cubicBezTo>
                    <a:pt x="502" y="509"/>
                    <a:pt x="282" y="980"/>
                    <a:pt x="9" y="1420"/>
                  </a:cubicBezTo>
                  <a:cubicBezTo>
                    <a:pt x="1" y="1432"/>
                    <a:pt x="5" y="1448"/>
                    <a:pt x="17" y="1455"/>
                  </a:cubicBezTo>
                  <a:cubicBezTo>
                    <a:pt x="21" y="1458"/>
                    <a:pt x="25" y="1459"/>
                    <a:pt x="30" y="1459"/>
                  </a:cubicBezTo>
                  <a:cubicBezTo>
                    <a:pt x="38" y="1459"/>
                    <a:pt x="48" y="1455"/>
                    <a:pt x="52" y="1447"/>
                  </a:cubicBezTo>
                  <a:cubicBezTo>
                    <a:pt x="328" y="1005"/>
                    <a:pt x="551" y="530"/>
                    <a:pt x="714" y="35"/>
                  </a:cubicBezTo>
                  <a:cubicBezTo>
                    <a:pt x="718" y="21"/>
                    <a:pt x="710" y="6"/>
                    <a:pt x="696" y="2"/>
                  </a:cubicBezTo>
                  <a:cubicBezTo>
                    <a:pt x="693" y="1"/>
                    <a:pt x="690" y="1"/>
                    <a:pt x="68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861075" y="3317350"/>
              <a:ext cx="51575" cy="23775"/>
            </a:xfrm>
            <a:custGeom>
              <a:avLst/>
              <a:gdLst/>
              <a:ahLst/>
              <a:cxnLst/>
              <a:rect l="l" t="t" r="r" b="b"/>
              <a:pathLst>
                <a:path w="2063" h="951" extrusionOk="0">
                  <a:moveTo>
                    <a:pt x="28" y="1"/>
                  </a:moveTo>
                  <a:cubicBezTo>
                    <a:pt x="17" y="1"/>
                    <a:pt x="7" y="8"/>
                    <a:pt x="4" y="19"/>
                  </a:cubicBezTo>
                  <a:cubicBezTo>
                    <a:pt x="0" y="34"/>
                    <a:pt x="8" y="48"/>
                    <a:pt x="22" y="52"/>
                  </a:cubicBezTo>
                  <a:cubicBezTo>
                    <a:pt x="731" y="244"/>
                    <a:pt x="1403" y="545"/>
                    <a:pt x="2020" y="946"/>
                  </a:cubicBezTo>
                  <a:cubicBezTo>
                    <a:pt x="2024" y="949"/>
                    <a:pt x="2029" y="950"/>
                    <a:pt x="2033" y="950"/>
                  </a:cubicBezTo>
                  <a:cubicBezTo>
                    <a:pt x="2041" y="950"/>
                    <a:pt x="2051" y="946"/>
                    <a:pt x="2055" y="940"/>
                  </a:cubicBezTo>
                  <a:cubicBezTo>
                    <a:pt x="2063" y="928"/>
                    <a:pt x="2060" y="911"/>
                    <a:pt x="2048" y="903"/>
                  </a:cubicBezTo>
                  <a:cubicBezTo>
                    <a:pt x="1428" y="498"/>
                    <a:pt x="750" y="196"/>
                    <a:pt x="35" y="2"/>
                  </a:cubicBezTo>
                  <a:cubicBezTo>
                    <a:pt x="33" y="1"/>
                    <a:pt x="3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91575" y="3344675"/>
              <a:ext cx="11525" cy="27300"/>
            </a:xfrm>
            <a:custGeom>
              <a:avLst/>
              <a:gdLst/>
              <a:ahLst/>
              <a:cxnLst/>
              <a:rect l="l" t="t" r="r" b="b"/>
              <a:pathLst>
                <a:path w="461" h="1092" extrusionOk="0">
                  <a:moveTo>
                    <a:pt x="432" y="0"/>
                  </a:moveTo>
                  <a:cubicBezTo>
                    <a:pt x="421" y="0"/>
                    <a:pt x="410" y="8"/>
                    <a:pt x="407" y="19"/>
                  </a:cubicBezTo>
                  <a:cubicBezTo>
                    <a:pt x="298" y="371"/>
                    <a:pt x="163" y="720"/>
                    <a:pt x="6" y="1055"/>
                  </a:cubicBezTo>
                  <a:cubicBezTo>
                    <a:pt x="0" y="1067"/>
                    <a:pt x="6" y="1083"/>
                    <a:pt x="18" y="1088"/>
                  </a:cubicBezTo>
                  <a:cubicBezTo>
                    <a:pt x="22" y="1091"/>
                    <a:pt x="26" y="1091"/>
                    <a:pt x="30" y="1091"/>
                  </a:cubicBezTo>
                  <a:cubicBezTo>
                    <a:pt x="39" y="1091"/>
                    <a:pt x="49" y="1086"/>
                    <a:pt x="53" y="1076"/>
                  </a:cubicBezTo>
                  <a:cubicBezTo>
                    <a:pt x="210" y="740"/>
                    <a:pt x="346" y="389"/>
                    <a:pt x="457" y="34"/>
                  </a:cubicBezTo>
                  <a:cubicBezTo>
                    <a:pt x="461" y="20"/>
                    <a:pt x="454" y="5"/>
                    <a:pt x="439" y="1"/>
                  </a:cubicBezTo>
                  <a:cubicBezTo>
                    <a:pt x="437" y="1"/>
                    <a:pt x="434" y="0"/>
                    <a:pt x="43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011400" y="3329600"/>
              <a:ext cx="58750" cy="5625"/>
            </a:xfrm>
            <a:custGeom>
              <a:avLst/>
              <a:gdLst/>
              <a:ahLst/>
              <a:cxnLst/>
              <a:rect l="l" t="t" r="r" b="b"/>
              <a:pathLst>
                <a:path w="2350" h="225" extrusionOk="0">
                  <a:moveTo>
                    <a:pt x="1555" y="0"/>
                  </a:moveTo>
                  <a:cubicBezTo>
                    <a:pt x="1041" y="0"/>
                    <a:pt x="528" y="58"/>
                    <a:pt x="22" y="174"/>
                  </a:cubicBezTo>
                  <a:cubicBezTo>
                    <a:pt x="9" y="177"/>
                    <a:pt x="1" y="191"/>
                    <a:pt x="4" y="205"/>
                  </a:cubicBezTo>
                  <a:cubicBezTo>
                    <a:pt x="6" y="217"/>
                    <a:pt x="17" y="225"/>
                    <a:pt x="29" y="225"/>
                  </a:cubicBezTo>
                  <a:cubicBezTo>
                    <a:pt x="30" y="225"/>
                    <a:pt x="33" y="225"/>
                    <a:pt x="34" y="224"/>
                  </a:cubicBezTo>
                  <a:cubicBezTo>
                    <a:pt x="536" y="109"/>
                    <a:pt x="1046" y="52"/>
                    <a:pt x="1558" y="52"/>
                  </a:cubicBezTo>
                  <a:cubicBezTo>
                    <a:pt x="1812" y="52"/>
                    <a:pt x="2066" y="66"/>
                    <a:pt x="2320" y="94"/>
                  </a:cubicBezTo>
                  <a:cubicBezTo>
                    <a:pt x="2321" y="95"/>
                    <a:pt x="2322" y="95"/>
                    <a:pt x="2323" y="95"/>
                  </a:cubicBezTo>
                  <a:cubicBezTo>
                    <a:pt x="2335" y="95"/>
                    <a:pt x="2347" y="85"/>
                    <a:pt x="2348" y="72"/>
                  </a:cubicBezTo>
                  <a:cubicBezTo>
                    <a:pt x="2350" y="57"/>
                    <a:pt x="2340" y="45"/>
                    <a:pt x="2326" y="43"/>
                  </a:cubicBezTo>
                  <a:cubicBezTo>
                    <a:pt x="2069" y="15"/>
                    <a:pt x="1812" y="0"/>
                    <a:pt x="155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052950" y="3354525"/>
              <a:ext cx="48950" cy="3850"/>
            </a:xfrm>
            <a:custGeom>
              <a:avLst/>
              <a:gdLst/>
              <a:ahLst/>
              <a:cxnLst/>
              <a:rect l="l" t="t" r="r" b="b"/>
              <a:pathLst>
                <a:path w="1958" h="154" extrusionOk="0">
                  <a:moveTo>
                    <a:pt x="1163" y="1"/>
                  </a:moveTo>
                  <a:cubicBezTo>
                    <a:pt x="782" y="1"/>
                    <a:pt x="401" y="35"/>
                    <a:pt x="25" y="102"/>
                  </a:cubicBezTo>
                  <a:cubicBezTo>
                    <a:pt x="10" y="105"/>
                    <a:pt x="0" y="119"/>
                    <a:pt x="3" y="132"/>
                  </a:cubicBezTo>
                  <a:cubicBezTo>
                    <a:pt x="6" y="145"/>
                    <a:pt x="16" y="154"/>
                    <a:pt x="29" y="154"/>
                  </a:cubicBezTo>
                  <a:lnTo>
                    <a:pt x="34" y="154"/>
                  </a:lnTo>
                  <a:cubicBezTo>
                    <a:pt x="408" y="87"/>
                    <a:pt x="786" y="53"/>
                    <a:pt x="1166" y="53"/>
                  </a:cubicBezTo>
                  <a:cubicBezTo>
                    <a:pt x="1420" y="53"/>
                    <a:pt x="1674" y="68"/>
                    <a:pt x="1927" y="98"/>
                  </a:cubicBezTo>
                  <a:cubicBezTo>
                    <a:pt x="1928" y="98"/>
                    <a:pt x="1929" y="99"/>
                    <a:pt x="1930" y="99"/>
                  </a:cubicBezTo>
                  <a:cubicBezTo>
                    <a:pt x="1943" y="99"/>
                    <a:pt x="1955" y="89"/>
                    <a:pt x="1956" y="76"/>
                  </a:cubicBezTo>
                  <a:cubicBezTo>
                    <a:pt x="1958" y="62"/>
                    <a:pt x="1948" y="49"/>
                    <a:pt x="1934" y="47"/>
                  </a:cubicBezTo>
                  <a:cubicBezTo>
                    <a:pt x="1677" y="16"/>
                    <a:pt x="1420" y="1"/>
                    <a:pt x="116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6037875" y="3349975"/>
              <a:ext cx="9100" cy="27500"/>
            </a:xfrm>
            <a:custGeom>
              <a:avLst/>
              <a:gdLst/>
              <a:ahLst/>
              <a:cxnLst/>
              <a:rect l="l" t="t" r="r" b="b"/>
              <a:pathLst>
                <a:path w="364" h="1100" extrusionOk="0">
                  <a:moveTo>
                    <a:pt x="29" y="0"/>
                  </a:moveTo>
                  <a:cubicBezTo>
                    <a:pt x="28" y="0"/>
                    <a:pt x="26" y="0"/>
                    <a:pt x="25" y="1"/>
                  </a:cubicBezTo>
                  <a:cubicBezTo>
                    <a:pt x="11" y="2"/>
                    <a:pt x="1" y="15"/>
                    <a:pt x="3" y="29"/>
                  </a:cubicBezTo>
                  <a:cubicBezTo>
                    <a:pt x="48" y="396"/>
                    <a:pt x="151" y="751"/>
                    <a:pt x="311" y="1085"/>
                  </a:cubicBezTo>
                  <a:cubicBezTo>
                    <a:pt x="315" y="1094"/>
                    <a:pt x="325" y="1100"/>
                    <a:pt x="334" y="1100"/>
                  </a:cubicBezTo>
                  <a:cubicBezTo>
                    <a:pt x="338" y="1100"/>
                    <a:pt x="342" y="1100"/>
                    <a:pt x="346" y="1097"/>
                  </a:cubicBezTo>
                  <a:cubicBezTo>
                    <a:pt x="358" y="1092"/>
                    <a:pt x="364" y="1075"/>
                    <a:pt x="358" y="1063"/>
                  </a:cubicBezTo>
                  <a:cubicBezTo>
                    <a:pt x="200" y="734"/>
                    <a:pt x="99" y="384"/>
                    <a:pt x="54" y="23"/>
                  </a:cubicBezTo>
                  <a:cubicBezTo>
                    <a:pt x="53" y="10"/>
                    <a:pt x="4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075550" y="3367025"/>
              <a:ext cx="11825" cy="19425"/>
            </a:xfrm>
            <a:custGeom>
              <a:avLst/>
              <a:gdLst/>
              <a:ahLst/>
              <a:cxnLst/>
              <a:rect l="l" t="t" r="r" b="b"/>
              <a:pathLst>
                <a:path w="473" h="777" extrusionOk="0">
                  <a:moveTo>
                    <a:pt x="30" y="0"/>
                  </a:moveTo>
                  <a:cubicBezTo>
                    <a:pt x="26" y="0"/>
                    <a:pt x="23" y="1"/>
                    <a:pt x="21" y="2"/>
                  </a:cubicBezTo>
                  <a:cubicBezTo>
                    <a:pt x="7" y="7"/>
                    <a:pt x="0" y="24"/>
                    <a:pt x="6" y="36"/>
                  </a:cubicBezTo>
                  <a:cubicBezTo>
                    <a:pt x="112" y="297"/>
                    <a:pt x="253" y="543"/>
                    <a:pt x="423" y="766"/>
                  </a:cubicBezTo>
                  <a:cubicBezTo>
                    <a:pt x="428" y="773"/>
                    <a:pt x="436" y="777"/>
                    <a:pt x="444" y="777"/>
                  </a:cubicBezTo>
                  <a:cubicBezTo>
                    <a:pt x="450" y="777"/>
                    <a:pt x="455" y="776"/>
                    <a:pt x="459" y="772"/>
                  </a:cubicBezTo>
                  <a:cubicBezTo>
                    <a:pt x="471" y="762"/>
                    <a:pt x="473" y="746"/>
                    <a:pt x="465" y="735"/>
                  </a:cubicBezTo>
                  <a:cubicBezTo>
                    <a:pt x="296" y="515"/>
                    <a:pt x="159" y="272"/>
                    <a:pt x="54" y="17"/>
                  </a:cubicBezTo>
                  <a:cubicBezTo>
                    <a:pt x="50" y="6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46225" y="3408475"/>
              <a:ext cx="7525" cy="31250"/>
            </a:xfrm>
            <a:custGeom>
              <a:avLst/>
              <a:gdLst/>
              <a:ahLst/>
              <a:cxnLst/>
              <a:rect l="l" t="t" r="r" b="b"/>
              <a:pathLst>
                <a:path w="301" h="1250" extrusionOk="0">
                  <a:moveTo>
                    <a:pt x="30" y="1"/>
                  </a:moveTo>
                  <a:cubicBezTo>
                    <a:pt x="27" y="1"/>
                    <a:pt x="24" y="1"/>
                    <a:pt x="21" y="3"/>
                  </a:cubicBezTo>
                  <a:cubicBezTo>
                    <a:pt x="7" y="8"/>
                    <a:pt x="1" y="24"/>
                    <a:pt x="6" y="36"/>
                  </a:cubicBezTo>
                  <a:cubicBezTo>
                    <a:pt x="161" y="410"/>
                    <a:pt x="244" y="821"/>
                    <a:pt x="248" y="1223"/>
                  </a:cubicBezTo>
                  <a:cubicBezTo>
                    <a:pt x="249" y="1238"/>
                    <a:pt x="260" y="1249"/>
                    <a:pt x="275" y="1249"/>
                  </a:cubicBezTo>
                  <a:lnTo>
                    <a:pt x="275" y="1250"/>
                  </a:lnTo>
                  <a:cubicBezTo>
                    <a:pt x="290" y="1249"/>
                    <a:pt x="301" y="1238"/>
                    <a:pt x="301" y="1223"/>
                  </a:cubicBezTo>
                  <a:cubicBezTo>
                    <a:pt x="297" y="813"/>
                    <a:pt x="210" y="396"/>
                    <a:pt x="54" y="18"/>
                  </a:cubicBezTo>
                  <a:cubicBezTo>
                    <a:pt x="50" y="7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5922550" y="3382150"/>
              <a:ext cx="32525" cy="12425"/>
            </a:xfrm>
            <a:custGeom>
              <a:avLst/>
              <a:gdLst/>
              <a:ahLst/>
              <a:cxnLst/>
              <a:rect l="l" t="t" r="r" b="b"/>
              <a:pathLst>
                <a:path w="1301" h="497" extrusionOk="0">
                  <a:moveTo>
                    <a:pt x="1275" y="1"/>
                  </a:moveTo>
                  <a:cubicBezTo>
                    <a:pt x="1273" y="1"/>
                    <a:pt x="1272" y="1"/>
                    <a:pt x="1270" y="1"/>
                  </a:cubicBezTo>
                  <a:cubicBezTo>
                    <a:pt x="825" y="49"/>
                    <a:pt x="391" y="206"/>
                    <a:pt x="15" y="449"/>
                  </a:cubicBezTo>
                  <a:cubicBezTo>
                    <a:pt x="3" y="456"/>
                    <a:pt x="1" y="472"/>
                    <a:pt x="7" y="484"/>
                  </a:cubicBezTo>
                  <a:cubicBezTo>
                    <a:pt x="13" y="492"/>
                    <a:pt x="21" y="496"/>
                    <a:pt x="29" y="496"/>
                  </a:cubicBezTo>
                  <a:cubicBezTo>
                    <a:pt x="34" y="496"/>
                    <a:pt x="40" y="495"/>
                    <a:pt x="44" y="492"/>
                  </a:cubicBezTo>
                  <a:cubicBezTo>
                    <a:pt x="412" y="253"/>
                    <a:pt x="839" y="101"/>
                    <a:pt x="1276" y="52"/>
                  </a:cubicBezTo>
                  <a:cubicBezTo>
                    <a:pt x="1289" y="51"/>
                    <a:pt x="1300" y="37"/>
                    <a:pt x="1299" y="24"/>
                  </a:cubicBezTo>
                  <a:cubicBezTo>
                    <a:pt x="1298" y="11"/>
                    <a:pt x="1287" y="1"/>
                    <a:pt x="127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5961400" y="3349850"/>
              <a:ext cx="19625" cy="39625"/>
            </a:xfrm>
            <a:custGeom>
              <a:avLst/>
              <a:gdLst/>
              <a:ahLst/>
              <a:cxnLst/>
              <a:rect l="l" t="t" r="r" b="b"/>
              <a:pathLst>
                <a:path w="785" h="1585" extrusionOk="0">
                  <a:moveTo>
                    <a:pt x="29" y="0"/>
                  </a:moveTo>
                  <a:cubicBezTo>
                    <a:pt x="22" y="0"/>
                    <a:pt x="16" y="3"/>
                    <a:pt x="11" y="7"/>
                  </a:cubicBezTo>
                  <a:cubicBezTo>
                    <a:pt x="2" y="18"/>
                    <a:pt x="0" y="34"/>
                    <a:pt x="10" y="45"/>
                  </a:cubicBezTo>
                  <a:cubicBezTo>
                    <a:pt x="388" y="454"/>
                    <a:pt x="643" y="992"/>
                    <a:pt x="731" y="1562"/>
                  </a:cubicBezTo>
                  <a:cubicBezTo>
                    <a:pt x="734" y="1576"/>
                    <a:pt x="744" y="1585"/>
                    <a:pt x="756" y="1585"/>
                  </a:cubicBezTo>
                  <a:cubicBezTo>
                    <a:pt x="758" y="1585"/>
                    <a:pt x="759" y="1585"/>
                    <a:pt x="760" y="1584"/>
                  </a:cubicBezTo>
                  <a:cubicBezTo>
                    <a:pt x="775" y="1582"/>
                    <a:pt x="785" y="1569"/>
                    <a:pt x="782" y="1554"/>
                  </a:cubicBezTo>
                  <a:cubicBezTo>
                    <a:pt x="693" y="974"/>
                    <a:pt x="432" y="425"/>
                    <a:pt x="49" y="8"/>
                  </a:cubicBezTo>
                  <a:cubicBezTo>
                    <a:pt x="43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863075" y="3209300"/>
              <a:ext cx="32850" cy="10875"/>
            </a:xfrm>
            <a:custGeom>
              <a:avLst/>
              <a:gdLst/>
              <a:ahLst/>
              <a:cxnLst/>
              <a:rect l="l" t="t" r="r" b="b"/>
              <a:pathLst>
                <a:path w="1314" h="435" extrusionOk="0">
                  <a:moveTo>
                    <a:pt x="29" y="1"/>
                  </a:moveTo>
                  <a:cubicBezTo>
                    <a:pt x="20" y="1"/>
                    <a:pt x="10" y="6"/>
                    <a:pt x="6" y="16"/>
                  </a:cubicBezTo>
                  <a:cubicBezTo>
                    <a:pt x="1" y="30"/>
                    <a:pt x="8" y="44"/>
                    <a:pt x="21" y="50"/>
                  </a:cubicBezTo>
                  <a:cubicBezTo>
                    <a:pt x="427" y="214"/>
                    <a:pt x="851" y="343"/>
                    <a:pt x="1280" y="433"/>
                  </a:cubicBezTo>
                  <a:cubicBezTo>
                    <a:pt x="1283" y="435"/>
                    <a:pt x="1284" y="435"/>
                    <a:pt x="1286" y="435"/>
                  </a:cubicBezTo>
                  <a:cubicBezTo>
                    <a:pt x="1298" y="435"/>
                    <a:pt x="1309" y="427"/>
                    <a:pt x="1311" y="413"/>
                  </a:cubicBezTo>
                  <a:cubicBezTo>
                    <a:pt x="1314" y="400"/>
                    <a:pt x="1306" y="386"/>
                    <a:pt x="1291" y="383"/>
                  </a:cubicBezTo>
                  <a:cubicBezTo>
                    <a:pt x="866" y="292"/>
                    <a:pt x="445" y="164"/>
                    <a:pt x="40" y="3"/>
                  </a:cubicBezTo>
                  <a:cubicBezTo>
                    <a:pt x="37" y="1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898675" y="3219625"/>
              <a:ext cx="5700" cy="2300"/>
            </a:xfrm>
            <a:custGeom>
              <a:avLst/>
              <a:gdLst/>
              <a:ahLst/>
              <a:cxnLst/>
              <a:rect l="l" t="t" r="r" b="b"/>
              <a:pathLst>
                <a:path w="228" h="92" extrusionOk="0">
                  <a:moveTo>
                    <a:pt x="29" y="1"/>
                  </a:moveTo>
                  <a:cubicBezTo>
                    <a:pt x="17" y="1"/>
                    <a:pt x="7" y="9"/>
                    <a:pt x="3" y="22"/>
                  </a:cubicBezTo>
                  <a:cubicBezTo>
                    <a:pt x="0" y="35"/>
                    <a:pt x="8" y="49"/>
                    <a:pt x="23" y="53"/>
                  </a:cubicBezTo>
                  <a:lnTo>
                    <a:pt x="193" y="92"/>
                  </a:lnTo>
                  <a:lnTo>
                    <a:pt x="199" y="92"/>
                  </a:lnTo>
                  <a:cubicBezTo>
                    <a:pt x="210" y="92"/>
                    <a:pt x="221" y="83"/>
                    <a:pt x="224" y="71"/>
                  </a:cubicBezTo>
                  <a:cubicBezTo>
                    <a:pt x="228" y="58"/>
                    <a:pt x="218" y="44"/>
                    <a:pt x="205" y="40"/>
                  </a:cubicBezTo>
                  <a:lnTo>
                    <a:pt x="34" y="1"/>
                  </a:lnTo>
                  <a:cubicBezTo>
                    <a:pt x="32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891100" y="3225450"/>
              <a:ext cx="22925" cy="5850"/>
            </a:xfrm>
            <a:custGeom>
              <a:avLst/>
              <a:gdLst/>
              <a:ahLst/>
              <a:cxnLst/>
              <a:rect l="l" t="t" r="r" b="b"/>
              <a:pathLst>
                <a:path w="917" h="234" extrusionOk="0">
                  <a:moveTo>
                    <a:pt x="28" y="1"/>
                  </a:moveTo>
                  <a:cubicBezTo>
                    <a:pt x="18" y="1"/>
                    <a:pt x="8" y="8"/>
                    <a:pt x="5" y="20"/>
                  </a:cubicBezTo>
                  <a:cubicBezTo>
                    <a:pt x="1" y="33"/>
                    <a:pt x="9" y="47"/>
                    <a:pt x="22" y="51"/>
                  </a:cubicBezTo>
                  <a:cubicBezTo>
                    <a:pt x="303" y="136"/>
                    <a:pt x="595" y="198"/>
                    <a:pt x="887" y="234"/>
                  </a:cubicBezTo>
                  <a:lnTo>
                    <a:pt x="890" y="234"/>
                  </a:lnTo>
                  <a:cubicBezTo>
                    <a:pt x="902" y="234"/>
                    <a:pt x="914" y="224"/>
                    <a:pt x="915" y="212"/>
                  </a:cubicBezTo>
                  <a:cubicBezTo>
                    <a:pt x="917" y="198"/>
                    <a:pt x="907" y="184"/>
                    <a:pt x="893" y="183"/>
                  </a:cubicBezTo>
                  <a:cubicBezTo>
                    <a:pt x="603" y="146"/>
                    <a:pt x="315" y="86"/>
                    <a:pt x="37" y="3"/>
                  </a:cubicBezTo>
                  <a:cubicBezTo>
                    <a:pt x="34" y="1"/>
                    <a:pt x="3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5917775" y="3230950"/>
              <a:ext cx="7125" cy="2075"/>
            </a:xfrm>
            <a:custGeom>
              <a:avLst/>
              <a:gdLst/>
              <a:ahLst/>
              <a:cxnLst/>
              <a:rect l="l" t="t" r="r" b="b"/>
              <a:pathLst>
                <a:path w="285" h="83" extrusionOk="0">
                  <a:moveTo>
                    <a:pt x="29" y="0"/>
                  </a:moveTo>
                  <a:cubicBezTo>
                    <a:pt x="15" y="0"/>
                    <a:pt x="3" y="9"/>
                    <a:pt x="2" y="23"/>
                  </a:cubicBezTo>
                  <a:cubicBezTo>
                    <a:pt x="0" y="37"/>
                    <a:pt x="10" y="50"/>
                    <a:pt x="25" y="52"/>
                  </a:cubicBezTo>
                  <a:lnTo>
                    <a:pt x="253" y="81"/>
                  </a:lnTo>
                  <a:cubicBezTo>
                    <a:pt x="255" y="83"/>
                    <a:pt x="256" y="83"/>
                    <a:pt x="257" y="83"/>
                  </a:cubicBezTo>
                  <a:cubicBezTo>
                    <a:pt x="270" y="83"/>
                    <a:pt x="282" y="73"/>
                    <a:pt x="283" y="60"/>
                  </a:cubicBezTo>
                  <a:cubicBezTo>
                    <a:pt x="284" y="45"/>
                    <a:pt x="275" y="33"/>
                    <a:pt x="260" y="30"/>
                  </a:cubicBezTo>
                  <a:lnTo>
                    <a:pt x="31" y="0"/>
                  </a:lnTo>
                  <a:cubicBezTo>
                    <a:pt x="30" y="0"/>
                    <a:pt x="3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5910850" y="3245000"/>
              <a:ext cx="26600" cy="9950"/>
            </a:xfrm>
            <a:custGeom>
              <a:avLst/>
              <a:gdLst/>
              <a:ahLst/>
              <a:cxnLst/>
              <a:rect l="l" t="t" r="r" b="b"/>
              <a:pathLst>
                <a:path w="1064" h="398" extrusionOk="0">
                  <a:moveTo>
                    <a:pt x="31" y="0"/>
                  </a:moveTo>
                  <a:cubicBezTo>
                    <a:pt x="21" y="0"/>
                    <a:pt x="11" y="6"/>
                    <a:pt x="7" y="16"/>
                  </a:cubicBezTo>
                  <a:cubicBezTo>
                    <a:pt x="0" y="28"/>
                    <a:pt x="6" y="44"/>
                    <a:pt x="19" y="49"/>
                  </a:cubicBezTo>
                  <a:cubicBezTo>
                    <a:pt x="342" y="199"/>
                    <a:pt x="682" y="316"/>
                    <a:pt x="1028" y="398"/>
                  </a:cubicBezTo>
                  <a:lnTo>
                    <a:pt x="1035" y="398"/>
                  </a:lnTo>
                  <a:cubicBezTo>
                    <a:pt x="1046" y="398"/>
                    <a:pt x="1056" y="390"/>
                    <a:pt x="1059" y="377"/>
                  </a:cubicBezTo>
                  <a:cubicBezTo>
                    <a:pt x="1063" y="364"/>
                    <a:pt x="1054" y="351"/>
                    <a:pt x="1040" y="347"/>
                  </a:cubicBezTo>
                  <a:cubicBezTo>
                    <a:pt x="697" y="266"/>
                    <a:pt x="361" y="150"/>
                    <a:pt x="41" y="2"/>
                  </a:cubicBezTo>
                  <a:cubicBezTo>
                    <a:pt x="38" y="1"/>
                    <a:pt x="34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901350" y="3240575"/>
              <a:ext cx="5675" cy="2975"/>
            </a:xfrm>
            <a:custGeom>
              <a:avLst/>
              <a:gdLst/>
              <a:ahLst/>
              <a:cxnLst/>
              <a:rect l="l" t="t" r="r" b="b"/>
              <a:pathLst>
                <a:path w="227" h="119" extrusionOk="0">
                  <a:moveTo>
                    <a:pt x="30" y="0"/>
                  </a:moveTo>
                  <a:cubicBezTo>
                    <a:pt x="22" y="0"/>
                    <a:pt x="13" y="5"/>
                    <a:pt x="9" y="12"/>
                  </a:cubicBezTo>
                  <a:cubicBezTo>
                    <a:pt x="1" y="24"/>
                    <a:pt x="5" y="41"/>
                    <a:pt x="17" y="49"/>
                  </a:cubicBezTo>
                  <a:cubicBezTo>
                    <a:pt x="71" y="81"/>
                    <a:pt x="130" y="104"/>
                    <a:pt x="192" y="119"/>
                  </a:cubicBezTo>
                  <a:lnTo>
                    <a:pt x="199" y="119"/>
                  </a:lnTo>
                  <a:cubicBezTo>
                    <a:pt x="209" y="119"/>
                    <a:pt x="220" y="111"/>
                    <a:pt x="223" y="98"/>
                  </a:cubicBezTo>
                  <a:cubicBezTo>
                    <a:pt x="227" y="85"/>
                    <a:pt x="218" y="70"/>
                    <a:pt x="204" y="67"/>
                  </a:cubicBezTo>
                  <a:cubicBezTo>
                    <a:pt x="148" y="55"/>
                    <a:pt x="94" y="34"/>
                    <a:pt x="44" y="4"/>
                  </a:cubicBezTo>
                  <a:cubicBezTo>
                    <a:pt x="40" y="1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841700" y="3165650"/>
              <a:ext cx="23975" cy="12175"/>
            </a:xfrm>
            <a:custGeom>
              <a:avLst/>
              <a:gdLst/>
              <a:ahLst/>
              <a:cxnLst/>
              <a:rect l="l" t="t" r="r" b="b"/>
              <a:pathLst>
                <a:path w="959" h="487" extrusionOk="0">
                  <a:moveTo>
                    <a:pt x="31" y="0"/>
                  </a:moveTo>
                  <a:cubicBezTo>
                    <a:pt x="22" y="0"/>
                    <a:pt x="14" y="4"/>
                    <a:pt x="8" y="12"/>
                  </a:cubicBezTo>
                  <a:cubicBezTo>
                    <a:pt x="0" y="24"/>
                    <a:pt x="3" y="40"/>
                    <a:pt x="15" y="48"/>
                  </a:cubicBezTo>
                  <a:cubicBezTo>
                    <a:pt x="295" y="235"/>
                    <a:pt x="600" y="383"/>
                    <a:pt x="922" y="486"/>
                  </a:cubicBezTo>
                  <a:cubicBezTo>
                    <a:pt x="925" y="486"/>
                    <a:pt x="927" y="487"/>
                    <a:pt x="930" y="487"/>
                  </a:cubicBezTo>
                  <a:cubicBezTo>
                    <a:pt x="941" y="487"/>
                    <a:pt x="950" y="479"/>
                    <a:pt x="954" y="468"/>
                  </a:cubicBezTo>
                  <a:cubicBezTo>
                    <a:pt x="958" y="455"/>
                    <a:pt x="951" y="440"/>
                    <a:pt x="937" y="436"/>
                  </a:cubicBezTo>
                  <a:cubicBezTo>
                    <a:pt x="621" y="335"/>
                    <a:pt x="319" y="190"/>
                    <a:pt x="45" y="4"/>
                  </a:cubicBezTo>
                  <a:cubicBezTo>
                    <a:pt x="40" y="1"/>
                    <a:pt x="3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5869175" y="3178325"/>
              <a:ext cx="6650" cy="3100"/>
            </a:xfrm>
            <a:custGeom>
              <a:avLst/>
              <a:gdLst/>
              <a:ahLst/>
              <a:cxnLst/>
              <a:rect l="l" t="t" r="r" b="b"/>
              <a:pathLst>
                <a:path w="266" h="124" extrusionOk="0">
                  <a:moveTo>
                    <a:pt x="31" y="0"/>
                  </a:moveTo>
                  <a:cubicBezTo>
                    <a:pt x="20" y="0"/>
                    <a:pt x="9" y="7"/>
                    <a:pt x="6" y="18"/>
                  </a:cubicBezTo>
                  <a:cubicBezTo>
                    <a:pt x="0" y="31"/>
                    <a:pt x="9" y="46"/>
                    <a:pt x="22" y="51"/>
                  </a:cubicBezTo>
                  <a:lnTo>
                    <a:pt x="228" y="122"/>
                  </a:lnTo>
                  <a:cubicBezTo>
                    <a:pt x="231" y="124"/>
                    <a:pt x="233" y="124"/>
                    <a:pt x="236" y="124"/>
                  </a:cubicBezTo>
                  <a:cubicBezTo>
                    <a:pt x="247" y="124"/>
                    <a:pt x="256" y="117"/>
                    <a:pt x="260" y="106"/>
                  </a:cubicBezTo>
                  <a:cubicBezTo>
                    <a:pt x="266" y="93"/>
                    <a:pt x="257" y="78"/>
                    <a:pt x="244" y="74"/>
                  </a:cubicBezTo>
                  <a:lnTo>
                    <a:pt x="38" y="1"/>
                  </a:lnTo>
                  <a:cubicBezTo>
                    <a:pt x="36" y="1"/>
                    <a:pt x="33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5867925" y="3189225"/>
              <a:ext cx="38875" cy="11625"/>
            </a:xfrm>
            <a:custGeom>
              <a:avLst/>
              <a:gdLst/>
              <a:ahLst/>
              <a:cxnLst/>
              <a:rect l="l" t="t" r="r" b="b"/>
              <a:pathLst>
                <a:path w="1555" h="465" extrusionOk="0">
                  <a:moveTo>
                    <a:pt x="30" y="1"/>
                  </a:moveTo>
                  <a:cubicBezTo>
                    <a:pt x="20" y="1"/>
                    <a:pt x="10" y="7"/>
                    <a:pt x="6" y="16"/>
                  </a:cubicBezTo>
                  <a:cubicBezTo>
                    <a:pt x="1" y="30"/>
                    <a:pt x="7" y="46"/>
                    <a:pt x="21" y="51"/>
                  </a:cubicBezTo>
                  <a:cubicBezTo>
                    <a:pt x="503" y="245"/>
                    <a:pt x="1008" y="383"/>
                    <a:pt x="1522" y="464"/>
                  </a:cubicBezTo>
                  <a:lnTo>
                    <a:pt x="1526" y="464"/>
                  </a:lnTo>
                  <a:cubicBezTo>
                    <a:pt x="1540" y="464"/>
                    <a:pt x="1551" y="456"/>
                    <a:pt x="1552" y="443"/>
                  </a:cubicBezTo>
                  <a:cubicBezTo>
                    <a:pt x="1555" y="429"/>
                    <a:pt x="1545" y="416"/>
                    <a:pt x="1530" y="413"/>
                  </a:cubicBezTo>
                  <a:cubicBezTo>
                    <a:pt x="1020" y="334"/>
                    <a:pt x="519" y="195"/>
                    <a:pt x="40" y="3"/>
                  </a:cubicBezTo>
                  <a:cubicBezTo>
                    <a:pt x="37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5853300" y="3183525"/>
              <a:ext cx="9050" cy="4575"/>
            </a:xfrm>
            <a:custGeom>
              <a:avLst/>
              <a:gdLst/>
              <a:ahLst/>
              <a:cxnLst/>
              <a:rect l="l" t="t" r="r" b="b"/>
              <a:pathLst>
                <a:path w="362" h="183" extrusionOk="0">
                  <a:moveTo>
                    <a:pt x="31" y="0"/>
                  </a:moveTo>
                  <a:cubicBezTo>
                    <a:pt x="22" y="0"/>
                    <a:pt x="13" y="4"/>
                    <a:pt x="7" y="13"/>
                  </a:cubicBezTo>
                  <a:cubicBezTo>
                    <a:pt x="0" y="25"/>
                    <a:pt x="5" y="41"/>
                    <a:pt x="17" y="48"/>
                  </a:cubicBezTo>
                  <a:cubicBezTo>
                    <a:pt x="113" y="105"/>
                    <a:pt x="217" y="151"/>
                    <a:pt x="325" y="181"/>
                  </a:cubicBezTo>
                  <a:cubicBezTo>
                    <a:pt x="327" y="182"/>
                    <a:pt x="329" y="182"/>
                    <a:pt x="331" y="182"/>
                  </a:cubicBezTo>
                  <a:cubicBezTo>
                    <a:pt x="344" y="182"/>
                    <a:pt x="353" y="175"/>
                    <a:pt x="357" y="163"/>
                  </a:cubicBezTo>
                  <a:cubicBezTo>
                    <a:pt x="361" y="150"/>
                    <a:pt x="353" y="135"/>
                    <a:pt x="338" y="131"/>
                  </a:cubicBezTo>
                  <a:cubicBezTo>
                    <a:pt x="235" y="103"/>
                    <a:pt x="135" y="60"/>
                    <a:pt x="44" y="3"/>
                  </a:cubicBezTo>
                  <a:cubicBezTo>
                    <a:pt x="40" y="1"/>
                    <a:pt x="35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5871925" y="3198225"/>
              <a:ext cx="19975" cy="6925"/>
            </a:xfrm>
            <a:custGeom>
              <a:avLst/>
              <a:gdLst/>
              <a:ahLst/>
              <a:cxnLst/>
              <a:rect l="l" t="t" r="r" b="b"/>
              <a:pathLst>
                <a:path w="799" h="277" extrusionOk="0">
                  <a:moveTo>
                    <a:pt x="30" y="1"/>
                  </a:moveTo>
                  <a:cubicBezTo>
                    <a:pt x="18" y="1"/>
                    <a:pt x="8" y="8"/>
                    <a:pt x="5" y="19"/>
                  </a:cubicBezTo>
                  <a:cubicBezTo>
                    <a:pt x="1" y="33"/>
                    <a:pt x="9" y="48"/>
                    <a:pt x="22" y="52"/>
                  </a:cubicBezTo>
                  <a:lnTo>
                    <a:pt x="762" y="275"/>
                  </a:lnTo>
                  <a:cubicBezTo>
                    <a:pt x="765" y="276"/>
                    <a:pt x="768" y="276"/>
                    <a:pt x="770" y="276"/>
                  </a:cubicBezTo>
                  <a:cubicBezTo>
                    <a:pt x="781" y="276"/>
                    <a:pt x="792" y="270"/>
                    <a:pt x="795" y="257"/>
                  </a:cubicBezTo>
                  <a:cubicBezTo>
                    <a:pt x="799" y="244"/>
                    <a:pt x="790" y="229"/>
                    <a:pt x="777" y="225"/>
                  </a:cubicBezTo>
                  <a:lnTo>
                    <a:pt x="37" y="2"/>
                  </a:lnTo>
                  <a:cubicBezTo>
                    <a:pt x="35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894775" y="3204525"/>
              <a:ext cx="6750" cy="2475"/>
            </a:xfrm>
            <a:custGeom>
              <a:avLst/>
              <a:gdLst/>
              <a:ahLst/>
              <a:cxnLst/>
              <a:rect l="l" t="t" r="r" b="b"/>
              <a:pathLst>
                <a:path w="270" h="99" extrusionOk="0">
                  <a:moveTo>
                    <a:pt x="30" y="0"/>
                  </a:moveTo>
                  <a:cubicBezTo>
                    <a:pt x="19" y="0"/>
                    <a:pt x="9" y="7"/>
                    <a:pt x="4" y="19"/>
                  </a:cubicBezTo>
                  <a:cubicBezTo>
                    <a:pt x="0" y="32"/>
                    <a:pt x="7" y="47"/>
                    <a:pt x="22" y="51"/>
                  </a:cubicBezTo>
                  <a:cubicBezTo>
                    <a:pt x="93" y="74"/>
                    <a:pt x="166" y="90"/>
                    <a:pt x="240" y="98"/>
                  </a:cubicBezTo>
                  <a:lnTo>
                    <a:pt x="242" y="98"/>
                  </a:lnTo>
                  <a:cubicBezTo>
                    <a:pt x="256" y="98"/>
                    <a:pt x="267" y="89"/>
                    <a:pt x="268" y="75"/>
                  </a:cubicBezTo>
                  <a:cubicBezTo>
                    <a:pt x="269" y="61"/>
                    <a:pt x="260" y="48"/>
                    <a:pt x="245" y="47"/>
                  </a:cubicBezTo>
                  <a:cubicBezTo>
                    <a:pt x="175" y="39"/>
                    <a:pt x="105" y="24"/>
                    <a:pt x="38" y="1"/>
                  </a:cubicBezTo>
                  <a:cubicBezTo>
                    <a:pt x="35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5894200" y="3153850"/>
              <a:ext cx="10225" cy="26350"/>
            </a:xfrm>
            <a:custGeom>
              <a:avLst/>
              <a:gdLst/>
              <a:ahLst/>
              <a:cxnLst/>
              <a:rect l="l" t="t" r="r" b="b"/>
              <a:pathLst>
                <a:path w="409" h="1054" extrusionOk="0">
                  <a:moveTo>
                    <a:pt x="380" y="1"/>
                  </a:moveTo>
                  <a:cubicBezTo>
                    <a:pt x="368" y="1"/>
                    <a:pt x="357" y="9"/>
                    <a:pt x="354" y="21"/>
                  </a:cubicBezTo>
                  <a:cubicBezTo>
                    <a:pt x="283" y="370"/>
                    <a:pt x="170" y="695"/>
                    <a:pt x="6" y="1015"/>
                  </a:cubicBezTo>
                  <a:cubicBezTo>
                    <a:pt x="0" y="1029"/>
                    <a:pt x="4" y="1044"/>
                    <a:pt x="18" y="1050"/>
                  </a:cubicBezTo>
                  <a:cubicBezTo>
                    <a:pt x="22" y="1053"/>
                    <a:pt x="26" y="1053"/>
                    <a:pt x="30" y="1053"/>
                  </a:cubicBezTo>
                  <a:cubicBezTo>
                    <a:pt x="39" y="1053"/>
                    <a:pt x="47" y="1049"/>
                    <a:pt x="53" y="1040"/>
                  </a:cubicBezTo>
                  <a:cubicBezTo>
                    <a:pt x="218" y="714"/>
                    <a:pt x="333" y="384"/>
                    <a:pt x="405" y="32"/>
                  </a:cubicBezTo>
                  <a:cubicBezTo>
                    <a:pt x="408" y="17"/>
                    <a:pt x="399" y="4"/>
                    <a:pt x="385" y="1"/>
                  </a:cubicBezTo>
                  <a:cubicBezTo>
                    <a:pt x="384" y="1"/>
                    <a:pt x="382" y="1"/>
                    <a:pt x="38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5903550" y="3144125"/>
              <a:ext cx="2150" cy="5650"/>
            </a:xfrm>
            <a:custGeom>
              <a:avLst/>
              <a:gdLst/>
              <a:ahLst/>
              <a:cxnLst/>
              <a:rect l="l" t="t" r="r" b="b"/>
              <a:pathLst>
                <a:path w="86" h="226" extrusionOk="0">
                  <a:moveTo>
                    <a:pt x="57" y="1"/>
                  </a:moveTo>
                  <a:cubicBezTo>
                    <a:pt x="45" y="1"/>
                    <a:pt x="34" y="10"/>
                    <a:pt x="31" y="23"/>
                  </a:cubicBezTo>
                  <a:lnTo>
                    <a:pt x="3" y="196"/>
                  </a:lnTo>
                  <a:cubicBezTo>
                    <a:pt x="0" y="210"/>
                    <a:pt x="10" y="223"/>
                    <a:pt x="25" y="226"/>
                  </a:cubicBezTo>
                  <a:lnTo>
                    <a:pt x="29" y="226"/>
                  </a:lnTo>
                  <a:cubicBezTo>
                    <a:pt x="41" y="226"/>
                    <a:pt x="53" y="216"/>
                    <a:pt x="54" y="204"/>
                  </a:cubicBezTo>
                  <a:lnTo>
                    <a:pt x="82" y="31"/>
                  </a:lnTo>
                  <a:cubicBezTo>
                    <a:pt x="85" y="17"/>
                    <a:pt x="76" y="4"/>
                    <a:pt x="62" y="1"/>
                  </a:cubicBezTo>
                  <a:cubicBezTo>
                    <a:pt x="61" y="1"/>
                    <a:pt x="59" y="1"/>
                    <a:pt x="5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5898300" y="3123150"/>
              <a:ext cx="3800" cy="27375"/>
            </a:xfrm>
            <a:custGeom>
              <a:avLst/>
              <a:gdLst/>
              <a:ahLst/>
              <a:cxnLst/>
              <a:rect l="l" t="t" r="r" b="b"/>
              <a:pathLst>
                <a:path w="152" h="1095" extrusionOk="0">
                  <a:moveTo>
                    <a:pt x="119" y="1"/>
                  </a:moveTo>
                  <a:cubicBezTo>
                    <a:pt x="104" y="1"/>
                    <a:pt x="93" y="13"/>
                    <a:pt x="93" y="28"/>
                  </a:cubicBezTo>
                  <a:cubicBezTo>
                    <a:pt x="99" y="375"/>
                    <a:pt x="69" y="723"/>
                    <a:pt x="3" y="1064"/>
                  </a:cubicBezTo>
                  <a:cubicBezTo>
                    <a:pt x="1" y="1077"/>
                    <a:pt x="10" y="1090"/>
                    <a:pt x="25" y="1093"/>
                  </a:cubicBezTo>
                  <a:cubicBezTo>
                    <a:pt x="26" y="1094"/>
                    <a:pt x="27" y="1094"/>
                    <a:pt x="29" y="1094"/>
                  </a:cubicBezTo>
                  <a:cubicBezTo>
                    <a:pt x="41" y="1094"/>
                    <a:pt x="52" y="1085"/>
                    <a:pt x="54" y="1073"/>
                  </a:cubicBezTo>
                  <a:cubicBezTo>
                    <a:pt x="120" y="729"/>
                    <a:pt x="151" y="377"/>
                    <a:pt x="144" y="26"/>
                  </a:cubicBezTo>
                  <a:cubicBezTo>
                    <a:pt x="144" y="11"/>
                    <a:pt x="134" y="1"/>
                    <a:pt x="11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5896575" y="3154350"/>
              <a:ext cx="2400" cy="4325"/>
            </a:xfrm>
            <a:custGeom>
              <a:avLst/>
              <a:gdLst/>
              <a:ahLst/>
              <a:cxnLst/>
              <a:rect l="l" t="t" r="r" b="b"/>
              <a:pathLst>
                <a:path w="96" h="173" extrusionOk="0">
                  <a:moveTo>
                    <a:pt x="66" y="0"/>
                  </a:moveTo>
                  <a:cubicBezTo>
                    <a:pt x="55" y="0"/>
                    <a:pt x="45" y="8"/>
                    <a:pt x="41" y="19"/>
                  </a:cubicBezTo>
                  <a:lnTo>
                    <a:pt x="5" y="138"/>
                  </a:lnTo>
                  <a:cubicBezTo>
                    <a:pt x="1" y="152"/>
                    <a:pt x="9" y="167"/>
                    <a:pt x="22" y="171"/>
                  </a:cubicBezTo>
                  <a:cubicBezTo>
                    <a:pt x="25" y="172"/>
                    <a:pt x="28" y="172"/>
                    <a:pt x="31" y="172"/>
                  </a:cubicBezTo>
                  <a:cubicBezTo>
                    <a:pt x="41" y="172"/>
                    <a:pt x="51" y="165"/>
                    <a:pt x="55" y="153"/>
                  </a:cubicBezTo>
                  <a:lnTo>
                    <a:pt x="90" y="33"/>
                  </a:lnTo>
                  <a:cubicBezTo>
                    <a:pt x="95" y="20"/>
                    <a:pt x="87" y="5"/>
                    <a:pt x="74" y="1"/>
                  </a:cubicBezTo>
                  <a:cubicBezTo>
                    <a:pt x="71" y="0"/>
                    <a:pt x="69" y="0"/>
                    <a:pt x="6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5887950" y="3115525"/>
              <a:ext cx="3650" cy="18950"/>
            </a:xfrm>
            <a:custGeom>
              <a:avLst/>
              <a:gdLst/>
              <a:ahLst/>
              <a:cxnLst/>
              <a:rect l="l" t="t" r="r" b="b"/>
              <a:pathLst>
                <a:path w="146" h="758" extrusionOk="0">
                  <a:moveTo>
                    <a:pt x="118" y="0"/>
                  </a:moveTo>
                  <a:cubicBezTo>
                    <a:pt x="104" y="0"/>
                    <a:pt x="94" y="9"/>
                    <a:pt x="92" y="22"/>
                  </a:cubicBezTo>
                  <a:lnTo>
                    <a:pt x="3" y="729"/>
                  </a:lnTo>
                  <a:cubicBezTo>
                    <a:pt x="0" y="743"/>
                    <a:pt x="11" y="756"/>
                    <a:pt x="24" y="758"/>
                  </a:cubicBezTo>
                  <a:lnTo>
                    <a:pt x="28" y="758"/>
                  </a:lnTo>
                  <a:cubicBezTo>
                    <a:pt x="41" y="758"/>
                    <a:pt x="51" y="748"/>
                    <a:pt x="54" y="736"/>
                  </a:cubicBezTo>
                  <a:lnTo>
                    <a:pt x="144" y="29"/>
                  </a:lnTo>
                  <a:cubicBezTo>
                    <a:pt x="145" y="15"/>
                    <a:pt x="136" y="2"/>
                    <a:pt x="121" y="0"/>
                  </a:cubicBezTo>
                  <a:cubicBezTo>
                    <a:pt x="120" y="0"/>
                    <a:pt x="119" y="0"/>
                    <a:pt x="11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5886300" y="3138150"/>
              <a:ext cx="2125" cy="4675"/>
            </a:xfrm>
            <a:custGeom>
              <a:avLst/>
              <a:gdLst/>
              <a:ahLst/>
              <a:cxnLst/>
              <a:rect l="l" t="t" r="r" b="b"/>
              <a:pathLst>
                <a:path w="85" h="187" extrusionOk="0">
                  <a:moveTo>
                    <a:pt x="57" y="0"/>
                  </a:moveTo>
                  <a:cubicBezTo>
                    <a:pt x="44" y="0"/>
                    <a:pt x="34" y="9"/>
                    <a:pt x="31" y="21"/>
                  </a:cubicBezTo>
                  <a:lnTo>
                    <a:pt x="3" y="155"/>
                  </a:lnTo>
                  <a:cubicBezTo>
                    <a:pt x="0" y="169"/>
                    <a:pt x="8" y="182"/>
                    <a:pt x="23" y="185"/>
                  </a:cubicBezTo>
                  <a:cubicBezTo>
                    <a:pt x="24" y="186"/>
                    <a:pt x="27" y="186"/>
                    <a:pt x="28" y="186"/>
                  </a:cubicBezTo>
                  <a:cubicBezTo>
                    <a:pt x="41" y="186"/>
                    <a:pt x="51" y="178"/>
                    <a:pt x="54" y="165"/>
                  </a:cubicBezTo>
                  <a:lnTo>
                    <a:pt x="82" y="32"/>
                  </a:lnTo>
                  <a:cubicBezTo>
                    <a:pt x="85" y="18"/>
                    <a:pt x="76" y="5"/>
                    <a:pt x="62" y="1"/>
                  </a:cubicBezTo>
                  <a:cubicBezTo>
                    <a:pt x="60" y="0"/>
                    <a:pt x="59" y="0"/>
                    <a:pt x="5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877000" y="3121775"/>
              <a:ext cx="6450" cy="26800"/>
            </a:xfrm>
            <a:custGeom>
              <a:avLst/>
              <a:gdLst/>
              <a:ahLst/>
              <a:cxnLst/>
              <a:rect l="l" t="t" r="r" b="b"/>
              <a:pathLst>
                <a:path w="258" h="1072" extrusionOk="0">
                  <a:moveTo>
                    <a:pt x="231" y="0"/>
                  </a:moveTo>
                  <a:cubicBezTo>
                    <a:pt x="215" y="0"/>
                    <a:pt x="207" y="11"/>
                    <a:pt x="205" y="23"/>
                  </a:cubicBezTo>
                  <a:cubicBezTo>
                    <a:pt x="174" y="368"/>
                    <a:pt x="107" y="708"/>
                    <a:pt x="5" y="1038"/>
                  </a:cubicBezTo>
                  <a:cubicBezTo>
                    <a:pt x="1" y="1051"/>
                    <a:pt x="9" y="1066"/>
                    <a:pt x="22" y="1070"/>
                  </a:cubicBezTo>
                  <a:cubicBezTo>
                    <a:pt x="25" y="1071"/>
                    <a:pt x="28" y="1071"/>
                    <a:pt x="29" y="1071"/>
                  </a:cubicBezTo>
                  <a:cubicBezTo>
                    <a:pt x="41" y="1071"/>
                    <a:pt x="51" y="1065"/>
                    <a:pt x="55" y="1054"/>
                  </a:cubicBezTo>
                  <a:cubicBezTo>
                    <a:pt x="158" y="720"/>
                    <a:pt x="226" y="376"/>
                    <a:pt x="257" y="29"/>
                  </a:cubicBezTo>
                  <a:cubicBezTo>
                    <a:pt x="258" y="14"/>
                    <a:pt x="247" y="2"/>
                    <a:pt x="234" y="1"/>
                  </a:cubicBezTo>
                  <a:cubicBezTo>
                    <a:pt x="233" y="0"/>
                    <a:pt x="232" y="0"/>
                    <a:pt x="2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864225" y="3105550"/>
              <a:ext cx="4425" cy="17625"/>
            </a:xfrm>
            <a:custGeom>
              <a:avLst/>
              <a:gdLst/>
              <a:ahLst/>
              <a:cxnLst/>
              <a:rect l="l" t="t" r="r" b="b"/>
              <a:pathLst>
                <a:path w="177" h="705" extrusionOk="0">
                  <a:moveTo>
                    <a:pt x="150" y="1"/>
                  </a:moveTo>
                  <a:cubicBezTo>
                    <a:pt x="135" y="1"/>
                    <a:pt x="126" y="10"/>
                    <a:pt x="123" y="24"/>
                  </a:cubicBezTo>
                  <a:cubicBezTo>
                    <a:pt x="99" y="242"/>
                    <a:pt x="59" y="460"/>
                    <a:pt x="5" y="672"/>
                  </a:cubicBezTo>
                  <a:cubicBezTo>
                    <a:pt x="1" y="687"/>
                    <a:pt x="9" y="701"/>
                    <a:pt x="24" y="705"/>
                  </a:cubicBezTo>
                  <a:lnTo>
                    <a:pt x="29" y="705"/>
                  </a:lnTo>
                  <a:cubicBezTo>
                    <a:pt x="41" y="705"/>
                    <a:pt x="52" y="698"/>
                    <a:pt x="55" y="686"/>
                  </a:cubicBezTo>
                  <a:cubicBezTo>
                    <a:pt x="110" y="471"/>
                    <a:pt x="150" y="250"/>
                    <a:pt x="176" y="29"/>
                  </a:cubicBezTo>
                  <a:cubicBezTo>
                    <a:pt x="177" y="16"/>
                    <a:pt x="166" y="2"/>
                    <a:pt x="153" y="1"/>
                  </a:cubicBezTo>
                  <a:cubicBezTo>
                    <a:pt x="152" y="1"/>
                    <a:pt x="151" y="1"/>
                    <a:pt x="15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868125" y="3113825"/>
              <a:ext cx="4425" cy="16175"/>
            </a:xfrm>
            <a:custGeom>
              <a:avLst/>
              <a:gdLst/>
              <a:ahLst/>
              <a:cxnLst/>
              <a:rect l="l" t="t" r="r" b="b"/>
              <a:pathLst>
                <a:path w="177" h="647" extrusionOk="0">
                  <a:moveTo>
                    <a:pt x="151" y="1"/>
                  </a:moveTo>
                  <a:cubicBezTo>
                    <a:pt x="139" y="1"/>
                    <a:pt x="127" y="9"/>
                    <a:pt x="123" y="21"/>
                  </a:cubicBezTo>
                  <a:lnTo>
                    <a:pt x="3" y="616"/>
                  </a:lnTo>
                  <a:cubicBezTo>
                    <a:pt x="1" y="631"/>
                    <a:pt x="9" y="644"/>
                    <a:pt x="24" y="647"/>
                  </a:cubicBezTo>
                  <a:lnTo>
                    <a:pt x="29" y="647"/>
                  </a:lnTo>
                  <a:cubicBezTo>
                    <a:pt x="41" y="647"/>
                    <a:pt x="52" y="639"/>
                    <a:pt x="55" y="627"/>
                  </a:cubicBezTo>
                  <a:lnTo>
                    <a:pt x="174" y="32"/>
                  </a:lnTo>
                  <a:cubicBezTo>
                    <a:pt x="177" y="19"/>
                    <a:pt x="169" y="4"/>
                    <a:pt x="154" y="1"/>
                  </a:cubicBezTo>
                  <a:cubicBezTo>
                    <a:pt x="153" y="1"/>
                    <a:pt x="152" y="1"/>
                    <a:pt x="15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838775" y="3126000"/>
              <a:ext cx="16500" cy="10800"/>
            </a:xfrm>
            <a:custGeom>
              <a:avLst/>
              <a:gdLst/>
              <a:ahLst/>
              <a:cxnLst/>
              <a:rect l="l" t="t" r="r" b="b"/>
              <a:pathLst>
                <a:path w="660" h="432" extrusionOk="0">
                  <a:moveTo>
                    <a:pt x="30" y="1"/>
                  </a:moveTo>
                  <a:cubicBezTo>
                    <a:pt x="22" y="1"/>
                    <a:pt x="14" y="5"/>
                    <a:pt x="8" y="12"/>
                  </a:cubicBezTo>
                  <a:cubicBezTo>
                    <a:pt x="0" y="24"/>
                    <a:pt x="3" y="40"/>
                    <a:pt x="15" y="48"/>
                  </a:cubicBezTo>
                  <a:cubicBezTo>
                    <a:pt x="209" y="181"/>
                    <a:pt x="412" y="309"/>
                    <a:pt x="618" y="428"/>
                  </a:cubicBezTo>
                  <a:cubicBezTo>
                    <a:pt x="622" y="430"/>
                    <a:pt x="626" y="432"/>
                    <a:pt x="630" y="432"/>
                  </a:cubicBezTo>
                  <a:cubicBezTo>
                    <a:pt x="639" y="432"/>
                    <a:pt x="647" y="426"/>
                    <a:pt x="653" y="418"/>
                  </a:cubicBezTo>
                  <a:cubicBezTo>
                    <a:pt x="660" y="406"/>
                    <a:pt x="655" y="390"/>
                    <a:pt x="643" y="383"/>
                  </a:cubicBezTo>
                  <a:cubicBezTo>
                    <a:pt x="439" y="265"/>
                    <a:pt x="237" y="138"/>
                    <a:pt x="43" y="5"/>
                  </a:cubicBezTo>
                  <a:cubicBezTo>
                    <a:pt x="39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839200" y="3119200"/>
              <a:ext cx="21050" cy="13825"/>
            </a:xfrm>
            <a:custGeom>
              <a:avLst/>
              <a:gdLst/>
              <a:ahLst/>
              <a:cxnLst/>
              <a:rect l="l" t="t" r="r" b="b"/>
              <a:pathLst>
                <a:path w="842" h="553" extrusionOk="0">
                  <a:moveTo>
                    <a:pt x="31" y="1"/>
                  </a:moveTo>
                  <a:cubicBezTo>
                    <a:pt x="23" y="1"/>
                    <a:pt x="15" y="4"/>
                    <a:pt x="10" y="11"/>
                  </a:cubicBezTo>
                  <a:cubicBezTo>
                    <a:pt x="1" y="23"/>
                    <a:pt x="3" y="39"/>
                    <a:pt x="16" y="47"/>
                  </a:cubicBezTo>
                  <a:cubicBezTo>
                    <a:pt x="264" y="231"/>
                    <a:pt x="528" y="400"/>
                    <a:pt x="800" y="549"/>
                  </a:cubicBezTo>
                  <a:cubicBezTo>
                    <a:pt x="804" y="552"/>
                    <a:pt x="808" y="552"/>
                    <a:pt x="812" y="552"/>
                  </a:cubicBezTo>
                  <a:lnTo>
                    <a:pt x="812" y="553"/>
                  </a:lnTo>
                  <a:cubicBezTo>
                    <a:pt x="821" y="553"/>
                    <a:pt x="830" y="547"/>
                    <a:pt x="835" y="539"/>
                  </a:cubicBezTo>
                  <a:cubicBezTo>
                    <a:pt x="842" y="526"/>
                    <a:pt x="838" y="511"/>
                    <a:pt x="824" y="503"/>
                  </a:cubicBezTo>
                  <a:cubicBezTo>
                    <a:pt x="555" y="355"/>
                    <a:pt x="294" y="188"/>
                    <a:pt x="47" y="5"/>
                  </a:cubicBezTo>
                  <a:cubicBezTo>
                    <a:pt x="42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5858850" y="3138075"/>
              <a:ext cx="5550" cy="3500"/>
            </a:xfrm>
            <a:custGeom>
              <a:avLst/>
              <a:gdLst/>
              <a:ahLst/>
              <a:cxnLst/>
              <a:rect l="l" t="t" r="r" b="b"/>
              <a:pathLst>
                <a:path w="222" h="140" extrusionOk="0">
                  <a:moveTo>
                    <a:pt x="30" y="1"/>
                  </a:moveTo>
                  <a:cubicBezTo>
                    <a:pt x="21" y="1"/>
                    <a:pt x="12" y="5"/>
                    <a:pt x="7" y="14"/>
                  </a:cubicBezTo>
                  <a:cubicBezTo>
                    <a:pt x="0" y="27"/>
                    <a:pt x="5" y="43"/>
                    <a:pt x="18" y="49"/>
                  </a:cubicBezTo>
                  <a:lnTo>
                    <a:pt x="179" y="137"/>
                  </a:lnTo>
                  <a:cubicBezTo>
                    <a:pt x="183" y="138"/>
                    <a:pt x="187" y="140"/>
                    <a:pt x="192" y="140"/>
                  </a:cubicBezTo>
                  <a:cubicBezTo>
                    <a:pt x="201" y="140"/>
                    <a:pt x="210" y="134"/>
                    <a:pt x="214" y="126"/>
                  </a:cubicBezTo>
                  <a:cubicBezTo>
                    <a:pt x="221" y="113"/>
                    <a:pt x="217" y="98"/>
                    <a:pt x="204" y="91"/>
                  </a:cubicBezTo>
                  <a:lnTo>
                    <a:pt x="42" y="4"/>
                  </a:lnTo>
                  <a:cubicBezTo>
                    <a:pt x="38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5928975" y="3169100"/>
              <a:ext cx="9700" cy="33250"/>
            </a:xfrm>
            <a:custGeom>
              <a:avLst/>
              <a:gdLst/>
              <a:ahLst/>
              <a:cxnLst/>
              <a:rect l="l" t="t" r="r" b="b"/>
              <a:pathLst>
                <a:path w="388" h="1330" extrusionOk="0">
                  <a:moveTo>
                    <a:pt x="361" y="0"/>
                  </a:moveTo>
                  <a:cubicBezTo>
                    <a:pt x="347" y="0"/>
                    <a:pt x="337" y="9"/>
                    <a:pt x="334" y="22"/>
                  </a:cubicBezTo>
                  <a:cubicBezTo>
                    <a:pt x="264" y="455"/>
                    <a:pt x="154" y="883"/>
                    <a:pt x="6" y="1295"/>
                  </a:cubicBezTo>
                  <a:cubicBezTo>
                    <a:pt x="0" y="1308"/>
                    <a:pt x="9" y="1323"/>
                    <a:pt x="22" y="1328"/>
                  </a:cubicBezTo>
                  <a:cubicBezTo>
                    <a:pt x="25" y="1328"/>
                    <a:pt x="27" y="1330"/>
                    <a:pt x="30" y="1330"/>
                  </a:cubicBezTo>
                  <a:cubicBezTo>
                    <a:pt x="41" y="1330"/>
                    <a:pt x="50" y="1323"/>
                    <a:pt x="54" y="1312"/>
                  </a:cubicBezTo>
                  <a:cubicBezTo>
                    <a:pt x="204" y="898"/>
                    <a:pt x="315" y="466"/>
                    <a:pt x="385" y="30"/>
                  </a:cubicBezTo>
                  <a:cubicBezTo>
                    <a:pt x="388" y="17"/>
                    <a:pt x="378" y="3"/>
                    <a:pt x="364" y="0"/>
                  </a:cubicBezTo>
                  <a:cubicBezTo>
                    <a:pt x="363" y="0"/>
                    <a:pt x="362" y="0"/>
                    <a:pt x="36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5921850" y="3162525"/>
              <a:ext cx="12775" cy="44375"/>
            </a:xfrm>
            <a:custGeom>
              <a:avLst/>
              <a:gdLst/>
              <a:ahLst/>
              <a:cxnLst/>
              <a:rect l="l" t="t" r="r" b="b"/>
              <a:pathLst>
                <a:path w="511" h="1775" extrusionOk="0">
                  <a:moveTo>
                    <a:pt x="482" y="1"/>
                  </a:moveTo>
                  <a:cubicBezTo>
                    <a:pt x="469" y="1"/>
                    <a:pt x="459" y="9"/>
                    <a:pt x="456" y="21"/>
                  </a:cubicBezTo>
                  <a:cubicBezTo>
                    <a:pt x="327" y="596"/>
                    <a:pt x="175" y="1174"/>
                    <a:pt x="4" y="1741"/>
                  </a:cubicBezTo>
                  <a:cubicBezTo>
                    <a:pt x="0" y="1754"/>
                    <a:pt x="8" y="1769"/>
                    <a:pt x="22" y="1773"/>
                  </a:cubicBezTo>
                  <a:cubicBezTo>
                    <a:pt x="24" y="1773"/>
                    <a:pt x="27" y="1774"/>
                    <a:pt x="30" y="1774"/>
                  </a:cubicBezTo>
                  <a:cubicBezTo>
                    <a:pt x="41" y="1774"/>
                    <a:pt x="51" y="1766"/>
                    <a:pt x="54" y="1755"/>
                  </a:cubicBezTo>
                  <a:cubicBezTo>
                    <a:pt x="226" y="1188"/>
                    <a:pt x="378" y="609"/>
                    <a:pt x="507" y="32"/>
                  </a:cubicBezTo>
                  <a:cubicBezTo>
                    <a:pt x="510" y="19"/>
                    <a:pt x="501" y="5"/>
                    <a:pt x="487" y="1"/>
                  </a:cubicBezTo>
                  <a:cubicBezTo>
                    <a:pt x="486" y="1"/>
                    <a:pt x="484" y="1"/>
                    <a:pt x="48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5919050" y="3149550"/>
              <a:ext cx="7900" cy="30425"/>
            </a:xfrm>
            <a:custGeom>
              <a:avLst/>
              <a:gdLst/>
              <a:ahLst/>
              <a:cxnLst/>
              <a:rect l="l" t="t" r="r" b="b"/>
              <a:pathLst>
                <a:path w="316" h="1217" extrusionOk="0">
                  <a:moveTo>
                    <a:pt x="287" y="1"/>
                  </a:moveTo>
                  <a:cubicBezTo>
                    <a:pt x="272" y="1"/>
                    <a:pt x="263" y="11"/>
                    <a:pt x="262" y="24"/>
                  </a:cubicBezTo>
                  <a:cubicBezTo>
                    <a:pt x="223" y="419"/>
                    <a:pt x="135" y="808"/>
                    <a:pt x="6" y="1183"/>
                  </a:cubicBezTo>
                  <a:cubicBezTo>
                    <a:pt x="1" y="1197"/>
                    <a:pt x="9" y="1212"/>
                    <a:pt x="22" y="1216"/>
                  </a:cubicBezTo>
                  <a:cubicBezTo>
                    <a:pt x="25" y="1217"/>
                    <a:pt x="27" y="1217"/>
                    <a:pt x="30" y="1217"/>
                  </a:cubicBezTo>
                  <a:cubicBezTo>
                    <a:pt x="41" y="1217"/>
                    <a:pt x="50" y="1210"/>
                    <a:pt x="54" y="1199"/>
                  </a:cubicBezTo>
                  <a:cubicBezTo>
                    <a:pt x="186" y="821"/>
                    <a:pt x="274" y="427"/>
                    <a:pt x="314" y="29"/>
                  </a:cubicBezTo>
                  <a:cubicBezTo>
                    <a:pt x="315" y="16"/>
                    <a:pt x="305" y="2"/>
                    <a:pt x="290" y="1"/>
                  </a:cubicBezTo>
                  <a:cubicBezTo>
                    <a:pt x="289" y="1"/>
                    <a:pt x="288" y="1"/>
                    <a:pt x="28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5916050" y="3182925"/>
              <a:ext cx="3250" cy="7275"/>
            </a:xfrm>
            <a:custGeom>
              <a:avLst/>
              <a:gdLst/>
              <a:ahLst/>
              <a:cxnLst/>
              <a:rect l="l" t="t" r="r" b="b"/>
              <a:pathLst>
                <a:path w="130" h="291" extrusionOk="0">
                  <a:moveTo>
                    <a:pt x="101" y="1"/>
                  </a:moveTo>
                  <a:cubicBezTo>
                    <a:pt x="90" y="1"/>
                    <a:pt x="80" y="8"/>
                    <a:pt x="76" y="19"/>
                  </a:cubicBezTo>
                  <a:lnTo>
                    <a:pt x="5" y="257"/>
                  </a:lnTo>
                  <a:cubicBezTo>
                    <a:pt x="1" y="271"/>
                    <a:pt x="9" y="286"/>
                    <a:pt x="22" y="290"/>
                  </a:cubicBezTo>
                  <a:cubicBezTo>
                    <a:pt x="25" y="290"/>
                    <a:pt x="28" y="291"/>
                    <a:pt x="30" y="291"/>
                  </a:cubicBezTo>
                  <a:cubicBezTo>
                    <a:pt x="41" y="291"/>
                    <a:pt x="52" y="283"/>
                    <a:pt x="55" y="272"/>
                  </a:cubicBezTo>
                  <a:lnTo>
                    <a:pt x="126" y="34"/>
                  </a:lnTo>
                  <a:cubicBezTo>
                    <a:pt x="130" y="21"/>
                    <a:pt x="122" y="6"/>
                    <a:pt x="108" y="2"/>
                  </a:cubicBezTo>
                  <a:cubicBezTo>
                    <a:pt x="106" y="1"/>
                    <a:pt x="104" y="1"/>
                    <a:pt x="10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5924425" y="3211675"/>
              <a:ext cx="10100" cy="22400"/>
            </a:xfrm>
            <a:custGeom>
              <a:avLst/>
              <a:gdLst/>
              <a:ahLst/>
              <a:cxnLst/>
              <a:rect l="l" t="t" r="r" b="b"/>
              <a:pathLst>
                <a:path w="404" h="896" extrusionOk="0">
                  <a:moveTo>
                    <a:pt x="374" y="0"/>
                  </a:moveTo>
                  <a:cubicBezTo>
                    <a:pt x="363" y="0"/>
                    <a:pt x="353" y="7"/>
                    <a:pt x="349" y="18"/>
                  </a:cubicBezTo>
                  <a:cubicBezTo>
                    <a:pt x="251" y="303"/>
                    <a:pt x="135" y="586"/>
                    <a:pt x="6" y="859"/>
                  </a:cubicBezTo>
                  <a:cubicBezTo>
                    <a:pt x="1" y="872"/>
                    <a:pt x="6" y="887"/>
                    <a:pt x="20" y="894"/>
                  </a:cubicBezTo>
                  <a:cubicBezTo>
                    <a:pt x="22" y="895"/>
                    <a:pt x="26" y="895"/>
                    <a:pt x="30" y="895"/>
                  </a:cubicBezTo>
                  <a:cubicBezTo>
                    <a:pt x="40" y="895"/>
                    <a:pt x="49" y="890"/>
                    <a:pt x="53" y="880"/>
                  </a:cubicBezTo>
                  <a:cubicBezTo>
                    <a:pt x="182" y="606"/>
                    <a:pt x="300" y="322"/>
                    <a:pt x="399" y="34"/>
                  </a:cubicBezTo>
                  <a:cubicBezTo>
                    <a:pt x="403" y="21"/>
                    <a:pt x="396" y="6"/>
                    <a:pt x="383" y="2"/>
                  </a:cubicBezTo>
                  <a:cubicBezTo>
                    <a:pt x="380" y="1"/>
                    <a:pt x="377" y="0"/>
                    <a:pt x="37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934525" y="3202400"/>
              <a:ext cx="3025" cy="6575"/>
            </a:xfrm>
            <a:custGeom>
              <a:avLst/>
              <a:gdLst/>
              <a:ahLst/>
              <a:cxnLst/>
              <a:rect l="l" t="t" r="r" b="b"/>
              <a:pathLst>
                <a:path w="121" h="263" extrusionOk="0">
                  <a:moveTo>
                    <a:pt x="91" y="0"/>
                  </a:moveTo>
                  <a:cubicBezTo>
                    <a:pt x="80" y="0"/>
                    <a:pt x="70" y="8"/>
                    <a:pt x="66" y="19"/>
                  </a:cubicBezTo>
                  <a:lnTo>
                    <a:pt x="4" y="229"/>
                  </a:lnTo>
                  <a:cubicBezTo>
                    <a:pt x="0" y="244"/>
                    <a:pt x="7" y="257"/>
                    <a:pt x="22" y="261"/>
                  </a:cubicBezTo>
                  <a:cubicBezTo>
                    <a:pt x="23" y="263"/>
                    <a:pt x="26" y="263"/>
                    <a:pt x="29" y="263"/>
                  </a:cubicBezTo>
                  <a:cubicBezTo>
                    <a:pt x="39" y="263"/>
                    <a:pt x="50" y="256"/>
                    <a:pt x="54" y="244"/>
                  </a:cubicBezTo>
                  <a:lnTo>
                    <a:pt x="116" y="34"/>
                  </a:lnTo>
                  <a:cubicBezTo>
                    <a:pt x="120" y="20"/>
                    <a:pt x="112" y="6"/>
                    <a:pt x="99" y="2"/>
                  </a:cubicBezTo>
                  <a:cubicBezTo>
                    <a:pt x="96" y="1"/>
                    <a:pt x="93" y="0"/>
                    <a:pt x="9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945900" y="3214525"/>
              <a:ext cx="9425" cy="20025"/>
            </a:xfrm>
            <a:custGeom>
              <a:avLst/>
              <a:gdLst/>
              <a:ahLst/>
              <a:cxnLst/>
              <a:rect l="l" t="t" r="r" b="b"/>
              <a:pathLst>
                <a:path w="377" h="801" extrusionOk="0">
                  <a:moveTo>
                    <a:pt x="350" y="0"/>
                  </a:moveTo>
                  <a:cubicBezTo>
                    <a:pt x="338" y="0"/>
                    <a:pt x="327" y="9"/>
                    <a:pt x="323" y="21"/>
                  </a:cubicBezTo>
                  <a:cubicBezTo>
                    <a:pt x="261" y="283"/>
                    <a:pt x="155" y="532"/>
                    <a:pt x="8" y="760"/>
                  </a:cubicBezTo>
                  <a:cubicBezTo>
                    <a:pt x="0" y="772"/>
                    <a:pt x="4" y="788"/>
                    <a:pt x="16" y="796"/>
                  </a:cubicBezTo>
                  <a:cubicBezTo>
                    <a:pt x="20" y="799"/>
                    <a:pt x="24" y="800"/>
                    <a:pt x="30" y="800"/>
                  </a:cubicBezTo>
                  <a:cubicBezTo>
                    <a:pt x="38" y="800"/>
                    <a:pt x="46" y="796"/>
                    <a:pt x="51" y="788"/>
                  </a:cubicBezTo>
                  <a:cubicBezTo>
                    <a:pt x="202" y="555"/>
                    <a:pt x="311" y="302"/>
                    <a:pt x="374" y="33"/>
                  </a:cubicBezTo>
                  <a:cubicBezTo>
                    <a:pt x="377" y="18"/>
                    <a:pt x="369" y="5"/>
                    <a:pt x="355" y="1"/>
                  </a:cubicBezTo>
                  <a:cubicBezTo>
                    <a:pt x="354" y="1"/>
                    <a:pt x="352" y="0"/>
                    <a:pt x="35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940700" y="3238350"/>
              <a:ext cx="3325" cy="5000"/>
            </a:xfrm>
            <a:custGeom>
              <a:avLst/>
              <a:gdLst/>
              <a:ahLst/>
              <a:cxnLst/>
              <a:rect l="l" t="t" r="r" b="b"/>
              <a:pathLst>
                <a:path w="133" h="200" extrusionOk="0">
                  <a:moveTo>
                    <a:pt x="104" y="0"/>
                  </a:moveTo>
                  <a:cubicBezTo>
                    <a:pt x="94" y="0"/>
                    <a:pt x="85" y="5"/>
                    <a:pt x="80" y="14"/>
                  </a:cubicBezTo>
                  <a:lnTo>
                    <a:pt x="8" y="162"/>
                  </a:lnTo>
                  <a:cubicBezTo>
                    <a:pt x="1" y="175"/>
                    <a:pt x="6" y="190"/>
                    <a:pt x="18" y="197"/>
                  </a:cubicBezTo>
                  <a:cubicBezTo>
                    <a:pt x="23" y="200"/>
                    <a:pt x="27" y="200"/>
                    <a:pt x="31" y="200"/>
                  </a:cubicBezTo>
                  <a:cubicBezTo>
                    <a:pt x="40" y="200"/>
                    <a:pt x="49" y="194"/>
                    <a:pt x="53" y="186"/>
                  </a:cubicBezTo>
                  <a:lnTo>
                    <a:pt x="127" y="37"/>
                  </a:lnTo>
                  <a:cubicBezTo>
                    <a:pt x="133" y="25"/>
                    <a:pt x="129" y="8"/>
                    <a:pt x="115" y="3"/>
                  </a:cubicBezTo>
                  <a:cubicBezTo>
                    <a:pt x="112" y="1"/>
                    <a:pt x="108" y="0"/>
                    <a:pt x="10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950050" y="3223800"/>
              <a:ext cx="7875" cy="16050"/>
            </a:xfrm>
            <a:custGeom>
              <a:avLst/>
              <a:gdLst/>
              <a:ahLst/>
              <a:cxnLst/>
              <a:rect l="l" t="t" r="r" b="b"/>
              <a:pathLst>
                <a:path w="315" h="642" extrusionOk="0">
                  <a:moveTo>
                    <a:pt x="286" y="1"/>
                  </a:moveTo>
                  <a:cubicBezTo>
                    <a:pt x="275" y="1"/>
                    <a:pt x="264" y="9"/>
                    <a:pt x="261" y="21"/>
                  </a:cubicBezTo>
                  <a:cubicBezTo>
                    <a:pt x="216" y="227"/>
                    <a:pt x="129" y="428"/>
                    <a:pt x="9" y="601"/>
                  </a:cubicBezTo>
                  <a:cubicBezTo>
                    <a:pt x="1" y="613"/>
                    <a:pt x="4" y="630"/>
                    <a:pt x="16" y="638"/>
                  </a:cubicBezTo>
                  <a:cubicBezTo>
                    <a:pt x="20" y="640"/>
                    <a:pt x="25" y="642"/>
                    <a:pt x="31" y="642"/>
                  </a:cubicBezTo>
                  <a:cubicBezTo>
                    <a:pt x="39" y="642"/>
                    <a:pt x="47" y="638"/>
                    <a:pt x="52" y="631"/>
                  </a:cubicBezTo>
                  <a:cubicBezTo>
                    <a:pt x="176" y="452"/>
                    <a:pt x="265" y="245"/>
                    <a:pt x="312" y="32"/>
                  </a:cubicBezTo>
                  <a:cubicBezTo>
                    <a:pt x="314" y="19"/>
                    <a:pt x="306" y="5"/>
                    <a:pt x="292" y="1"/>
                  </a:cubicBezTo>
                  <a:cubicBezTo>
                    <a:pt x="290" y="1"/>
                    <a:pt x="288" y="1"/>
                    <a:pt x="28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996775" y="3148575"/>
              <a:ext cx="9200" cy="31475"/>
            </a:xfrm>
            <a:custGeom>
              <a:avLst/>
              <a:gdLst/>
              <a:ahLst/>
              <a:cxnLst/>
              <a:rect l="l" t="t" r="r" b="b"/>
              <a:pathLst>
                <a:path w="368" h="1259" extrusionOk="0">
                  <a:moveTo>
                    <a:pt x="27" y="1"/>
                  </a:moveTo>
                  <a:cubicBezTo>
                    <a:pt x="27" y="1"/>
                    <a:pt x="26" y="1"/>
                    <a:pt x="25" y="1"/>
                  </a:cubicBezTo>
                  <a:cubicBezTo>
                    <a:pt x="10" y="3"/>
                    <a:pt x="1" y="16"/>
                    <a:pt x="2" y="30"/>
                  </a:cubicBezTo>
                  <a:cubicBezTo>
                    <a:pt x="54" y="446"/>
                    <a:pt x="159" y="854"/>
                    <a:pt x="314" y="1242"/>
                  </a:cubicBezTo>
                  <a:cubicBezTo>
                    <a:pt x="318" y="1253"/>
                    <a:pt x="328" y="1259"/>
                    <a:pt x="338" y="1259"/>
                  </a:cubicBezTo>
                  <a:cubicBezTo>
                    <a:pt x="341" y="1259"/>
                    <a:pt x="345" y="1259"/>
                    <a:pt x="348" y="1257"/>
                  </a:cubicBezTo>
                  <a:cubicBezTo>
                    <a:pt x="361" y="1252"/>
                    <a:pt x="368" y="1237"/>
                    <a:pt x="363" y="1224"/>
                  </a:cubicBezTo>
                  <a:cubicBezTo>
                    <a:pt x="209" y="839"/>
                    <a:pt x="106" y="435"/>
                    <a:pt x="54" y="24"/>
                  </a:cubicBezTo>
                  <a:cubicBezTo>
                    <a:pt x="52" y="11"/>
                    <a:pt x="41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995025" y="3137875"/>
              <a:ext cx="1975" cy="5425"/>
            </a:xfrm>
            <a:custGeom>
              <a:avLst/>
              <a:gdLst/>
              <a:ahLst/>
              <a:cxnLst/>
              <a:rect l="l" t="t" r="r" b="b"/>
              <a:pathLst>
                <a:path w="79" h="217" extrusionOk="0">
                  <a:moveTo>
                    <a:pt x="28" y="1"/>
                  </a:moveTo>
                  <a:cubicBezTo>
                    <a:pt x="27" y="1"/>
                    <a:pt x="26" y="1"/>
                    <a:pt x="25" y="1"/>
                  </a:cubicBezTo>
                  <a:cubicBezTo>
                    <a:pt x="11" y="2"/>
                    <a:pt x="1" y="16"/>
                    <a:pt x="3" y="31"/>
                  </a:cubicBezTo>
                  <a:lnTo>
                    <a:pt x="26" y="193"/>
                  </a:lnTo>
                  <a:cubicBezTo>
                    <a:pt x="28" y="207"/>
                    <a:pt x="38" y="216"/>
                    <a:pt x="52" y="216"/>
                  </a:cubicBezTo>
                  <a:cubicBezTo>
                    <a:pt x="53" y="216"/>
                    <a:pt x="53" y="215"/>
                    <a:pt x="54" y="215"/>
                  </a:cubicBezTo>
                  <a:cubicBezTo>
                    <a:pt x="69" y="214"/>
                    <a:pt x="79" y="200"/>
                    <a:pt x="77" y="187"/>
                  </a:cubicBezTo>
                  <a:lnTo>
                    <a:pt x="54" y="22"/>
                  </a:lnTo>
                  <a:cubicBezTo>
                    <a:pt x="53" y="10"/>
                    <a:pt x="43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6000400" y="3120325"/>
              <a:ext cx="2450" cy="28175"/>
            </a:xfrm>
            <a:custGeom>
              <a:avLst/>
              <a:gdLst/>
              <a:ahLst/>
              <a:cxnLst/>
              <a:rect l="l" t="t" r="r" b="b"/>
              <a:pathLst>
                <a:path w="98" h="1127" extrusionOk="0">
                  <a:moveTo>
                    <a:pt x="37" y="1"/>
                  </a:moveTo>
                  <a:cubicBezTo>
                    <a:pt x="24" y="1"/>
                    <a:pt x="13" y="12"/>
                    <a:pt x="12" y="25"/>
                  </a:cubicBezTo>
                  <a:cubicBezTo>
                    <a:pt x="1" y="384"/>
                    <a:pt x="12" y="746"/>
                    <a:pt x="45" y="1104"/>
                  </a:cubicBezTo>
                  <a:cubicBezTo>
                    <a:pt x="47" y="1117"/>
                    <a:pt x="57" y="1127"/>
                    <a:pt x="71" y="1127"/>
                  </a:cubicBezTo>
                  <a:lnTo>
                    <a:pt x="74" y="1127"/>
                  </a:lnTo>
                  <a:cubicBezTo>
                    <a:pt x="88" y="1125"/>
                    <a:pt x="98" y="1113"/>
                    <a:pt x="96" y="1098"/>
                  </a:cubicBezTo>
                  <a:cubicBezTo>
                    <a:pt x="63" y="743"/>
                    <a:pt x="52" y="383"/>
                    <a:pt x="64" y="28"/>
                  </a:cubicBezTo>
                  <a:cubicBezTo>
                    <a:pt x="64" y="13"/>
                    <a:pt x="53" y="1"/>
                    <a:pt x="39" y="1"/>
                  </a:cubicBezTo>
                  <a:cubicBezTo>
                    <a:pt x="38" y="1"/>
                    <a:pt x="37" y="1"/>
                    <a:pt x="3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6009150" y="3124125"/>
              <a:ext cx="5050" cy="25700"/>
            </a:xfrm>
            <a:custGeom>
              <a:avLst/>
              <a:gdLst/>
              <a:ahLst/>
              <a:cxnLst/>
              <a:rect l="l" t="t" r="r" b="b"/>
              <a:pathLst>
                <a:path w="202" h="1028" extrusionOk="0">
                  <a:moveTo>
                    <a:pt x="26" y="1"/>
                  </a:moveTo>
                  <a:cubicBezTo>
                    <a:pt x="11" y="2"/>
                    <a:pt x="1" y="14"/>
                    <a:pt x="2" y="28"/>
                  </a:cubicBezTo>
                  <a:cubicBezTo>
                    <a:pt x="20" y="357"/>
                    <a:pt x="69" y="687"/>
                    <a:pt x="147" y="1008"/>
                  </a:cubicBezTo>
                  <a:cubicBezTo>
                    <a:pt x="150" y="1019"/>
                    <a:pt x="161" y="1027"/>
                    <a:pt x="172" y="1027"/>
                  </a:cubicBezTo>
                  <a:lnTo>
                    <a:pt x="178" y="1027"/>
                  </a:lnTo>
                  <a:cubicBezTo>
                    <a:pt x="192" y="1023"/>
                    <a:pt x="201" y="1010"/>
                    <a:pt x="197" y="996"/>
                  </a:cubicBezTo>
                  <a:cubicBezTo>
                    <a:pt x="120" y="677"/>
                    <a:pt x="72" y="352"/>
                    <a:pt x="53" y="25"/>
                  </a:cubicBezTo>
                  <a:cubicBezTo>
                    <a:pt x="52" y="11"/>
                    <a:pt x="4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975275" y="3187400"/>
              <a:ext cx="19575" cy="35000"/>
            </a:xfrm>
            <a:custGeom>
              <a:avLst/>
              <a:gdLst/>
              <a:ahLst/>
              <a:cxnLst/>
              <a:rect l="l" t="t" r="r" b="b"/>
              <a:pathLst>
                <a:path w="783" h="1400" extrusionOk="0">
                  <a:moveTo>
                    <a:pt x="29" y="0"/>
                  </a:moveTo>
                  <a:cubicBezTo>
                    <a:pt x="26" y="0"/>
                    <a:pt x="24" y="1"/>
                    <a:pt x="21" y="2"/>
                  </a:cubicBezTo>
                  <a:cubicBezTo>
                    <a:pt x="8" y="7"/>
                    <a:pt x="1" y="22"/>
                    <a:pt x="6" y="35"/>
                  </a:cubicBezTo>
                  <a:cubicBezTo>
                    <a:pt x="187" y="517"/>
                    <a:pt x="431" y="972"/>
                    <a:pt x="733" y="1389"/>
                  </a:cubicBezTo>
                  <a:cubicBezTo>
                    <a:pt x="738" y="1395"/>
                    <a:pt x="745" y="1399"/>
                    <a:pt x="753" y="1399"/>
                  </a:cubicBezTo>
                  <a:lnTo>
                    <a:pt x="754" y="1399"/>
                  </a:lnTo>
                  <a:cubicBezTo>
                    <a:pt x="758" y="1399"/>
                    <a:pt x="764" y="1397"/>
                    <a:pt x="769" y="1394"/>
                  </a:cubicBezTo>
                  <a:cubicBezTo>
                    <a:pt x="780" y="1386"/>
                    <a:pt x="783" y="1370"/>
                    <a:pt x="775" y="1358"/>
                  </a:cubicBezTo>
                  <a:cubicBezTo>
                    <a:pt x="476" y="945"/>
                    <a:pt x="234" y="494"/>
                    <a:pt x="55" y="18"/>
                  </a:cubicBezTo>
                  <a:cubicBezTo>
                    <a:pt x="50" y="7"/>
                    <a:pt x="39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84100" y="3194475"/>
              <a:ext cx="12200" cy="21600"/>
            </a:xfrm>
            <a:custGeom>
              <a:avLst/>
              <a:gdLst/>
              <a:ahLst/>
              <a:cxnLst/>
              <a:rect l="l" t="t" r="r" b="b"/>
              <a:pathLst>
                <a:path w="488" h="864" extrusionOk="0">
                  <a:moveTo>
                    <a:pt x="29" y="1"/>
                  </a:moveTo>
                  <a:cubicBezTo>
                    <a:pt x="26" y="1"/>
                    <a:pt x="22" y="1"/>
                    <a:pt x="19" y="2"/>
                  </a:cubicBezTo>
                  <a:cubicBezTo>
                    <a:pt x="6" y="9"/>
                    <a:pt x="0" y="24"/>
                    <a:pt x="6" y="37"/>
                  </a:cubicBezTo>
                  <a:cubicBezTo>
                    <a:pt x="128" y="317"/>
                    <a:pt x="272" y="592"/>
                    <a:pt x="436" y="851"/>
                  </a:cubicBezTo>
                  <a:cubicBezTo>
                    <a:pt x="440" y="859"/>
                    <a:pt x="450" y="863"/>
                    <a:pt x="458" y="863"/>
                  </a:cubicBezTo>
                  <a:cubicBezTo>
                    <a:pt x="462" y="863"/>
                    <a:pt x="467" y="862"/>
                    <a:pt x="471" y="859"/>
                  </a:cubicBezTo>
                  <a:cubicBezTo>
                    <a:pt x="483" y="851"/>
                    <a:pt x="487" y="837"/>
                    <a:pt x="479" y="824"/>
                  </a:cubicBezTo>
                  <a:cubicBezTo>
                    <a:pt x="318" y="566"/>
                    <a:pt x="174" y="296"/>
                    <a:pt x="53" y="16"/>
                  </a:cubicBezTo>
                  <a:cubicBezTo>
                    <a:pt x="49" y="7"/>
                    <a:pt x="39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977700" y="3177850"/>
              <a:ext cx="4375" cy="9575"/>
            </a:xfrm>
            <a:custGeom>
              <a:avLst/>
              <a:gdLst/>
              <a:ahLst/>
              <a:cxnLst/>
              <a:rect l="l" t="t" r="r" b="b"/>
              <a:pathLst>
                <a:path w="175" h="383" extrusionOk="0">
                  <a:moveTo>
                    <a:pt x="29" y="0"/>
                  </a:moveTo>
                  <a:cubicBezTo>
                    <a:pt x="26" y="0"/>
                    <a:pt x="24" y="1"/>
                    <a:pt x="21" y="2"/>
                  </a:cubicBezTo>
                  <a:cubicBezTo>
                    <a:pt x="8" y="7"/>
                    <a:pt x="1" y="22"/>
                    <a:pt x="5" y="35"/>
                  </a:cubicBezTo>
                  <a:lnTo>
                    <a:pt x="121" y="365"/>
                  </a:lnTo>
                  <a:cubicBezTo>
                    <a:pt x="125" y="376"/>
                    <a:pt x="135" y="382"/>
                    <a:pt x="146" y="382"/>
                  </a:cubicBezTo>
                  <a:cubicBezTo>
                    <a:pt x="149" y="382"/>
                    <a:pt x="152" y="382"/>
                    <a:pt x="154" y="381"/>
                  </a:cubicBezTo>
                  <a:cubicBezTo>
                    <a:pt x="168" y="377"/>
                    <a:pt x="174" y="362"/>
                    <a:pt x="170" y="349"/>
                  </a:cubicBezTo>
                  <a:lnTo>
                    <a:pt x="53" y="18"/>
                  </a:lnTo>
                  <a:cubicBezTo>
                    <a:pt x="50" y="7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979950" y="3143975"/>
              <a:ext cx="6775" cy="28300"/>
            </a:xfrm>
            <a:custGeom>
              <a:avLst/>
              <a:gdLst/>
              <a:ahLst/>
              <a:cxnLst/>
              <a:rect l="l" t="t" r="r" b="b"/>
              <a:pathLst>
                <a:path w="271" h="1132" extrusionOk="0">
                  <a:moveTo>
                    <a:pt x="31" y="0"/>
                  </a:moveTo>
                  <a:cubicBezTo>
                    <a:pt x="30" y="0"/>
                    <a:pt x="28" y="0"/>
                    <a:pt x="27" y="0"/>
                  </a:cubicBezTo>
                  <a:cubicBezTo>
                    <a:pt x="12" y="2"/>
                    <a:pt x="1" y="14"/>
                    <a:pt x="2" y="29"/>
                  </a:cubicBezTo>
                  <a:cubicBezTo>
                    <a:pt x="27" y="397"/>
                    <a:pt x="99" y="763"/>
                    <a:pt x="216" y="1113"/>
                  </a:cubicBezTo>
                  <a:cubicBezTo>
                    <a:pt x="220" y="1125"/>
                    <a:pt x="231" y="1132"/>
                    <a:pt x="242" y="1132"/>
                  </a:cubicBezTo>
                  <a:lnTo>
                    <a:pt x="242" y="1131"/>
                  </a:lnTo>
                  <a:cubicBezTo>
                    <a:pt x="244" y="1131"/>
                    <a:pt x="247" y="1131"/>
                    <a:pt x="250" y="1129"/>
                  </a:cubicBezTo>
                  <a:cubicBezTo>
                    <a:pt x="263" y="1125"/>
                    <a:pt x="270" y="1110"/>
                    <a:pt x="266" y="1097"/>
                  </a:cubicBezTo>
                  <a:cubicBezTo>
                    <a:pt x="149" y="750"/>
                    <a:pt x="78" y="389"/>
                    <a:pt x="53" y="25"/>
                  </a:cubicBezTo>
                  <a:cubicBezTo>
                    <a:pt x="53" y="11"/>
                    <a:pt x="4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986225" y="3175375"/>
              <a:ext cx="3750" cy="7375"/>
            </a:xfrm>
            <a:custGeom>
              <a:avLst/>
              <a:gdLst/>
              <a:ahLst/>
              <a:cxnLst/>
              <a:rect l="l" t="t" r="r" b="b"/>
              <a:pathLst>
                <a:path w="150" h="295" extrusionOk="0">
                  <a:moveTo>
                    <a:pt x="30" y="0"/>
                  </a:moveTo>
                  <a:cubicBezTo>
                    <a:pt x="27" y="0"/>
                    <a:pt x="24" y="1"/>
                    <a:pt x="20" y="2"/>
                  </a:cubicBezTo>
                  <a:cubicBezTo>
                    <a:pt x="7" y="8"/>
                    <a:pt x="0" y="23"/>
                    <a:pt x="6" y="36"/>
                  </a:cubicBezTo>
                  <a:lnTo>
                    <a:pt x="96" y="277"/>
                  </a:lnTo>
                  <a:cubicBezTo>
                    <a:pt x="100" y="288"/>
                    <a:pt x="111" y="294"/>
                    <a:pt x="120" y="294"/>
                  </a:cubicBezTo>
                  <a:lnTo>
                    <a:pt x="121" y="294"/>
                  </a:lnTo>
                  <a:cubicBezTo>
                    <a:pt x="124" y="294"/>
                    <a:pt x="127" y="293"/>
                    <a:pt x="129" y="292"/>
                  </a:cubicBezTo>
                  <a:cubicBezTo>
                    <a:pt x="143" y="288"/>
                    <a:pt x="150" y="271"/>
                    <a:pt x="145" y="259"/>
                  </a:cubicBezTo>
                  <a:lnTo>
                    <a:pt x="54" y="17"/>
                  </a:lnTo>
                  <a:cubicBezTo>
                    <a:pt x="50" y="7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999100" y="3192725"/>
              <a:ext cx="17100" cy="11150"/>
            </a:xfrm>
            <a:custGeom>
              <a:avLst/>
              <a:gdLst/>
              <a:ahLst/>
              <a:cxnLst/>
              <a:rect l="l" t="t" r="r" b="b"/>
              <a:pathLst>
                <a:path w="684" h="446" extrusionOk="0">
                  <a:moveTo>
                    <a:pt x="654" y="0"/>
                  </a:moveTo>
                  <a:cubicBezTo>
                    <a:pt x="649" y="0"/>
                    <a:pt x="643" y="2"/>
                    <a:pt x="638" y="7"/>
                  </a:cubicBezTo>
                  <a:cubicBezTo>
                    <a:pt x="447" y="159"/>
                    <a:pt x="239" y="290"/>
                    <a:pt x="18" y="395"/>
                  </a:cubicBezTo>
                  <a:cubicBezTo>
                    <a:pt x="6" y="402"/>
                    <a:pt x="0" y="417"/>
                    <a:pt x="6" y="430"/>
                  </a:cubicBezTo>
                  <a:cubicBezTo>
                    <a:pt x="11" y="440"/>
                    <a:pt x="21" y="445"/>
                    <a:pt x="30" y="445"/>
                  </a:cubicBezTo>
                  <a:cubicBezTo>
                    <a:pt x="34" y="445"/>
                    <a:pt x="37" y="444"/>
                    <a:pt x="41" y="442"/>
                  </a:cubicBezTo>
                  <a:cubicBezTo>
                    <a:pt x="264" y="335"/>
                    <a:pt x="477" y="202"/>
                    <a:pt x="670" y="47"/>
                  </a:cubicBezTo>
                  <a:cubicBezTo>
                    <a:pt x="681" y="37"/>
                    <a:pt x="684" y="21"/>
                    <a:pt x="674" y="11"/>
                  </a:cubicBezTo>
                  <a:cubicBezTo>
                    <a:pt x="669" y="4"/>
                    <a:pt x="662" y="0"/>
                    <a:pt x="65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6018675" y="3187375"/>
              <a:ext cx="3750" cy="3400"/>
            </a:xfrm>
            <a:custGeom>
              <a:avLst/>
              <a:gdLst/>
              <a:ahLst/>
              <a:cxnLst/>
              <a:rect l="l" t="t" r="r" b="b"/>
              <a:pathLst>
                <a:path w="150" h="136" extrusionOk="0">
                  <a:moveTo>
                    <a:pt x="120" y="1"/>
                  </a:moveTo>
                  <a:cubicBezTo>
                    <a:pt x="114" y="1"/>
                    <a:pt x="108" y="3"/>
                    <a:pt x="103" y="8"/>
                  </a:cubicBezTo>
                  <a:lnTo>
                    <a:pt x="11" y="91"/>
                  </a:lnTo>
                  <a:cubicBezTo>
                    <a:pt x="2" y="101"/>
                    <a:pt x="0" y="117"/>
                    <a:pt x="10" y="128"/>
                  </a:cubicBezTo>
                  <a:cubicBezTo>
                    <a:pt x="15" y="133"/>
                    <a:pt x="22" y="136"/>
                    <a:pt x="30" y="136"/>
                  </a:cubicBezTo>
                  <a:cubicBezTo>
                    <a:pt x="35" y="136"/>
                    <a:pt x="42" y="134"/>
                    <a:pt x="48" y="129"/>
                  </a:cubicBezTo>
                  <a:lnTo>
                    <a:pt x="138" y="46"/>
                  </a:lnTo>
                  <a:cubicBezTo>
                    <a:pt x="148" y="36"/>
                    <a:pt x="150" y="19"/>
                    <a:pt x="139" y="9"/>
                  </a:cubicBezTo>
                  <a:cubicBezTo>
                    <a:pt x="134" y="4"/>
                    <a:pt x="127" y="1"/>
                    <a:pt x="12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6002050" y="3173275"/>
              <a:ext cx="23975" cy="19225"/>
            </a:xfrm>
            <a:custGeom>
              <a:avLst/>
              <a:gdLst/>
              <a:ahLst/>
              <a:cxnLst/>
              <a:rect l="l" t="t" r="r" b="b"/>
              <a:pathLst>
                <a:path w="959" h="769" extrusionOk="0">
                  <a:moveTo>
                    <a:pt x="929" y="1"/>
                  </a:moveTo>
                  <a:cubicBezTo>
                    <a:pt x="922" y="1"/>
                    <a:pt x="915" y="4"/>
                    <a:pt x="910" y="10"/>
                  </a:cubicBezTo>
                  <a:cubicBezTo>
                    <a:pt x="663" y="298"/>
                    <a:pt x="355" y="544"/>
                    <a:pt x="18" y="719"/>
                  </a:cubicBezTo>
                  <a:cubicBezTo>
                    <a:pt x="5" y="725"/>
                    <a:pt x="1" y="742"/>
                    <a:pt x="6" y="754"/>
                  </a:cubicBezTo>
                  <a:cubicBezTo>
                    <a:pt x="11" y="763"/>
                    <a:pt x="21" y="768"/>
                    <a:pt x="30" y="768"/>
                  </a:cubicBezTo>
                  <a:lnTo>
                    <a:pt x="30" y="768"/>
                  </a:lnTo>
                  <a:cubicBezTo>
                    <a:pt x="34" y="768"/>
                    <a:pt x="37" y="767"/>
                    <a:pt x="41" y="766"/>
                  </a:cubicBezTo>
                  <a:cubicBezTo>
                    <a:pt x="384" y="587"/>
                    <a:pt x="698" y="337"/>
                    <a:pt x="949" y="43"/>
                  </a:cubicBezTo>
                  <a:cubicBezTo>
                    <a:pt x="959" y="33"/>
                    <a:pt x="957" y="16"/>
                    <a:pt x="947" y="7"/>
                  </a:cubicBezTo>
                  <a:cubicBezTo>
                    <a:pt x="942" y="3"/>
                    <a:pt x="936" y="1"/>
                    <a:pt x="929" y="1"/>
                  </a:cubicBezTo>
                  <a:close/>
                  <a:moveTo>
                    <a:pt x="30" y="768"/>
                  </a:moveTo>
                  <a:cubicBezTo>
                    <a:pt x="30" y="768"/>
                    <a:pt x="29" y="768"/>
                    <a:pt x="29" y="768"/>
                  </a:cubicBezTo>
                  <a:lnTo>
                    <a:pt x="30" y="768"/>
                  </a:lnTo>
                  <a:cubicBezTo>
                    <a:pt x="30" y="768"/>
                    <a:pt x="30" y="768"/>
                    <a:pt x="30" y="768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6017350" y="3149950"/>
              <a:ext cx="19000" cy="18725"/>
            </a:xfrm>
            <a:custGeom>
              <a:avLst/>
              <a:gdLst/>
              <a:ahLst/>
              <a:cxnLst/>
              <a:rect l="l" t="t" r="r" b="b"/>
              <a:pathLst>
                <a:path w="760" h="749" extrusionOk="0">
                  <a:moveTo>
                    <a:pt x="731" y="0"/>
                  </a:moveTo>
                  <a:cubicBezTo>
                    <a:pt x="723" y="0"/>
                    <a:pt x="715" y="4"/>
                    <a:pt x="710" y="12"/>
                  </a:cubicBezTo>
                  <a:cubicBezTo>
                    <a:pt x="522" y="282"/>
                    <a:pt x="288" y="515"/>
                    <a:pt x="16" y="702"/>
                  </a:cubicBezTo>
                  <a:cubicBezTo>
                    <a:pt x="4" y="710"/>
                    <a:pt x="1" y="726"/>
                    <a:pt x="9" y="738"/>
                  </a:cubicBezTo>
                  <a:cubicBezTo>
                    <a:pt x="13" y="745"/>
                    <a:pt x="21" y="749"/>
                    <a:pt x="29" y="749"/>
                  </a:cubicBezTo>
                  <a:cubicBezTo>
                    <a:pt x="35" y="749"/>
                    <a:pt x="40" y="748"/>
                    <a:pt x="44" y="745"/>
                  </a:cubicBezTo>
                  <a:cubicBezTo>
                    <a:pt x="322" y="554"/>
                    <a:pt x="559" y="317"/>
                    <a:pt x="752" y="41"/>
                  </a:cubicBezTo>
                  <a:cubicBezTo>
                    <a:pt x="760" y="29"/>
                    <a:pt x="757" y="13"/>
                    <a:pt x="745" y="5"/>
                  </a:cubicBezTo>
                  <a:cubicBezTo>
                    <a:pt x="741" y="2"/>
                    <a:pt x="736" y="0"/>
                    <a:pt x="7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6023175" y="3138825"/>
              <a:ext cx="11875" cy="13550"/>
            </a:xfrm>
            <a:custGeom>
              <a:avLst/>
              <a:gdLst/>
              <a:ahLst/>
              <a:cxnLst/>
              <a:rect l="l" t="t" r="r" b="b"/>
              <a:pathLst>
                <a:path w="475" h="542" extrusionOk="0">
                  <a:moveTo>
                    <a:pt x="445" y="1"/>
                  </a:moveTo>
                  <a:cubicBezTo>
                    <a:pt x="436" y="1"/>
                    <a:pt x="428" y="5"/>
                    <a:pt x="423" y="14"/>
                  </a:cubicBezTo>
                  <a:cubicBezTo>
                    <a:pt x="314" y="197"/>
                    <a:pt x="177" y="358"/>
                    <a:pt x="14" y="496"/>
                  </a:cubicBezTo>
                  <a:cubicBezTo>
                    <a:pt x="2" y="504"/>
                    <a:pt x="1" y="521"/>
                    <a:pt x="10" y="532"/>
                  </a:cubicBezTo>
                  <a:cubicBezTo>
                    <a:pt x="16" y="537"/>
                    <a:pt x="22" y="541"/>
                    <a:pt x="30" y="541"/>
                  </a:cubicBezTo>
                  <a:cubicBezTo>
                    <a:pt x="36" y="541"/>
                    <a:pt x="42" y="539"/>
                    <a:pt x="46" y="535"/>
                  </a:cubicBezTo>
                  <a:cubicBezTo>
                    <a:pt x="215" y="395"/>
                    <a:pt x="356" y="228"/>
                    <a:pt x="468" y="40"/>
                  </a:cubicBezTo>
                  <a:cubicBezTo>
                    <a:pt x="474" y="28"/>
                    <a:pt x="470" y="11"/>
                    <a:pt x="458" y="5"/>
                  </a:cubicBezTo>
                  <a:cubicBezTo>
                    <a:pt x="454" y="2"/>
                    <a:pt x="449" y="1"/>
                    <a:pt x="44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6015350" y="3154675"/>
              <a:ext cx="5300" cy="5000"/>
            </a:xfrm>
            <a:custGeom>
              <a:avLst/>
              <a:gdLst/>
              <a:ahLst/>
              <a:cxnLst/>
              <a:rect l="l" t="t" r="r" b="b"/>
              <a:pathLst>
                <a:path w="212" h="200" extrusionOk="0">
                  <a:moveTo>
                    <a:pt x="183" y="1"/>
                  </a:moveTo>
                  <a:cubicBezTo>
                    <a:pt x="176" y="1"/>
                    <a:pt x="170" y="3"/>
                    <a:pt x="166" y="8"/>
                  </a:cubicBezTo>
                  <a:lnTo>
                    <a:pt x="11" y="154"/>
                  </a:lnTo>
                  <a:cubicBezTo>
                    <a:pt x="0" y="164"/>
                    <a:pt x="0" y="181"/>
                    <a:pt x="10" y="191"/>
                  </a:cubicBezTo>
                  <a:cubicBezTo>
                    <a:pt x="15" y="197"/>
                    <a:pt x="22" y="199"/>
                    <a:pt x="28" y="199"/>
                  </a:cubicBezTo>
                  <a:cubicBezTo>
                    <a:pt x="35" y="199"/>
                    <a:pt x="42" y="197"/>
                    <a:pt x="46" y="191"/>
                  </a:cubicBezTo>
                  <a:lnTo>
                    <a:pt x="201" y="46"/>
                  </a:lnTo>
                  <a:cubicBezTo>
                    <a:pt x="211" y="35"/>
                    <a:pt x="211" y="19"/>
                    <a:pt x="202" y="8"/>
                  </a:cubicBezTo>
                  <a:cubicBezTo>
                    <a:pt x="196" y="3"/>
                    <a:pt x="189" y="1"/>
                    <a:pt x="18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6021025" y="3127500"/>
              <a:ext cx="12575" cy="15550"/>
            </a:xfrm>
            <a:custGeom>
              <a:avLst/>
              <a:gdLst/>
              <a:ahLst/>
              <a:cxnLst/>
              <a:rect l="l" t="t" r="r" b="b"/>
              <a:pathLst>
                <a:path w="503" h="622" extrusionOk="0">
                  <a:moveTo>
                    <a:pt x="474" y="0"/>
                  </a:moveTo>
                  <a:cubicBezTo>
                    <a:pt x="465" y="0"/>
                    <a:pt x="456" y="5"/>
                    <a:pt x="451" y="12"/>
                  </a:cubicBezTo>
                  <a:cubicBezTo>
                    <a:pt x="325" y="215"/>
                    <a:pt x="177" y="407"/>
                    <a:pt x="10" y="579"/>
                  </a:cubicBezTo>
                  <a:cubicBezTo>
                    <a:pt x="1" y="588"/>
                    <a:pt x="1" y="604"/>
                    <a:pt x="11" y="615"/>
                  </a:cubicBezTo>
                  <a:cubicBezTo>
                    <a:pt x="17" y="620"/>
                    <a:pt x="22" y="622"/>
                    <a:pt x="29" y="622"/>
                  </a:cubicBezTo>
                  <a:cubicBezTo>
                    <a:pt x="36" y="622"/>
                    <a:pt x="42" y="619"/>
                    <a:pt x="48" y="614"/>
                  </a:cubicBezTo>
                  <a:cubicBezTo>
                    <a:pt x="217" y="440"/>
                    <a:pt x="368" y="246"/>
                    <a:pt x="496" y="39"/>
                  </a:cubicBezTo>
                  <a:cubicBezTo>
                    <a:pt x="502" y="27"/>
                    <a:pt x="500" y="12"/>
                    <a:pt x="488" y="4"/>
                  </a:cubicBezTo>
                  <a:cubicBezTo>
                    <a:pt x="483" y="1"/>
                    <a:pt x="479" y="0"/>
                    <a:pt x="47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987975" y="3234350"/>
              <a:ext cx="21575" cy="9025"/>
            </a:xfrm>
            <a:custGeom>
              <a:avLst/>
              <a:gdLst/>
              <a:ahLst/>
              <a:cxnLst/>
              <a:rect l="l" t="t" r="r" b="b"/>
              <a:pathLst>
                <a:path w="863" h="361" extrusionOk="0">
                  <a:moveTo>
                    <a:pt x="833" y="1"/>
                  </a:moveTo>
                  <a:cubicBezTo>
                    <a:pt x="829" y="1"/>
                    <a:pt x="824" y="2"/>
                    <a:pt x="819" y="4"/>
                  </a:cubicBezTo>
                  <a:cubicBezTo>
                    <a:pt x="579" y="156"/>
                    <a:pt x="304" y="261"/>
                    <a:pt x="24" y="310"/>
                  </a:cubicBezTo>
                  <a:cubicBezTo>
                    <a:pt x="10" y="311"/>
                    <a:pt x="0" y="325"/>
                    <a:pt x="3" y="339"/>
                  </a:cubicBezTo>
                  <a:cubicBezTo>
                    <a:pt x="6" y="351"/>
                    <a:pt x="16" y="361"/>
                    <a:pt x="28" y="361"/>
                  </a:cubicBezTo>
                  <a:lnTo>
                    <a:pt x="32" y="361"/>
                  </a:lnTo>
                  <a:cubicBezTo>
                    <a:pt x="319" y="311"/>
                    <a:pt x="600" y="203"/>
                    <a:pt x="846" y="49"/>
                  </a:cubicBezTo>
                  <a:cubicBezTo>
                    <a:pt x="858" y="41"/>
                    <a:pt x="863" y="25"/>
                    <a:pt x="854" y="12"/>
                  </a:cubicBezTo>
                  <a:cubicBezTo>
                    <a:pt x="850" y="5"/>
                    <a:pt x="842" y="1"/>
                    <a:pt x="83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6011300" y="3222725"/>
              <a:ext cx="13150" cy="10275"/>
            </a:xfrm>
            <a:custGeom>
              <a:avLst/>
              <a:gdLst/>
              <a:ahLst/>
              <a:cxnLst/>
              <a:rect l="l" t="t" r="r" b="b"/>
              <a:pathLst>
                <a:path w="526" h="411" extrusionOk="0">
                  <a:moveTo>
                    <a:pt x="496" y="0"/>
                  </a:moveTo>
                  <a:cubicBezTo>
                    <a:pt x="491" y="0"/>
                    <a:pt x="485" y="2"/>
                    <a:pt x="480" y="7"/>
                  </a:cubicBezTo>
                  <a:cubicBezTo>
                    <a:pt x="334" y="136"/>
                    <a:pt x="178" y="255"/>
                    <a:pt x="16" y="362"/>
                  </a:cubicBezTo>
                  <a:cubicBezTo>
                    <a:pt x="3" y="370"/>
                    <a:pt x="1" y="386"/>
                    <a:pt x="9" y="398"/>
                  </a:cubicBezTo>
                  <a:cubicBezTo>
                    <a:pt x="13" y="406"/>
                    <a:pt x="22" y="410"/>
                    <a:pt x="30" y="410"/>
                  </a:cubicBezTo>
                  <a:cubicBezTo>
                    <a:pt x="34" y="410"/>
                    <a:pt x="40" y="409"/>
                    <a:pt x="44" y="406"/>
                  </a:cubicBezTo>
                  <a:cubicBezTo>
                    <a:pt x="209" y="297"/>
                    <a:pt x="367" y="176"/>
                    <a:pt x="515" y="46"/>
                  </a:cubicBezTo>
                  <a:cubicBezTo>
                    <a:pt x="525" y="36"/>
                    <a:pt x="525" y="20"/>
                    <a:pt x="516" y="9"/>
                  </a:cubicBezTo>
                  <a:cubicBezTo>
                    <a:pt x="511" y="3"/>
                    <a:pt x="504" y="0"/>
                    <a:pt x="49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6004275" y="3207725"/>
              <a:ext cx="25825" cy="20700"/>
            </a:xfrm>
            <a:custGeom>
              <a:avLst/>
              <a:gdLst/>
              <a:ahLst/>
              <a:cxnLst/>
              <a:rect l="l" t="t" r="r" b="b"/>
              <a:pathLst>
                <a:path w="1033" h="828" extrusionOk="0">
                  <a:moveTo>
                    <a:pt x="1004" y="0"/>
                  </a:moveTo>
                  <a:cubicBezTo>
                    <a:pt x="996" y="0"/>
                    <a:pt x="989" y="3"/>
                    <a:pt x="984" y="9"/>
                  </a:cubicBezTo>
                  <a:cubicBezTo>
                    <a:pt x="716" y="321"/>
                    <a:pt x="383" y="588"/>
                    <a:pt x="18" y="779"/>
                  </a:cubicBezTo>
                  <a:cubicBezTo>
                    <a:pt x="5" y="786"/>
                    <a:pt x="1" y="802"/>
                    <a:pt x="7" y="814"/>
                  </a:cubicBezTo>
                  <a:cubicBezTo>
                    <a:pt x="11" y="823"/>
                    <a:pt x="21" y="827"/>
                    <a:pt x="30" y="827"/>
                  </a:cubicBezTo>
                  <a:cubicBezTo>
                    <a:pt x="34" y="827"/>
                    <a:pt x="38" y="827"/>
                    <a:pt x="42" y="825"/>
                  </a:cubicBezTo>
                  <a:cubicBezTo>
                    <a:pt x="412" y="631"/>
                    <a:pt x="751" y="360"/>
                    <a:pt x="1023" y="43"/>
                  </a:cubicBezTo>
                  <a:cubicBezTo>
                    <a:pt x="1032" y="32"/>
                    <a:pt x="1031" y="16"/>
                    <a:pt x="1020" y="7"/>
                  </a:cubicBezTo>
                  <a:cubicBezTo>
                    <a:pt x="1016" y="2"/>
                    <a:pt x="1010" y="0"/>
                    <a:pt x="100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6019575" y="3199975"/>
              <a:ext cx="14100" cy="11525"/>
            </a:xfrm>
            <a:custGeom>
              <a:avLst/>
              <a:gdLst/>
              <a:ahLst/>
              <a:cxnLst/>
              <a:rect l="l" t="t" r="r" b="b"/>
              <a:pathLst>
                <a:path w="564" h="461" extrusionOk="0">
                  <a:moveTo>
                    <a:pt x="534" y="1"/>
                  </a:moveTo>
                  <a:cubicBezTo>
                    <a:pt x="528" y="1"/>
                    <a:pt x="522" y="3"/>
                    <a:pt x="517" y="8"/>
                  </a:cubicBezTo>
                  <a:cubicBezTo>
                    <a:pt x="364" y="159"/>
                    <a:pt x="194" y="295"/>
                    <a:pt x="16" y="412"/>
                  </a:cubicBezTo>
                  <a:cubicBezTo>
                    <a:pt x="3" y="420"/>
                    <a:pt x="1" y="436"/>
                    <a:pt x="9" y="448"/>
                  </a:cubicBezTo>
                  <a:cubicBezTo>
                    <a:pt x="14" y="456"/>
                    <a:pt x="22" y="461"/>
                    <a:pt x="30" y="461"/>
                  </a:cubicBezTo>
                  <a:cubicBezTo>
                    <a:pt x="36" y="461"/>
                    <a:pt x="40" y="459"/>
                    <a:pt x="45" y="455"/>
                  </a:cubicBezTo>
                  <a:cubicBezTo>
                    <a:pt x="227" y="335"/>
                    <a:pt x="398" y="198"/>
                    <a:pt x="554" y="46"/>
                  </a:cubicBezTo>
                  <a:cubicBezTo>
                    <a:pt x="563" y="35"/>
                    <a:pt x="563" y="19"/>
                    <a:pt x="554" y="8"/>
                  </a:cubicBezTo>
                  <a:cubicBezTo>
                    <a:pt x="548" y="4"/>
                    <a:pt x="541" y="1"/>
                    <a:pt x="53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995200" y="3229000"/>
              <a:ext cx="5025" cy="2825"/>
            </a:xfrm>
            <a:custGeom>
              <a:avLst/>
              <a:gdLst/>
              <a:ahLst/>
              <a:cxnLst/>
              <a:rect l="l" t="t" r="r" b="b"/>
              <a:pathLst>
                <a:path w="201" h="113" extrusionOk="0">
                  <a:moveTo>
                    <a:pt x="173" y="1"/>
                  </a:moveTo>
                  <a:cubicBezTo>
                    <a:pt x="167" y="1"/>
                    <a:pt x="161" y="2"/>
                    <a:pt x="156" y="6"/>
                  </a:cubicBezTo>
                  <a:cubicBezTo>
                    <a:pt x="117" y="34"/>
                    <a:pt x="72" y="53"/>
                    <a:pt x="23" y="61"/>
                  </a:cubicBezTo>
                  <a:cubicBezTo>
                    <a:pt x="10" y="62"/>
                    <a:pt x="0" y="76"/>
                    <a:pt x="2" y="91"/>
                  </a:cubicBezTo>
                  <a:cubicBezTo>
                    <a:pt x="4" y="103"/>
                    <a:pt x="15" y="112"/>
                    <a:pt x="27" y="112"/>
                  </a:cubicBezTo>
                  <a:lnTo>
                    <a:pt x="31" y="112"/>
                  </a:lnTo>
                  <a:cubicBezTo>
                    <a:pt x="88" y="103"/>
                    <a:pt x="142" y="81"/>
                    <a:pt x="187" y="48"/>
                  </a:cubicBezTo>
                  <a:cubicBezTo>
                    <a:pt x="198" y="39"/>
                    <a:pt x="201" y="23"/>
                    <a:pt x="193" y="11"/>
                  </a:cubicBezTo>
                  <a:cubicBezTo>
                    <a:pt x="188" y="4"/>
                    <a:pt x="181" y="1"/>
                    <a:pt x="17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971575" y="3228150"/>
              <a:ext cx="14775" cy="23375"/>
            </a:xfrm>
            <a:custGeom>
              <a:avLst/>
              <a:gdLst/>
              <a:ahLst/>
              <a:cxnLst/>
              <a:rect l="l" t="t" r="r" b="b"/>
              <a:pathLst>
                <a:path w="591" h="935" extrusionOk="0">
                  <a:moveTo>
                    <a:pt x="32" y="1"/>
                  </a:moveTo>
                  <a:cubicBezTo>
                    <a:pt x="28" y="1"/>
                    <a:pt x="25" y="2"/>
                    <a:pt x="21" y="3"/>
                  </a:cubicBezTo>
                  <a:cubicBezTo>
                    <a:pt x="8" y="9"/>
                    <a:pt x="1" y="24"/>
                    <a:pt x="6" y="37"/>
                  </a:cubicBezTo>
                  <a:cubicBezTo>
                    <a:pt x="142" y="356"/>
                    <a:pt x="323" y="655"/>
                    <a:pt x="540" y="925"/>
                  </a:cubicBezTo>
                  <a:cubicBezTo>
                    <a:pt x="546" y="930"/>
                    <a:pt x="553" y="934"/>
                    <a:pt x="561" y="934"/>
                  </a:cubicBezTo>
                  <a:cubicBezTo>
                    <a:pt x="566" y="934"/>
                    <a:pt x="573" y="932"/>
                    <a:pt x="577" y="929"/>
                  </a:cubicBezTo>
                  <a:cubicBezTo>
                    <a:pt x="588" y="920"/>
                    <a:pt x="590" y="904"/>
                    <a:pt x="581" y="891"/>
                  </a:cubicBezTo>
                  <a:cubicBezTo>
                    <a:pt x="366" y="626"/>
                    <a:pt x="188" y="332"/>
                    <a:pt x="55" y="17"/>
                  </a:cubicBezTo>
                  <a:cubicBezTo>
                    <a:pt x="51" y="7"/>
                    <a:pt x="42" y="1"/>
                    <a:pt x="3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980900" y="3265250"/>
              <a:ext cx="7250" cy="2275"/>
            </a:xfrm>
            <a:custGeom>
              <a:avLst/>
              <a:gdLst/>
              <a:ahLst/>
              <a:cxnLst/>
              <a:rect l="l" t="t" r="r" b="b"/>
              <a:pathLst>
                <a:path w="290" h="91" extrusionOk="0">
                  <a:moveTo>
                    <a:pt x="262" y="1"/>
                  </a:moveTo>
                  <a:cubicBezTo>
                    <a:pt x="261" y="1"/>
                    <a:pt x="260" y="1"/>
                    <a:pt x="259" y="1"/>
                  </a:cubicBezTo>
                  <a:lnTo>
                    <a:pt x="24" y="40"/>
                  </a:lnTo>
                  <a:cubicBezTo>
                    <a:pt x="10" y="41"/>
                    <a:pt x="1" y="54"/>
                    <a:pt x="2" y="69"/>
                  </a:cubicBezTo>
                  <a:cubicBezTo>
                    <a:pt x="5" y="81"/>
                    <a:pt x="15" y="91"/>
                    <a:pt x="28" y="91"/>
                  </a:cubicBezTo>
                  <a:lnTo>
                    <a:pt x="32" y="91"/>
                  </a:lnTo>
                  <a:lnTo>
                    <a:pt x="267" y="52"/>
                  </a:lnTo>
                  <a:cubicBezTo>
                    <a:pt x="280" y="50"/>
                    <a:pt x="290" y="37"/>
                    <a:pt x="289" y="22"/>
                  </a:cubicBezTo>
                  <a:cubicBezTo>
                    <a:pt x="286" y="10"/>
                    <a:pt x="275" y="1"/>
                    <a:pt x="26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6063500" y="3225700"/>
              <a:ext cx="4325" cy="29525"/>
            </a:xfrm>
            <a:custGeom>
              <a:avLst/>
              <a:gdLst/>
              <a:ahLst/>
              <a:cxnLst/>
              <a:rect l="l" t="t" r="r" b="b"/>
              <a:pathLst>
                <a:path w="173" h="1181" extrusionOk="0">
                  <a:moveTo>
                    <a:pt x="145" y="0"/>
                  </a:moveTo>
                  <a:cubicBezTo>
                    <a:pt x="133" y="0"/>
                    <a:pt x="122" y="10"/>
                    <a:pt x="120" y="22"/>
                  </a:cubicBezTo>
                  <a:cubicBezTo>
                    <a:pt x="57" y="395"/>
                    <a:pt x="18" y="775"/>
                    <a:pt x="2" y="1154"/>
                  </a:cubicBezTo>
                  <a:cubicBezTo>
                    <a:pt x="1" y="1167"/>
                    <a:pt x="12" y="1179"/>
                    <a:pt x="26" y="1180"/>
                  </a:cubicBezTo>
                  <a:lnTo>
                    <a:pt x="28" y="1180"/>
                  </a:lnTo>
                  <a:cubicBezTo>
                    <a:pt x="41" y="1180"/>
                    <a:pt x="53" y="1168"/>
                    <a:pt x="53" y="1155"/>
                  </a:cubicBezTo>
                  <a:cubicBezTo>
                    <a:pt x="69" y="780"/>
                    <a:pt x="110" y="401"/>
                    <a:pt x="172" y="30"/>
                  </a:cubicBezTo>
                  <a:cubicBezTo>
                    <a:pt x="173" y="17"/>
                    <a:pt x="164" y="3"/>
                    <a:pt x="150" y="1"/>
                  </a:cubicBezTo>
                  <a:cubicBezTo>
                    <a:pt x="149" y="0"/>
                    <a:pt x="147" y="0"/>
                    <a:pt x="14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6056650" y="3236825"/>
              <a:ext cx="3125" cy="22675"/>
            </a:xfrm>
            <a:custGeom>
              <a:avLst/>
              <a:gdLst/>
              <a:ahLst/>
              <a:cxnLst/>
              <a:rect l="l" t="t" r="r" b="b"/>
              <a:pathLst>
                <a:path w="125" h="907" extrusionOk="0">
                  <a:moveTo>
                    <a:pt x="96" y="0"/>
                  </a:moveTo>
                  <a:cubicBezTo>
                    <a:pt x="83" y="0"/>
                    <a:pt x="73" y="9"/>
                    <a:pt x="70" y="21"/>
                  </a:cubicBezTo>
                  <a:cubicBezTo>
                    <a:pt x="18" y="305"/>
                    <a:pt x="0" y="594"/>
                    <a:pt x="19" y="882"/>
                  </a:cubicBezTo>
                  <a:cubicBezTo>
                    <a:pt x="19" y="896"/>
                    <a:pt x="31" y="906"/>
                    <a:pt x="45" y="906"/>
                  </a:cubicBezTo>
                  <a:lnTo>
                    <a:pt x="46" y="906"/>
                  </a:lnTo>
                  <a:cubicBezTo>
                    <a:pt x="61" y="905"/>
                    <a:pt x="72" y="893"/>
                    <a:pt x="70" y="878"/>
                  </a:cubicBezTo>
                  <a:cubicBezTo>
                    <a:pt x="51" y="596"/>
                    <a:pt x="69" y="310"/>
                    <a:pt x="121" y="32"/>
                  </a:cubicBezTo>
                  <a:cubicBezTo>
                    <a:pt x="124" y="17"/>
                    <a:pt x="115" y="4"/>
                    <a:pt x="101" y="1"/>
                  </a:cubicBezTo>
                  <a:cubicBezTo>
                    <a:pt x="99" y="1"/>
                    <a:pt x="98" y="0"/>
                    <a:pt x="9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6051375" y="3246725"/>
              <a:ext cx="2275" cy="16625"/>
            </a:xfrm>
            <a:custGeom>
              <a:avLst/>
              <a:gdLst/>
              <a:ahLst/>
              <a:cxnLst/>
              <a:rect l="l" t="t" r="r" b="b"/>
              <a:pathLst>
                <a:path w="91" h="665" extrusionOk="0">
                  <a:moveTo>
                    <a:pt x="63" y="0"/>
                  </a:moveTo>
                  <a:cubicBezTo>
                    <a:pt x="51" y="0"/>
                    <a:pt x="39" y="9"/>
                    <a:pt x="36" y="22"/>
                  </a:cubicBezTo>
                  <a:cubicBezTo>
                    <a:pt x="10" y="226"/>
                    <a:pt x="0" y="435"/>
                    <a:pt x="10" y="641"/>
                  </a:cubicBezTo>
                  <a:cubicBezTo>
                    <a:pt x="10" y="654"/>
                    <a:pt x="22" y="665"/>
                    <a:pt x="35" y="665"/>
                  </a:cubicBezTo>
                  <a:lnTo>
                    <a:pt x="36" y="665"/>
                  </a:lnTo>
                  <a:cubicBezTo>
                    <a:pt x="50" y="665"/>
                    <a:pt x="62" y="653"/>
                    <a:pt x="61" y="638"/>
                  </a:cubicBezTo>
                  <a:cubicBezTo>
                    <a:pt x="51" y="435"/>
                    <a:pt x="61" y="230"/>
                    <a:pt x="88" y="29"/>
                  </a:cubicBezTo>
                  <a:cubicBezTo>
                    <a:pt x="90" y="15"/>
                    <a:pt x="79" y="2"/>
                    <a:pt x="66" y="0"/>
                  </a:cubicBezTo>
                  <a:cubicBezTo>
                    <a:pt x="65" y="0"/>
                    <a:pt x="64" y="0"/>
                    <a:pt x="6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6067250" y="3215950"/>
              <a:ext cx="2750" cy="4625"/>
            </a:xfrm>
            <a:custGeom>
              <a:avLst/>
              <a:gdLst/>
              <a:ahLst/>
              <a:cxnLst/>
              <a:rect l="l" t="t" r="r" b="b"/>
              <a:pathLst>
                <a:path w="110" h="185" extrusionOk="0">
                  <a:moveTo>
                    <a:pt x="79" y="1"/>
                  </a:moveTo>
                  <a:cubicBezTo>
                    <a:pt x="69" y="1"/>
                    <a:pt x="59" y="8"/>
                    <a:pt x="55" y="18"/>
                  </a:cubicBezTo>
                  <a:lnTo>
                    <a:pt x="4" y="150"/>
                  </a:lnTo>
                  <a:cubicBezTo>
                    <a:pt x="0" y="163"/>
                    <a:pt x="7" y="178"/>
                    <a:pt x="19" y="183"/>
                  </a:cubicBezTo>
                  <a:cubicBezTo>
                    <a:pt x="23" y="183"/>
                    <a:pt x="26" y="185"/>
                    <a:pt x="28" y="185"/>
                  </a:cubicBezTo>
                  <a:cubicBezTo>
                    <a:pt x="39" y="185"/>
                    <a:pt x="49" y="178"/>
                    <a:pt x="53" y="169"/>
                  </a:cubicBezTo>
                  <a:lnTo>
                    <a:pt x="104" y="35"/>
                  </a:lnTo>
                  <a:cubicBezTo>
                    <a:pt x="109" y="23"/>
                    <a:pt x="102" y="7"/>
                    <a:pt x="89" y="3"/>
                  </a:cubicBezTo>
                  <a:cubicBezTo>
                    <a:pt x="86" y="1"/>
                    <a:pt x="82" y="1"/>
                    <a:pt x="7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6095825" y="3201625"/>
              <a:ext cx="5750" cy="16100"/>
            </a:xfrm>
            <a:custGeom>
              <a:avLst/>
              <a:gdLst/>
              <a:ahLst/>
              <a:cxnLst/>
              <a:rect l="l" t="t" r="r" b="b"/>
              <a:pathLst>
                <a:path w="230" h="644" extrusionOk="0">
                  <a:moveTo>
                    <a:pt x="200" y="1"/>
                  </a:moveTo>
                  <a:cubicBezTo>
                    <a:pt x="190" y="1"/>
                    <a:pt x="181" y="7"/>
                    <a:pt x="177" y="16"/>
                  </a:cubicBezTo>
                  <a:cubicBezTo>
                    <a:pt x="100" y="209"/>
                    <a:pt x="42" y="409"/>
                    <a:pt x="3" y="612"/>
                  </a:cubicBezTo>
                  <a:cubicBezTo>
                    <a:pt x="1" y="627"/>
                    <a:pt x="10" y="641"/>
                    <a:pt x="25" y="643"/>
                  </a:cubicBezTo>
                  <a:lnTo>
                    <a:pt x="29" y="643"/>
                  </a:lnTo>
                  <a:cubicBezTo>
                    <a:pt x="41" y="643"/>
                    <a:pt x="52" y="634"/>
                    <a:pt x="54" y="622"/>
                  </a:cubicBezTo>
                  <a:cubicBezTo>
                    <a:pt x="92" y="423"/>
                    <a:pt x="149" y="225"/>
                    <a:pt x="224" y="37"/>
                  </a:cubicBezTo>
                  <a:cubicBezTo>
                    <a:pt x="229" y="23"/>
                    <a:pt x="224" y="8"/>
                    <a:pt x="210" y="3"/>
                  </a:cubicBezTo>
                  <a:cubicBezTo>
                    <a:pt x="207" y="2"/>
                    <a:pt x="203" y="1"/>
                    <a:pt x="20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6093800" y="3220225"/>
              <a:ext cx="2350" cy="4900"/>
            </a:xfrm>
            <a:custGeom>
              <a:avLst/>
              <a:gdLst/>
              <a:ahLst/>
              <a:cxnLst/>
              <a:rect l="l" t="t" r="r" b="b"/>
              <a:pathLst>
                <a:path w="94" h="196" extrusionOk="0">
                  <a:moveTo>
                    <a:pt x="64" y="1"/>
                  </a:moveTo>
                  <a:cubicBezTo>
                    <a:pt x="53" y="1"/>
                    <a:pt x="43" y="9"/>
                    <a:pt x="40" y="20"/>
                  </a:cubicBezTo>
                  <a:lnTo>
                    <a:pt x="4" y="163"/>
                  </a:lnTo>
                  <a:cubicBezTo>
                    <a:pt x="1" y="177"/>
                    <a:pt x="9" y="191"/>
                    <a:pt x="22" y="195"/>
                  </a:cubicBezTo>
                  <a:lnTo>
                    <a:pt x="29" y="195"/>
                  </a:lnTo>
                  <a:cubicBezTo>
                    <a:pt x="40" y="195"/>
                    <a:pt x="51" y="189"/>
                    <a:pt x="53" y="177"/>
                  </a:cubicBezTo>
                  <a:lnTo>
                    <a:pt x="90" y="34"/>
                  </a:lnTo>
                  <a:cubicBezTo>
                    <a:pt x="94" y="19"/>
                    <a:pt x="86" y="6"/>
                    <a:pt x="71" y="2"/>
                  </a:cubicBezTo>
                  <a:cubicBezTo>
                    <a:pt x="69" y="1"/>
                    <a:pt x="67" y="1"/>
                    <a:pt x="6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6085125" y="3202100"/>
              <a:ext cx="8475" cy="29475"/>
            </a:xfrm>
            <a:custGeom>
              <a:avLst/>
              <a:gdLst/>
              <a:ahLst/>
              <a:cxnLst/>
              <a:rect l="l" t="t" r="r" b="b"/>
              <a:pathLst>
                <a:path w="339" h="1179" extrusionOk="0">
                  <a:moveTo>
                    <a:pt x="310" y="0"/>
                  </a:moveTo>
                  <a:cubicBezTo>
                    <a:pt x="299" y="0"/>
                    <a:pt x="289" y="7"/>
                    <a:pt x="285" y="18"/>
                  </a:cubicBezTo>
                  <a:cubicBezTo>
                    <a:pt x="157" y="385"/>
                    <a:pt x="63" y="766"/>
                    <a:pt x="3" y="1149"/>
                  </a:cubicBezTo>
                  <a:cubicBezTo>
                    <a:pt x="1" y="1164"/>
                    <a:pt x="12" y="1176"/>
                    <a:pt x="25" y="1179"/>
                  </a:cubicBezTo>
                  <a:lnTo>
                    <a:pt x="29" y="1179"/>
                  </a:lnTo>
                  <a:cubicBezTo>
                    <a:pt x="41" y="1179"/>
                    <a:pt x="52" y="1169"/>
                    <a:pt x="55" y="1157"/>
                  </a:cubicBezTo>
                  <a:cubicBezTo>
                    <a:pt x="112" y="776"/>
                    <a:pt x="207" y="398"/>
                    <a:pt x="334" y="35"/>
                  </a:cubicBezTo>
                  <a:cubicBezTo>
                    <a:pt x="338" y="22"/>
                    <a:pt x="332" y="7"/>
                    <a:pt x="318" y="2"/>
                  </a:cubicBezTo>
                  <a:cubicBezTo>
                    <a:pt x="316" y="1"/>
                    <a:pt x="313" y="0"/>
                    <a:pt x="31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6111025" y="3202800"/>
              <a:ext cx="3525" cy="10075"/>
            </a:xfrm>
            <a:custGeom>
              <a:avLst/>
              <a:gdLst/>
              <a:ahLst/>
              <a:cxnLst/>
              <a:rect l="l" t="t" r="r" b="b"/>
              <a:pathLst>
                <a:path w="141" h="403" extrusionOk="0">
                  <a:moveTo>
                    <a:pt x="113" y="1"/>
                  </a:moveTo>
                  <a:cubicBezTo>
                    <a:pt x="102" y="1"/>
                    <a:pt x="91" y="8"/>
                    <a:pt x="87" y="19"/>
                  </a:cubicBezTo>
                  <a:cubicBezTo>
                    <a:pt x="49" y="134"/>
                    <a:pt x="21" y="252"/>
                    <a:pt x="2" y="372"/>
                  </a:cubicBezTo>
                  <a:cubicBezTo>
                    <a:pt x="1" y="387"/>
                    <a:pt x="10" y="400"/>
                    <a:pt x="24" y="401"/>
                  </a:cubicBezTo>
                  <a:cubicBezTo>
                    <a:pt x="25" y="403"/>
                    <a:pt x="26" y="403"/>
                    <a:pt x="28" y="403"/>
                  </a:cubicBezTo>
                  <a:cubicBezTo>
                    <a:pt x="41" y="403"/>
                    <a:pt x="52" y="393"/>
                    <a:pt x="53" y="380"/>
                  </a:cubicBezTo>
                  <a:cubicBezTo>
                    <a:pt x="72" y="263"/>
                    <a:pt x="99" y="147"/>
                    <a:pt x="137" y="35"/>
                  </a:cubicBezTo>
                  <a:cubicBezTo>
                    <a:pt x="141" y="22"/>
                    <a:pt x="134" y="7"/>
                    <a:pt x="120" y="2"/>
                  </a:cubicBezTo>
                  <a:cubicBezTo>
                    <a:pt x="118" y="1"/>
                    <a:pt x="116" y="1"/>
                    <a:pt x="11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6109125" y="3215675"/>
              <a:ext cx="2475" cy="9000"/>
            </a:xfrm>
            <a:custGeom>
              <a:avLst/>
              <a:gdLst/>
              <a:ahLst/>
              <a:cxnLst/>
              <a:rect l="l" t="t" r="r" b="b"/>
              <a:pathLst>
                <a:path w="99" h="360" extrusionOk="0">
                  <a:moveTo>
                    <a:pt x="71" y="1"/>
                  </a:moveTo>
                  <a:cubicBezTo>
                    <a:pt x="58" y="1"/>
                    <a:pt x="47" y="8"/>
                    <a:pt x="46" y="22"/>
                  </a:cubicBezTo>
                  <a:lnTo>
                    <a:pt x="3" y="330"/>
                  </a:lnTo>
                  <a:cubicBezTo>
                    <a:pt x="0" y="344"/>
                    <a:pt x="11" y="357"/>
                    <a:pt x="24" y="360"/>
                  </a:cubicBezTo>
                  <a:lnTo>
                    <a:pt x="28" y="360"/>
                  </a:lnTo>
                  <a:cubicBezTo>
                    <a:pt x="40" y="360"/>
                    <a:pt x="52" y="350"/>
                    <a:pt x="54" y="337"/>
                  </a:cubicBezTo>
                  <a:lnTo>
                    <a:pt x="97" y="29"/>
                  </a:lnTo>
                  <a:cubicBezTo>
                    <a:pt x="98" y="15"/>
                    <a:pt x="89" y="2"/>
                    <a:pt x="74" y="1"/>
                  </a:cubicBezTo>
                  <a:cubicBezTo>
                    <a:pt x="73" y="1"/>
                    <a:pt x="72" y="1"/>
                    <a:pt x="7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6097300" y="3231800"/>
              <a:ext cx="16200" cy="4525"/>
            </a:xfrm>
            <a:custGeom>
              <a:avLst/>
              <a:gdLst/>
              <a:ahLst/>
              <a:cxnLst/>
              <a:rect l="l" t="t" r="r" b="b"/>
              <a:pathLst>
                <a:path w="648" h="181" extrusionOk="0">
                  <a:moveTo>
                    <a:pt x="28" y="0"/>
                  </a:moveTo>
                  <a:cubicBezTo>
                    <a:pt x="17" y="0"/>
                    <a:pt x="6" y="9"/>
                    <a:pt x="3" y="20"/>
                  </a:cubicBezTo>
                  <a:cubicBezTo>
                    <a:pt x="1" y="35"/>
                    <a:pt x="9" y="49"/>
                    <a:pt x="24" y="51"/>
                  </a:cubicBezTo>
                  <a:lnTo>
                    <a:pt x="614" y="179"/>
                  </a:lnTo>
                  <a:cubicBezTo>
                    <a:pt x="616" y="180"/>
                    <a:pt x="617" y="180"/>
                    <a:pt x="620" y="180"/>
                  </a:cubicBezTo>
                  <a:cubicBezTo>
                    <a:pt x="632" y="180"/>
                    <a:pt x="643" y="171"/>
                    <a:pt x="645" y="159"/>
                  </a:cubicBezTo>
                  <a:cubicBezTo>
                    <a:pt x="648" y="145"/>
                    <a:pt x="638" y="132"/>
                    <a:pt x="625" y="129"/>
                  </a:cubicBezTo>
                  <a:lnTo>
                    <a:pt x="34" y="1"/>
                  </a:lnTo>
                  <a:cubicBezTo>
                    <a:pt x="32" y="1"/>
                    <a:pt x="3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6116825" y="3235825"/>
              <a:ext cx="4625" cy="1775"/>
            </a:xfrm>
            <a:custGeom>
              <a:avLst/>
              <a:gdLst/>
              <a:ahLst/>
              <a:cxnLst/>
              <a:rect l="l" t="t" r="r" b="b"/>
              <a:pathLst>
                <a:path w="185" h="71" extrusionOk="0">
                  <a:moveTo>
                    <a:pt x="28" y="0"/>
                  </a:moveTo>
                  <a:cubicBezTo>
                    <a:pt x="15" y="0"/>
                    <a:pt x="4" y="10"/>
                    <a:pt x="3" y="23"/>
                  </a:cubicBezTo>
                  <a:cubicBezTo>
                    <a:pt x="0" y="37"/>
                    <a:pt x="11" y="50"/>
                    <a:pt x="24" y="53"/>
                  </a:cubicBezTo>
                  <a:lnTo>
                    <a:pt x="153" y="70"/>
                  </a:lnTo>
                  <a:lnTo>
                    <a:pt x="156" y="70"/>
                  </a:lnTo>
                  <a:cubicBezTo>
                    <a:pt x="170" y="70"/>
                    <a:pt x="180" y="61"/>
                    <a:pt x="182" y="49"/>
                  </a:cubicBezTo>
                  <a:cubicBezTo>
                    <a:pt x="184" y="34"/>
                    <a:pt x="175" y="21"/>
                    <a:pt x="160" y="19"/>
                  </a:cubicBezTo>
                  <a:lnTo>
                    <a:pt x="32" y="1"/>
                  </a:lnTo>
                  <a:cubicBezTo>
                    <a:pt x="31" y="0"/>
                    <a:pt x="29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6119500" y="3228475"/>
              <a:ext cx="12875" cy="2500"/>
            </a:xfrm>
            <a:custGeom>
              <a:avLst/>
              <a:gdLst/>
              <a:ahLst/>
              <a:cxnLst/>
              <a:rect l="l" t="t" r="r" b="b"/>
              <a:pathLst>
                <a:path w="515" h="100" extrusionOk="0">
                  <a:moveTo>
                    <a:pt x="27" y="0"/>
                  </a:moveTo>
                  <a:cubicBezTo>
                    <a:pt x="16" y="0"/>
                    <a:pt x="6" y="9"/>
                    <a:pt x="3" y="21"/>
                  </a:cubicBezTo>
                  <a:cubicBezTo>
                    <a:pt x="1" y="35"/>
                    <a:pt x="10" y="48"/>
                    <a:pt x="24" y="51"/>
                  </a:cubicBezTo>
                  <a:cubicBezTo>
                    <a:pt x="176" y="83"/>
                    <a:pt x="332" y="99"/>
                    <a:pt x="488" y="99"/>
                  </a:cubicBezTo>
                  <a:lnTo>
                    <a:pt x="489" y="99"/>
                  </a:lnTo>
                  <a:cubicBezTo>
                    <a:pt x="504" y="99"/>
                    <a:pt x="515" y="89"/>
                    <a:pt x="515" y="74"/>
                  </a:cubicBezTo>
                  <a:cubicBezTo>
                    <a:pt x="515" y="59"/>
                    <a:pt x="504" y="48"/>
                    <a:pt x="489" y="48"/>
                  </a:cubicBezTo>
                  <a:lnTo>
                    <a:pt x="488" y="48"/>
                  </a:lnTo>
                  <a:cubicBezTo>
                    <a:pt x="336" y="48"/>
                    <a:pt x="182" y="32"/>
                    <a:pt x="34" y="1"/>
                  </a:cubicBezTo>
                  <a:cubicBezTo>
                    <a:pt x="32" y="1"/>
                    <a:pt x="30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6124625" y="3220425"/>
              <a:ext cx="11175" cy="1475"/>
            </a:xfrm>
            <a:custGeom>
              <a:avLst/>
              <a:gdLst/>
              <a:ahLst/>
              <a:cxnLst/>
              <a:rect l="l" t="t" r="r" b="b"/>
              <a:pathLst>
                <a:path w="447" h="59" extrusionOk="0">
                  <a:moveTo>
                    <a:pt x="27" y="0"/>
                  </a:moveTo>
                  <a:cubicBezTo>
                    <a:pt x="12" y="0"/>
                    <a:pt x="2" y="11"/>
                    <a:pt x="2" y="26"/>
                  </a:cubicBezTo>
                  <a:cubicBezTo>
                    <a:pt x="0" y="39"/>
                    <a:pt x="12" y="51"/>
                    <a:pt x="27" y="51"/>
                  </a:cubicBezTo>
                  <a:lnTo>
                    <a:pt x="420" y="58"/>
                  </a:lnTo>
                  <a:cubicBezTo>
                    <a:pt x="435" y="58"/>
                    <a:pt x="445" y="47"/>
                    <a:pt x="445" y="33"/>
                  </a:cubicBezTo>
                  <a:cubicBezTo>
                    <a:pt x="447" y="19"/>
                    <a:pt x="435" y="7"/>
                    <a:pt x="420" y="7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087950" y="3249625"/>
              <a:ext cx="25825" cy="6975"/>
            </a:xfrm>
            <a:custGeom>
              <a:avLst/>
              <a:gdLst/>
              <a:ahLst/>
              <a:cxnLst/>
              <a:rect l="l" t="t" r="r" b="b"/>
              <a:pathLst>
                <a:path w="1033" h="279" extrusionOk="0">
                  <a:moveTo>
                    <a:pt x="31" y="0"/>
                  </a:moveTo>
                  <a:cubicBezTo>
                    <a:pt x="20" y="0"/>
                    <a:pt x="9" y="7"/>
                    <a:pt x="6" y="18"/>
                  </a:cubicBezTo>
                  <a:cubicBezTo>
                    <a:pt x="1" y="31"/>
                    <a:pt x="8" y="46"/>
                    <a:pt x="21" y="51"/>
                  </a:cubicBezTo>
                  <a:cubicBezTo>
                    <a:pt x="340" y="160"/>
                    <a:pt x="669" y="237"/>
                    <a:pt x="1003" y="279"/>
                  </a:cubicBezTo>
                  <a:lnTo>
                    <a:pt x="1006" y="279"/>
                  </a:lnTo>
                  <a:cubicBezTo>
                    <a:pt x="1019" y="279"/>
                    <a:pt x="1030" y="268"/>
                    <a:pt x="1031" y="256"/>
                  </a:cubicBezTo>
                  <a:cubicBezTo>
                    <a:pt x="1033" y="241"/>
                    <a:pt x="1023" y="229"/>
                    <a:pt x="1008" y="226"/>
                  </a:cubicBezTo>
                  <a:cubicBezTo>
                    <a:pt x="679" y="186"/>
                    <a:pt x="353" y="109"/>
                    <a:pt x="38" y="1"/>
                  </a:cubicBezTo>
                  <a:cubicBezTo>
                    <a:pt x="36" y="1"/>
                    <a:pt x="33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6090975" y="3255225"/>
              <a:ext cx="17300" cy="4750"/>
            </a:xfrm>
            <a:custGeom>
              <a:avLst/>
              <a:gdLst/>
              <a:ahLst/>
              <a:cxnLst/>
              <a:rect l="l" t="t" r="r" b="b"/>
              <a:pathLst>
                <a:path w="692" h="190" extrusionOk="0">
                  <a:moveTo>
                    <a:pt x="29" y="1"/>
                  </a:moveTo>
                  <a:cubicBezTo>
                    <a:pt x="18" y="1"/>
                    <a:pt x="8" y="7"/>
                    <a:pt x="5" y="18"/>
                  </a:cubicBezTo>
                  <a:cubicBezTo>
                    <a:pt x="1" y="32"/>
                    <a:pt x="8" y="47"/>
                    <a:pt x="21" y="51"/>
                  </a:cubicBezTo>
                  <a:cubicBezTo>
                    <a:pt x="230" y="118"/>
                    <a:pt x="445" y="165"/>
                    <a:pt x="661" y="189"/>
                  </a:cubicBezTo>
                  <a:lnTo>
                    <a:pt x="664" y="189"/>
                  </a:lnTo>
                  <a:cubicBezTo>
                    <a:pt x="678" y="189"/>
                    <a:pt x="688" y="180"/>
                    <a:pt x="690" y="166"/>
                  </a:cubicBezTo>
                  <a:cubicBezTo>
                    <a:pt x="691" y="151"/>
                    <a:pt x="682" y="139"/>
                    <a:pt x="667" y="138"/>
                  </a:cubicBezTo>
                  <a:cubicBezTo>
                    <a:pt x="454" y="114"/>
                    <a:pt x="242" y="68"/>
                    <a:pt x="37" y="2"/>
                  </a:cubicBezTo>
                  <a:cubicBezTo>
                    <a:pt x="35" y="1"/>
                    <a:pt x="32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6075000" y="3260575"/>
              <a:ext cx="25025" cy="5750"/>
            </a:xfrm>
            <a:custGeom>
              <a:avLst/>
              <a:gdLst/>
              <a:ahLst/>
              <a:cxnLst/>
              <a:rect l="l" t="t" r="r" b="b"/>
              <a:pathLst>
                <a:path w="1001" h="230" extrusionOk="0">
                  <a:moveTo>
                    <a:pt x="32" y="0"/>
                  </a:moveTo>
                  <a:cubicBezTo>
                    <a:pt x="20" y="0"/>
                    <a:pt x="8" y="8"/>
                    <a:pt x="5" y="20"/>
                  </a:cubicBezTo>
                  <a:cubicBezTo>
                    <a:pt x="1" y="33"/>
                    <a:pt x="10" y="48"/>
                    <a:pt x="24" y="52"/>
                  </a:cubicBezTo>
                  <a:cubicBezTo>
                    <a:pt x="333" y="134"/>
                    <a:pt x="652" y="193"/>
                    <a:pt x="971" y="229"/>
                  </a:cubicBezTo>
                  <a:lnTo>
                    <a:pt x="974" y="229"/>
                  </a:lnTo>
                  <a:cubicBezTo>
                    <a:pt x="986" y="229"/>
                    <a:pt x="998" y="220"/>
                    <a:pt x="999" y="207"/>
                  </a:cubicBezTo>
                  <a:cubicBezTo>
                    <a:pt x="1000" y="192"/>
                    <a:pt x="990" y="180"/>
                    <a:pt x="976" y="177"/>
                  </a:cubicBezTo>
                  <a:cubicBezTo>
                    <a:pt x="660" y="142"/>
                    <a:pt x="344" y="83"/>
                    <a:pt x="37" y="1"/>
                  </a:cubicBezTo>
                  <a:cubicBezTo>
                    <a:pt x="35" y="0"/>
                    <a:pt x="34" y="0"/>
                    <a:pt x="3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6065325" y="3257800"/>
              <a:ext cx="4900" cy="2000"/>
            </a:xfrm>
            <a:custGeom>
              <a:avLst/>
              <a:gdLst/>
              <a:ahLst/>
              <a:cxnLst/>
              <a:rect l="l" t="t" r="r" b="b"/>
              <a:pathLst>
                <a:path w="196" h="80" extrusionOk="0">
                  <a:moveTo>
                    <a:pt x="27" y="0"/>
                  </a:moveTo>
                  <a:cubicBezTo>
                    <a:pt x="14" y="0"/>
                    <a:pt x="5" y="9"/>
                    <a:pt x="3" y="22"/>
                  </a:cubicBezTo>
                  <a:cubicBezTo>
                    <a:pt x="0" y="35"/>
                    <a:pt x="10" y="48"/>
                    <a:pt x="23" y="51"/>
                  </a:cubicBezTo>
                  <a:lnTo>
                    <a:pt x="162" y="79"/>
                  </a:lnTo>
                  <a:lnTo>
                    <a:pt x="167" y="79"/>
                  </a:lnTo>
                  <a:cubicBezTo>
                    <a:pt x="179" y="79"/>
                    <a:pt x="190" y="71"/>
                    <a:pt x="193" y="59"/>
                  </a:cubicBezTo>
                  <a:cubicBezTo>
                    <a:pt x="195" y="46"/>
                    <a:pt x="186" y="31"/>
                    <a:pt x="173" y="28"/>
                  </a:cubicBezTo>
                  <a:lnTo>
                    <a:pt x="34" y="1"/>
                  </a:lnTo>
                  <a:cubicBezTo>
                    <a:pt x="31" y="1"/>
                    <a:pt x="29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6082250" y="3241325"/>
              <a:ext cx="19650" cy="6475"/>
            </a:xfrm>
            <a:custGeom>
              <a:avLst/>
              <a:gdLst/>
              <a:ahLst/>
              <a:cxnLst/>
              <a:rect l="l" t="t" r="r" b="b"/>
              <a:pathLst>
                <a:path w="786" h="259" extrusionOk="0">
                  <a:moveTo>
                    <a:pt x="28" y="1"/>
                  </a:moveTo>
                  <a:cubicBezTo>
                    <a:pt x="17" y="1"/>
                    <a:pt x="7" y="9"/>
                    <a:pt x="4" y="20"/>
                  </a:cubicBezTo>
                  <a:cubicBezTo>
                    <a:pt x="0" y="33"/>
                    <a:pt x="8" y="48"/>
                    <a:pt x="22" y="52"/>
                  </a:cubicBezTo>
                  <a:lnTo>
                    <a:pt x="749" y="257"/>
                  </a:lnTo>
                  <a:cubicBezTo>
                    <a:pt x="752" y="258"/>
                    <a:pt x="755" y="258"/>
                    <a:pt x="756" y="258"/>
                  </a:cubicBezTo>
                  <a:cubicBezTo>
                    <a:pt x="768" y="258"/>
                    <a:pt x="779" y="251"/>
                    <a:pt x="782" y="239"/>
                  </a:cubicBezTo>
                  <a:cubicBezTo>
                    <a:pt x="786" y="226"/>
                    <a:pt x="778" y="211"/>
                    <a:pt x="764" y="207"/>
                  </a:cubicBezTo>
                  <a:lnTo>
                    <a:pt x="36" y="3"/>
                  </a:lnTo>
                  <a:cubicBezTo>
                    <a:pt x="34" y="1"/>
                    <a:pt x="3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6105550" y="3247400"/>
              <a:ext cx="5075" cy="1925"/>
            </a:xfrm>
            <a:custGeom>
              <a:avLst/>
              <a:gdLst/>
              <a:ahLst/>
              <a:cxnLst/>
              <a:rect l="l" t="t" r="r" b="b"/>
              <a:pathLst>
                <a:path w="203" h="77" extrusionOk="0">
                  <a:moveTo>
                    <a:pt x="27" y="1"/>
                  </a:moveTo>
                  <a:cubicBezTo>
                    <a:pt x="15" y="1"/>
                    <a:pt x="4" y="10"/>
                    <a:pt x="3" y="22"/>
                  </a:cubicBezTo>
                  <a:cubicBezTo>
                    <a:pt x="0" y="37"/>
                    <a:pt x="10" y="50"/>
                    <a:pt x="23" y="51"/>
                  </a:cubicBezTo>
                  <a:lnTo>
                    <a:pt x="170" y="77"/>
                  </a:lnTo>
                  <a:lnTo>
                    <a:pt x="174" y="77"/>
                  </a:lnTo>
                  <a:cubicBezTo>
                    <a:pt x="187" y="77"/>
                    <a:pt x="198" y="68"/>
                    <a:pt x="200" y="55"/>
                  </a:cubicBezTo>
                  <a:cubicBezTo>
                    <a:pt x="202" y="41"/>
                    <a:pt x="193" y="29"/>
                    <a:pt x="179" y="26"/>
                  </a:cubicBezTo>
                  <a:lnTo>
                    <a:pt x="33" y="2"/>
                  </a:lnTo>
                  <a:cubicBezTo>
                    <a:pt x="31" y="1"/>
                    <a:pt x="29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6045175" y="3224500"/>
              <a:ext cx="6325" cy="24100"/>
            </a:xfrm>
            <a:custGeom>
              <a:avLst/>
              <a:gdLst/>
              <a:ahLst/>
              <a:cxnLst/>
              <a:rect l="l" t="t" r="r" b="b"/>
              <a:pathLst>
                <a:path w="253" h="964" extrusionOk="0">
                  <a:moveTo>
                    <a:pt x="223" y="0"/>
                  </a:moveTo>
                  <a:cubicBezTo>
                    <a:pt x="213" y="0"/>
                    <a:pt x="203" y="7"/>
                    <a:pt x="198" y="19"/>
                  </a:cubicBezTo>
                  <a:cubicBezTo>
                    <a:pt x="104" y="316"/>
                    <a:pt x="38" y="624"/>
                    <a:pt x="2" y="935"/>
                  </a:cubicBezTo>
                  <a:cubicBezTo>
                    <a:pt x="1" y="949"/>
                    <a:pt x="10" y="962"/>
                    <a:pt x="25" y="963"/>
                  </a:cubicBezTo>
                  <a:lnTo>
                    <a:pt x="27" y="963"/>
                  </a:lnTo>
                  <a:cubicBezTo>
                    <a:pt x="41" y="963"/>
                    <a:pt x="52" y="954"/>
                    <a:pt x="53" y="941"/>
                  </a:cubicBezTo>
                  <a:cubicBezTo>
                    <a:pt x="89" y="634"/>
                    <a:pt x="155" y="328"/>
                    <a:pt x="248" y="34"/>
                  </a:cubicBezTo>
                  <a:cubicBezTo>
                    <a:pt x="252" y="20"/>
                    <a:pt x="245" y="6"/>
                    <a:pt x="231" y="1"/>
                  </a:cubicBezTo>
                  <a:cubicBezTo>
                    <a:pt x="228" y="1"/>
                    <a:pt x="226" y="0"/>
                    <a:pt x="22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6044575" y="3251975"/>
              <a:ext cx="1400" cy="5125"/>
            </a:xfrm>
            <a:custGeom>
              <a:avLst/>
              <a:gdLst/>
              <a:ahLst/>
              <a:cxnLst/>
              <a:rect l="l" t="t" r="r" b="b"/>
              <a:pathLst>
                <a:path w="56" h="205" extrusionOk="0">
                  <a:moveTo>
                    <a:pt x="30" y="0"/>
                  </a:moveTo>
                  <a:cubicBezTo>
                    <a:pt x="15" y="0"/>
                    <a:pt x="4" y="11"/>
                    <a:pt x="3" y="26"/>
                  </a:cubicBezTo>
                  <a:lnTo>
                    <a:pt x="0" y="178"/>
                  </a:lnTo>
                  <a:cubicBezTo>
                    <a:pt x="0" y="193"/>
                    <a:pt x="11" y="205"/>
                    <a:pt x="26" y="205"/>
                  </a:cubicBezTo>
                  <a:cubicBezTo>
                    <a:pt x="41" y="205"/>
                    <a:pt x="51" y="194"/>
                    <a:pt x="51" y="179"/>
                  </a:cubicBezTo>
                  <a:lnTo>
                    <a:pt x="55" y="27"/>
                  </a:lnTo>
                  <a:cubicBezTo>
                    <a:pt x="55" y="12"/>
                    <a:pt x="4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6045175" y="3267050"/>
              <a:ext cx="17525" cy="6400"/>
            </a:xfrm>
            <a:custGeom>
              <a:avLst/>
              <a:gdLst/>
              <a:ahLst/>
              <a:cxnLst/>
              <a:rect l="l" t="t" r="r" b="b"/>
              <a:pathLst>
                <a:path w="701" h="256" extrusionOk="0">
                  <a:moveTo>
                    <a:pt x="30" y="0"/>
                  </a:moveTo>
                  <a:cubicBezTo>
                    <a:pt x="19" y="0"/>
                    <a:pt x="8" y="8"/>
                    <a:pt x="5" y="19"/>
                  </a:cubicBezTo>
                  <a:cubicBezTo>
                    <a:pt x="1" y="32"/>
                    <a:pt x="9" y="47"/>
                    <a:pt x="22" y="51"/>
                  </a:cubicBezTo>
                  <a:lnTo>
                    <a:pt x="664" y="254"/>
                  </a:lnTo>
                  <a:cubicBezTo>
                    <a:pt x="665" y="254"/>
                    <a:pt x="668" y="256"/>
                    <a:pt x="671" y="256"/>
                  </a:cubicBezTo>
                  <a:cubicBezTo>
                    <a:pt x="683" y="256"/>
                    <a:pt x="692" y="248"/>
                    <a:pt x="696" y="237"/>
                  </a:cubicBezTo>
                  <a:cubicBezTo>
                    <a:pt x="700" y="223"/>
                    <a:pt x="692" y="209"/>
                    <a:pt x="679" y="204"/>
                  </a:cubicBezTo>
                  <a:lnTo>
                    <a:pt x="37" y="1"/>
                  </a:lnTo>
                  <a:cubicBezTo>
                    <a:pt x="35" y="1"/>
                    <a:pt x="32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6066800" y="3273600"/>
              <a:ext cx="4275" cy="2000"/>
            </a:xfrm>
            <a:custGeom>
              <a:avLst/>
              <a:gdLst/>
              <a:ahLst/>
              <a:cxnLst/>
              <a:rect l="l" t="t" r="r" b="b"/>
              <a:pathLst>
                <a:path w="171" h="80" extrusionOk="0">
                  <a:moveTo>
                    <a:pt x="29" y="1"/>
                  </a:moveTo>
                  <a:cubicBezTo>
                    <a:pt x="17" y="1"/>
                    <a:pt x="7" y="9"/>
                    <a:pt x="3" y="21"/>
                  </a:cubicBezTo>
                  <a:cubicBezTo>
                    <a:pt x="1" y="34"/>
                    <a:pt x="9" y="49"/>
                    <a:pt x="23" y="51"/>
                  </a:cubicBezTo>
                  <a:lnTo>
                    <a:pt x="135" y="78"/>
                  </a:lnTo>
                  <a:cubicBezTo>
                    <a:pt x="138" y="80"/>
                    <a:pt x="139" y="80"/>
                    <a:pt x="142" y="80"/>
                  </a:cubicBezTo>
                  <a:cubicBezTo>
                    <a:pt x="153" y="80"/>
                    <a:pt x="163" y="72"/>
                    <a:pt x="166" y="60"/>
                  </a:cubicBezTo>
                  <a:cubicBezTo>
                    <a:pt x="170" y="46"/>
                    <a:pt x="162" y="31"/>
                    <a:pt x="147" y="29"/>
                  </a:cubicBezTo>
                  <a:lnTo>
                    <a:pt x="36" y="2"/>
                  </a:lnTo>
                  <a:cubicBezTo>
                    <a:pt x="33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6028550" y="3259875"/>
              <a:ext cx="2200" cy="17950"/>
            </a:xfrm>
            <a:custGeom>
              <a:avLst/>
              <a:gdLst/>
              <a:ahLst/>
              <a:cxnLst/>
              <a:rect l="l" t="t" r="r" b="b"/>
              <a:pathLst>
                <a:path w="88" h="718" extrusionOk="0">
                  <a:moveTo>
                    <a:pt x="48" y="1"/>
                  </a:moveTo>
                  <a:cubicBezTo>
                    <a:pt x="36" y="1"/>
                    <a:pt x="26" y="12"/>
                    <a:pt x="25" y="25"/>
                  </a:cubicBezTo>
                  <a:cubicBezTo>
                    <a:pt x="1" y="247"/>
                    <a:pt x="4" y="473"/>
                    <a:pt x="35" y="695"/>
                  </a:cubicBezTo>
                  <a:cubicBezTo>
                    <a:pt x="36" y="708"/>
                    <a:pt x="47" y="717"/>
                    <a:pt x="60" y="717"/>
                  </a:cubicBezTo>
                  <a:lnTo>
                    <a:pt x="63" y="717"/>
                  </a:lnTo>
                  <a:cubicBezTo>
                    <a:pt x="78" y="715"/>
                    <a:pt x="87" y="703"/>
                    <a:pt x="86" y="688"/>
                  </a:cubicBezTo>
                  <a:cubicBezTo>
                    <a:pt x="56" y="470"/>
                    <a:pt x="52" y="249"/>
                    <a:pt x="76" y="30"/>
                  </a:cubicBezTo>
                  <a:cubicBezTo>
                    <a:pt x="78" y="15"/>
                    <a:pt x="68" y="3"/>
                    <a:pt x="53" y="2"/>
                  </a:cubicBezTo>
                  <a:cubicBezTo>
                    <a:pt x="51" y="1"/>
                    <a:pt x="50" y="1"/>
                    <a:pt x="4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6049875" y="3274775"/>
              <a:ext cx="22800" cy="5975"/>
            </a:xfrm>
            <a:custGeom>
              <a:avLst/>
              <a:gdLst/>
              <a:ahLst/>
              <a:cxnLst/>
              <a:rect l="l" t="t" r="r" b="b"/>
              <a:pathLst>
                <a:path w="912" h="239" extrusionOk="0">
                  <a:moveTo>
                    <a:pt x="31" y="1"/>
                  </a:moveTo>
                  <a:cubicBezTo>
                    <a:pt x="20" y="1"/>
                    <a:pt x="10" y="7"/>
                    <a:pt x="6" y="18"/>
                  </a:cubicBezTo>
                  <a:cubicBezTo>
                    <a:pt x="1" y="31"/>
                    <a:pt x="9" y="46"/>
                    <a:pt x="22" y="50"/>
                  </a:cubicBezTo>
                  <a:cubicBezTo>
                    <a:pt x="301" y="143"/>
                    <a:pt x="590" y="206"/>
                    <a:pt x="881" y="239"/>
                  </a:cubicBezTo>
                  <a:lnTo>
                    <a:pt x="883" y="239"/>
                  </a:lnTo>
                  <a:cubicBezTo>
                    <a:pt x="897" y="239"/>
                    <a:pt x="909" y="229"/>
                    <a:pt x="910" y="216"/>
                  </a:cubicBezTo>
                  <a:cubicBezTo>
                    <a:pt x="912" y="202"/>
                    <a:pt x="901" y="189"/>
                    <a:pt x="887" y="187"/>
                  </a:cubicBezTo>
                  <a:cubicBezTo>
                    <a:pt x="598" y="155"/>
                    <a:pt x="313" y="93"/>
                    <a:pt x="39" y="2"/>
                  </a:cubicBezTo>
                  <a:cubicBezTo>
                    <a:pt x="36" y="1"/>
                    <a:pt x="33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6047725" y="3280925"/>
              <a:ext cx="14400" cy="3850"/>
            </a:xfrm>
            <a:custGeom>
              <a:avLst/>
              <a:gdLst/>
              <a:ahLst/>
              <a:cxnLst/>
              <a:rect l="l" t="t" r="r" b="b"/>
              <a:pathLst>
                <a:path w="576" h="154" extrusionOk="0">
                  <a:moveTo>
                    <a:pt x="30" y="1"/>
                  </a:moveTo>
                  <a:cubicBezTo>
                    <a:pt x="18" y="1"/>
                    <a:pt x="8" y="8"/>
                    <a:pt x="5" y="19"/>
                  </a:cubicBezTo>
                  <a:cubicBezTo>
                    <a:pt x="1" y="34"/>
                    <a:pt x="9" y="48"/>
                    <a:pt x="22" y="52"/>
                  </a:cubicBezTo>
                  <a:cubicBezTo>
                    <a:pt x="193" y="102"/>
                    <a:pt x="368" y="135"/>
                    <a:pt x="544" y="154"/>
                  </a:cubicBezTo>
                  <a:lnTo>
                    <a:pt x="547" y="154"/>
                  </a:lnTo>
                  <a:cubicBezTo>
                    <a:pt x="560" y="154"/>
                    <a:pt x="573" y="143"/>
                    <a:pt x="574" y="130"/>
                  </a:cubicBezTo>
                  <a:cubicBezTo>
                    <a:pt x="575" y="116"/>
                    <a:pt x="564" y="103"/>
                    <a:pt x="550" y="102"/>
                  </a:cubicBezTo>
                  <a:cubicBezTo>
                    <a:pt x="377" y="84"/>
                    <a:pt x="204" y="50"/>
                    <a:pt x="37" y="2"/>
                  </a:cubicBezTo>
                  <a:cubicBezTo>
                    <a:pt x="35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5910975" y="3266375"/>
              <a:ext cx="9725" cy="20725"/>
            </a:xfrm>
            <a:custGeom>
              <a:avLst/>
              <a:gdLst/>
              <a:ahLst/>
              <a:cxnLst/>
              <a:rect l="l" t="t" r="r" b="b"/>
              <a:pathLst>
                <a:path w="389" h="829" extrusionOk="0">
                  <a:moveTo>
                    <a:pt x="30" y="1"/>
                  </a:moveTo>
                  <a:cubicBezTo>
                    <a:pt x="25" y="1"/>
                    <a:pt x="21" y="2"/>
                    <a:pt x="17" y="4"/>
                  </a:cubicBezTo>
                  <a:cubicBezTo>
                    <a:pt x="5" y="11"/>
                    <a:pt x="1" y="27"/>
                    <a:pt x="7" y="39"/>
                  </a:cubicBezTo>
                  <a:cubicBezTo>
                    <a:pt x="145" y="283"/>
                    <a:pt x="254" y="542"/>
                    <a:pt x="334" y="810"/>
                  </a:cubicBezTo>
                  <a:cubicBezTo>
                    <a:pt x="337" y="821"/>
                    <a:pt x="348" y="829"/>
                    <a:pt x="359" y="829"/>
                  </a:cubicBezTo>
                  <a:cubicBezTo>
                    <a:pt x="361" y="829"/>
                    <a:pt x="364" y="829"/>
                    <a:pt x="367" y="827"/>
                  </a:cubicBezTo>
                  <a:cubicBezTo>
                    <a:pt x="380" y="823"/>
                    <a:pt x="388" y="809"/>
                    <a:pt x="384" y="795"/>
                  </a:cubicBezTo>
                  <a:cubicBezTo>
                    <a:pt x="302" y="523"/>
                    <a:pt x="192" y="261"/>
                    <a:pt x="52" y="14"/>
                  </a:cubicBezTo>
                  <a:cubicBezTo>
                    <a:pt x="47" y="5"/>
                    <a:pt x="38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5920225" y="3289950"/>
              <a:ext cx="2125" cy="3650"/>
            </a:xfrm>
            <a:custGeom>
              <a:avLst/>
              <a:gdLst/>
              <a:ahLst/>
              <a:cxnLst/>
              <a:rect l="l" t="t" r="r" b="b"/>
              <a:pathLst>
                <a:path w="85" h="146" extrusionOk="0">
                  <a:moveTo>
                    <a:pt x="31" y="0"/>
                  </a:moveTo>
                  <a:cubicBezTo>
                    <a:pt x="28" y="0"/>
                    <a:pt x="26" y="1"/>
                    <a:pt x="24" y="1"/>
                  </a:cubicBezTo>
                  <a:cubicBezTo>
                    <a:pt x="9" y="6"/>
                    <a:pt x="1" y="19"/>
                    <a:pt x="5" y="34"/>
                  </a:cubicBezTo>
                  <a:lnTo>
                    <a:pt x="30" y="127"/>
                  </a:lnTo>
                  <a:cubicBezTo>
                    <a:pt x="34" y="137"/>
                    <a:pt x="44" y="145"/>
                    <a:pt x="56" y="145"/>
                  </a:cubicBezTo>
                  <a:cubicBezTo>
                    <a:pt x="59" y="145"/>
                    <a:pt x="60" y="145"/>
                    <a:pt x="63" y="144"/>
                  </a:cubicBezTo>
                  <a:cubicBezTo>
                    <a:pt x="76" y="140"/>
                    <a:pt x="84" y="127"/>
                    <a:pt x="81" y="113"/>
                  </a:cubicBezTo>
                  <a:lnTo>
                    <a:pt x="54" y="19"/>
                  </a:lnTo>
                  <a:cubicBezTo>
                    <a:pt x="52" y="8"/>
                    <a:pt x="42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5918975" y="3273050"/>
              <a:ext cx="8000" cy="14725"/>
            </a:xfrm>
            <a:custGeom>
              <a:avLst/>
              <a:gdLst/>
              <a:ahLst/>
              <a:cxnLst/>
              <a:rect l="l" t="t" r="r" b="b"/>
              <a:pathLst>
                <a:path w="320" h="589" extrusionOk="0">
                  <a:moveTo>
                    <a:pt x="31" y="0"/>
                  </a:moveTo>
                  <a:cubicBezTo>
                    <a:pt x="26" y="0"/>
                    <a:pt x="20" y="2"/>
                    <a:pt x="16" y="5"/>
                  </a:cubicBezTo>
                  <a:cubicBezTo>
                    <a:pt x="4" y="13"/>
                    <a:pt x="1" y="29"/>
                    <a:pt x="9" y="41"/>
                  </a:cubicBezTo>
                  <a:cubicBezTo>
                    <a:pt x="121" y="204"/>
                    <a:pt x="208" y="383"/>
                    <a:pt x="266" y="571"/>
                  </a:cubicBezTo>
                  <a:cubicBezTo>
                    <a:pt x="270" y="582"/>
                    <a:pt x="279" y="589"/>
                    <a:pt x="291" y="589"/>
                  </a:cubicBezTo>
                  <a:lnTo>
                    <a:pt x="298" y="589"/>
                  </a:lnTo>
                  <a:cubicBezTo>
                    <a:pt x="312" y="585"/>
                    <a:pt x="320" y="570"/>
                    <a:pt x="316" y="555"/>
                  </a:cubicBezTo>
                  <a:cubicBezTo>
                    <a:pt x="255" y="363"/>
                    <a:pt x="166" y="178"/>
                    <a:pt x="52" y="12"/>
                  </a:cubicBezTo>
                  <a:cubicBezTo>
                    <a:pt x="47" y="4"/>
                    <a:pt x="39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5887025" y="3249925"/>
              <a:ext cx="11525" cy="22725"/>
            </a:xfrm>
            <a:custGeom>
              <a:avLst/>
              <a:gdLst/>
              <a:ahLst/>
              <a:cxnLst/>
              <a:rect l="l" t="t" r="r" b="b"/>
              <a:pathLst>
                <a:path w="461" h="909" extrusionOk="0">
                  <a:moveTo>
                    <a:pt x="31" y="1"/>
                  </a:moveTo>
                  <a:cubicBezTo>
                    <a:pt x="26" y="1"/>
                    <a:pt x="21" y="2"/>
                    <a:pt x="17" y="4"/>
                  </a:cubicBezTo>
                  <a:cubicBezTo>
                    <a:pt x="5" y="12"/>
                    <a:pt x="1" y="27"/>
                    <a:pt x="8" y="41"/>
                  </a:cubicBezTo>
                  <a:cubicBezTo>
                    <a:pt x="170" y="308"/>
                    <a:pt x="305" y="594"/>
                    <a:pt x="407" y="891"/>
                  </a:cubicBezTo>
                  <a:cubicBezTo>
                    <a:pt x="411" y="902"/>
                    <a:pt x="421" y="908"/>
                    <a:pt x="431" y="908"/>
                  </a:cubicBezTo>
                  <a:cubicBezTo>
                    <a:pt x="434" y="908"/>
                    <a:pt x="437" y="908"/>
                    <a:pt x="439" y="907"/>
                  </a:cubicBezTo>
                  <a:cubicBezTo>
                    <a:pt x="453" y="903"/>
                    <a:pt x="461" y="888"/>
                    <a:pt x="456" y="875"/>
                  </a:cubicBezTo>
                  <a:cubicBezTo>
                    <a:pt x="353" y="573"/>
                    <a:pt x="217" y="284"/>
                    <a:pt x="52" y="14"/>
                  </a:cubicBezTo>
                  <a:cubicBezTo>
                    <a:pt x="48" y="5"/>
                    <a:pt x="39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898400" y="3275025"/>
              <a:ext cx="2575" cy="3950"/>
            </a:xfrm>
            <a:custGeom>
              <a:avLst/>
              <a:gdLst/>
              <a:ahLst/>
              <a:cxnLst/>
              <a:rect l="l" t="t" r="r" b="b"/>
              <a:pathLst>
                <a:path w="103" h="158" extrusionOk="0">
                  <a:moveTo>
                    <a:pt x="29" y="1"/>
                  </a:moveTo>
                  <a:cubicBezTo>
                    <a:pt x="26" y="1"/>
                    <a:pt x="23" y="1"/>
                    <a:pt x="19" y="3"/>
                  </a:cubicBezTo>
                  <a:cubicBezTo>
                    <a:pt x="6" y="9"/>
                    <a:pt x="1" y="24"/>
                    <a:pt x="6" y="37"/>
                  </a:cubicBezTo>
                  <a:lnTo>
                    <a:pt x="49" y="141"/>
                  </a:lnTo>
                  <a:cubicBezTo>
                    <a:pt x="53" y="151"/>
                    <a:pt x="64" y="157"/>
                    <a:pt x="73" y="157"/>
                  </a:cubicBezTo>
                  <a:cubicBezTo>
                    <a:pt x="77" y="157"/>
                    <a:pt x="80" y="156"/>
                    <a:pt x="84" y="155"/>
                  </a:cubicBezTo>
                  <a:cubicBezTo>
                    <a:pt x="96" y="149"/>
                    <a:pt x="103" y="134"/>
                    <a:pt x="97" y="121"/>
                  </a:cubicBezTo>
                  <a:lnTo>
                    <a:pt x="53" y="17"/>
                  </a:lnTo>
                  <a:cubicBezTo>
                    <a:pt x="49" y="7"/>
                    <a:pt x="39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5876575" y="3243350"/>
              <a:ext cx="12400" cy="23500"/>
            </a:xfrm>
            <a:custGeom>
              <a:avLst/>
              <a:gdLst/>
              <a:ahLst/>
              <a:cxnLst/>
              <a:rect l="l" t="t" r="r" b="b"/>
              <a:pathLst>
                <a:path w="496" h="940" extrusionOk="0">
                  <a:moveTo>
                    <a:pt x="30" y="1"/>
                  </a:moveTo>
                  <a:cubicBezTo>
                    <a:pt x="26" y="1"/>
                    <a:pt x="21" y="2"/>
                    <a:pt x="17" y="5"/>
                  </a:cubicBezTo>
                  <a:cubicBezTo>
                    <a:pt x="4" y="12"/>
                    <a:pt x="0" y="28"/>
                    <a:pt x="7" y="40"/>
                  </a:cubicBezTo>
                  <a:cubicBezTo>
                    <a:pt x="178" y="321"/>
                    <a:pt x="323" y="617"/>
                    <a:pt x="442" y="922"/>
                  </a:cubicBezTo>
                  <a:cubicBezTo>
                    <a:pt x="446" y="933"/>
                    <a:pt x="455" y="940"/>
                    <a:pt x="466" y="940"/>
                  </a:cubicBezTo>
                  <a:cubicBezTo>
                    <a:pt x="469" y="940"/>
                    <a:pt x="471" y="939"/>
                    <a:pt x="475" y="937"/>
                  </a:cubicBezTo>
                  <a:cubicBezTo>
                    <a:pt x="489" y="932"/>
                    <a:pt x="496" y="917"/>
                    <a:pt x="490" y="904"/>
                  </a:cubicBezTo>
                  <a:cubicBezTo>
                    <a:pt x="370" y="596"/>
                    <a:pt x="224" y="297"/>
                    <a:pt x="52" y="13"/>
                  </a:cubicBezTo>
                  <a:cubicBezTo>
                    <a:pt x="47" y="5"/>
                    <a:pt x="39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5872175" y="3254600"/>
              <a:ext cx="10975" cy="34050"/>
            </a:xfrm>
            <a:custGeom>
              <a:avLst/>
              <a:gdLst/>
              <a:ahLst/>
              <a:cxnLst/>
              <a:rect l="l" t="t" r="r" b="b"/>
              <a:pathLst>
                <a:path w="439" h="1362" extrusionOk="0">
                  <a:moveTo>
                    <a:pt x="29" y="1"/>
                  </a:moveTo>
                  <a:cubicBezTo>
                    <a:pt x="26" y="1"/>
                    <a:pt x="22" y="2"/>
                    <a:pt x="19" y="3"/>
                  </a:cubicBezTo>
                  <a:cubicBezTo>
                    <a:pt x="6" y="10"/>
                    <a:pt x="0" y="24"/>
                    <a:pt x="6" y="38"/>
                  </a:cubicBezTo>
                  <a:cubicBezTo>
                    <a:pt x="193" y="452"/>
                    <a:pt x="320" y="889"/>
                    <a:pt x="385" y="1340"/>
                  </a:cubicBezTo>
                  <a:cubicBezTo>
                    <a:pt x="386" y="1352"/>
                    <a:pt x="398" y="1362"/>
                    <a:pt x="411" y="1362"/>
                  </a:cubicBezTo>
                  <a:lnTo>
                    <a:pt x="415" y="1362"/>
                  </a:lnTo>
                  <a:cubicBezTo>
                    <a:pt x="428" y="1359"/>
                    <a:pt x="439" y="1347"/>
                    <a:pt x="436" y="1332"/>
                  </a:cubicBezTo>
                  <a:cubicBezTo>
                    <a:pt x="372" y="877"/>
                    <a:pt x="242" y="435"/>
                    <a:pt x="53" y="16"/>
                  </a:cubicBezTo>
                  <a:cubicBezTo>
                    <a:pt x="49" y="6"/>
                    <a:pt x="39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5868625" y="3246025"/>
              <a:ext cx="3000" cy="5325"/>
            </a:xfrm>
            <a:custGeom>
              <a:avLst/>
              <a:gdLst/>
              <a:ahLst/>
              <a:cxnLst/>
              <a:rect l="l" t="t" r="r" b="b"/>
              <a:pathLst>
                <a:path w="120" h="213" extrusionOk="0">
                  <a:moveTo>
                    <a:pt x="29" y="0"/>
                  </a:moveTo>
                  <a:cubicBezTo>
                    <a:pt x="26" y="0"/>
                    <a:pt x="24" y="1"/>
                    <a:pt x="21" y="2"/>
                  </a:cubicBezTo>
                  <a:cubicBezTo>
                    <a:pt x="8" y="7"/>
                    <a:pt x="1" y="22"/>
                    <a:pt x="6" y="35"/>
                  </a:cubicBezTo>
                  <a:lnTo>
                    <a:pt x="67" y="197"/>
                  </a:lnTo>
                  <a:cubicBezTo>
                    <a:pt x="70" y="207"/>
                    <a:pt x="80" y="213"/>
                    <a:pt x="91" y="213"/>
                  </a:cubicBezTo>
                  <a:cubicBezTo>
                    <a:pt x="94" y="213"/>
                    <a:pt x="96" y="213"/>
                    <a:pt x="99" y="211"/>
                  </a:cubicBezTo>
                  <a:cubicBezTo>
                    <a:pt x="113" y="206"/>
                    <a:pt x="119" y="191"/>
                    <a:pt x="115" y="178"/>
                  </a:cubicBezTo>
                  <a:lnTo>
                    <a:pt x="55" y="18"/>
                  </a:lnTo>
                  <a:cubicBezTo>
                    <a:pt x="50" y="7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5865350" y="3250375"/>
              <a:ext cx="11450" cy="36000"/>
            </a:xfrm>
            <a:custGeom>
              <a:avLst/>
              <a:gdLst/>
              <a:ahLst/>
              <a:cxnLst/>
              <a:rect l="l" t="t" r="r" b="b"/>
              <a:pathLst>
                <a:path w="458" h="1440" extrusionOk="0">
                  <a:moveTo>
                    <a:pt x="29" y="0"/>
                  </a:moveTo>
                  <a:cubicBezTo>
                    <a:pt x="25" y="0"/>
                    <a:pt x="22" y="1"/>
                    <a:pt x="19" y="2"/>
                  </a:cubicBezTo>
                  <a:cubicBezTo>
                    <a:pt x="5" y="9"/>
                    <a:pt x="0" y="24"/>
                    <a:pt x="5" y="37"/>
                  </a:cubicBezTo>
                  <a:cubicBezTo>
                    <a:pt x="199" y="477"/>
                    <a:pt x="334" y="941"/>
                    <a:pt x="404" y="1416"/>
                  </a:cubicBezTo>
                  <a:cubicBezTo>
                    <a:pt x="406" y="1430"/>
                    <a:pt x="417" y="1439"/>
                    <a:pt x="429" y="1439"/>
                  </a:cubicBezTo>
                  <a:cubicBezTo>
                    <a:pt x="431" y="1439"/>
                    <a:pt x="432" y="1439"/>
                    <a:pt x="433" y="1438"/>
                  </a:cubicBezTo>
                  <a:cubicBezTo>
                    <a:pt x="448" y="1437"/>
                    <a:pt x="458" y="1423"/>
                    <a:pt x="455" y="1410"/>
                  </a:cubicBezTo>
                  <a:cubicBezTo>
                    <a:pt x="384" y="929"/>
                    <a:pt x="249" y="460"/>
                    <a:pt x="53" y="16"/>
                  </a:cubicBezTo>
                  <a:cubicBezTo>
                    <a:pt x="49" y="6"/>
                    <a:pt x="39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5843400" y="3227775"/>
              <a:ext cx="13025" cy="27375"/>
            </a:xfrm>
            <a:custGeom>
              <a:avLst/>
              <a:gdLst/>
              <a:ahLst/>
              <a:cxnLst/>
              <a:rect l="l" t="t" r="r" b="b"/>
              <a:pathLst>
                <a:path w="521" h="1095" extrusionOk="0">
                  <a:moveTo>
                    <a:pt x="31" y="0"/>
                  </a:moveTo>
                  <a:cubicBezTo>
                    <a:pt x="27" y="0"/>
                    <a:pt x="22" y="2"/>
                    <a:pt x="18" y="4"/>
                  </a:cubicBezTo>
                  <a:cubicBezTo>
                    <a:pt x="6" y="12"/>
                    <a:pt x="1" y="27"/>
                    <a:pt x="9" y="40"/>
                  </a:cubicBezTo>
                  <a:cubicBezTo>
                    <a:pt x="195" y="370"/>
                    <a:pt x="348" y="718"/>
                    <a:pt x="468" y="1077"/>
                  </a:cubicBezTo>
                  <a:cubicBezTo>
                    <a:pt x="470" y="1088"/>
                    <a:pt x="481" y="1095"/>
                    <a:pt x="492" y="1095"/>
                  </a:cubicBezTo>
                  <a:cubicBezTo>
                    <a:pt x="495" y="1095"/>
                    <a:pt x="497" y="1095"/>
                    <a:pt x="500" y="1093"/>
                  </a:cubicBezTo>
                  <a:cubicBezTo>
                    <a:pt x="514" y="1089"/>
                    <a:pt x="520" y="1075"/>
                    <a:pt x="516" y="1061"/>
                  </a:cubicBezTo>
                  <a:cubicBezTo>
                    <a:pt x="396" y="699"/>
                    <a:pt x="240" y="347"/>
                    <a:pt x="53" y="14"/>
                  </a:cubicBezTo>
                  <a:cubicBezTo>
                    <a:pt x="49" y="5"/>
                    <a:pt x="40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5856200" y="3257700"/>
              <a:ext cx="2375" cy="3700"/>
            </a:xfrm>
            <a:custGeom>
              <a:avLst/>
              <a:gdLst/>
              <a:ahLst/>
              <a:cxnLst/>
              <a:rect l="l" t="t" r="r" b="b"/>
              <a:pathLst>
                <a:path w="95" h="148" extrusionOk="0">
                  <a:moveTo>
                    <a:pt x="28" y="0"/>
                  </a:moveTo>
                  <a:cubicBezTo>
                    <a:pt x="26" y="0"/>
                    <a:pt x="23" y="1"/>
                    <a:pt x="20" y="1"/>
                  </a:cubicBezTo>
                  <a:cubicBezTo>
                    <a:pt x="7" y="7"/>
                    <a:pt x="0" y="22"/>
                    <a:pt x="6" y="35"/>
                  </a:cubicBezTo>
                  <a:lnTo>
                    <a:pt x="41" y="130"/>
                  </a:lnTo>
                  <a:cubicBezTo>
                    <a:pt x="45" y="141"/>
                    <a:pt x="54" y="148"/>
                    <a:pt x="65" y="148"/>
                  </a:cubicBezTo>
                  <a:cubicBezTo>
                    <a:pt x="67" y="148"/>
                    <a:pt x="71" y="148"/>
                    <a:pt x="74" y="147"/>
                  </a:cubicBezTo>
                  <a:cubicBezTo>
                    <a:pt x="88" y="141"/>
                    <a:pt x="94" y="126"/>
                    <a:pt x="89" y="113"/>
                  </a:cubicBezTo>
                  <a:lnTo>
                    <a:pt x="54" y="17"/>
                  </a:lnTo>
                  <a:cubicBezTo>
                    <a:pt x="50" y="7"/>
                    <a:pt x="39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5849975" y="3230400"/>
              <a:ext cx="14325" cy="36650"/>
            </a:xfrm>
            <a:custGeom>
              <a:avLst/>
              <a:gdLst/>
              <a:ahLst/>
              <a:cxnLst/>
              <a:rect l="l" t="t" r="r" b="b"/>
              <a:pathLst>
                <a:path w="573" h="1466" extrusionOk="0">
                  <a:moveTo>
                    <a:pt x="30" y="0"/>
                  </a:moveTo>
                  <a:cubicBezTo>
                    <a:pt x="26" y="0"/>
                    <a:pt x="23" y="1"/>
                    <a:pt x="19" y="2"/>
                  </a:cubicBezTo>
                  <a:cubicBezTo>
                    <a:pt x="7" y="9"/>
                    <a:pt x="0" y="24"/>
                    <a:pt x="7" y="37"/>
                  </a:cubicBezTo>
                  <a:cubicBezTo>
                    <a:pt x="220" y="489"/>
                    <a:pt x="392" y="963"/>
                    <a:pt x="518" y="1447"/>
                  </a:cubicBezTo>
                  <a:cubicBezTo>
                    <a:pt x="521" y="1458"/>
                    <a:pt x="532" y="1466"/>
                    <a:pt x="542" y="1466"/>
                  </a:cubicBezTo>
                  <a:lnTo>
                    <a:pt x="549" y="1466"/>
                  </a:lnTo>
                  <a:cubicBezTo>
                    <a:pt x="563" y="1462"/>
                    <a:pt x="572" y="1447"/>
                    <a:pt x="568" y="1434"/>
                  </a:cubicBezTo>
                  <a:cubicBezTo>
                    <a:pt x="442" y="947"/>
                    <a:pt x="268" y="470"/>
                    <a:pt x="54" y="16"/>
                  </a:cubicBezTo>
                  <a:cubicBezTo>
                    <a:pt x="49" y="6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5889325" y="3272975"/>
              <a:ext cx="4225" cy="8150"/>
            </a:xfrm>
            <a:custGeom>
              <a:avLst/>
              <a:gdLst/>
              <a:ahLst/>
              <a:cxnLst/>
              <a:rect l="l" t="t" r="r" b="b"/>
              <a:pathLst>
                <a:path w="169" h="326" extrusionOk="0">
                  <a:moveTo>
                    <a:pt x="29" y="1"/>
                  </a:moveTo>
                  <a:cubicBezTo>
                    <a:pt x="26" y="1"/>
                    <a:pt x="23" y="1"/>
                    <a:pt x="21" y="2"/>
                  </a:cubicBezTo>
                  <a:cubicBezTo>
                    <a:pt x="7" y="8"/>
                    <a:pt x="0" y="23"/>
                    <a:pt x="6" y="36"/>
                  </a:cubicBezTo>
                  <a:lnTo>
                    <a:pt x="115" y="309"/>
                  </a:lnTo>
                  <a:cubicBezTo>
                    <a:pt x="119" y="320"/>
                    <a:pt x="129" y="325"/>
                    <a:pt x="139" y="325"/>
                  </a:cubicBezTo>
                  <a:cubicBezTo>
                    <a:pt x="143" y="325"/>
                    <a:pt x="146" y="325"/>
                    <a:pt x="148" y="324"/>
                  </a:cubicBezTo>
                  <a:cubicBezTo>
                    <a:pt x="162" y="319"/>
                    <a:pt x="168" y="304"/>
                    <a:pt x="163" y="290"/>
                  </a:cubicBezTo>
                  <a:lnTo>
                    <a:pt x="54" y="17"/>
                  </a:lnTo>
                  <a:cubicBezTo>
                    <a:pt x="50" y="7"/>
                    <a:pt x="40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5825625" y="3223650"/>
              <a:ext cx="11825" cy="18950"/>
            </a:xfrm>
            <a:custGeom>
              <a:avLst/>
              <a:gdLst/>
              <a:ahLst/>
              <a:cxnLst/>
              <a:rect l="l" t="t" r="r" b="b"/>
              <a:pathLst>
                <a:path w="473" h="758" extrusionOk="0">
                  <a:moveTo>
                    <a:pt x="30" y="0"/>
                  </a:moveTo>
                  <a:cubicBezTo>
                    <a:pt x="24" y="0"/>
                    <a:pt x="18" y="2"/>
                    <a:pt x="14" y="6"/>
                  </a:cubicBezTo>
                  <a:cubicBezTo>
                    <a:pt x="3" y="14"/>
                    <a:pt x="0" y="30"/>
                    <a:pt x="10" y="42"/>
                  </a:cubicBezTo>
                  <a:cubicBezTo>
                    <a:pt x="178" y="255"/>
                    <a:pt x="316" y="490"/>
                    <a:pt x="420" y="742"/>
                  </a:cubicBezTo>
                  <a:cubicBezTo>
                    <a:pt x="424" y="751"/>
                    <a:pt x="433" y="758"/>
                    <a:pt x="444" y="758"/>
                  </a:cubicBezTo>
                  <a:cubicBezTo>
                    <a:pt x="447" y="758"/>
                    <a:pt x="450" y="757"/>
                    <a:pt x="454" y="755"/>
                  </a:cubicBezTo>
                  <a:cubicBezTo>
                    <a:pt x="467" y="750"/>
                    <a:pt x="472" y="735"/>
                    <a:pt x="467" y="722"/>
                  </a:cubicBezTo>
                  <a:cubicBezTo>
                    <a:pt x="362" y="466"/>
                    <a:pt x="222" y="227"/>
                    <a:pt x="50" y="10"/>
                  </a:cubicBezTo>
                  <a:cubicBezTo>
                    <a:pt x="45" y="4"/>
                    <a:pt x="37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5837975" y="3245525"/>
              <a:ext cx="3925" cy="7050"/>
            </a:xfrm>
            <a:custGeom>
              <a:avLst/>
              <a:gdLst/>
              <a:ahLst/>
              <a:cxnLst/>
              <a:rect l="l" t="t" r="r" b="b"/>
              <a:pathLst>
                <a:path w="157" h="282" extrusionOk="0">
                  <a:moveTo>
                    <a:pt x="28" y="1"/>
                  </a:moveTo>
                  <a:cubicBezTo>
                    <a:pt x="25" y="1"/>
                    <a:pt x="22" y="1"/>
                    <a:pt x="19" y="3"/>
                  </a:cubicBezTo>
                  <a:cubicBezTo>
                    <a:pt x="5" y="9"/>
                    <a:pt x="0" y="24"/>
                    <a:pt x="5" y="38"/>
                  </a:cubicBezTo>
                  <a:lnTo>
                    <a:pt x="102" y="265"/>
                  </a:lnTo>
                  <a:cubicBezTo>
                    <a:pt x="106" y="274"/>
                    <a:pt x="116" y="281"/>
                    <a:pt x="126" y="281"/>
                  </a:cubicBezTo>
                  <a:cubicBezTo>
                    <a:pt x="131" y="281"/>
                    <a:pt x="133" y="280"/>
                    <a:pt x="137" y="278"/>
                  </a:cubicBezTo>
                  <a:cubicBezTo>
                    <a:pt x="149" y="273"/>
                    <a:pt x="156" y="258"/>
                    <a:pt x="151" y="245"/>
                  </a:cubicBezTo>
                  <a:lnTo>
                    <a:pt x="52" y="17"/>
                  </a:lnTo>
                  <a:cubicBezTo>
                    <a:pt x="48" y="7"/>
                    <a:pt x="3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5814650" y="3221575"/>
              <a:ext cx="16550" cy="28525"/>
            </a:xfrm>
            <a:custGeom>
              <a:avLst/>
              <a:gdLst/>
              <a:ahLst/>
              <a:cxnLst/>
              <a:rect l="l" t="t" r="r" b="b"/>
              <a:pathLst>
                <a:path w="662" h="1141" extrusionOk="0">
                  <a:moveTo>
                    <a:pt x="29" y="1"/>
                  </a:moveTo>
                  <a:cubicBezTo>
                    <a:pt x="25" y="1"/>
                    <a:pt x="20" y="2"/>
                    <a:pt x="16" y="4"/>
                  </a:cubicBezTo>
                  <a:cubicBezTo>
                    <a:pt x="5" y="12"/>
                    <a:pt x="1" y="28"/>
                    <a:pt x="9" y="40"/>
                  </a:cubicBezTo>
                  <a:cubicBezTo>
                    <a:pt x="231" y="388"/>
                    <a:pt x="434" y="752"/>
                    <a:pt x="609" y="1126"/>
                  </a:cubicBezTo>
                  <a:cubicBezTo>
                    <a:pt x="613" y="1135"/>
                    <a:pt x="622" y="1141"/>
                    <a:pt x="632" y="1141"/>
                  </a:cubicBezTo>
                  <a:lnTo>
                    <a:pt x="632" y="1141"/>
                  </a:lnTo>
                  <a:cubicBezTo>
                    <a:pt x="636" y="1141"/>
                    <a:pt x="640" y="1140"/>
                    <a:pt x="644" y="1138"/>
                  </a:cubicBezTo>
                  <a:cubicBezTo>
                    <a:pt x="656" y="1133"/>
                    <a:pt x="661" y="1117"/>
                    <a:pt x="656" y="1105"/>
                  </a:cubicBezTo>
                  <a:cubicBezTo>
                    <a:pt x="480" y="729"/>
                    <a:pt x="277" y="362"/>
                    <a:pt x="52" y="12"/>
                  </a:cubicBezTo>
                  <a:cubicBezTo>
                    <a:pt x="47" y="4"/>
                    <a:pt x="38" y="1"/>
                    <a:pt x="29" y="1"/>
                  </a:cubicBezTo>
                  <a:close/>
                  <a:moveTo>
                    <a:pt x="632" y="1141"/>
                  </a:moveTo>
                  <a:lnTo>
                    <a:pt x="632" y="1141"/>
                  </a:lnTo>
                  <a:cubicBezTo>
                    <a:pt x="632" y="1141"/>
                    <a:pt x="632" y="1141"/>
                    <a:pt x="632" y="1141"/>
                  </a:cubicBezTo>
                  <a:lnTo>
                    <a:pt x="633" y="1141"/>
                  </a:lnTo>
                  <a:cubicBezTo>
                    <a:pt x="633" y="1141"/>
                    <a:pt x="633" y="1141"/>
                    <a:pt x="632" y="114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5830825" y="3252300"/>
              <a:ext cx="2800" cy="4225"/>
            </a:xfrm>
            <a:custGeom>
              <a:avLst/>
              <a:gdLst/>
              <a:ahLst/>
              <a:cxnLst/>
              <a:rect l="l" t="t" r="r" b="b"/>
              <a:pathLst>
                <a:path w="112" h="169" extrusionOk="0">
                  <a:moveTo>
                    <a:pt x="30" y="0"/>
                  </a:moveTo>
                  <a:cubicBezTo>
                    <a:pt x="27" y="0"/>
                    <a:pt x="23" y="1"/>
                    <a:pt x="20" y="2"/>
                  </a:cubicBezTo>
                  <a:cubicBezTo>
                    <a:pt x="8" y="7"/>
                    <a:pt x="1" y="24"/>
                    <a:pt x="6" y="36"/>
                  </a:cubicBezTo>
                  <a:lnTo>
                    <a:pt x="57" y="153"/>
                  </a:lnTo>
                  <a:cubicBezTo>
                    <a:pt x="61" y="162"/>
                    <a:pt x="71" y="169"/>
                    <a:pt x="82" y="169"/>
                  </a:cubicBezTo>
                  <a:cubicBezTo>
                    <a:pt x="84" y="169"/>
                    <a:pt x="88" y="168"/>
                    <a:pt x="92" y="166"/>
                  </a:cubicBezTo>
                  <a:cubicBezTo>
                    <a:pt x="104" y="161"/>
                    <a:pt x="111" y="145"/>
                    <a:pt x="106" y="133"/>
                  </a:cubicBezTo>
                  <a:lnTo>
                    <a:pt x="55" y="16"/>
                  </a:lnTo>
                  <a:cubicBezTo>
                    <a:pt x="50" y="6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5794850" y="3218825"/>
              <a:ext cx="14925" cy="21100"/>
            </a:xfrm>
            <a:custGeom>
              <a:avLst/>
              <a:gdLst/>
              <a:ahLst/>
              <a:cxnLst/>
              <a:rect l="l" t="t" r="r" b="b"/>
              <a:pathLst>
                <a:path w="597" h="844" extrusionOk="0">
                  <a:moveTo>
                    <a:pt x="30" y="1"/>
                  </a:moveTo>
                  <a:cubicBezTo>
                    <a:pt x="24" y="1"/>
                    <a:pt x="17" y="3"/>
                    <a:pt x="12" y="7"/>
                  </a:cubicBezTo>
                  <a:cubicBezTo>
                    <a:pt x="2" y="16"/>
                    <a:pt x="0" y="33"/>
                    <a:pt x="10" y="44"/>
                  </a:cubicBezTo>
                  <a:cubicBezTo>
                    <a:pt x="218" y="284"/>
                    <a:pt x="397" y="547"/>
                    <a:pt x="544" y="829"/>
                  </a:cubicBezTo>
                  <a:cubicBezTo>
                    <a:pt x="549" y="838"/>
                    <a:pt x="557" y="843"/>
                    <a:pt x="567" y="843"/>
                  </a:cubicBezTo>
                  <a:cubicBezTo>
                    <a:pt x="571" y="843"/>
                    <a:pt x="575" y="842"/>
                    <a:pt x="579" y="841"/>
                  </a:cubicBezTo>
                  <a:cubicBezTo>
                    <a:pt x="592" y="834"/>
                    <a:pt x="596" y="818"/>
                    <a:pt x="590" y="806"/>
                  </a:cubicBezTo>
                  <a:cubicBezTo>
                    <a:pt x="442" y="520"/>
                    <a:pt x="260" y="253"/>
                    <a:pt x="50" y="9"/>
                  </a:cubicBezTo>
                  <a:cubicBezTo>
                    <a:pt x="44" y="3"/>
                    <a:pt x="37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5809850" y="3241625"/>
              <a:ext cx="2100" cy="2475"/>
            </a:xfrm>
            <a:custGeom>
              <a:avLst/>
              <a:gdLst/>
              <a:ahLst/>
              <a:cxnLst/>
              <a:rect l="l" t="t" r="r" b="b"/>
              <a:pathLst>
                <a:path w="84" h="99" extrusionOk="0">
                  <a:moveTo>
                    <a:pt x="30" y="1"/>
                  </a:moveTo>
                  <a:cubicBezTo>
                    <a:pt x="26" y="1"/>
                    <a:pt x="22" y="2"/>
                    <a:pt x="18" y="4"/>
                  </a:cubicBezTo>
                  <a:cubicBezTo>
                    <a:pt x="6" y="11"/>
                    <a:pt x="0" y="27"/>
                    <a:pt x="7" y="39"/>
                  </a:cubicBezTo>
                  <a:lnTo>
                    <a:pt x="31" y="83"/>
                  </a:lnTo>
                  <a:cubicBezTo>
                    <a:pt x="37" y="93"/>
                    <a:pt x="45" y="98"/>
                    <a:pt x="54" y="98"/>
                  </a:cubicBezTo>
                  <a:cubicBezTo>
                    <a:pt x="58" y="97"/>
                    <a:pt x="62" y="97"/>
                    <a:pt x="66" y="94"/>
                  </a:cubicBezTo>
                  <a:cubicBezTo>
                    <a:pt x="80" y="87"/>
                    <a:pt x="84" y="71"/>
                    <a:pt x="77" y="59"/>
                  </a:cubicBezTo>
                  <a:lnTo>
                    <a:pt x="53" y="15"/>
                  </a:lnTo>
                  <a:cubicBezTo>
                    <a:pt x="48" y="6"/>
                    <a:pt x="39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5796700" y="3228525"/>
              <a:ext cx="12575" cy="23175"/>
            </a:xfrm>
            <a:custGeom>
              <a:avLst/>
              <a:gdLst/>
              <a:ahLst/>
              <a:cxnLst/>
              <a:rect l="l" t="t" r="r" b="b"/>
              <a:pathLst>
                <a:path w="503" h="927" extrusionOk="0">
                  <a:moveTo>
                    <a:pt x="29" y="0"/>
                  </a:moveTo>
                  <a:cubicBezTo>
                    <a:pt x="24" y="0"/>
                    <a:pt x="19" y="2"/>
                    <a:pt x="15" y="5"/>
                  </a:cubicBezTo>
                  <a:cubicBezTo>
                    <a:pt x="3" y="13"/>
                    <a:pt x="0" y="29"/>
                    <a:pt x="8" y="41"/>
                  </a:cubicBezTo>
                  <a:cubicBezTo>
                    <a:pt x="190" y="310"/>
                    <a:pt x="339" y="602"/>
                    <a:pt x="450" y="909"/>
                  </a:cubicBezTo>
                  <a:cubicBezTo>
                    <a:pt x="452" y="919"/>
                    <a:pt x="463" y="926"/>
                    <a:pt x="474" y="926"/>
                  </a:cubicBezTo>
                  <a:cubicBezTo>
                    <a:pt x="477" y="926"/>
                    <a:pt x="479" y="925"/>
                    <a:pt x="482" y="925"/>
                  </a:cubicBezTo>
                  <a:cubicBezTo>
                    <a:pt x="495" y="919"/>
                    <a:pt x="502" y="905"/>
                    <a:pt x="498" y="891"/>
                  </a:cubicBezTo>
                  <a:cubicBezTo>
                    <a:pt x="386" y="580"/>
                    <a:pt x="236" y="284"/>
                    <a:pt x="50" y="11"/>
                  </a:cubicBezTo>
                  <a:cubicBezTo>
                    <a:pt x="45" y="4"/>
                    <a:pt x="37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5770875" y="3258450"/>
              <a:ext cx="17400" cy="1525"/>
            </a:xfrm>
            <a:custGeom>
              <a:avLst/>
              <a:gdLst/>
              <a:ahLst/>
              <a:cxnLst/>
              <a:rect l="l" t="t" r="r" b="b"/>
              <a:pathLst>
                <a:path w="696" h="61" extrusionOk="0">
                  <a:moveTo>
                    <a:pt x="667" y="1"/>
                  </a:moveTo>
                  <a:cubicBezTo>
                    <a:pt x="554" y="6"/>
                    <a:pt x="440" y="9"/>
                    <a:pt x="326" y="9"/>
                  </a:cubicBezTo>
                  <a:cubicBezTo>
                    <a:pt x="226" y="9"/>
                    <a:pt x="127" y="7"/>
                    <a:pt x="28" y="2"/>
                  </a:cubicBezTo>
                  <a:lnTo>
                    <a:pt x="27" y="2"/>
                  </a:lnTo>
                  <a:cubicBezTo>
                    <a:pt x="14" y="2"/>
                    <a:pt x="1" y="13"/>
                    <a:pt x="1" y="28"/>
                  </a:cubicBezTo>
                  <a:cubicBezTo>
                    <a:pt x="0" y="41"/>
                    <a:pt x="11" y="53"/>
                    <a:pt x="26" y="55"/>
                  </a:cubicBezTo>
                  <a:cubicBezTo>
                    <a:pt x="127" y="59"/>
                    <a:pt x="227" y="60"/>
                    <a:pt x="328" y="60"/>
                  </a:cubicBezTo>
                  <a:cubicBezTo>
                    <a:pt x="443" y="60"/>
                    <a:pt x="557" y="57"/>
                    <a:pt x="670" y="52"/>
                  </a:cubicBezTo>
                  <a:cubicBezTo>
                    <a:pt x="685" y="52"/>
                    <a:pt x="696" y="40"/>
                    <a:pt x="694" y="25"/>
                  </a:cubicBezTo>
                  <a:cubicBezTo>
                    <a:pt x="694" y="12"/>
                    <a:pt x="682" y="1"/>
                    <a:pt x="66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5790975" y="3257700"/>
              <a:ext cx="3850" cy="1550"/>
            </a:xfrm>
            <a:custGeom>
              <a:avLst/>
              <a:gdLst/>
              <a:ahLst/>
              <a:cxnLst/>
              <a:rect l="l" t="t" r="r" b="b"/>
              <a:pathLst>
                <a:path w="154" h="62" extrusionOk="0">
                  <a:moveTo>
                    <a:pt x="130" y="1"/>
                  </a:moveTo>
                  <a:cubicBezTo>
                    <a:pt x="128" y="1"/>
                    <a:pt x="127" y="1"/>
                    <a:pt x="126" y="1"/>
                  </a:cubicBezTo>
                  <a:lnTo>
                    <a:pt x="25" y="11"/>
                  </a:lnTo>
                  <a:cubicBezTo>
                    <a:pt x="10" y="12"/>
                    <a:pt x="1" y="24"/>
                    <a:pt x="2" y="39"/>
                  </a:cubicBezTo>
                  <a:cubicBezTo>
                    <a:pt x="3" y="52"/>
                    <a:pt x="14" y="62"/>
                    <a:pt x="28" y="62"/>
                  </a:cubicBezTo>
                  <a:lnTo>
                    <a:pt x="29" y="62"/>
                  </a:lnTo>
                  <a:lnTo>
                    <a:pt x="130" y="52"/>
                  </a:lnTo>
                  <a:cubicBezTo>
                    <a:pt x="145" y="51"/>
                    <a:pt x="154" y="39"/>
                    <a:pt x="153" y="24"/>
                  </a:cubicBezTo>
                  <a:cubicBezTo>
                    <a:pt x="151" y="12"/>
                    <a:pt x="142" y="1"/>
                    <a:pt x="1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5764175" y="3248875"/>
              <a:ext cx="23325" cy="2300"/>
            </a:xfrm>
            <a:custGeom>
              <a:avLst/>
              <a:gdLst/>
              <a:ahLst/>
              <a:cxnLst/>
              <a:rect l="l" t="t" r="r" b="b"/>
              <a:pathLst>
                <a:path w="933" h="92" extrusionOk="0">
                  <a:moveTo>
                    <a:pt x="28" y="0"/>
                  </a:moveTo>
                  <a:cubicBezTo>
                    <a:pt x="15" y="0"/>
                    <a:pt x="4" y="9"/>
                    <a:pt x="3" y="22"/>
                  </a:cubicBezTo>
                  <a:cubicBezTo>
                    <a:pt x="0" y="35"/>
                    <a:pt x="10" y="49"/>
                    <a:pt x="23" y="52"/>
                  </a:cubicBezTo>
                  <a:cubicBezTo>
                    <a:pt x="186" y="79"/>
                    <a:pt x="349" y="92"/>
                    <a:pt x="512" y="92"/>
                  </a:cubicBezTo>
                  <a:cubicBezTo>
                    <a:pt x="643" y="92"/>
                    <a:pt x="777" y="83"/>
                    <a:pt x="908" y="65"/>
                  </a:cubicBezTo>
                  <a:cubicBezTo>
                    <a:pt x="923" y="62"/>
                    <a:pt x="933" y="50"/>
                    <a:pt x="931" y="35"/>
                  </a:cubicBezTo>
                  <a:cubicBezTo>
                    <a:pt x="929" y="23"/>
                    <a:pt x="917" y="14"/>
                    <a:pt x="904" y="14"/>
                  </a:cubicBezTo>
                  <a:cubicBezTo>
                    <a:pt x="903" y="14"/>
                    <a:pt x="903" y="14"/>
                    <a:pt x="902" y="14"/>
                  </a:cubicBezTo>
                  <a:cubicBezTo>
                    <a:pt x="772" y="32"/>
                    <a:pt x="641" y="40"/>
                    <a:pt x="510" y="40"/>
                  </a:cubicBezTo>
                  <a:cubicBezTo>
                    <a:pt x="351" y="40"/>
                    <a:pt x="191" y="27"/>
                    <a:pt x="33" y="1"/>
                  </a:cubicBezTo>
                  <a:cubicBezTo>
                    <a:pt x="31" y="0"/>
                    <a:pt x="29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5768350" y="3240850"/>
              <a:ext cx="22850" cy="1925"/>
            </a:xfrm>
            <a:custGeom>
              <a:avLst/>
              <a:gdLst/>
              <a:ahLst/>
              <a:cxnLst/>
              <a:rect l="l" t="t" r="r" b="b"/>
              <a:pathLst>
                <a:path w="914" h="77" extrusionOk="0">
                  <a:moveTo>
                    <a:pt x="25" y="1"/>
                  </a:moveTo>
                  <a:cubicBezTo>
                    <a:pt x="12" y="1"/>
                    <a:pt x="3" y="11"/>
                    <a:pt x="2" y="24"/>
                  </a:cubicBezTo>
                  <a:cubicBezTo>
                    <a:pt x="0" y="39"/>
                    <a:pt x="11" y="51"/>
                    <a:pt x="26" y="52"/>
                  </a:cubicBezTo>
                  <a:cubicBezTo>
                    <a:pt x="182" y="69"/>
                    <a:pt x="339" y="77"/>
                    <a:pt x="497" y="77"/>
                  </a:cubicBezTo>
                  <a:cubicBezTo>
                    <a:pt x="627" y="77"/>
                    <a:pt x="759" y="71"/>
                    <a:pt x="889" y="61"/>
                  </a:cubicBezTo>
                  <a:cubicBezTo>
                    <a:pt x="903" y="59"/>
                    <a:pt x="914" y="46"/>
                    <a:pt x="912" y="32"/>
                  </a:cubicBezTo>
                  <a:cubicBezTo>
                    <a:pt x="911" y="19"/>
                    <a:pt x="902" y="8"/>
                    <a:pt x="889" y="8"/>
                  </a:cubicBezTo>
                  <a:cubicBezTo>
                    <a:pt x="887" y="8"/>
                    <a:pt x="886" y="8"/>
                    <a:pt x="884" y="8"/>
                  </a:cubicBezTo>
                  <a:cubicBezTo>
                    <a:pt x="755" y="19"/>
                    <a:pt x="625" y="25"/>
                    <a:pt x="495" y="25"/>
                  </a:cubicBezTo>
                  <a:cubicBezTo>
                    <a:pt x="340" y="25"/>
                    <a:pt x="184" y="17"/>
                    <a:pt x="30" y="1"/>
                  </a:cubicBezTo>
                  <a:cubicBezTo>
                    <a:pt x="28" y="1"/>
                    <a:pt x="27" y="1"/>
                    <a:pt x="2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5791150" y="3261825"/>
              <a:ext cx="37650" cy="6375"/>
            </a:xfrm>
            <a:custGeom>
              <a:avLst/>
              <a:gdLst/>
              <a:ahLst/>
              <a:cxnLst/>
              <a:rect l="l" t="t" r="r" b="b"/>
              <a:pathLst>
                <a:path w="1506" h="255" extrusionOk="0">
                  <a:moveTo>
                    <a:pt x="1478" y="1"/>
                  </a:moveTo>
                  <a:cubicBezTo>
                    <a:pt x="1476" y="1"/>
                    <a:pt x="1473" y="1"/>
                    <a:pt x="1471" y="2"/>
                  </a:cubicBezTo>
                  <a:cubicBezTo>
                    <a:pt x="1000" y="130"/>
                    <a:pt x="514" y="197"/>
                    <a:pt x="26" y="202"/>
                  </a:cubicBezTo>
                  <a:cubicBezTo>
                    <a:pt x="11" y="202"/>
                    <a:pt x="0" y="214"/>
                    <a:pt x="0" y="228"/>
                  </a:cubicBezTo>
                  <a:cubicBezTo>
                    <a:pt x="0" y="243"/>
                    <a:pt x="12" y="255"/>
                    <a:pt x="26" y="255"/>
                  </a:cubicBezTo>
                  <a:lnTo>
                    <a:pt x="26" y="253"/>
                  </a:lnTo>
                  <a:cubicBezTo>
                    <a:pt x="518" y="248"/>
                    <a:pt x="1009" y="181"/>
                    <a:pt x="1484" y="52"/>
                  </a:cubicBezTo>
                  <a:cubicBezTo>
                    <a:pt x="1499" y="48"/>
                    <a:pt x="1506" y="34"/>
                    <a:pt x="1503" y="19"/>
                  </a:cubicBezTo>
                  <a:cubicBezTo>
                    <a:pt x="1500" y="8"/>
                    <a:pt x="1489" y="1"/>
                    <a:pt x="147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5822050" y="3273825"/>
              <a:ext cx="28875" cy="12575"/>
            </a:xfrm>
            <a:custGeom>
              <a:avLst/>
              <a:gdLst/>
              <a:ahLst/>
              <a:cxnLst/>
              <a:rect l="l" t="t" r="r" b="b"/>
              <a:pathLst>
                <a:path w="1155" h="503" extrusionOk="0">
                  <a:moveTo>
                    <a:pt x="1126" y="1"/>
                  </a:moveTo>
                  <a:cubicBezTo>
                    <a:pt x="1122" y="1"/>
                    <a:pt x="1118" y="1"/>
                    <a:pt x="1115" y="3"/>
                  </a:cubicBezTo>
                  <a:cubicBezTo>
                    <a:pt x="765" y="185"/>
                    <a:pt x="398" y="336"/>
                    <a:pt x="22" y="453"/>
                  </a:cubicBezTo>
                  <a:cubicBezTo>
                    <a:pt x="7" y="457"/>
                    <a:pt x="1" y="470"/>
                    <a:pt x="5" y="485"/>
                  </a:cubicBezTo>
                  <a:cubicBezTo>
                    <a:pt x="7" y="496"/>
                    <a:pt x="18" y="503"/>
                    <a:pt x="29" y="503"/>
                  </a:cubicBezTo>
                  <a:lnTo>
                    <a:pt x="37" y="503"/>
                  </a:lnTo>
                  <a:cubicBezTo>
                    <a:pt x="416" y="386"/>
                    <a:pt x="786" y="233"/>
                    <a:pt x="1137" y="49"/>
                  </a:cubicBezTo>
                  <a:cubicBezTo>
                    <a:pt x="1151" y="42"/>
                    <a:pt x="1155" y="28"/>
                    <a:pt x="1150" y="14"/>
                  </a:cubicBezTo>
                  <a:cubicBezTo>
                    <a:pt x="1145" y="6"/>
                    <a:pt x="1135" y="1"/>
                    <a:pt x="11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5813625" y="3286225"/>
              <a:ext cx="4675" cy="1950"/>
            </a:xfrm>
            <a:custGeom>
              <a:avLst/>
              <a:gdLst/>
              <a:ahLst/>
              <a:cxnLst/>
              <a:rect l="l" t="t" r="r" b="b"/>
              <a:pathLst>
                <a:path w="187" h="78" extrusionOk="0">
                  <a:moveTo>
                    <a:pt x="158" y="1"/>
                  </a:moveTo>
                  <a:cubicBezTo>
                    <a:pt x="157" y="1"/>
                    <a:pt x="155" y="1"/>
                    <a:pt x="153" y="1"/>
                  </a:cubicBezTo>
                  <a:lnTo>
                    <a:pt x="23" y="27"/>
                  </a:lnTo>
                  <a:cubicBezTo>
                    <a:pt x="8" y="29"/>
                    <a:pt x="0" y="43"/>
                    <a:pt x="3" y="58"/>
                  </a:cubicBezTo>
                  <a:cubicBezTo>
                    <a:pt x="4" y="70"/>
                    <a:pt x="16" y="78"/>
                    <a:pt x="28" y="78"/>
                  </a:cubicBezTo>
                  <a:lnTo>
                    <a:pt x="32" y="78"/>
                  </a:lnTo>
                  <a:lnTo>
                    <a:pt x="164" y="52"/>
                  </a:lnTo>
                  <a:cubicBezTo>
                    <a:pt x="178" y="50"/>
                    <a:pt x="187" y="36"/>
                    <a:pt x="184" y="21"/>
                  </a:cubicBezTo>
                  <a:cubicBezTo>
                    <a:pt x="182" y="9"/>
                    <a:pt x="171" y="1"/>
                    <a:pt x="15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5844550" y="3282325"/>
              <a:ext cx="25225" cy="13250"/>
            </a:xfrm>
            <a:custGeom>
              <a:avLst/>
              <a:gdLst/>
              <a:ahLst/>
              <a:cxnLst/>
              <a:rect l="l" t="t" r="r" b="b"/>
              <a:pathLst>
                <a:path w="1009" h="530" extrusionOk="0">
                  <a:moveTo>
                    <a:pt x="979" y="0"/>
                  </a:moveTo>
                  <a:cubicBezTo>
                    <a:pt x="974" y="0"/>
                    <a:pt x="968" y="2"/>
                    <a:pt x="964" y="5"/>
                  </a:cubicBezTo>
                  <a:cubicBezTo>
                    <a:pt x="680" y="219"/>
                    <a:pt x="363" y="378"/>
                    <a:pt x="22" y="480"/>
                  </a:cubicBezTo>
                  <a:cubicBezTo>
                    <a:pt x="9" y="483"/>
                    <a:pt x="1" y="498"/>
                    <a:pt x="5" y="511"/>
                  </a:cubicBezTo>
                  <a:cubicBezTo>
                    <a:pt x="9" y="523"/>
                    <a:pt x="18" y="530"/>
                    <a:pt x="30" y="530"/>
                  </a:cubicBezTo>
                  <a:cubicBezTo>
                    <a:pt x="32" y="530"/>
                    <a:pt x="34" y="530"/>
                    <a:pt x="37" y="528"/>
                  </a:cubicBezTo>
                  <a:cubicBezTo>
                    <a:pt x="384" y="426"/>
                    <a:pt x="706" y="263"/>
                    <a:pt x="995" y="47"/>
                  </a:cubicBezTo>
                  <a:cubicBezTo>
                    <a:pt x="1007" y="37"/>
                    <a:pt x="1008" y="21"/>
                    <a:pt x="1000" y="11"/>
                  </a:cubicBezTo>
                  <a:cubicBezTo>
                    <a:pt x="995" y="3"/>
                    <a:pt x="987" y="0"/>
                    <a:pt x="97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5857225" y="3285300"/>
              <a:ext cx="19200" cy="12700"/>
            </a:xfrm>
            <a:custGeom>
              <a:avLst/>
              <a:gdLst/>
              <a:ahLst/>
              <a:cxnLst/>
              <a:rect l="l" t="t" r="r" b="b"/>
              <a:pathLst>
                <a:path w="768" h="508" extrusionOk="0">
                  <a:moveTo>
                    <a:pt x="739" y="0"/>
                  </a:moveTo>
                  <a:cubicBezTo>
                    <a:pt x="732" y="0"/>
                    <a:pt x="726" y="3"/>
                    <a:pt x="721" y="7"/>
                  </a:cubicBezTo>
                  <a:cubicBezTo>
                    <a:pt x="513" y="197"/>
                    <a:pt x="278" y="348"/>
                    <a:pt x="20" y="458"/>
                  </a:cubicBezTo>
                  <a:cubicBezTo>
                    <a:pt x="6" y="463"/>
                    <a:pt x="1" y="478"/>
                    <a:pt x="6" y="492"/>
                  </a:cubicBezTo>
                  <a:cubicBezTo>
                    <a:pt x="10" y="501"/>
                    <a:pt x="20" y="508"/>
                    <a:pt x="29" y="508"/>
                  </a:cubicBezTo>
                  <a:cubicBezTo>
                    <a:pt x="33" y="508"/>
                    <a:pt x="37" y="508"/>
                    <a:pt x="40" y="506"/>
                  </a:cubicBezTo>
                  <a:cubicBezTo>
                    <a:pt x="304" y="393"/>
                    <a:pt x="544" y="239"/>
                    <a:pt x="756" y="45"/>
                  </a:cubicBezTo>
                  <a:cubicBezTo>
                    <a:pt x="766" y="35"/>
                    <a:pt x="768" y="19"/>
                    <a:pt x="757" y="9"/>
                  </a:cubicBezTo>
                  <a:cubicBezTo>
                    <a:pt x="752" y="3"/>
                    <a:pt x="745" y="0"/>
                    <a:pt x="73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5851350" y="3297100"/>
              <a:ext cx="19800" cy="9475"/>
            </a:xfrm>
            <a:custGeom>
              <a:avLst/>
              <a:gdLst/>
              <a:ahLst/>
              <a:cxnLst/>
              <a:rect l="l" t="t" r="r" b="b"/>
              <a:pathLst>
                <a:path w="792" h="379" extrusionOk="0">
                  <a:moveTo>
                    <a:pt x="763" y="0"/>
                  </a:moveTo>
                  <a:cubicBezTo>
                    <a:pt x="759" y="0"/>
                    <a:pt x="754" y="1"/>
                    <a:pt x="750" y="3"/>
                  </a:cubicBezTo>
                  <a:cubicBezTo>
                    <a:pt x="516" y="127"/>
                    <a:pt x="271" y="237"/>
                    <a:pt x="22" y="329"/>
                  </a:cubicBezTo>
                  <a:cubicBezTo>
                    <a:pt x="9" y="333"/>
                    <a:pt x="0" y="348"/>
                    <a:pt x="6" y="361"/>
                  </a:cubicBezTo>
                  <a:cubicBezTo>
                    <a:pt x="10" y="372"/>
                    <a:pt x="19" y="379"/>
                    <a:pt x="30" y="379"/>
                  </a:cubicBezTo>
                  <a:cubicBezTo>
                    <a:pt x="33" y="379"/>
                    <a:pt x="37" y="379"/>
                    <a:pt x="39" y="377"/>
                  </a:cubicBezTo>
                  <a:cubicBezTo>
                    <a:pt x="291" y="285"/>
                    <a:pt x="539" y="174"/>
                    <a:pt x="774" y="49"/>
                  </a:cubicBezTo>
                  <a:cubicBezTo>
                    <a:pt x="787" y="42"/>
                    <a:pt x="792" y="26"/>
                    <a:pt x="785" y="14"/>
                  </a:cubicBezTo>
                  <a:cubicBezTo>
                    <a:pt x="780" y="5"/>
                    <a:pt x="772" y="0"/>
                    <a:pt x="76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5872750" y="3293300"/>
              <a:ext cx="5725" cy="3650"/>
            </a:xfrm>
            <a:custGeom>
              <a:avLst/>
              <a:gdLst/>
              <a:ahLst/>
              <a:cxnLst/>
              <a:rect l="l" t="t" r="r" b="b"/>
              <a:pathLst>
                <a:path w="229" h="146" extrusionOk="0">
                  <a:moveTo>
                    <a:pt x="199" y="0"/>
                  </a:moveTo>
                  <a:cubicBezTo>
                    <a:pt x="195" y="0"/>
                    <a:pt x="191" y="1"/>
                    <a:pt x="187" y="3"/>
                  </a:cubicBezTo>
                  <a:lnTo>
                    <a:pt x="18" y="96"/>
                  </a:lnTo>
                  <a:cubicBezTo>
                    <a:pt x="4" y="104"/>
                    <a:pt x="0" y="119"/>
                    <a:pt x="7" y="133"/>
                  </a:cubicBezTo>
                  <a:cubicBezTo>
                    <a:pt x="12" y="141"/>
                    <a:pt x="20" y="146"/>
                    <a:pt x="30" y="146"/>
                  </a:cubicBezTo>
                  <a:lnTo>
                    <a:pt x="30" y="145"/>
                  </a:lnTo>
                  <a:cubicBezTo>
                    <a:pt x="34" y="145"/>
                    <a:pt x="38" y="145"/>
                    <a:pt x="42" y="142"/>
                  </a:cubicBezTo>
                  <a:lnTo>
                    <a:pt x="211" y="49"/>
                  </a:lnTo>
                  <a:cubicBezTo>
                    <a:pt x="223" y="42"/>
                    <a:pt x="229" y="26"/>
                    <a:pt x="222" y="14"/>
                  </a:cubicBezTo>
                  <a:cubicBezTo>
                    <a:pt x="217" y="5"/>
                    <a:pt x="209" y="0"/>
                    <a:pt x="19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5873300" y="3302575"/>
              <a:ext cx="16450" cy="6825"/>
            </a:xfrm>
            <a:custGeom>
              <a:avLst/>
              <a:gdLst/>
              <a:ahLst/>
              <a:cxnLst/>
              <a:rect l="l" t="t" r="r" b="b"/>
              <a:pathLst>
                <a:path w="658" h="273" extrusionOk="0">
                  <a:moveTo>
                    <a:pt x="628" y="1"/>
                  </a:moveTo>
                  <a:cubicBezTo>
                    <a:pt x="625" y="1"/>
                    <a:pt x="622" y="1"/>
                    <a:pt x="618" y="2"/>
                  </a:cubicBezTo>
                  <a:lnTo>
                    <a:pt x="21" y="223"/>
                  </a:lnTo>
                  <a:cubicBezTo>
                    <a:pt x="8" y="228"/>
                    <a:pt x="1" y="243"/>
                    <a:pt x="6" y="257"/>
                  </a:cubicBezTo>
                  <a:cubicBezTo>
                    <a:pt x="10" y="266"/>
                    <a:pt x="20" y="273"/>
                    <a:pt x="31" y="273"/>
                  </a:cubicBezTo>
                  <a:cubicBezTo>
                    <a:pt x="33" y="273"/>
                    <a:pt x="36" y="273"/>
                    <a:pt x="40" y="271"/>
                  </a:cubicBezTo>
                  <a:lnTo>
                    <a:pt x="637" y="51"/>
                  </a:lnTo>
                  <a:cubicBezTo>
                    <a:pt x="651" y="47"/>
                    <a:pt x="657" y="32"/>
                    <a:pt x="652" y="18"/>
                  </a:cubicBezTo>
                  <a:cubicBezTo>
                    <a:pt x="648" y="8"/>
                    <a:pt x="639" y="1"/>
                    <a:pt x="6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5891350" y="3300550"/>
              <a:ext cx="4525" cy="2400"/>
            </a:xfrm>
            <a:custGeom>
              <a:avLst/>
              <a:gdLst/>
              <a:ahLst/>
              <a:cxnLst/>
              <a:rect l="l" t="t" r="r" b="b"/>
              <a:pathLst>
                <a:path w="181" h="96" extrusionOk="0">
                  <a:moveTo>
                    <a:pt x="152" y="1"/>
                  </a:moveTo>
                  <a:cubicBezTo>
                    <a:pt x="149" y="1"/>
                    <a:pt x="146" y="1"/>
                    <a:pt x="143" y="3"/>
                  </a:cubicBezTo>
                  <a:lnTo>
                    <a:pt x="22" y="46"/>
                  </a:lnTo>
                  <a:cubicBezTo>
                    <a:pt x="8" y="50"/>
                    <a:pt x="0" y="65"/>
                    <a:pt x="5" y="78"/>
                  </a:cubicBezTo>
                  <a:cubicBezTo>
                    <a:pt x="9" y="89"/>
                    <a:pt x="19" y="95"/>
                    <a:pt x="30" y="95"/>
                  </a:cubicBezTo>
                  <a:cubicBezTo>
                    <a:pt x="32" y="95"/>
                    <a:pt x="36" y="95"/>
                    <a:pt x="39" y="94"/>
                  </a:cubicBezTo>
                  <a:lnTo>
                    <a:pt x="160" y="51"/>
                  </a:lnTo>
                  <a:cubicBezTo>
                    <a:pt x="174" y="46"/>
                    <a:pt x="180" y="31"/>
                    <a:pt x="176" y="17"/>
                  </a:cubicBezTo>
                  <a:cubicBezTo>
                    <a:pt x="172" y="7"/>
                    <a:pt x="163" y="1"/>
                    <a:pt x="15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5894125" y="3301650"/>
              <a:ext cx="9625" cy="5125"/>
            </a:xfrm>
            <a:custGeom>
              <a:avLst/>
              <a:gdLst/>
              <a:ahLst/>
              <a:cxnLst/>
              <a:rect l="l" t="t" r="r" b="b"/>
              <a:pathLst>
                <a:path w="385" h="205" extrusionOk="0">
                  <a:moveTo>
                    <a:pt x="354" y="1"/>
                  </a:moveTo>
                  <a:cubicBezTo>
                    <a:pt x="350" y="1"/>
                    <a:pt x="347" y="2"/>
                    <a:pt x="344" y="3"/>
                  </a:cubicBezTo>
                  <a:lnTo>
                    <a:pt x="20" y="156"/>
                  </a:lnTo>
                  <a:cubicBezTo>
                    <a:pt x="7" y="162"/>
                    <a:pt x="1" y="178"/>
                    <a:pt x="7" y="190"/>
                  </a:cubicBezTo>
                  <a:cubicBezTo>
                    <a:pt x="11" y="199"/>
                    <a:pt x="21" y="205"/>
                    <a:pt x="30" y="205"/>
                  </a:cubicBezTo>
                  <a:cubicBezTo>
                    <a:pt x="34" y="205"/>
                    <a:pt x="38" y="205"/>
                    <a:pt x="42" y="203"/>
                  </a:cubicBezTo>
                  <a:lnTo>
                    <a:pt x="365" y="50"/>
                  </a:lnTo>
                  <a:cubicBezTo>
                    <a:pt x="379" y="45"/>
                    <a:pt x="384" y="29"/>
                    <a:pt x="377" y="16"/>
                  </a:cubicBezTo>
                  <a:cubicBezTo>
                    <a:pt x="373" y="6"/>
                    <a:pt x="363" y="1"/>
                    <a:pt x="35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5905600" y="3297700"/>
              <a:ext cx="6950" cy="3825"/>
            </a:xfrm>
            <a:custGeom>
              <a:avLst/>
              <a:gdLst/>
              <a:ahLst/>
              <a:cxnLst/>
              <a:rect l="l" t="t" r="r" b="b"/>
              <a:pathLst>
                <a:path w="278" h="153" extrusionOk="0">
                  <a:moveTo>
                    <a:pt x="248" y="0"/>
                  </a:moveTo>
                  <a:cubicBezTo>
                    <a:pt x="244" y="0"/>
                    <a:pt x="241" y="1"/>
                    <a:pt x="237" y="2"/>
                  </a:cubicBezTo>
                  <a:lnTo>
                    <a:pt x="19" y="103"/>
                  </a:lnTo>
                  <a:cubicBezTo>
                    <a:pt x="6" y="110"/>
                    <a:pt x="0" y="125"/>
                    <a:pt x="6" y="138"/>
                  </a:cubicBezTo>
                  <a:cubicBezTo>
                    <a:pt x="11" y="148"/>
                    <a:pt x="21" y="153"/>
                    <a:pt x="30" y="153"/>
                  </a:cubicBezTo>
                  <a:cubicBezTo>
                    <a:pt x="34" y="153"/>
                    <a:pt x="37" y="153"/>
                    <a:pt x="41" y="150"/>
                  </a:cubicBezTo>
                  <a:lnTo>
                    <a:pt x="259" y="49"/>
                  </a:lnTo>
                  <a:cubicBezTo>
                    <a:pt x="272" y="44"/>
                    <a:pt x="278" y="28"/>
                    <a:pt x="272" y="16"/>
                  </a:cubicBezTo>
                  <a:cubicBezTo>
                    <a:pt x="267" y="6"/>
                    <a:pt x="258" y="0"/>
                    <a:pt x="24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5793400" y="3335600"/>
              <a:ext cx="28825" cy="12050"/>
            </a:xfrm>
            <a:custGeom>
              <a:avLst/>
              <a:gdLst/>
              <a:ahLst/>
              <a:cxnLst/>
              <a:rect l="l" t="t" r="r" b="b"/>
              <a:pathLst>
                <a:path w="1153" h="482" extrusionOk="0">
                  <a:moveTo>
                    <a:pt x="29" y="1"/>
                  </a:moveTo>
                  <a:cubicBezTo>
                    <a:pt x="19" y="1"/>
                    <a:pt x="9" y="8"/>
                    <a:pt x="5" y="19"/>
                  </a:cubicBezTo>
                  <a:cubicBezTo>
                    <a:pt x="0" y="32"/>
                    <a:pt x="9" y="47"/>
                    <a:pt x="22" y="51"/>
                  </a:cubicBezTo>
                  <a:cubicBezTo>
                    <a:pt x="392" y="169"/>
                    <a:pt x="759" y="313"/>
                    <a:pt x="1112" y="479"/>
                  </a:cubicBezTo>
                  <a:cubicBezTo>
                    <a:pt x="1114" y="481"/>
                    <a:pt x="1118" y="481"/>
                    <a:pt x="1122" y="481"/>
                  </a:cubicBezTo>
                  <a:cubicBezTo>
                    <a:pt x="1132" y="481"/>
                    <a:pt x="1141" y="476"/>
                    <a:pt x="1145" y="467"/>
                  </a:cubicBezTo>
                  <a:cubicBezTo>
                    <a:pt x="1152" y="454"/>
                    <a:pt x="1147" y="438"/>
                    <a:pt x="1133" y="433"/>
                  </a:cubicBezTo>
                  <a:cubicBezTo>
                    <a:pt x="779" y="265"/>
                    <a:pt x="409" y="121"/>
                    <a:pt x="38" y="2"/>
                  </a:cubicBezTo>
                  <a:cubicBezTo>
                    <a:pt x="35" y="1"/>
                    <a:pt x="32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5826025" y="3349325"/>
              <a:ext cx="6375" cy="3825"/>
            </a:xfrm>
            <a:custGeom>
              <a:avLst/>
              <a:gdLst/>
              <a:ahLst/>
              <a:cxnLst/>
              <a:rect l="l" t="t" r="r" b="b"/>
              <a:pathLst>
                <a:path w="255" h="153" extrusionOk="0">
                  <a:moveTo>
                    <a:pt x="28" y="0"/>
                  </a:moveTo>
                  <a:cubicBezTo>
                    <a:pt x="19" y="0"/>
                    <a:pt x="10" y="5"/>
                    <a:pt x="6" y="14"/>
                  </a:cubicBezTo>
                  <a:cubicBezTo>
                    <a:pt x="0" y="27"/>
                    <a:pt x="4" y="43"/>
                    <a:pt x="18" y="49"/>
                  </a:cubicBezTo>
                  <a:lnTo>
                    <a:pt x="213" y="150"/>
                  </a:lnTo>
                  <a:cubicBezTo>
                    <a:pt x="217" y="153"/>
                    <a:pt x="221" y="153"/>
                    <a:pt x="225" y="153"/>
                  </a:cubicBezTo>
                  <a:cubicBezTo>
                    <a:pt x="235" y="153"/>
                    <a:pt x="243" y="149"/>
                    <a:pt x="248" y="140"/>
                  </a:cubicBezTo>
                  <a:cubicBezTo>
                    <a:pt x="255" y="126"/>
                    <a:pt x="249" y="111"/>
                    <a:pt x="236" y="105"/>
                  </a:cubicBezTo>
                  <a:lnTo>
                    <a:pt x="41" y="4"/>
                  </a:lnTo>
                  <a:cubicBezTo>
                    <a:pt x="37" y="2"/>
                    <a:pt x="33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5787975" y="3339800"/>
              <a:ext cx="32325" cy="13725"/>
            </a:xfrm>
            <a:custGeom>
              <a:avLst/>
              <a:gdLst/>
              <a:ahLst/>
              <a:cxnLst/>
              <a:rect l="l" t="t" r="r" b="b"/>
              <a:pathLst>
                <a:path w="1293" h="549" extrusionOk="0">
                  <a:moveTo>
                    <a:pt x="31" y="0"/>
                  </a:moveTo>
                  <a:cubicBezTo>
                    <a:pt x="20" y="0"/>
                    <a:pt x="10" y="7"/>
                    <a:pt x="6" y="17"/>
                  </a:cubicBezTo>
                  <a:cubicBezTo>
                    <a:pt x="1" y="31"/>
                    <a:pt x="9" y="46"/>
                    <a:pt x="22" y="50"/>
                  </a:cubicBezTo>
                  <a:cubicBezTo>
                    <a:pt x="442" y="186"/>
                    <a:pt x="855" y="352"/>
                    <a:pt x="1252" y="546"/>
                  </a:cubicBezTo>
                  <a:cubicBezTo>
                    <a:pt x="1255" y="547"/>
                    <a:pt x="1259" y="549"/>
                    <a:pt x="1263" y="549"/>
                  </a:cubicBezTo>
                  <a:cubicBezTo>
                    <a:pt x="1272" y="549"/>
                    <a:pt x="1282" y="543"/>
                    <a:pt x="1287" y="534"/>
                  </a:cubicBezTo>
                  <a:cubicBezTo>
                    <a:pt x="1292" y="522"/>
                    <a:pt x="1287" y="506"/>
                    <a:pt x="1275" y="499"/>
                  </a:cubicBezTo>
                  <a:cubicBezTo>
                    <a:pt x="875" y="305"/>
                    <a:pt x="460" y="137"/>
                    <a:pt x="39" y="1"/>
                  </a:cubicBezTo>
                  <a:cubicBezTo>
                    <a:pt x="36" y="0"/>
                    <a:pt x="33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5826250" y="3356425"/>
              <a:ext cx="7200" cy="4125"/>
            </a:xfrm>
            <a:custGeom>
              <a:avLst/>
              <a:gdLst/>
              <a:ahLst/>
              <a:cxnLst/>
              <a:rect l="l" t="t" r="r" b="b"/>
              <a:pathLst>
                <a:path w="288" h="165" extrusionOk="0">
                  <a:moveTo>
                    <a:pt x="30" y="1"/>
                  </a:moveTo>
                  <a:cubicBezTo>
                    <a:pt x="21" y="1"/>
                    <a:pt x="12" y="6"/>
                    <a:pt x="8" y="14"/>
                  </a:cubicBezTo>
                  <a:cubicBezTo>
                    <a:pt x="1" y="28"/>
                    <a:pt x="6" y="43"/>
                    <a:pt x="20" y="49"/>
                  </a:cubicBezTo>
                  <a:lnTo>
                    <a:pt x="247" y="162"/>
                  </a:lnTo>
                  <a:cubicBezTo>
                    <a:pt x="251" y="165"/>
                    <a:pt x="254" y="165"/>
                    <a:pt x="258" y="165"/>
                  </a:cubicBezTo>
                  <a:cubicBezTo>
                    <a:pt x="267" y="165"/>
                    <a:pt x="277" y="160"/>
                    <a:pt x="281" y="152"/>
                  </a:cubicBezTo>
                  <a:cubicBezTo>
                    <a:pt x="287" y="138"/>
                    <a:pt x="282" y="123"/>
                    <a:pt x="270" y="117"/>
                  </a:cubicBezTo>
                  <a:lnTo>
                    <a:pt x="43" y="4"/>
                  </a:lnTo>
                  <a:cubicBezTo>
                    <a:pt x="39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5797125" y="3354300"/>
              <a:ext cx="36150" cy="15350"/>
            </a:xfrm>
            <a:custGeom>
              <a:avLst/>
              <a:gdLst/>
              <a:ahLst/>
              <a:cxnLst/>
              <a:rect l="l" t="t" r="r" b="b"/>
              <a:pathLst>
                <a:path w="1446" h="614" extrusionOk="0">
                  <a:moveTo>
                    <a:pt x="30" y="0"/>
                  </a:moveTo>
                  <a:cubicBezTo>
                    <a:pt x="18" y="0"/>
                    <a:pt x="8" y="7"/>
                    <a:pt x="5" y="19"/>
                  </a:cubicBezTo>
                  <a:cubicBezTo>
                    <a:pt x="1" y="32"/>
                    <a:pt x="8" y="47"/>
                    <a:pt x="22" y="51"/>
                  </a:cubicBezTo>
                  <a:cubicBezTo>
                    <a:pt x="499" y="193"/>
                    <a:pt x="964" y="382"/>
                    <a:pt x="1405" y="611"/>
                  </a:cubicBezTo>
                  <a:cubicBezTo>
                    <a:pt x="1408" y="612"/>
                    <a:pt x="1412" y="613"/>
                    <a:pt x="1416" y="613"/>
                  </a:cubicBezTo>
                  <a:cubicBezTo>
                    <a:pt x="1425" y="613"/>
                    <a:pt x="1435" y="609"/>
                    <a:pt x="1440" y="600"/>
                  </a:cubicBezTo>
                  <a:cubicBezTo>
                    <a:pt x="1446" y="586"/>
                    <a:pt x="1442" y="572"/>
                    <a:pt x="1428" y="565"/>
                  </a:cubicBezTo>
                  <a:cubicBezTo>
                    <a:pt x="984" y="335"/>
                    <a:pt x="516" y="145"/>
                    <a:pt x="37" y="1"/>
                  </a:cubicBezTo>
                  <a:cubicBezTo>
                    <a:pt x="35" y="0"/>
                    <a:pt x="32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5773350" y="3354125"/>
              <a:ext cx="21725" cy="9675"/>
            </a:xfrm>
            <a:custGeom>
              <a:avLst/>
              <a:gdLst/>
              <a:ahLst/>
              <a:cxnLst/>
              <a:rect l="l" t="t" r="r" b="b"/>
              <a:pathLst>
                <a:path w="869" h="387" extrusionOk="0">
                  <a:moveTo>
                    <a:pt x="32" y="0"/>
                  </a:moveTo>
                  <a:cubicBezTo>
                    <a:pt x="21" y="0"/>
                    <a:pt x="10" y="7"/>
                    <a:pt x="6" y="18"/>
                  </a:cubicBezTo>
                  <a:cubicBezTo>
                    <a:pt x="1" y="31"/>
                    <a:pt x="9" y="46"/>
                    <a:pt x="22" y="50"/>
                  </a:cubicBezTo>
                  <a:cubicBezTo>
                    <a:pt x="294" y="149"/>
                    <a:pt x="564" y="261"/>
                    <a:pt x="828" y="383"/>
                  </a:cubicBezTo>
                  <a:cubicBezTo>
                    <a:pt x="832" y="385"/>
                    <a:pt x="835" y="386"/>
                    <a:pt x="839" y="386"/>
                  </a:cubicBezTo>
                  <a:cubicBezTo>
                    <a:pt x="848" y="386"/>
                    <a:pt x="858" y="381"/>
                    <a:pt x="862" y="371"/>
                  </a:cubicBezTo>
                  <a:cubicBezTo>
                    <a:pt x="868" y="358"/>
                    <a:pt x="863" y="342"/>
                    <a:pt x="850" y="336"/>
                  </a:cubicBezTo>
                  <a:cubicBezTo>
                    <a:pt x="585" y="213"/>
                    <a:pt x="313" y="101"/>
                    <a:pt x="40" y="1"/>
                  </a:cubicBezTo>
                  <a:cubicBezTo>
                    <a:pt x="37" y="1"/>
                    <a:pt x="34" y="0"/>
                    <a:pt x="3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5797400" y="3364925"/>
              <a:ext cx="4700" cy="2825"/>
            </a:xfrm>
            <a:custGeom>
              <a:avLst/>
              <a:gdLst/>
              <a:ahLst/>
              <a:cxnLst/>
              <a:rect l="l" t="t" r="r" b="b"/>
              <a:pathLst>
                <a:path w="188" h="113" extrusionOk="0">
                  <a:moveTo>
                    <a:pt x="31" y="0"/>
                  </a:moveTo>
                  <a:cubicBezTo>
                    <a:pt x="21" y="0"/>
                    <a:pt x="11" y="6"/>
                    <a:pt x="7" y="15"/>
                  </a:cubicBezTo>
                  <a:cubicBezTo>
                    <a:pt x="1" y="28"/>
                    <a:pt x="6" y="43"/>
                    <a:pt x="19" y="50"/>
                  </a:cubicBezTo>
                  <a:lnTo>
                    <a:pt x="146" y="110"/>
                  </a:lnTo>
                  <a:cubicBezTo>
                    <a:pt x="150" y="112"/>
                    <a:pt x="154" y="113"/>
                    <a:pt x="158" y="113"/>
                  </a:cubicBezTo>
                  <a:cubicBezTo>
                    <a:pt x="167" y="113"/>
                    <a:pt x="177" y="108"/>
                    <a:pt x="181" y="98"/>
                  </a:cubicBezTo>
                  <a:cubicBezTo>
                    <a:pt x="188" y="85"/>
                    <a:pt x="181" y="70"/>
                    <a:pt x="169" y="63"/>
                  </a:cubicBezTo>
                  <a:lnTo>
                    <a:pt x="41" y="3"/>
                  </a:lnTo>
                  <a:cubicBezTo>
                    <a:pt x="38" y="1"/>
                    <a:pt x="34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5783950" y="3364975"/>
              <a:ext cx="23000" cy="10250"/>
            </a:xfrm>
            <a:custGeom>
              <a:avLst/>
              <a:gdLst/>
              <a:ahLst/>
              <a:cxnLst/>
              <a:rect l="l" t="t" r="r" b="b"/>
              <a:pathLst>
                <a:path w="920" h="410" extrusionOk="0">
                  <a:moveTo>
                    <a:pt x="30" y="1"/>
                  </a:moveTo>
                  <a:cubicBezTo>
                    <a:pt x="19" y="1"/>
                    <a:pt x="9" y="7"/>
                    <a:pt x="4" y="18"/>
                  </a:cubicBezTo>
                  <a:cubicBezTo>
                    <a:pt x="0" y="32"/>
                    <a:pt x="7" y="46"/>
                    <a:pt x="21" y="50"/>
                  </a:cubicBezTo>
                  <a:cubicBezTo>
                    <a:pt x="313" y="153"/>
                    <a:pt x="600" y="272"/>
                    <a:pt x="879" y="407"/>
                  </a:cubicBezTo>
                  <a:cubicBezTo>
                    <a:pt x="882" y="408"/>
                    <a:pt x="886" y="410"/>
                    <a:pt x="890" y="410"/>
                  </a:cubicBezTo>
                  <a:cubicBezTo>
                    <a:pt x="899" y="410"/>
                    <a:pt x="909" y="404"/>
                    <a:pt x="913" y="395"/>
                  </a:cubicBezTo>
                  <a:cubicBezTo>
                    <a:pt x="919" y="381"/>
                    <a:pt x="914" y="366"/>
                    <a:pt x="900" y="360"/>
                  </a:cubicBezTo>
                  <a:cubicBezTo>
                    <a:pt x="622" y="225"/>
                    <a:pt x="331" y="104"/>
                    <a:pt x="38" y="2"/>
                  </a:cubicBezTo>
                  <a:cubicBezTo>
                    <a:pt x="35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5823100" y="3322500"/>
              <a:ext cx="31600" cy="14800"/>
            </a:xfrm>
            <a:custGeom>
              <a:avLst/>
              <a:gdLst/>
              <a:ahLst/>
              <a:cxnLst/>
              <a:rect l="l" t="t" r="r" b="b"/>
              <a:pathLst>
                <a:path w="1264" h="592" extrusionOk="0">
                  <a:moveTo>
                    <a:pt x="30" y="1"/>
                  </a:moveTo>
                  <a:cubicBezTo>
                    <a:pt x="18" y="1"/>
                    <a:pt x="9" y="7"/>
                    <a:pt x="4" y="18"/>
                  </a:cubicBezTo>
                  <a:cubicBezTo>
                    <a:pt x="0" y="33"/>
                    <a:pt x="8" y="46"/>
                    <a:pt x="22" y="50"/>
                  </a:cubicBezTo>
                  <a:cubicBezTo>
                    <a:pt x="442" y="178"/>
                    <a:pt x="845" y="360"/>
                    <a:pt x="1221" y="587"/>
                  </a:cubicBezTo>
                  <a:cubicBezTo>
                    <a:pt x="1225" y="590"/>
                    <a:pt x="1229" y="591"/>
                    <a:pt x="1234" y="591"/>
                  </a:cubicBezTo>
                  <a:cubicBezTo>
                    <a:pt x="1242" y="591"/>
                    <a:pt x="1250" y="587"/>
                    <a:pt x="1256" y="579"/>
                  </a:cubicBezTo>
                  <a:cubicBezTo>
                    <a:pt x="1264" y="567"/>
                    <a:pt x="1260" y="551"/>
                    <a:pt x="1248" y="543"/>
                  </a:cubicBezTo>
                  <a:cubicBezTo>
                    <a:pt x="868" y="313"/>
                    <a:pt x="462" y="131"/>
                    <a:pt x="38" y="2"/>
                  </a:cubicBezTo>
                  <a:cubicBezTo>
                    <a:pt x="35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5857850" y="3338800"/>
              <a:ext cx="9700" cy="5425"/>
            </a:xfrm>
            <a:custGeom>
              <a:avLst/>
              <a:gdLst/>
              <a:ahLst/>
              <a:cxnLst/>
              <a:rect l="l" t="t" r="r" b="b"/>
              <a:pathLst>
                <a:path w="388" h="217" extrusionOk="0">
                  <a:moveTo>
                    <a:pt x="29" y="1"/>
                  </a:moveTo>
                  <a:cubicBezTo>
                    <a:pt x="20" y="1"/>
                    <a:pt x="11" y="6"/>
                    <a:pt x="7" y="14"/>
                  </a:cubicBezTo>
                  <a:cubicBezTo>
                    <a:pt x="0" y="28"/>
                    <a:pt x="5" y="43"/>
                    <a:pt x="18" y="49"/>
                  </a:cubicBezTo>
                  <a:lnTo>
                    <a:pt x="347" y="213"/>
                  </a:lnTo>
                  <a:cubicBezTo>
                    <a:pt x="351" y="215"/>
                    <a:pt x="355" y="216"/>
                    <a:pt x="359" y="216"/>
                  </a:cubicBezTo>
                  <a:cubicBezTo>
                    <a:pt x="369" y="216"/>
                    <a:pt x="377" y="211"/>
                    <a:pt x="382" y="201"/>
                  </a:cubicBezTo>
                  <a:cubicBezTo>
                    <a:pt x="388" y="188"/>
                    <a:pt x="384" y="173"/>
                    <a:pt x="370" y="166"/>
                  </a:cubicBezTo>
                  <a:lnTo>
                    <a:pt x="40" y="4"/>
                  </a:lnTo>
                  <a:cubicBezTo>
                    <a:pt x="37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5861500" y="3331400"/>
              <a:ext cx="33975" cy="17450"/>
            </a:xfrm>
            <a:custGeom>
              <a:avLst/>
              <a:gdLst/>
              <a:ahLst/>
              <a:cxnLst/>
              <a:rect l="l" t="t" r="r" b="b"/>
              <a:pathLst>
                <a:path w="1359" h="698" extrusionOk="0">
                  <a:moveTo>
                    <a:pt x="32" y="0"/>
                  </a:moveTo>
                  <a:cubicBezTo>
                    <a:pt x="23" y="0"/>
                    <a:pt x="12" y="5"/>
                    <a:pt x="7" y="14"/>
                  </a:cubicBezTo>
                  <a:cubicBezTo>
                    <a:pt x="1" y="26"/>
                    <a:pt x="6" y="43"/>
                    <a:pt x="20" y="49"/>
                  </a:cubicBezTo>
                  <a:lnTo>
                    <a:pt x="1316" y="695"/>
                  </a:lnTo>
                  <a:cubicBezTo>
                    <a:pt x="1321" y="696"/>
                    <a:pt x="1325" y="698"/>
                    <a:pt x="1329" y="698"/>
                  </a:cubicBezTo>
                  <a:cubicBezTo>
                    <a:pt x="1338" y="698"/>
                    <a:pt x="1346" y="692"/>
                    <a:pt x="1351" y="683"/>
                  </a:cubicBezTo>
                  <a:cubicBezTo>
                    <a:pt x="1358" y="671"/>
                    <a:pt x="1353" y="655"/>
                    <a:pt x="1339" y="648"/>
                  </a:cubicBezTo>
                  <a:lnTo>
                    <a:pt x="42" y="2"/>
                  </a:lnTo>
                  <a:cubicBezTo>
                    <a:pt x="39" y="1"/>
                    <a:pt x="36" y="0"/>
                    <a:pt x="3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5850975" y="3326425"/>
              <a:ext cx="5750" cy="3500"/>
            </a:xfrm>
            <a:custGeom>
              <a:avLst/>
              <a:gdLst/>
              <a:ahLst/>
              <a:cxnLst/>
              <a:rect l="l" t="t" r="r" b="b"/>
              <a:pathLst>
                <a:path w="230" h="140" extrusionOk="0">
                  <a:moveTo>
                    <a:pt x="30" y="1"/>
                  </a:moveTo>
                  <a:cubicBezTo>
                    <a:pt x="21" y="1"/>
                    <a:pt x="12" y="6"/>
                    <a:pt x="7" y="14"/>
                  </a:cubicBezTo>
                  <a:cubicBezTo>
                    <a:pt x="1" y="28"/>
                    <a:pt x="6" y="43"/>
                    <a:pt x="18" y="49"/>
                  </a:cubicBezTo>
                  <a:lnTo>
                    <a:pt x="189" y="137"/>
                  </a:lnTo>
                  <a:cubicBezTo>
                    <a:pt x="193" y="138"/>
                    <a:pt x="197" y="139"/>
                    <a:pt x="201" y="139"/>
                  </a:cubicBezTo>
                  <a:cubicBezTo>
                    <a:pt x="211" y="139"/>
                    <a:pt x="219" y="134"/>
                    <a:pt x="224" y="126"/>
                  </a:cubicBezTo>
                  <a:cubicBezTo>
                    <a:pt x="229" y="112"/>
                    <a:pt x="225" y="96"/>
                    <a:pt x="212" y="91"/>
                  </a:cubicBezTo>
                  <a:lnTo>
                    <a:pt x="42" y="4"/>
                  </a:lnTo>
                  <a:cubicBezTo>
                    <a:pt x="38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5850475" y="3319000"/>
              <a:ext cx="26350" cy="13625"/>
            </a:xfrm>
            <a:custGeom>
              <a:avLst/>
              <a:gdLst/>
              <a:ahLst/>
              <a:cxnLst/>
              <a:rect l="l" t="t" r="r" b="b"/>
              <a:pathLst>
                <a:path w="1054" h="545" extrusionOk="0">
                  <a:moveTo>
                    <a:pt x="29" y="1"/>
                  </a:moveTo>
                  <a:cubicBezTo>
                    <a:pt x="19" y="1"/>
                    <a:pt x="10" y="7"/>
                    <a:pt x="6" y="17"/>
                  </a:cubicBezTo>
                  <a:cubicBezTo>
                    <a:pt x="0" y="30"/>
                    <a:pt x="6" y="45"/>
                    <a:pt x="19" y="50"/>
                  </a:cubicBezTo>
                  <a:cubicBezTo>
                    <a:pt x="358" y="193"/>
                    <a:pt x="692" y="357"/>
                    <a:pt x="1011" y="541"/>
                  </a:cubicBezTo>
                  <a:cubicBezTo>
                    <a:pt x="1015" y="543"/>
                    <a:pt x="1020" y="544"/>
                    <a:pt x="1024" y="544"/>
                  </a:cubicBezTo>
                  <a:cubicBezTo>
                    <a:pt x="1034" y="544"/>
                    <a:pt x="1042" y="540"/>
                    <a:pt x="1047" y="532"/>
                  </a:cubicBezTo>
                  <a:cubicBezTo>
                    <a:pt x="1054" y="518"/>
                    <a:pt x="1050" y="504"/>
                    <a:pt x="1038" y="496"/>
                  </a:cubicBezTo>
                  <a:cubicBezTo>
                    <a:pt x="716" y="311"/>
                    <a:pt x="381" y="146"/>
                    <a:pt x="39" y="3"/>
                  </a:cubicBezTo>
                  <a:cubicBezTo>
                    <a:pt x="36" y="1"/>
                    <a:pt x="32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5879000" y="3333650"/>
              <a:ext cx="4625" cy="2975"/>
            </a:xfrm>
            <a:custGeom>
              <a:avLst/>
              <a:gdLst/>
              <a:ahLst/>
              <a:cxnLst/>
              <a:rect l="l" t="t" r="r" b="b"/>
              <a:pathLst>
                <a:path w="185" h="119" extrusionOk="0">
                  <a:moveTo>
                    <a:pt x="30" y="1"/>
                  </a:moveTo>
                  <a:cubicBezTo>
                    <a:pt x="20" y="1"/>
                    <a:pt x="12" y="6"/>
                    <a:pt x="7" y="15"/>
                  </a:cubicBezTo>
                  <a:cubicBezTo>
                    <a:pt x="0" y="27"/>
                    <a:pt x="4" y="43"/>
                    <a:pt x="18" y="50"/>
                  </a:cubicBezTo>
                  <a:lnTo>
                    <a:pt x="143" y="115"/>
                  </a:lnTo>
                  <a:cubicBezTo>
                    <a:pt x="147" y="117"/>
                    <a:pt x="151" y="118"/>
                    <a:pt x="155" y="118"/>
                  </a:cubicBezTo>
                  <a:cubicBezTo>
                    <a:pt x="164" y="118"/>
                    <a:pt x="174" y="113"/>
                    <a:pt x="178" y="105"/>
                  </a:cubicBezTo>
                  <a:cubicBezTo>
                    <a:pt x="185" y="91"/>
                    <a:pt x="179" y="76"/>
                    <a:pt x="167" y="70"/>
                  </a:cubicBezTo>
                  <a:lnTo>
                    <a:pt x="42" y="4"/>
                  </a:lnTo>
                  <a:cubicBezTo>
                    <a:pt x="38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5811425" y="3325050"/>
              <a:ext cx="37050" cy="15525"/>
            </a:xfrm>
            <a:custGeom>
              <a:avLst/>
              <a:gdLst/>
              <a:ahLst/>
              <a:cxnLst/>
              <a:rect l="l" t="t" r="r" b="b"/>
              <a:pathLst>
                <a:path w="1482" h="621" extrusionOk="0">
                  <a:moveTo>
                    <a:pt x="30" y="1"/>
                  </a:moveTo>
                  <a:cubicBezTo>
                    <a:pt x="19" y="1"/>
                    <a:pt x="9" y="8"/>
                    <a:pt x="6" y="20"/>
                  </a:cubicBezTo>
                  <a:cubicBezTo>
                    <a:pt x="1" y="33"/>
                    <a:pt x="9" y="48"/>
                    <a:pt x="22" y="52"/>
                  </a:cubicBezTo>
                  <a:cubicBezTo>
                    <a:pt x="508" y="204"/>
                    <a:pt x="985" y="395"/>
                    <a:pt x="1441" y="618"/>
                  </a:cubicBezTo>
                  <a:cubicBezTo>
                    <a:pt x="1445" y="621"/>
                    <a:pt x="1449" y="621"/>
                    <a:pt x="1452" y="621"/>
                  </a:cubicBezTo>
                  <a:lnTo>
                    <a:pt x="1452" y="621"/>
                  </a:lnTo>
                  <a:cubicBezTo>
                    <a:pt x="1462" y="621"/>
                    <a:pt x="1471" y="615"/>
                    <a:pt x="1476" y="607"/>
                  </a:cubicBezTo>
                  <a:cubicBezTo>
                    <a:pt x="1482" y="594"/>
                    <a:pt x="1476" y="579"/>
                    <a:pt x="1464" y="572"/>
                  </a:cubicBezTo>
                  <a:cubicBezTo>
                    <a:pt x="1006" y="346"/>
                    <a:pt x="527" y="155"/>
                    <a:pt x="38" y="2"/>
                  </a:cubicBezTo>
                  <a:cubicBezTo>
                    <a:pt x="35" y="1"/>
                    <a:pt x="33" y="1"/>
                    <a:pt x="30" y="1"/>
                  </a:cubicBezTo>
                  <a:close/>
                  <a:moveTo>
                    <a:pt x="1452" y="621"/>
                  </a:moveTo>
                  <a:lnTo>
                    <a:pt x="1452" y="621"/>
                  </a:lnTo>
                  <a:cubicBezTo>
                    <a:pt x="1452" y="621"/>
                    <a:pt x="1452" y="621"/>
                    <a:pt x="1452" y="621"/>
                  </a:cubicBezTo>
                  <a:lnTo>
                    <a:pt x="1454" y="621"/>
                  </a:lnTo>
                  <a:cubicBezTo>
                    <a:pt x="1453" y="621"/>
                    <a:pt x="1453" y="621"/>
                    <a:pt x="1452" y="62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5853175" y="3342875"/>
              <a:ext cx="12425" cy="6175"/>
            </a:xfrm>
            <a:custGeom>
              <a:avLst/>
              <a:gdLst/>
              <a:ahLst/>
              <a:cxnLst/>
              <a:rect l="l" t="t" r="r" b="b"/>
              <a:pathLst>
                <a:path w="497" h="247" extrusionOk="0">
                  <a:moveTo>
                    <a:pt x="30" y="1"/>
                  </a:moveTo>
                  <a:cubicBezTo>
                    <a:pt x="19" y="1"/>
                    <a:pt x="9" y="8"/>
                    <a:pt x="5" y="20"/>
                  </a:cubicBezTo>
                  <a:cubicBezTo>
                    <a:pt x="0" y="33"/>
                    <a:pt x="8" y="48"/>
                    <a:pt x="22" y="52"/>
                  </a:cubicBezTo>
                  <a:cubicBezTo>
                    <a:pt x="171" y="100"/>
                    <a:pt x="316" y="165"/>
                    <a:pt x="453" y="243"/>
                  </a:cubicBezTo>
                  <a:cubicBezTo>
                    <a:pt x="458" y="246"/>
                    <a:pt x="462" y="247"/>
                    <a:pt x="467" y="247"/>
                  </a:cubicBezTo>
                  <a:cubicBezTo>
                    <a:pt x="475" y="247"/>
                    <a:pt x="484" y="242"/>
                    <a:pt x="488" y="233"/>
                  </a:cubicBezTo>
                  <a:cubicBezTo>
                    <a:pt x="497" y="221"/>
                    <a:pt x="491" y="205"/>
                    <a:pt x="479" y="198"/>
                  </a:cubicBezTo>
                  <a:cubicBezTo>
                    <a:pt x="339" y="118"/>
                    <a:pt x="190" y="53"/>
                    <a:pt x="38" y="2"/>
                  </a:cubicBezTo>
                  <a:cubicBezTo>
                    <a:pt x="35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5867250" y="3349200"/>
              <a:ext cx="11575" cy="6650"/>
            </a:xfrm>
            <a:custGeom>
              <a:avLst/>
              <a:gdLst/>
              <a:ahLst/>
              <a:cxnLst/>
              <a:rect l="l" t="t" r="r" b="b"/>
              <a:pathLst>
                <a:path w="463" h="266" extrusionOk="0">
                  <a:moveTo>
                    <a:pt x="31" y="1"/>
                  </a:moveTo>
                  <a:cubicBezTo>
                    <a:pt x="22" y="1"/>
                    <a:pt x="12" y="5"/>
                    <a:pt x="8" y="14"/>
                  </a:cubicBezTo>
                  <a:cubicBezTo>
                    <a:pt x="1" y="28"/>
                    <a:pt x="6" y="44"/>
                    <a:pt x="18" y="49"/>
                  </a:cubicBezTo>
                  <a:lnTo>
                    <a:pt x="421" y="263"/>
                  </a:lnTo>
                  <a:cubicBezTo>
                    <a:pt x="425" y="264"/>
                    <a:pt x="429" y="266"/>
                    <a:pt x="433" y="266"/>
                  </a:cubicBezTo>
                  <a:cubicBezTo>
                    <a:pt x="442" y="266"/>
                    <a:pt x="451" y="262"/>
                    <a:pt x="456" y="252"/>
                  </a:cubicBezTo>
                  <a:cubicBezTo>
                    <a:pt x="462" y="240"/>
                    <a:pt x="457" y="224"/>
                    <a:pt x="445" y="217"/>
                  </a:cubicBezTo>
                  <a:lnTo>
                    <a:pt x="43" y="3"/>
                  </a:lnTo>
                  <a:cubicBezTo>
                    <a:pt x="39" y="2"/>
                    <a:pt x="35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5850000" y="3361875"/>
              <a:ext cx="7450" cy="18975"/>
            </a:xfrm>
            <a:custGeom>
              <a:avLst/>
              <a:gdLst/>
              <a:ahLst/>
              <a:cxnLst/>
              <a:rect l="l" t="t" r="r" b="b"/>
              <a:pathLst>
                <a:path w="298" h="759" extrusionOk="0">
                  <a:moveTo>
                    <a:pt x="269" y="0"/>
                  </a:moveTo>
                  <a:cubicBezTo>
                    <a:pt x="258" y="0"/>
                    <a:pt x="248" y="8"/>
                    <a:pt x="244" y="18"/>
                  </a:cubicBezTo>
                  <a:lnTo>
                    <a:pt x="5" y="725"/>
                  </a:lnTo>
                  <a:cubicBezTo>
                    <a:pt x="1" y="738"/>
                    <a:pt x="7" y="753"/>
                    <a:pt x="21" y="757"/>
                  </a:cubicBezTo>
                  <a:cubicBezTo>
                    <a:pt x="24" y="758"/>
                    <a:pt x="26" y="758"/>
                    <a:pt x="29" y="758"/>
                  </a:cubicBezTo>
                  <a:cubicBezTo>
                    <a:pt x="41" y="758"/>
                    <a:pt x="50" y="751"/>
                    <a:pt x="54" y="741"/>
                  </a:cubicBezTo>
                  <a:lnTo>
                    <a:pt x="294" y="34"/>
                  </a:lnTo>
                  <a:cubicBezTo>
                    <a:pt x="298" y="21"/>
                    <a:pt x="291" y="6"/>
                    <a:pt x="278" y="2"/>
                  </a:cubicBezTo>
                  <a:cubicBezTo>
                    <a:pt x="275" y="1"/>
                    <a:pt x="272" y="0"/>
                    <a:pt x="26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5846225" y="3384650"/>
              <a:ext cx="2900" cy="4175"/>
            </a:xfrm>
            <a:custGeom>
              <a:avLst/>
              <a:gdLst/>
              <a:ahLst/>
              <a:cxnLst/>
              <a:rect l="l" t="t" r="r" b="b"/>
              <a:pathLst>
                <a:path w="116" h="167" extrusionOk="0">
                  <a:moveTo>
                    <a:pt x="86" y="0"/>
                  </a:moveTo>
                  <a:cubicBezTo>
                    <a:pt x="76" y="0"/>
                    <a:pt x="68" y="6"/>
                    <a:pt x="63" y="14"/>
                  </a:cubicBezTo>
                  <a:lnTo>
                    <a:pt x="8" y="128"/>
                  </a:lnTo>
                  <a:cubicBezTo>
                    <a:pt x="1" y="142"/>
                    <a:pt x="6" y="157"/>
                    <a:pt x="20" y="163"/>
                  </a:cubicBezTo>
                  <a:cubicBezTo>
                    <a:pt x="22" y="165"/>
                    <a:pt x="27" y="166"/>
                    <a:pt x="31" y="166"/>
                  </a:cubicBezTo>
                  <a:cubicBezTo>
                    <a:pt x="40" y="166"/>
                    <a:pt x="49" y="161"/>
                    <a:pt x="53" y="151"/>
                  </a:cubicBezTo>
                  <a:lnTo>
                    <a:pt x="110" y="37"/>
                  </a:lnTo>
                  <a:cubicBezTo>
                    <a:pt x="115" y="25"/>
                    <a:pt x="110" y="9"/>
                    <a:pt x="98" y="3"/>
                  </a:cubicBezTo>
                  <a:cubicBezTo>
                    <a:pt x="94" y="1"/>
                    <a:pt x="90" y="0"/>
                    <a:pt x="8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5866650" y="3356375"/>
              <a:ext cx="7725" cy="19450"/>
            </a:xfrm>
            <a:custGeom>
              <a:avLst/>
              <a:gdLst/>
              <a:ahLst/>
              <a:cxnLst/>
              <a:rect l="l" t="t" r="r" b="b"/>
              <a:pathLst>
                <a:path w="309" h="778" extrusionOk="0">
                  <a:moveTo>
                    <a:pt x="282" y="1"/>
                  </a:moveTo>
                  <a:cubicBezTo>
                    <a:pt x="270" y="1"/>
                    <a:pt x="258" y="9"/>
                    <a:pt x="255" y="20"/>
                  </a:cubicBezTo>
                  <a:cubicBezTo>
                    <a:pt x="193" y="267"/>
                    <a:pt x="110" y="509"/>
                    <a:pt x="6" y="741"/>
                  </a:cubicBezTo>
                  <a:cubicBezTo>
                    <a:pt x="1" y="754"/>
                    <a:pt x="6" y="770"/>
                    <a:pt x="19" y="775"/>
                  </a:cubicBezTo>
                  <a:cubicBezTo>
                    <a:pt x="23" y="776"/>
                    <a:pt x="26" y="778"/>
                    <a:pt x="30" y="778"/>
                  </a:cubicBezTo>
                  <a:cubicBezTo>
                    <a:pt x="40" y="778"/>
                    <a:pt x="49" y="771"/>
                    <a:pt x="54" y="762"/>
                  </a:cubicBezTo>
                  <a:cubicBezTo>
                    <a:pt x="158" y="528"/>
                    <a:pt x="243" y="281"/>
                    <a:pt x="306" y="34"/>
                  </a:cubicBezTo>
                  <a:cubicBezTo>
                    <a:pt x="309" y="19"/>
                    <a:pt x="301" y="6"/>
                    <a:pt x="287" y="2"/>
                  </a:cubicBezTo>
                  <a:cubicBezTo>
                    <a:pt x="285" y="1"/>
                    <a:pt x="284" y="1"/>
                    <a:pt x="28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5865350" y="3363150"/>
              <a:ext cx="12900" cy="26075"/>
            </a:xfrm>
            <a:custGeom>
              <a:avLst/>
              <a:gdLst/>
              <a:ahLst/>
              <a:cxnLst/>
              <a:rect l="l" t="t" r="r" b="b"/>
              <a:pathLst>
                <a:path w="516" h="1043" extrusionOk="0">
                  <a:moveTo>
                    <a:pt x="485" y="1"/>
                  </a:moveTo>
                  <a:cubicBezTo>
                    <a:pt x="475" y="1"/>
                    <a:pt x="465" y="8"/>
                    <a:pt x="462" y="20"/>
                  </a:cubicBezTo>
                  <a:cubicBezTo>
                    <a:pt x="357" y="367"/>
                    <a:pt x="205" y="698"/>
                    <a:pt x="8" y="1002"/>
                  </a:cubicBezTo>
                  <a:cubicBezTo>
                    <a:pt x="0" y="1014"/>
                    <a:pt x="3" y="1030"/>
                    <a:pt x="15" y="1038"/>
                  </a:cubicBezTo>
                  <a:cubicBezTo>
                    <a:pt x="20" y="1041"/>
                    <a:pt x="24" y="1042"/>
                    <a:pt x="30" y="1042"/>
                  </a:cubicBezTo>
                  <a:cubicBezTo>
                    <a:pt x="38" y="1042"/>
                    <a:pt x="46" y="1038"/>
                    <a:pt x="51" y="1030"/>
                  </a:cubicBezTo>
                  <a:cubicBezTo>
                    <a:pt x="250" y="722"/>
                    <a:pt x="405" y="387"/>
                    <a:pt x="511" y="35"/>
                  </a:cubicBezTo>
                  <a:cubicBezTo>
                    <a:pt x="515" y="20"/>
                    <a:pt x="507" y="6"/>
                    <a:pt x="494" y="2"/>
                  </a:cubicBezTo>
                  <a:cubicBezTo>
                    <a:pt x="491" y="1"/>
                    <a:pt x="488" y="1"/>
                    <a:pt x="48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5887750" y="3349300"/>
              <a:ext cx="5025" cy="12075"/>
            </a:xfrm>
            <a:custGeom>
              <a:avLst/>
              <a:gdLst/>
              <a:ahLst/>
              <a:cxnLst/>
              <a:rect l="l" t="t" r="r" b="b"/>
              <a:pathLst>
                <a:path w="201" h="483" extrusionOk="0">
                  <a:moveTo>
                    <a:pt x="171" y="1"/>
                  </a:moveTo>
                  <a:cubicBezTo>
                    <a:pt x="160" y="1"/>
                    <a:pt x="150" y="8"/>
                    <a:pt x="147" y="19"/>
                  </a:cubicBezTo>
                  <a:lnTo>
                    <a:pt x="4" y="449"/>
                  </a:lnTo>
                  <a:cubicBezTo>
                    <a:pt x="0" y="462"/>
                    <a:pt x="7" y="477"/>
                    <a:pt x="22" y="481"/>
                  </a:cubicBezTo>
                  <a:cubicBezTo>
                    <a:pt x="24" y="482"/>
                    <a:pt x="27" y="482"/>
                    <a:pt x="30" y="482"/>
                  </a:cubicBezTo>
                  <a:cubicBezTo>
                    <a:pt x="40" y="482"/>
                    <a:pt x="50" y="476"/>
                    <a:pt x="54" y="465"/>
                  </a:cubicBezTo>
                  <a:lnTo>
                    <a:pt x="195" y="36"/>
                  </a:lnTo>
                  <a:cubicBezTo>
                    <a:pt x="201" y="22"/>
                    <a:pt x="192" y="7"/>
                    <a:pt x="179" y="2"/>
                  </a:cubicBezTo>
                  <a:cubicBezTo>
                    <a:pt x="176" y="1"/>
                    <a:pt x="174" y="1"/>
                    <a:pt x="17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5883425" y="3364050"/>
              <a:ext cx="3975" cy="6775"/>
            </a:xfrm>
            <a:custGeom>
              <a:avLst/>
              <a:gdLst/>
              <a:ahLst/>
              <a:cxnLst/>
              <a:rect l="l" t="t" r="r" b="b"/>
              <a:pathLst>
                <a:path w="159" h="271" extrusionOk="0">
                  <a:moveTo>
                    <a:pt x="129" y="0"/>
                  </a:moveTo>
                  <a:cubicBezTo>
                    <a:pt x="118" y="0"/>
                    <a:pt x="108" y="8"/>
                    <a:pt x="104" y="20"/>
                  </a:cubicBezTo>
                  <a:cubicBezTo>
                    <a:pt x="82" y="94"/>
                    <a:pt x="49" y="165"/>
                    <a:pt x="9" y="231"/>
                  </a:cubicBezTo>
                  <a:cubicBezTo>
                    <a:pt x="1" y="243"/>
                    <a:pt x="5" y="260"/>
                    <a:pt x="17" y="266"/>
                  </a:cubicBezTo>
                  <a:cubicBezTo>
                    <a:pt x="21" y="269"/>
                    <a:pt x="25" y="270"/>
                    <a:pt x="30" y="270"/>
                  </a:cubicBezTo>
                  <a:cubicBezTo>
                    <a:pt x="39" y="270"/>
                    <a:pt x="47" y="266"/>
                    <a:pt x="52" y="258"/>
                  </a:cubicBezTo>
                  <a:cubicBezTo>
                    <a:pt x="96" y="188"/>
                    <a:pt x="130" y="113"/>
                    <a:pt x="154" y="34"/>
                  </a:cubicBezTo>
                  <a:cubicBezTo>
                    <a:pt x="158" y="20"/>
                    <a:pt x="150" y="5"/>
                    <a:pt x="137" y="1"/>
                  </a:cubicBezTo>
                  <a:cubicBezTo>
                    <a:pt x="134" y="1"/>
                    <a:pt x="132" y="0"/>
                    <a:pt x="1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5816000" y="3370750"/>
              <a:ext cx="9650" cy="18525"/>
            </a:xfrm>
            <a:custGeom>
              <a:avLst/>
              <a:gdLst/>
              <a:ahLst/>
              <a:cxnLst/>
              <a:rect l="l" t="t" r="r" b="b"/>
              <a:pathLst>
                <a:path w="386" h="741" extrusionOk="0">
                  <a:moveTo>
                    <a:pt x="356" y="0"/>
                  </a:moveTo>
                  <a:cubicBezTo>
                    <a:pt x="346" y="0"/>
                    <a:pt x="336" y="7"/>
                    <a:pt x="333" y="17"/>
                  </a:cubicBezTo>
                  <a:cubicBezTo>
                    <a:pt x="244" y="254"/>
                    <a:pt x="135" y="484"/>
                    <a:pt x="7" y="702"/>
                  </a:cubicBezTo>
                  <a:cubicBezTo>
                    <a:pt x="1" y="714"/>
                    <a:pt x="5" y="730"/>
                    <a:pt x="17" y="737"/>
                  </a:cubicBezTo>
                  <a:cubicBezTo>
                    <a:pt x="21" y="740"/>
                    <a:pt x="26" y="741"/>
                    <a:pt x="30" y="741"/>
                  </a:cubicBezTo>
                  <a:cubicBezTo>
                    <a:pt x="40" y="741"/>
                    <a:pt x="48" y="736"/>
                    <a:pt x="53" y="727"/>
                  </a:cubicBezTo>
                  <a:cubicBezTo>
                    <a:pt x="181" y="508"/>
                    <a:pt x="292" y="275"/>
                    <a:pt x="381" y="36"/>
                  </a:cubicBezTo>
                  <a:cubicBezTo>
                    <a:pt x="385" y="22"/>
                    <a:pt x="379" y="8"/>
                    <a:pt x="365" y="2"/>
                  </a:cubicBezTo>
                  <a:cubicBezTo>
                    <a:pt x="362" y="1"/>
                    <a:pt x="359" y="0"/>
                    <a:pt x="35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5811700" y="3392750"/>
              <a:ext cx="3075" cy="3600"/>
            </a:xfrm>
            <a:custGeom>
              <a:avLst/>
              <a:gdLst/>
              <a:ahLst/>
              <a:cxnLst/>
              <a:rect l="l" t="t" r="r" b="b"/>
              <a:pathLst>
                <a:path w="123" h="144" extrusionOk="0">
                  <a:moveTo>
                    <a:pt x="93" y="1"/>
                  </a:moveTo>
                  <a:cubicBezTo>
                    <a:pt x="85" y="1"/>
                    <a:pt x="77" y="5"/>
                    <a:pt x="72" y="12"/>
                  </a:cubicBezTo>
                  <a:lnTo>
                    <a:pt x="8" y="102"/>
                  </a:lnTo>
                  <a:cubicBezTo>
                    <a:pt x="0" y="114"/>
                    <a:pt x="3" y="130"/>
                    <a:pt x="15" y="138"/>
                  </a:cubicBezTo>
                  <a:cubicBezTo>
                    <a:pt x="19" y="142"/>
                    <a:pt x="25" y="143"/>
                    <a:pt x="30" y="143"/>
                  </a:cubicBezTo>
                  <a:cubicBezTo>
                    <a:pt x="38" y="143"/>
                    <a:pt x="46" y="139"/>
                    <a:pt x="50" y="131"/>
                  </a:cubicBezTo>
                  <a:lnTo>
                    <a:pt x="113" y="41"/>
                  </a:lnTo>
                  <a:cubicBezTo>
                    <a:pt x="123" y="30"/>
                    <a:pt x="120" y="14"/>
                    <a:pt x="108" y="6"/>
                  </a:cubicBezTo>
                  <a:cubicBezTo>
                    <a:pt x="103" y="3"/>
                    <a:pt x="98" y="1"/>
                    <a:pt x="9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5799050" y="3381675"/>
              <a:ext cx="16400" cy="21125"/>
            </a:xfrm>
            <a:custGeom>
              <a:avLst/>
              <a:gdLst/>
              <a:ahLst/>
              <a:cxnLst/>
              <a:rect l="l" t="t" r="r" b="b"/>
              <a:pathLst>
                <a:path w="656" h="845" extrusionOk="0">
                  <a:moveTo>
                    <a:pt x="627" y="1"/>
                  </a:moveTo>
                  <a:cubicBezTo>
                    <a:pt x="617" y="1"/>
                    <a:pt x="608" y="6"/>
                    <a:pt x="603" y="15"/>
                  </a:cubicBezTo>
                  <a:cubicBezTo>
                    <a:pt x="447" y="307"/>
                    <a:pt x="248" y="570"/>
                    <a:pt x="10" y="800"/>
                  </a:cubicBezTo>
                  <a:cubicBezTo>
                    <a:pt x="0" y="811"/>
                    <a:pt x="0" y="827"/>
                    <a:pt x="10" y="838"/>
                  </a:cubicBezTo>
                  <a:cubicBezTo>
                    <a:pt x="15" y="842"/>
                    <a:pt x="22" y="845"/>
                    <a:pt x="29" y="845"/>
                  </a:cubicBezTo>
                  <a:cubicBezTo>
                    <a:pt x="35" y="845"/>
                    <a:pt x="42" y="842"/>
                    <a:pt x="46" y="838"/>
                  </a:cubicBezTo>
                  <a:cubicBezTo>
                    <a:pt x="287" y="604"/>
                    <a:pt x="490" y="335"/>
                    <a:pt x="649" y="39"/>
                  </a:cubicBezTo>
                  <a:cubicBezTo>
                    <a:pt x="656" y="27"/>
                    <a:pt x="652" y="11"/>
                    <a:pt x="638" y="4"/>
                  </a:cubicBezTo>
                  <a:cubicBezTo>
                    <a:pt x="635" y="2"/>
                    <a:pt x="631" y="1"/>
                    <a:pt x="6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5784925" y="3385725"/>
              <a:ext cx="13550" cy="13950"/>
            </a:xfrm>
            <a:custGeom>
              <a:avLst/>
              <a:gdLst/>
              <a:ahLst/>
              <a:cxnLst/>
              <a:rect l="l" t="t" r="r" b="b"/>
              <a:pathLst>
                <a:path w="542" h="558" extrusionOk="0">
                  <a:moveTo>
                    <a:pt x="511" y="0"/>
                  </a:moveTo>
                  <a:cubicBezTo>
                    <a:pt x="503" y="0"/>
                    <a:pt x="494" y="5"/>
                    <a:pt x="490" y="13"/>
                  </a:cubicBezTo>
                  <a:cubicBezTo>
                    <a:pt x="370" y="211"/>
                    <a:pt x="208" y="381"/>
                    <a:pt x="17" y="509"/>
                  </a:cubicBezTo>
                  <a:cubicBezTo>
                    <a:pt x="4" y="517"/>
                    <a:pt x="0" y="533"/>
                    <a:pt x="9" y="545"/>
                  </a:cubicBezTo>
                  <a:cubicBezTo>
                    <a:pt x="14" y="554"/>
                    <a:pt x="22" y="558"/>
                    <a:pt x="30" y="558"/>
                  </a:cubicBezTo>
                  <a:lnTo>
                    <a:pt x="30" y="556"/>
                  </a:lnTo>
                  <a:cubicBezTo>
                    <a:pt x="35" y="556"/>
                    <a:pt x="41" y="555"/>
                    <a:pt x="45" y="552"/>
                  </a:cubicBezTo>
                  <a:cubicBezTo>
                    <a:pt x="243" y="420"/>
                    <a:pt x="411" y="243"/>
                    <a:pt x="535" y="40"/>
                  </a:cubicBezTo>
                  <a:cubicBezTo>
                    <a:pt x="541" y="28"/>
                    <a:pt x="537" y="11"/>
                    <a:pt x="525" y="5"/>
                  </a:cubicBezTo>
                  <a:cubicBezTo>
                    <a:pt x="521" y="2"/>
                    <a:pt x="516" y="0"/>
                    <a:pt x="51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5798400" y="3380625"/>
              <a:ext cx="2950" cy="3575"/>
            </a:xfrm>
            <a:custGeom>
              <a:avLst/>
              <a:gdLst/>
              <a:ahLst/>
              <a:cxnLst/>
              <a:rect l="l" t="t" r="r" b="b"/>
              <a:pathLst>
                <a:path w="118" h="143" extrusionOk="0">
                  <a:moveTo>
                    <a:pt x="89" y="1"/>
                  </a:moveTo>
                  <a:cubicBezTo>
                    <a:pt x="81" y="1"/>
                    <a:pt x="72" y="4"/>
                    <a:pt x="67" y="12"/>
                  </a:cubicBezTo>
                  <a:lnTo>
                    <a:pt x="9" y="104"/>
                  </a:lnTo>
                  <a:cubicBezTo>
                    <a:pt x="1" y="116"/>
                    <a:pt x="5" y="132"/>
                    <a:pt x="17" y="139"/>
                  </a:cubicBezTo>
                  <a:cubicBezTo>
                    <a:pt x="21" y="141"/>
                    <a:pt x="26" y="143"/>
                    <a:pt x="31" y="143"/>
                  </a:cubicBezTo>
                  <a:cubicBezTo>
                    <a:pt x="40" y="143"/>
                    <a:pt x="48" y="139"/>
                    <a:pt x="53" y="131"/>
                  </a:cubicBezTo>
                  <a:lnTo>
                    <a:pt x="111" y="41"/>
                  </a:lnTo>
                  <a:cubicBezTo>
                    <a:pt x="118" y="28"/>
                    <a:pt x="115" y="12"/>
                    <a:pt x="103" y="4"/>
                  </a:cubicBezTo>
                  <a:cubicBezTo>
                    <a:pt x="99" y="2"/>
                    <a:pt x="94" y="1"/>
                    <a:pt x="8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5787475" y="3376100"/>
              <a:ext cx="10425" cy="13750"/>
            </a:xfrm>
            <a:custGeom>
              <a:avLst/>
              <a:gdLst/>
              <a:ahLst/>
              <a:cxnLst/>
              <a:rect l="l" t="t" r="r" b="b"/>
              <a:pathLst>
                <a:path w="417" h="550" extrusionOk="0">
                  <a:moveTo>
                    <a:pt x="388" y="1"/>
                  </a:moveTo>
                  <a:cubicBezTo>
                    <a:pt x="378" y="1"/>
                    <a:pt x="369" y="6"/>
                    <a:pt x="364" y="16"/>
                  </a:cubicBezTo>
                  <a:cubicBezTo>
                    <a:pt x="271" y="196"/>
                    <a:pt x="153" y="361"/>
                    <a:pt x="11" y="507"/>
                  </a:cubicBezTo>
                  <a:cubicBezTo>
                    <a:pt x="1" y="516"/>
                    <a:pt x="2" y="532"/>
                    <a:pt x="11" y="543"/>
                  </a:cubicBezTo>
                  <a:cubicBezTo>
                    <a:pt x="17" y="548"/>
                    <a:pt x="24" y="550"/>
                    <a:pt x="30" y="550"/>
                  </a:cubicBezTo>
                  <a:cubicBezTo>
                    <a:pt x="37" y="550"/>
                    <a:pt x="44" y="547"/>
                    <a:pt x="48" y="543"/>
                  </a:cubicBezTo>
                  <a:cubicBezTo>
                    <a:pt x="194" y="394"/>
                    <a:pt x="315" y="224"/>
                    <a:pt x="410" y="39"/>
                  </a:cubicBezTo>
                  <a:cubicBezTo>
                    <a:pt x="416" y="26"/>
                    <a:pt x="411" y="10"/>
                    <a:pt x="399" y="4"/>
                  </a:cubicBezTo>
                  <a:cubicBezTo>
                    <a:pt x="395" y="2"/>
                    <a:pt x="391" y="1"/>
                    <a:pt x="38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5881625" y="3318475"/>
              <a:ext cx="23100" cy="10375"/>
            </a:xfrm>
            <a:custGeom>
              <a:avLst/>
              <a:gdLst/>
              <a:ahLst/>
              <a:cxnLst/>
              <a:rect l="l" t="t" r="r" b="b"/>
              <a:pathLst>
                <a:path w="924" h="415" extrusionOk="0">
                  <a:moveTo>
                    <a:pt x="29" y="1"/>
                  </a:moveTo>
                  <a:cubicBezTo>
                    <a:pt x="19" y="1"/>
                    <a:pt x="9" y="8"/>
                    <a:pt x="6" y="19"/>
                  </a:cubicBezTo>
                  <a:cubicBezTo>
                    <a:pt x="0" y="32"/>
                    <a:pt x="7" y="47"/>
                    <a:pt x="20" y="51"/>
                  </a:cubicBezTo>
                  <a:cubicBezTo>
                    <a:pt x="314" y="155"/>
                    <a:pt x="603" y="276"/>
                    <a:pt x="883" y="412"/>
                  </a:cubicBezTo>
                  <a:cubicBezTo>
                    <a:pt x="885" y="413"/>
                    <a:pt x="890" y="414"/>
                    <a:pt x="894" y="414"/>
                  </a:cubicBezTo>
                  <a:lnTo>
                    <a:pt x="894" y="413"/>
                  </a:lnTo>
                  <a:cubicBezTo>
                    <a:pt x="903" y="413"/>
                    <a:pt x="912" y="408"/>
                    <a:pt x="916" y="400"/>
                  </a:cubicBezTo>
                  <a:cubicBezTo>
                    <a:pt x="923" y="386"/>
                    <a:pt x="918" y="371"/>
                    <a:pt x="906" y="365"/>
                  </a:cubicBezTo>
                  <a:cubicBezTo>
                    <a:pt x="624" y="229"/>
                    <a:pt x="333" y="106"/>
                    <a:pt x="38" y="3"/>
                  </a:cubicBezTo>
                  <a:cubicBezTo>
                    <a:pt x="35" y="2"/>
                    <a:pt x="32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5908425" y="3330575"/>
              <a:ext cx="5275" cy="3425"/>
            </a:xfrm>
            <a:custGeom>
              <a:avLst/>
              <a:gdLst/>
              <a:ahLst/>
              <a:cxnLst/>
              <a:rect l="l" t="t" r="r" b="b"/>
              <a:pathLst>
                <a:path w="211" h="137" extrusionOk="0">
                  <a:moveTo>
                    <a:pt x="30" y="0"/>
                  </a:moveTo>
                  <a:cubicBezTo>
                    <a:pt x="19" y="0"/>
                    <a:pt x="9" y="7"/>
                    <a:pt x="5" y="18"/>
                  </a:cubicBezTo>
                  <a:cubicBezTo>
                    <a:pt x="0" y="31"/>
                    <a:pt x="7" y="46"/>
                    <a:pt x="21" y="51"/>
                  </a:cubicBezTo>
                  <a:cubicBezTo>
                    <a:pt x="73" y="69"/>
                    <a:pt x="122" y="96"/>
                    <a:pt x="166" y="131"/>
                  </a:cubicBezTo>
                  <a:cubicBezTo>
                    <a:pt x="170" y="133"/>
                    <a:pt x="175" y="136"/>
                    <a:pt x="182" y="136"/>
                  </a:cubicBezTo>
                  <a:cubicBezTo>
                    <a:pt x="189" y="136"/>
                    <a:pt x="197" y="133"/>
                    <a:pt x="202" y="127"/>
                  </a:cubicBezTo>
                  <a:cubicBezTo>
                    <a:pt x="210" y="115"/>
                    <a:pt x="209" y="99"/>
                    <a:pt x="198" y="90"/>
                  </a:cubicBezTo>
                  <a:cubicBezTo>
                    <a:pt x="150" y="51"/>
                    <a:pt x="96" y="22"/>
                    <a:pt x="38" y="2"/>
                  </a:cubicBezTo>
                  <a:cubicBezTo>
                    <a:pt x="36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5959925" y="3357325"/>
              <a:ext cx="11675" cy="20300"/>
            </a:xfrm>
            <a:custGeom>
              <a:avLst/>
              <a:gdLst/>
              <a:ahLst/>
              <a:cxnLst/>
              <a:rect l="l" t="t" r="r" b="b"/>
              <a:pathLst>
                <a:path w="467" h="812" extrusionOk="0">
                  <a:moveTo>
                    <a:pt x="28" y="1"/>
                  </a:moveTo>
                  <a:cubicBezTo>
                    <a:pt x="24" y="1"/>
                    <a:pt x="20" y="2"/>
                    <a:pt x="16" y="4"/>
                  </a:cubicBezTo>
                  <a:cubicBezTo>
                    <a:pt x="4" y="11"/>
                    <a:pt x="0" y="27"/>
                    <a:pt x="7" y="39"/>
                  </a:cubicBezTo>
                  <a:lnTo>
                    <a:pt x="415" y="798"/>
                  </a:lnTo>
                  <a:cubicBezTo>
                    <a:pt x="419" y="807"/>
                    <a:pt x="428" y="811"/>
                    <a:pt x="437" y="811"/>
                  </a:cubicBezTo>
                  <a:cubicBezTo>
                    <a:pt x="441" y="811"/>
                    <a:pt x="445" y="811"/>
                    <a:pt x="449" y="808"/>
                  </a:cubicBezTo>
                  <a:cubicBezTo>
                    <a:pt x="462" y="802"/>
                    <a:pt x="467" y="786"/>
                    <a:pt x="460" y="773"/>
                  </a:cubicBezTo>
                  <a:lnTo>
                    <a:pt x="53" y="15"/>
                  </a:lnTo>
                  <a:cubicBezTo>
                    <a:pt x="47" y="6"/>
                    <a:pt x="38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5971425" y="3380650"/>
              <a:ext cx="2700" cy="5375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30" y="1"/>
                  </a:moveTo>
                  <a:cubicBezTo>
                    <a:pt x="27" y="1"/>
                    <a:pt x="24" y="1"/>
                    <a:pt x="22" y="2"/>
                  </a:cubicBezTo>
                  <a:cubicBezTo>
                    <a:pt x="8" y="6"/>
                    <a:pt x="0" y="21"/>
                    <a:pt x="4" y="34"/>
                  </a:cubicBezTo>
                  <a:lnTo>
                    <a:pt x="54" y="196"/>
                  </a:lnTo>
                  <a:cubicBezTo>
                    <a:pt x="58" y="206"/>
                    <a:pt x="68" y="214"/>
                    <a:pt x="78" y="214"/>
                  </a:cubicBezTo>
                  <a:lnTo>
                    <a:pt x="80" y="214"/>
                  </a:lnTo>
                  <a:cubicBezTo>
                    <a:pt x="81" y="214"/>
                    <a:pt x="84" y="213"/>
                    <a:pt x="86" y="213"/>
                  </a:cubicBezTo>
                  <a:cubicBezTo>
                    <a:pt x="100" y="209"/>
                    <a:pt x="108" y="194"/>
                    <a:pt x="104" y="181"/>
                  </a:cubicBezTo>
                  <a:lnTo>
                    <a:pt x="54" y="19"/>
                  </a:lnTo>
                  <a:cubicBezTo>
                    <a:pt x="51" y="7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5958125" y="3365125"/>
              <a:ext cx="12000" cy="24450"/>
            </a:xfrm>
            <a:custGeom>
              <a:avLst/>
              <a:gdLst/>
              <a:ahLst/>
              <a:cxnLst/>
              <a:rect l="l" t="t" r="r" b="b"/>
              <a:pathLst>
                <a:path w="480" h="978" extrusionOk="0">
                  <a:moveTo>
                    <a:pt x="31" y="0"/>
                  </a:moveTo>
                  <a:cubicBezTo>
                    <a:pt x="26" y="0"/>
                    <a:pt x="21" y="2"/>
                    <a:pt x="17" y="4"/>
                  </a:cubicBezTo>
                  <a:cubicBezTo>
                    <a:pt x="5" y="12"/>
                    <a:pt x="1" y="28"/>
                    <a:pt x="9" y="40"/>
                  </a:cubicBezTo>
                  <a:cubicBezTo>
                    <a:pt x="193" y="324"/>
                    <a:pt x="333" y="634"/>
                    <a:pt x="426" y="959"/>
                  </a:cubicBezTo>
                  <a:cubicBezTo>
                    <a:pt x="430" y="970"/>
                    <a:pt x="441" y="978"/>
                    <a:pt x="452" y="978"/>
                  </a:cubicBezTo>
                  <a:cubicBezTo>
                    <a:pt x="454" y="978"/>
                    <a:pt x="457" y="977"/>
                    <a:pt x="458" y="977"/>
                  </a:cubicBezTo>
                  <a:cubicBezTo>
                    <a:pt x="473" y="973"/>
                    <a:pt x="480" y="958"/>
                    <a:pt x="477" y="944"/>
                  </a:cubicBezTo>
                  <a:cubicBezTo>
                    <a:pt x="382" y="615"/>
                    <a:pt x="239" y="301"/>
                    <a:pt x="53" y="12"/>
                  </a:cubicBezTo>
                  <a:cubicBezTo>
                    <a:pt x="48" y="4"/>
                    <a:pt x="40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5961400" y="3393825"/>
              <a:ext cx="7125" cy="27875"/>
            </a:xfrm>
            <a:custGeom>
              <a:avLst/>
              <a:gdLst/>
              <a:ahLst/>
              <a:cxnLst/>
              <a:rect l="l" t="t" r="r" b="b"/>
              <a:pathLst>
                <a:path w="285" h="1115" extrusionOk="0">
                  <a:moveTo>
                    <a:pt x="30" y="1"/>
                  </a:moveTo>
                  <a:cubicBezTo>
                    <a:pt x="26" y="1"/>
                    <a:pt x="22" y="2"/>
                    <a:pt x="18" y="4"/>
                  </a:cubicBezTo>
                  <a:cubicBezTo>
                    <a:pt x="6" y="10"/>
                    <a:pt x="0" y="26"/>
                    <a:pt x="7" y="39"/>
                  </a:cubicBezTo>
                  <a:cubicBezTo>
                    <a:pt x="169" y="359"/>
                    <a:pt x="232" y="730"/>
                    <a:pt x="181" y="1085"/>
                  </a:cubicBezTo>
                  <a:cubicBezTo>
                    <a:pt x="179" y="1100"/>
                    <a:pt x="189" y="1112"/>
                    <a:pt x="203" y="1115"/>
                  </a:cubicBezTo>
                  <a:lnTo>
                    <a:pt x="206" y="1115"/>
                  </a:lnTo>
                  <a:cubicBezTo>
                    <a:pt x="220" y="1115"/>
                    <a:pt x="230" y="1105"/>
                    <a:pt x="232" y="1092"/>
                  </a:cubicBezTo>
                  <a:cubicBezTo>
                    <a:pt x="284" y="727"/>
                    <a:pt x="220" y="344"/>
                    <a:pt x="53" y="16"/>
                  </a:cubicBezTo>
                  <a:cubicBezTo>
                    <a:pt x="48" y="6"/>
                    <a:pt x="39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5959575" y="3404125"/>
              <a:ext cx="3625" cy="25950"/>
            </a:xfrm>
            <a:custGeom>
              <a:avLst/>
              <a:gdLst/>
              <a:ahLst/>
              <a:cxnLst/>
              <a:rect l="l" t="t" r="r" b="b"/>
              <a:pathLst>
                <a:path w="145" h="1038" extrusionOk="0">
                  <a:moveTo>
                    <a:pt x="30" y="1"/>
                  </a:moveTo>
                  <a:cubicBezTo>
                    <a:pt x="28" y="1"/>
                    <a:pt x="26" y="1"/>
                    <a:pt x="24" y="2"/>
                  </a:cubicBezTo>
                  <a:cubicBezTo>
                    <a:pt x="10" y="5"/>
                    <a:pt x="1" y="19"/>
                    <a:pt x="5" y="33"/>
                  </a:cubicBezTo>
                  <a:cubicBezTo>
                    <a:pt x="77" y="349"/>
                    <a:pt x="92" y="687"/>
                    <a:pt x="45" y="1008"/>
                  </a:cubicBezTo>
                  <a:cubicBezTo>
                    <a:pt x="42" y="1022"/>
                    <a:pt x="52" y="1035"/>
                    <a:pt x="67" y="1038"/>
                  </a:cubicBezTo>
                  <a:lnTo>
                    <a:pt x="71" y="1038"/>
                  </a:lnTo>
                  <a:cubicBezTo>
                    <a:pt x="83" y="1038"/>
                    <a:pt x="94" y="1028"/>
                    <a:pt x="96" y="1015"/>
                  </a:cubicBezTo>
                  <a:cubicBezTo>
                    <a:pt x="145" y="683"/>
                    <a:pt x="131" y="348"/>
                    <a:pt x="55" y="21"/>
                  </a:cubicBezTo>
                  <a:cubicBezTo>
                    <a:pt x="52" y="9"/>
                    <a:pt x="4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5956900" y="3393125"/>
              <a:ext cx="2525" cy="6375"/>
            </a:xfrm>
            <a:custGeom>
              <a:avLst/>
              <a:gdLst/>
              <a:ahLst/>
              <a:cxnLst/>
              <a:rect l="l" t="t" r="r" b="b"/>
              <a:pathLst>
                <a:path w="101" h="255" extrusionOk="0">
                  <a:moveTo>
                    <a:pt x="28" y="0"/>
                  </a:moveTo>
                  <a:cubicBezTo>
                    <a:pt x="26" y="0"/>
                    <a:pt x="25" y="0"/>
                    <a:pt x="23" y="1"/>
                  </a:cubicBezTo>
                  <a:cubicBezTo>
                    <a:pt x="9" y="3"/>
                    <a:pt x="0" y="18"/>
                    <a:pt x="4" y="32"/>
                  </a:cubicBezTo>
                  <a:lnTo>
                    <a:pt x="47" y="233"/>
                  </a:lnTo>
                  <a:cubicBezTo>
                    <a:pt x="50" y="245"/>
                    <a:pt x="61" y="255"/>
                    <a:pt x="73" y="255"/>
                  </a:cubicBezTo>
                  <a:cubicBezTo>
                    <a:pt x="74" y="255"/>
                    <a:pt x="77" y="254"/>
                    <a:pt x="78" y="254"/>
                  </a:cubicBezTo>
                  <a:cubicBezTo>
                    <a:pt x="93" y="251"/>
                    <a:pt x="101" y="237"/>
                    <a:pt x="98" y="223"/>
                  </a:cubicBezTo>
                  <a:lnTo>
                    <a:pt x="54" y="21"/>
                  </a:lnTo>
                  <a:cubicBezTo>
                    <a:pt x="52" y="8"/>
                    <a:pt x="4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5921775" y="3399175"/>
              <a:ext cx="11825" cy="9675"/>
            </a:xfrm>
            <a:custGeom>
              <a:avLst/>
              <a:gdLst/>
              <a:ahLst/>
              <a:cxnLst/>
              <a:rect l="l" t="t" r="r" b="b"/>
              <a:pathLst>
                <a:path w="473" h="387" extrusionOk="0">
                  <a:moveTo>
                    <a:pt x="443" y="1"/>
                  </a:moveTo>
                  <a:cubicBezTo>
                    <a:pt x="439" y="1"/>
                    <a:pt x="435" y="1"/>
                    <a:pt x="431" y="3"/>
                  </a:cubicBezTo>
                  <a:cubicBezTo>
                    <a:pt x="270" y="86"/>
                    <a:pt x="124" y="204"/>
                    <a:pt x="10" y="345"/>
                  </a:cubicBezTo>
                  <a:cubicBezTo>
                    <a:pt x="1" y="356"/>
                    <a:pt x="2" y="372"/>
                    <a:pt x="13" y="381"/>
                  </a:cubicBezTo>
                  <a:cubicBezTo>
                    <a:pt x="18" y="385"/>
                    <a:pt x="23" y="387"/>
                    <a:pt x="29" y="387"/>
                  </a:cubicBezTo>
                  <a:lnTo>
                    <a:pt x="29" y="387"/>
                  </a:lnTo>
                  <a:cubicBezTo>
                    <a:pt x="37" y="387"/>
                    <a:pt x="45" y="384"/>
                    <a:pt x="49" y="377"/>
                  </a:cubicBezTo>
                  <a:cubicBezTo>
                    <a:pt x="159" y="242"/>
                    <a:pt x="299" y="129"/>
                    <a:pt x="455" y="49"/>
                  </a:cubicBezTo>
                  <a:cubicBezTo>
                    <a:pt x="467" y="42"/>
                    <a:pt x="473" y="28"/>
                    <a:pt x="466" y="14"/>
                  </a:cubicBezTo>
                  <a:cubicBezTo>
                    <a:pt x="461" y="6"/>
                    <a:pt x="453" y="1"/>
                    <a:pt x="443" y="1"/>
                  </a:cubicBezTo>
                  <a:close/>
                  <a:moveTo>
                    <a:pt x="29" y="387"/>
                  </a:moveTo>
                  <a:cubicBezTo>
                    <a:pt x="29" y="387"/>
                    <a:pt x="29" y="387"/>
                    <a:pt x="29" y="387"/>
                  </a:cubicBezTo>
                  <a:lnTo>
                    <a:pt x="30" y="387"/>
                  </a:lnTo>
                  <a:cubicBezTo>
                    <a:pt x="30" y="387"/>
                    <a:pt x="30" y="387"/>
                    <a:pt x="29" y="387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5934825" y="3395950"/>
              <a:ext cx="5850" cy="3050"/>
            </a:xfrm>
            <a:custGeom>
              <a:avLst/>
              <a:gdLst/>
              <a:ahLst/>
              <a:cxnLst/>
              <a:rect l="l" t="t" r="r" b="b"/>
              <a:pathLst>
                <a:path w="234" h="122" extrusionOk="0">
                  <a:moveTo>
                    <a:pt x="204" y="0"/>
                  </a:moveTo>
                  <a:cubicBezTo>
                    <a:pt x="201" y="0"/>
                    <a:pt x="197" y="1"/>
                    <a:pt x="194" y="2"/>
                  </a:cubicBezTo>
                  <a:lnTo>
                    <a:pt x="21" y="72"/>
                  </a:lnTo>
                  <a:cubicBezTo>
                    <a:pt x="7" y="76"/>
                    <a:pt x="1" y="92"/>
                    <a:pt x="6" y="106"/>
                  </a:cubicBezTo>
                  <a:cubicBezTo>
                    <a:pt x="10" y="115"/>
                    <a:pt x="21" y="122"/>
                    <a:pt x="30" y="122"/>
                  </a:cubicBezTo>
                  <a:cubicBezTo>
                    <a:pt x="34" y="122"/>
                    <a:pt x="37" y="120"/>
                    <a:pt x="40" y="119"/>
                  </a:cubicBezTo>
                  <a:lnTo>
                    <a:pt x="214" y="49"/>
                  </a:lnTo>
                  <a:cubicBezTo>
                    <a:pt x="228" y="44"/>
                    <a:pt x="233" y="29"/>
                    <a:pt x="228" y="15"/>
                  </a:cubicBezTo>
                  <a:cubicBezTo>
                    <a:pt x="224" y="6"/>
                    <a:pt x="214" y="0"/>
                    <a:pt x="20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5930550" y="3398850"/>
              <a:ext cx="14650" cy="8975"/>
            </a:xfrm>
            <a:custGeom>
              <a:avLst/>
              <a:gdLst/>
              <a:ahLst/>
              <a:cxnLst/>
              <a:rect l="l" t="t" r="r" b="b"/>
              <a:pathLst>
                <a:path w="586" h="359" extrusionOk="0">
                  <a:moveTo>
                    <a:pt x="556" y="1"/>
                  </a:moveTo>
                  <a:cubicBezTo>
                    <a:pt x="552" y="1"/>
                    <a:pt x="549" y="2"/>
                    <a:pt x="546" y="3"/>
                  </a:cubicBezTo>
                  <a:cubicBezTo>
                    <a:pt x="361" y="92"/>
                    <a:pt x="184" y="195"/>
                    <a:pt x="15" y="311"/>
                  </a:cubicBezTo>
                  <a:cubicBezTo>
                    <a:pt x="3" y="319"/>
                    <a:pt x="1" y="335"/>
                    <a:pt x="9" y="347"/>
                  </a:cubicBezTo>
                  <a:cubicBezTo>
                    <a:pt x="13" y="354"/>
                    <a:pt x="21" y="358"/>
                    <a:pt x="29" y="358"/>
                  </a:cubicBezTo>
                  <a:lnTo>
                    <a:pt x="30" y="358"/>
                  </a:lnTo>
                  <a:cubicBezTo>
                    <a:pt x="34" y="358"/>
                    <a:pt x="40" y="357"/>
                    <a:pt x="44" y="354"/>
                  </a:cubicBezTo>
                  <a:cubicBezTo>
                    <a:pt x="211" y="240"/>
                    <a:pt x="387" y="138"/>
                    <a:pt x="568" y="50"/>
                  </a:cubicBezTo>
                  <a:cubicBezTo>
                    <a:pt x="581" y="43"/>
                    <a:pt x="586" y="29"/>
                    <a:pt x="579" y="15"/>
                  </a:cubicBezTo>
                  <a:cubicBezTo>
                    <a:pt x="575" y="6"/>
                    <a:pt x="565" y="1"/>
                    <a:pt x="55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5920300" y="3418025"/>
              <a:ext cx="15325" cy="12500"/>
            </a:xfrm>
            <a:custGeom>
              <a:avLst/>
              <a:gdLst/>
              <a:ahLst/>
              <a:cxnLst/>
              <a:rect l="l" t="t" r="r" b="b"/>
              <a:pathLst>
                <a:path w="613" h="500" extrusionOk="0">
                  <a:moveTo>
                    <a:pt x="582" y="1"/>
                  </a:moveTo>
                  <a:cubicBezTo>
                    <a:pt x="578" y="1"/>
                    <a:pt x="573" y="2"/>
                    <a:pt x="569" y="4"/>
                  </a:cubicBezTo>
                  <a:cubicBezTo>
                    <a:pt x="362" y="128"/>
                    <a:pt x="174" y="280"/>
                    <a:pt x="10" y="455"/>
                  </a:cubicBezTo>
                  <a:cubicBezTo>
                    <a:pt x="0" y="466"/>
                    <a:pt x="0" y="482"/>
                    <a:pt x="11" y="491"/>
                  </a:cubicBezTo>
                  <a:cubicBezTo>
                    <a:pt x="17" y="497"/>
                    <a:pt x="23" y="499"/>
                    <a:pt x="29" y="499"/>
                  </a:cubicBezTo>
                  <a:cubicBezTo>
                    <a:pt x="37" y="499"/>
                    <a:pt x="43" y="497"/>
                    <a:pt x="49" y="490"/>
                  </a:cubicBezTo>
                  <a:cubicBezTo>
                    <a:pt x="209" y="319"/>
                    <a:pt x="393" y="170"/>
                    <a:pt x="596" y="49"/>
                  </a:cubicBezTo>
                  <a:cubicBezTo>
                    <a:pt x="608" y="42"/>
                    <a:pt x="612" y="26"/>
                    <a:pt x="604" y="14"/>
                  </a:cubicBezTo>
                  <a:cubicBezTo>
                    <a:pt x="600" y="5"/>
                    <a:pt x="591" y="1"/>
                    <a:pt x="58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5920975" y="3425650"/>
              <a:ext cx="10625" cy="11250"/>
            </a:xfrm>
            <a:custGeom>
              <a:avLst/>
              <a:gdLst/>
              <a:ahLst/>
              <a:cxnLst/>
              <a:rect l="l" t="t" r="r" b="b"/>
              <a:pathLst>
                <a:path w="425" h="450" extrusionOk="0">
                  <a:moveTo>
                    <a:pt x="395" y="1"/>
                  </a:moveTo>
                  <a:cubicBezTo>
                    <a:pt x="389" y="1"/>
                    <a:pt x="383" y="3"/>
                    <a:pt x="378" y="6"/>
                  </a:cubicBezTo>
                  <a:cubicBezTo>
                    <a:pt x="232" y="118"/>
                    <a:pt x="107" y="255"/>
                    <a:pt x="8" y="410"/>
                  </a:cubicBezTo>
                  <a:cubicBezTo>
                    <a:pt x="0" y="422"/>
                    <a:pt x="4" y="438"/>
                    <a:pt x="16" y="446"/>
                  </a:cubicBezTo>
                  <a:cubicBezTo>
                    <a:pt x="20" y="449"/>
                    <a:pt x="24" y="450"/>
                    <a:pt x="30" y="450"/>
                  </a:cubicBezTo>
                  <a:cubicBezTo>
                    <a:pt x="38" y="450"/>
                    <a:pt x="46" y="446"/>
                    <a:pt x="51" y="438"/>
                  </a:cubicBezTo>
                  <a:cubicBezTo>
                    <a:pt x="147" y="287"/>
                    <a:pt x="268" y="155"/>
                    <a:pt x="411" y="48"/>
                  </a:cubicBezTo>
                  <a:cubicBezTo>
                    <a:pt x="421" y="38"/>
                    <a:pt x="424" y="22"/>
                    <a:pt x="415" y="11"/>
                  </a:cubicBezTo>
                  <a:cubicBezTo>
                    <a:pt x="410" y="4"/>
                    <a:pt x="402" y="1"/>
                    <a:pt x="39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5937475" y="3415175"/>
              <a:ext cx="3150" cy="2225"/>
            </a:xfrm>
            <a:custGeom>
              <a:avLst/>
              <a:gdLst/>
              <a:ahLst/>
              <a:cxnLst/>
              <a:rect l="l" t="t" r="r" b="b"/>
              <a:pathLst>
                <a:path w="126" h="89" extrusionOk="0">
                  <a:moveTo>
                    <a:pt x="96" y="1"/>
                  </a:moveTo>
                  <a:cubicBezTo>
                    <a:pt x="92" y="1"/>
                    <a:pt x="87" y="2"/>
                    <a:pt x="83" y="4"/>
                  </a:cubicBezTo>
                  <a:lnTo>
                    <a:pt x="18" y="40"/>
                  </a:lnTo>
                  <a:cubicBezTo>
                    <a:pt x="6" y="47"/>
                    <a:pt x="1" y="62"/>
                    <a:pt x="8" y="75"/>
                  </a:cubicBezTo>
                  <a:cubicBezTo>
                    <a:pt x="13" y="83"/>
                    <a:pt x="21" y="89"/>
                    <a:pt x="30" y="89"/>
                  </a:cubicBezTo>
                  <a:cubicBezTo>
                    <a:pt x="34" y="89"/>
                    <a:pt x="40" y="87"/>
                    <a:pt x="43" y="85"/>
                  </a:cubicBezTo>
                  <a:lnTo>
                    <a:pt x="108" y="48"/>
                  </a:lnTo>
                  <a:cubicBezTo>
                    <a:pt x="121" y="41"/>
                    <a:pt x="126" y="27"/>
                    <a:pt x="119" y="13"/>
                  </a:cubicBezTo>
                  <a:cubicBezTo>
                    <a:pt x="115" y="5"/>
                    <a:pt x="106" y="1"/>
                    <a:pt x="9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5936600" y="3372900"/>
              <a:ext cx="20750" cy="6325"/>
            </a:xfrm>
            <a:custGeom>
              <a:avLst/>
              <a:gdLst/>
              <a:ahLst/>
              <a:cxnLst/>
              <a:rect l="l" t="t" r="r" b="b"/>
              <a:pathLst>
                <a:path w="830" h="253" extrusionOk="0">
                  <a:moveTo>
                    <a:pt x="804" y="1"/>
                  </a:moveTo>
                  <a:cubicBezTo>
                    <a:pt x="803" y="1"/>
                    <a:pt x="802" y="1"/>
                    <a:pt x="801" y="1"/>
                  </a:cubicBezTo>
                  <a:cubicBezTo>
                    <a:pt x="530" y="23"/>
                    <a:pt x="267" y="91"/>
                    <a:pt x="20" y="203"/>
                  </a:cubicBezTo>
                  <a:cubicBezTo>
                    <a:pt x="6" y="210"/>
                    <a:pt x="1" y="224"/>
                    <a:pt x="6" y="238"/>
                  </a:cubicBezTo>
                  <a:cubicBezTo>
                    <a:pt x="12" y="247"/>
                    <a:pt x="21" y="253"/>
                    <a:pt x="30" y="253"/>
                  </a:cubicBezTo>
                  <a:cubicBezTo>
                    <a:pt x="33" y="253"/>
                    <a:pt x="37" y="253"/>
                    <a:pt x="41" y="250"/>
                  </a:cubicBezTo>
                  <a:cubicBezTo>
                    <a:pt x="283" y="141"/>
                    <a:pt x="540" y="74"/>
                    <a:pt x="805" y="52"/>
                  </a:cubicBezTo>
                  <a:cubicBezTo>
                    <a:pt x="819" y="51"/>
                    <a:pt x="830" y="39"/>
                    <a:pt x="828" y="24"/>
                  </a:cubicBezTo>
                  <a:cubicBezTo>
                    <a:pt x="827" y="11"/>
                    <a:pt x="816" y="1"/>
                    <a:pt x="80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5930175" y="3380000"/>
              <a:ext cx="3525" cy="2400"/>
            </a:xfrm>
            <a:custGeom>
              <a:avLst/>
              <a:gdLst/>
              <a:ahLst/>
              <a:cxnLst/>
              <a:rect l="l" t="t" r="r" b="b"/>
              <a:pathLst>
                <a:path w="141" h="96" extrusionOk="0">
                  <a:moveTo>
                    <a:pt x="112" y="0"/>
                  </a:moveTo>
                  <a:cubicBezTo>
                    <a:pt x="107" y="0"/>
                    <a:pt x="103" y="1"/>
                    <a:pt x="99" y="4"/>
                  </a:cubicBezTo>
                  <a:lnTo>
                    <a:pt x="18" y="47"/>
                  </a:lnTo>
                  <a:cubicBezTo>
                    <a:pt x="6" y="53"/>
                    <a:pt x="1" y="70"/>
                    <a:pt x="8" y="82"/>
                  </a:cubicBezTo>
                  <a:cubicBezTo>
                    <a:pt x="13" y="90"/>
                    <a:pt x="21" y="95"/>
                    <a:pt x="30" y="95"/>
                  </a:cubicBezTo>
                  <a:cubicBezTo>
                    <a:pt x="35" y="95"/>
                    <a:pt x="40" y="94"/>
                    <a:pt x="44" y="92"/>
                  </a:cubicBezTo>
                  <a:lnTo>
                    <a:pt x="123" y="48"/>
                  </a:lnTo>
                  <a:cubicBezTo>
                    <a:pt x="135" y="41"/>
                    <a:pt x="141" y="26"/>
                    <a:pt x="134" y="13"/>
                  </a:cubicBezTo>
                  <a:cubicBezTo>
                    <a:pt x="130" y="5"/>
                    <a:pt x="121" y="0"/>
                    <a:pt x="11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5929275" y="3362600"/>
              <a:ext cx="15025" cy="8050"/>
            </a:xfrm>
            <a:custGeom>
              <a:avLst/>
              <a:gdLst/>
              <a:ahLst/>
              <a:cxnLst/>
              <a:rect l="l" t="t" r="r" b="b"/>
              <a:pathLst>
                <a:path w="601" h="322" extrusionOk="0">
                  <a:moveTo>
                    <a:pt x="572" y="1"/>
                  </a:moveTo>
                  <a:cubicBezTo>
                    <a:pt x="570" y="1"/>
                    <a:pt x="569" y="1"/>
                    <a:pt x="567" y="1"/>
                  </a:cubicBezTo>
                  <a:cubicBezTo>
                    <a:pt x="362" y="46"/>
                    <a:pt x="171" y="140"/>
                    <a:pt x="13" y="276"/>
                  </a:cubicBezTo>
                  <a:cubicBezTo>
                    <a:pt x="1" y="285"/>
                    <a:pt x="1" y="301"/>
                    <a:pt x="9" y="312"/>
                  </a:cubicBezTo>
                  <a:cubicBezTo>
                    <a:pt x="14" y="319"/>
                    <a:pt x="22" y="322"/>
                    <a:pt x="29" y="322"/>
                  </a:cubicBezTo>
                  <a:cubicBezTo>
                    <a:pt x="34" y="322"/>
                    <a:pt x="41" y="319"/>
                    <a:pt x="45" y="315"/>
                  </a:cubicBezTo>
                  <a:cubicBezTo>
                    <a:pt x="198" y="186"/>
                    <a:pt x="381" y="94"/>
                    <a:pt x="578" y="53"/>
                  </a:cubicBezTo>
                  <a:cubicBezTo>
                    <a:pt x="591" y="50"/>
                    <a:pt x="601" y="35"/>
                    <a:pt x="598" y="22"/>
                  </a:cubicBezTo>
                  <a:cubicBezTo>
                    <a:pt x="594" y="10"/>
                    <a:pt x="583" y="1"/>
                    <a:pt x="57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5946525" y="3361450"/>
              <a:ext cx="3775" cy="1975"/>
            </a:xfrm>
            <a:custGeom>
              <a:avLst/>
              <a:gdLst/>
              <a:ahLst/>
              <a:cxnLst/>
              <a:rect l="l" t="t" r="r" b="b"/>
              <a:pathLst>
                <a:path w="151" h="79" extrusionOk="0">
                  <a:moveTo>
                    <a:pt x="123" y="0"/>
                  </a:moveTo>
                  <a:cubicBezTo>
                    <a:pt x="85" y="0"/>
                    <a:pt x="48" y="11"/>
                    <a:pt x="17" y="31"/>
                  </a:cubicBezTo>
                  <a:cubicBezTo>
                    <a:pt x="5" y="38"/>
                    <a:pt x="1" y="54"/>
                    <a:pt x="7" y="66"/>
                  </a:cubicBezTo>
                  <a:cubicBezTo>
                    <a:pt x="13" y="74"/>
                    <a:pt x="21" y="78"/>
                    <a:pt x="30" y="78"/>
                  </a:cubicBezTo>
                  <a:cubicBezTo>
                    <a:pt x="34" y="78"/>
                    <a:pt x="40" y="77"/>
                    <a:pt x="44" y="74"/>
                  </a:cubicBezTo>
                  <a:cubicBezTo>
                    <a:pt x="67" y="60"/>
                    <a:pt x="95" y="51"/>
                    <a:pt x="123" y="51"/>
                  </a:cubicBezTo>
                  <a:cubicBezTo>
                    <a:pt x="138" y="51"/>
                    <a:pt x="150" y="39"/>
                    <a:pt x="150" y="26"/>
                  </a:cubicBezTo>
                  <a:cubicBezTo>
                    <a:pt x="150" y="11"/>
                    <a:pt x="138" y="0"/>
                    <a:pt x="12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5944050" y="3355650"/>
              <a:ext cx="17550" cy="3425"/>
            </a:xfrm>
            <a:custGeom>
              <a:avLst/>
              <a:gdLst/>
              <a:ahLst/>
              <a:cxnLst/>
              <a:rect l="l" t="t" r="r" b="b"/>
              <a:pathLst>
                <a:path w="702" h="137" extrusionOk="0">
                  <a:moveTo>
                    <a:pt x="569" y="0"/>
                  </a:moveTo>
                  <a:cubicBezTo>
                    <a:pt x="384" y="0"/>
                    <a:pt x="200" y="29"/>
                    <a:pt x="22" y="86"/>
                  </a:cubicBezTo>
                  <a:cubicBezTo>
                    <a:pt x="8" y="91"/>
                    <a:pt x="0" y="106"/>
                    <a:pt x="6" y="119"/>
                  </a:cubicBezTo>
                  <a:cubicBezTo>
                    <a:pt x="8" y="130"/>
                    <a:pt x="19" y="137"/>
                    <a:pt x="30" y="137"/>
                  </a:cubicBezTo>
                  <a:cubicBezTo>
                    <a:pt x="32" y="137"/>
                    <a:pt x="35" y="137"/>
                    <a:pt x="38" y="135"/>
                  </a:cubicBezTo>
                  <a:cubicBezTo>
                    <a:pt x="210" y="80"/>
                    <a:pt x="388" y="51"/>
                    <a:pt x="568" y="51"/>
                  </a:cubicBezTo>
                  <a:cubicBezTo>
                    <a:pt x="603" y="51"/>
                    <a:pt x="638" y="53"/>
                    <a:pt x="673" y="55"/>
                  </a:cubicBezTo>
                  <a:cubicBezTo>
                    <a:pt x="688" y="53"/>
                    <a:pt x="700" y="45"/>
                    <a:pt x="701" y="31"/>
                  </a:cubicBezTo>
                  <a:cubicBezTo>
                    <a:pt x="701" y="16"/>
                    <a:pt x="690" y="4"/>
                    <a:pt x="677" y="4"/>
                  </a:cubicBezTo>
                  <a:cubicBezTo>
                    <a:pt x="641" y="1"/>
                    <a:pt x="605" y="0"/>
                    <a:pt x="56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5950775" y="3351225"/>
              <a:ext cx="11025" cy="1800"/>
            </a:xfrm>
            <a:custGeom>
              <a:avLst/>
              <a:gdLst/>
              <a:ahLst/>
              <a:cxnLst/>
              <a:rect l="l" t="t" r="r" b="b"/>
              <a:pathLst>
                <a:path w="441" h="72" extrusionOk="0">
                  <a:moveTo>
                    <a:pt x="203" y="1"/>
                  </a:moveTo>
                  <a:cubicBezTo>
                    <a:pt x="144" y="1"/>
                    <a:pt x="84" y="5"/>
                    <a:pt x="24" y="15"/>
                  </a:cubicBezTo>
                  <a:cubicBezTo>
                    <a:pt x="10" y="18"/>
                    <a:pt x="0" y="31"/>
                    <a:pt x="2" y="45"/>
                  </a:cubicBezTo>
                  <a:cubicBezTo>
                    <a:pt x="4" y="58"/>
                    <a:pt x="15" y="67"/>
                    <a:pt x="27" y="67"/>
                  </a:cubicBezTo>
                  <a:cubicBezTo>
                    <a:pt x="29" y="67"/>
                    <a:pt x="31" y="67"/>
                    <a:pt x="33" y="66"/>
                  </a:cubicBezTo>
                  <a:cubicBezTo>
                    <a:pt x="90" y="57"/>
                    <a:pt x="147" y="52"/>
                    <a:pt x="205" y="52"/>
                  </a:cubicBezTo>
                  <a:cubicBezTo>
                    <a:pt x="273" y="52"/>
                    <a:pt x="340" y="59"/>
                    <a:pt x="407" y="72"/>
                  </a:cubicBezTo>
                  <a:lnTo>
                    <a:pt x="412" y="72"/>
                  </a:lnTo>
                  <a:cubicBezTo>
                    <a:pt x="424" y="72"/>
                    <a:pt x="435" y="62"/>
                    <a:pt x="437" y="50"/>
                  </a:cubicBezTo>
                  <a:cubicBezTo>
                    <a:pt x="440" y="37"/>
                    <a:pt x="431" y="23"/>
                    <a:pt x="416" y="21"/>
                  </a:cubicBezTo>
                  <a:cubicBezTo>
                    <a:pt x="346" y="7"/>
                    <a:pt x="275" y="1"/>
                    <a:pt x="20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6025625" y="3279875"/>
              <a:ext cx="15500" cy="4900"/>
            </a:xfrm>
            <a:custGeom>
              <a:avLst/>
              <a:gdLst/>
              <a:ahLst/>
              <a:cxnLst/>
              <a:rect l="l" t="t" r="r" b="b"/>
              <a:pathLst>
                <a:path w="620" h="196" extrusionOk="0">
                  <a:moveTo>
                    <a:pt x="31" y="0"/>
                  </a:moveTo>
                  <a:cubicBezTo>
                    <a:pt x="19" y="0"/>
                    <a:pt x="7" y="8"/>
                    <a:pt x="5" y="20"/>
                  </a:cubicBezTo>
                  <a:cubicBezTo>
                    <a:pt x="1" y="33"/>
                    <a:pt x="9" y="48"/>
                    <a:pt x="22" y="51"/>
                  </a:cubicBezTo>
                  <a:lnTo>
                    <a:pt x="585" y="196"/>
                  </a:lnTo>
                  <a:lnTo>
                    <a:pt x="592" y="196"/>
                  </a:lnTo>
                  <a:cubicBezTo>
                    <a:pt x="602" y="196"/>
                    <a:pt x="613" y="189"/>
                    <a:pt x="616" y="177"/>
                  </a:cubicBezTo>
                  <a:cubicBezTo>
                    <a:pt x="620" y="164"/>
                    <a:pt x="610" y="149"/>
                    <a:pt x="597" y="145"/>
                  </a:cubicBezTo>
                  <a:lnTo>
                    <a:pt x="36" y="1"/>
                  </a:lnTo>
                  <a:cubicBezTo>
                    <a:pt x="34" y="1"/>
                    <a:pt x="32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6038225" y="3333575"/>
              <a:ext cx="37550" cy="2325"/>
            </a:xfrm>
            <a:custGeom>
              <a:avLst/>
              <a:gdLst/>
              <a:ahLst/>
              <a:cxnLst/>
              <a:rect l="l" t="t" r="r" b="b"/>
              <a:pathLst>
                <a:path w="1502" h="93" extrusionOk="0">
                  <a:moveTo>
                    <a:pt x="845" y="1"/>
                  </a:moveTo>
                  <a:cubicBezTo>
                    <a:pt x="571" y="1"/>
                    <a:pt x="296" y="14"/>
                    <a:pt x="24" y="40"/>
                  </a:cubicBezTo>
                  <a:cubicBezTo>
                    <a:pt x="11" y="42"/>
                    <a:pt x="0" y="55"/>
                    <a:pt x="1" y="69"/>
                  </a:cubicBezTo>
                  <a:cubicBezTo>
                    <a:pt x="3" y="82"/>
                    <a:pt x="15" y="93"/>
                    <a:pt x="27" y="93"/>
                  </a:cubicBezTo>
                  <a:lnTo>
                    <a:pt x="30" y="93"/>
                  </a:lnTo>
                  <a:cubicBezTo>
                    <a:pt x="299" y="66"/>
                    <a:pt x="571" y="52"/>
                    <a:pt x="842" y="52"/>
                  </a:cubicBezTo>
                  <a:cubicBezTo>
                    <a:pt x="1053" y="52"/>
                    <a:pt x="1264" y="60"/>
                    <a:pt x="1473" y="77"/>
                  </a:cubicBezTo>
                  <a:cubicBezTo>
                    <a:pt x="1475" y="77"/>
                    <a:pt x="1476" y="77"/>
                    <a:pt x="1478" y="77"/>
                  </a:cubicBezTo>
                  <a:cubicBezTo>
                    <a:pt x="1491" y="77"/>
                    <a:pt x="1500" y="66"/>
                    <a:pt x="1500" y="53"/>
                  </a:cubicBezTo>
                  <a:cubicBezTo>
                    <a:pt x="1501" y="39"/>
                    <a:pt x="1491" y="26"/>
                    <a:pt x="1477" y="24"/>
                  </a:cubicBezTo>
                  <a:cubicBezTo>
                    <a:pt x="1267" y="8"/>
                    <a:pt x="1056" y="1"/>
                    <a:pt x="84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6055375" y="3343200"/>
              <a:ext cx="34125" cy="2775"/>
            </a:xfrm>
            <a:custGeom>
              <a:avLst/>
              <a:gdLst/>
              <a:ahLst/>
              <a:cxnLst/>
              <a:rect l="l" t="t" r="r" b="b"/>
              <a:pathLst>
                <a:path w="1365" h="111" extrusionOk="0">
                  <a:moveTo>
                    <a:pt x="717" y="0"/>
                  </a:moveTo>
                  <a:cubicBezTo>
                    <a:pt x="485" y="0"/>
                    <a:pt x="254" y="19"/>
                    <a:pt x="24" y="58"/>
                  </a:cubicBezTo>
                  <a:cubicBezTo>
                    <a:pt x="10" y="60"/>
                    <a:pt x="0" y="74"/>
                    <a:pt x="3" y="87"/>
                  </a:cubicBezTo>
                  <a:cubicBezTo>
                    <a:pt x="4" y="101"/>
                    <a:pt x="16" y="110"/>
                    <a:pt x="28" y="110"/>
                  </a:cubicBezTo>
                  <a:cubicBezTo>
                    <a:pt x="30" y="110"/>
                    <a:pt x="31" y="109"/>
                    <a:pt x="32" y="109"/>
                  </a:cubicBezTo>
                  <a:cubicBezTo>
                    <a:pt x="259" y="71"/>
                    <a:pt x="488" y="52"/>
                    <a:pt x="717" y="52"/>
                  </a:cubicBezTo>
                  <a:cubicBezTo>
                    <a:pt x="923" y="52"/>
                    <a:pt x="1128" y="67"/>
                    <a:pt x="1332" y="98"/>
                  </a:cubicBezTo>
                  <a:cubicBezTo>
                    <a:pt x="1334" y="98"/>
                    <a:pt x="1335" y="98"/>
                    <a:pt x="1337" y="98"/>
                  </a:cubicBezTo>
                  <a:cubicBezTo>
                    <a:pt x="1350" y="98"/>
                    <a:pt x="1360" y="90"/>
                    <a:pt x="1362" y="76"/>
                  </a:cubicBezTo>
                  <a:cubicBezTo>
                    <a:pt x="1364" y="63"/>
                    <a:pt x="1355" y="50"/>
                    <a:pt x="1340" y="47"/>
                  </a:cubicBezTo>
                  <a:cubicBezTo>
                    <a:pt x="1133" y="16"/>
                    <a:pt x="925" y="0"/>
                    <a:pt x="71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6070200" y="3349200"/>
              <a:ext cx="27175" cy="2450"/>
            </a:xfrm>
            <a:custGeom>
              <a:avLst/>
              <a:gdLst/>
              <a:ahLst/>
              <a:cxnLst/>
              <a:rect l="l" t="t" r="r" b="b"/>
              <a:pathLst>
                <a:path w="1087" h="98" extrusionOk="0">
                  <a:moveTo>
                    <a:pt x="521" y="1"/>
                  </a:moveTo>
                  <a:cubicBezTo>
                    <a:pt x="355" y="1"/>
                    <a:pt x="189" y="13"/>
                    <a:pt x="25" y="38"/>
                  </a:cubicBezTo>
                  <a:cubicBezTo>
                    <a:pt x="10" y="41"/>
                    <a:pt x="0" y="53"/>
                    <a:pt x="3" y="68"/>
                  </a:cubicBezTo>
                  <a:cubicBezTo>
                    <a:pt x="4" y="80"/>
                    <a:pt x="14" y="90"/>
                    <a:pt x="28" y="90"/>
                  </a:cubicBezTo>
                  <a:cubicBezTo>
                    <a:pt x="29" y="90"/>
                    <a:pt x="31" y="90"/>
                    <a:pt x="33" y="89"/>
                  </a:cubicBezTo>
                  <a:cubicBezTo>
                    <a:pt x="195" y="65"/>
                    <a:pt x="358" y="53"/>
                    <a:pt x="521" y="53"/>
                  </a:cubicBezTo>
                  <a:cubicBezTo>
                    <a:pt x="699" y="53"/>
                    <a:pt x="877" y="67"/>
                    <a:pt x="1054" y="96"/>
                  </a:cubicBezTo>
                  <a:cubicBezTo>
                    <a:pt x="1055" y="97"/>
                    <a:pt x="1057" y="97"/>
                    <a:pt x="1058" y="97"/>
                  </a:cubicBezTo>
                  <a:cubicBezTo>
                    <a:pt x="1070" y="97"/>
                    <a:pt x="1081" y="88"/>
                    <a:pt x="1083" y="76"/>
                  </a:cubicBezTo>
                  <a:cubicBezTo>
                    <a:pt x="1086" y="61"/>
                    <a:pt x="1077" y="48"/>
                    <a:pt x="1062" y="45"/>
                  </a:cubicBezTo>
                  <a:cubicBezTo>
                    <a:pt x="883" y="16"/>
                    <a:pt x="702" y="1"/>
                    <a:pt x="52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6060675" y="3351075"/>
              <a:ext cx="4475" cy="2025"/>
            </a:xfrm>
            <a:custGeom>
              <a:avLst/>
              <a:gdLst/>
              <a:ahLst/>
              <a:cxnLst/>
              <a:rect l="l" t="t" r="r" b="b"/>
              <a:pathLst>
                <a:path w="179" h="81" extrusionOk="0">
                  <a:moveTo>
                    <a:pt x="151" y="0"/>
                  </a:moveTo>
                  <a:cubicBezTo>
                    <a:pt x="149" y="0"/>
                    <a:pt x="147" y="0"/>
                    <a:pt x="145" y="1"/>
                  </a:cubicBezTo>
                  <a:lnTo>
                    <a:pt x="24" y="29"/>
                  </a:lnTo>
                  <a:cubicBezTo>
                    <a:pt x="9" y="33"/>
                    <a:pt x="1" y="47"/>
                    <a:pt x="3" y="61"/>
                  </a:cubicBezTo>
                  <a:cubicBezTo>
                    <a:pt x="6" y="72"/>
                    <a:pt x="17" y="80"/>
                    <a:pt x="29" y="80"/>
                  </a:cubicBezTo>
                  <a:lnTo>
                    <a:pt x="36" y="80"/>
                  </a:lnTo>
                  <a:lnTo>
                    <a:pt x="157" y="51"/>
                  </a:lnTo>
                  <a:cubicBezTo>
                    <a:pt x="170" y="48"/>
                    <a:pt x="178" y="33"/>
                    <a:pt x="176" y="20"/>
                  </a:cubicBezTo>
                  <a:cubicBezTo>
                    <a:pt x="172" y="8"/>
                    <a:pt x="162" y="0"/>
                    <a:pt x="15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6061700" y="3358725"/>
              <a:ext cx="19800" cy="3375"/>
            </a:xfrm>
            <a:custGeom>
              <a:avLst/>
              <a:gdLst/>
              <a:ahLst/>
              <a:cxnLst/>
              <a:rect l="l" t="t" r="r" b="b"/>
              <a:pathLst>
                <a:path w="792" h="135" extrusionOk="0">
                  <a:moveTo>
                    <a:pt x="679" y="0"/>
                  </a:moveTo>
                  <a:cubicBezTo>
                    <a:pt x="458" y="0"/>
                    <a:pt x="237" y="28"/>
                    <a:pt x="22" y="84"/>
                  </a:cubicBezTo>
                  <a:cubicBezTo>
                    <a:pt x="8" y="88"/>
                    <a:pt x="0" y="103"/>
                    <a:pt x="3" y="116"/>
                  </a:cubicBezTo>
                  <a:cubicBezTo>
                    <a:pt x="7" y="128"/>
                    <a:pt x="16" y="135"/>
                    <a:pt x="28" y="135"/>
                  </a:cubicBezTo>
                  <a:lnTo>
                    <a:pt x="35" y="135"/>
                  </a:lnTo>
                  <a:cubicBezTo>
                    <a:pt x="242" y="80"/>
                    <a:pt x="455" y="52"/>
                    <a:pt x="669" y="52"/>
                  </a:cubicBezTo>
                  <a:cubicBezTo>
                    <a:pt x="700" y="52"/>
                    <a:pt x="732" y="53"/>
                    <a:pt x="764" y="54"/>
                  </a:cubicBezTo>
                  <a:cubicBezTo>
                    <a:pt x="765" y="54"/>
                    <a:pt x="766" y="54"/>
                    <a:pt x="766" y="54"/>
                  </a:cubicBezTo>
                  <a:cubicBezTo>
                    <a:pt x="779" y="54"/>
                    <a:pt x="790" y="43"/>
                    <a:pt x="790" y="29"/>
                  </a:cubicBezTo>
                  <a:cubicBezTo>
                    <a:pt x="791" y="15"/>
                    <a:pt x="779" y="3"/>
                    <a:pt x="766" y="2"/>
                  </a:cubicBezTo>
                  <a:cubicBezTo>
                    <a:pt x="737" y="1"/>
                    <a:pt x="708" y="0"/>
                    <a:pt x="67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6086300" y="3358825"/>
              <a:ext cx="5425" cy="1775"/>
            </a:xfrm>
            <a:custGeom>
              <a:avLst/>
              <a:gdLst/>
              <a:ahLst/>
              <a:cxnLst/>
              <a:rect l="l" t="t" r="r" b="b"/>
              <a:pathLst>
                <a:path w="217" h="71" extrusionOk="0">
                  <a:moveTo>
                    <a:pt x="29" y="0"/>
                  </a:moveTo>
                  <a:cubicBezTo>
                    <a:pt x="14" y="0"/>
                    <a:pt x="3" y="9"/>
                    <a:pt x="2" y="23"/>
                  </a:cubicBezTo>
                  <a:cubicBezTo>
                    <a:pt x="1" y="37"/>
                    <a:pt x="12" y="50"/>
                    <a:pt x="25" y="51"/>
                  </a:cubicBezTo>
                  <a:lnTo>
                    <a:pt x="187" y="70"/>
                  </a:lnTo>
                  <a:lnTo>
                    <a:pt x="189" y="70"/>
                  </a:lnTo>
                  <a:cubicBezTo>
                    <a:pt x="201" y="70"/>
                    <a:pt x="213" y="60"/>
                    <a:pt x="215" y="47"/>
                  </a:cubicBezTo>
                  <a:cubicBezTo>
                    <a:pt x="216" y="33"/>
                    <a:pt x="205" y="21"/>
                    <a:pt x="192" y="18"/>
                  </a:cubicBezTo>
                  <a:lnTo>
                    <a:pt x="32" y="0"/>
                  </a:lnTo>
                  <a:cubicBezTo>
                    <a:pt x="31" y="0"/>
                    <a:pt x="3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6065550" y="3363375"/>
              <a:ext cx="6025" cy="10100"/>
            </a:xfrm>
            <a:custGeom>
              <a:avLst/>
              <a:gdLst/>
              <a:ahLst/>
              <a:cxnLst/>
              <a:rect l="l" t="t" r="r" b="b"/>
              <a:pathLst>
                <a:path w="241" h="404" extrusionOk="0">
                  <a:moveTo>
                    <a:pt x="29" y="0"/>
                  </a:moveTo>
                  <a:cubicBezTo>
                    <a:pt x="26" y="0"/>
                    <a:pt x="24" y="1"/>
                    <a:pt x="21" y="1"/>
                  </a:cubicBezTo>
                  <a:cubicBezTo>
                    <a:pt x="8" y="7"/>
                    <a:pt x="1" y="22"/>
                    <a:pt x="5" y="35"/>
                  </a:cubicBezTo>
                  <a:cubicBezTo>
                    <a:pt x="48" y="163"/>
                    <a:pt x="110" y="284"/>
                    <a:pt x="189" y="393"/>
                  </a:cubicBezTo>
                  <a:cubicBezTo>
                    <a:pt x="195" y="401"/>
                    <a:pt x="203" y="404"/>
                    <a:pt x="211" y="404"/>
                  </a:cubicBezTo>
                  <a:cubicBezTo>
                    <a:pt x="216" y="404"/>
                    <a:pt x="220" y="402"/>
                    <a:pt x="225" y="400"/>
                  </a:cubicBezTo>
                  <a:cubicBezTo>
                    <a:pt x="238" y="390"/>
                    <a:pt x="240" y="374"/>
                    <a:pt x="231" y="363"/>
                  </a:cubicBezTo>
                  <a:cubicBezTo>
                    <a:pt x="156" y="257"/>
                    <a:pt x="96" y="141"/>
                    <a:pt x="55" y="17"/>
                  </a:cubicBezTo>
                  <a:cubicBezTo>
                    <a:pt x="50" y="7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6071975" y="3374825"/>
              <a:ext cx="3000" cy="3350"/>
            </a:xfrm>
            <a:custGeom>
              <a:avLst/>
              <a:gdLst/>
              <a:ahLst/>
              <a:cxnLst/>
              <a:rect l="l" t="t" r="r" b="b"/>
              <a:pathLst>
                <a:path w="120" h="134" extrusionOk="0">
                  <a:moveTo>
                    <a:pt x="30" y="0"/>
                  </a:moveTo>
                  <a:cubicBezTo>
                    <a:pt x="25" y="0"/>
                    <a:pt x="19" y="2"/>
                    <a:pt x="14" y="6"/>
                  </a:cubicBezTo>
                  <a:cubicBezTo>
                    <a:pt x="3" y="14"/>
                    <a:pt x="1" y="30"/>
                    <a:pt x="9" y="41"/>
                  </a:cubicBezTo>
                  <a:lnTo>
                    <a:pt x="68" y="123"/>
                  </a:lnTo>
                  <a:cubicBezTo>
                    <a:pt x="73" y="130"/>
                    <a:pt x="81" y="134"/>
                    <a:pt x="90" y="134"/>
                  </a:cubicBezTo>
                  <a:cubicBezTo>
                    <a:pt x="95" y="134"/>
                    <a:pt x="100" y="133"/>
                    <a:pt x="104" y="129"/>
                  </a:cubicBezTo>
                  <a:cubicBezTo>
                    <a:pt x="116" y="120"/>
                    <a:pt x="119" y="104"/>
                    <a:pt x="110" y="92"/>
                  </a:cubicBezTo>
                  <a:lnTo>
                    <a:pt x="51" y="12"/>
                  </a:lnTo>
                  <a:cubicBezTo>
                    <a:pt x="46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6056300" y="3359100"/>
              <a:ext cx="8475" cy="14850"/>
            </a:xfrm>
            <a:custGeom>
              <a:avLst/>
              <a:gdLst/>
              <a:ahLst/>
              <a:cxnLst/>
              <a:rect l="l" t="t" r="r" b="b"/>
              <a:pathLst>
                <a:path w="339" h="594" extrusionOk="0">
                  <a:moveTo>
                    <a:pt x="30" y="0"/>
                  </a:moveTo>
                  <a:cubicBezTo>
                    <a:pt x="28" y="0"/>
                    <a:pt x="25" y="1"/>
                    <a:pt x="22" y="1"/>
                  </a:cubicBezTo>
                  <a:cubicBezTo>
                    <a:pt x="9" y="6"/>
                    <a:pt x="1" y="19"/>
                    <a:pt x="5" y="32"/>
                  </a:cubicBezTo>
                  <a:cubicBezTo>
                    <a:pt x="61" y="233"/>
                    <a:pt x="160" y="423"/>
                    <a:pt x="290" y="583"/>
                  </a:cubicBezTo>
                  <a:cubicBezTo>
                    <a:pt x="294" y="589"/>
                    <a:pt x="302" y="593"/>
                    <a:pt x="310" y="593"/>
                  </a:cubicBezTo>
                  <a:cubicBezTo>
                    <a:pt x="316" y="593"/>
                    <a:pt x="321" y="591"/>
                    <a:pt x="326" y="587"/>
                  </a:cubicBezTo>
                  <a:cubicBezTo>
                    <a:pt x="337" y="579"/>
                    <a:pt x="339" y="561"/>
                    <a:pt x="330" y="550"/>
                  </a:cubicBezTo>
                  <a:cubicBezTo>
                    <a:pt x="204" y="396"/>
                    <a:pt x="108" y="211"/>
                    <a:pt x="55" y="19"/>
                  </a:cubicBezTo>
                  <a:cubicBezTo>
                    <a:pt x="51" y="8"/>
                    <a:pt x="42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6043500" y="3352700"/>
              <a:ext cx="6375" cy="17725"/>
            </a:xfrm>
            <a:custGeom>
              <a:avLst/>
              <a:gdLst/>
              <a:ahLst/>
              <a:cxnLst/>
              <a:rect l="l" t="t" r="r" b="b"/>
              <a:pathLst>
                <a:path w="255" h="709" extrusionOk="0">
                  <a:moveTo>
                    <a:pt x="29" y="0"/>
                  </a:moveTo>
                  <a:cubicBezTo>
                    <a:pt x="28" y="0"/>
                    <a:pt x="26" y="0"/>
                    <a:pt x="24" y="1"/>
                  </a:cubicBezTo>
                  <a:cubicBezTo>
                    <a:pt x="10" y="3"/>
                    <a:pt x="0" y="17"/>
                    <a:pt x="3" y="31"/>
                  </a:cubicBezTo>
                  <a:cubicBezTo>
                    <a:pt x="43" y="257"/>
                    <a:pt x="111" y="479"/>
                    <a:pt x="202" y="692"/>
                  </a:cubicBezTo>
                  <a:cubicBezTo>
                    <a:pt x="206" y="701"/>
                    <a:pt x="216" y="708"/>
                    <a:pt x="225" y="708"/>
                  </a:cubicBezTo>
                  <a:cubicBezTo>
                    <a:pt x="229" y="708"/>
                    <a:pt x="232" y="707"/>
                    <a:pt x="236" y="705"/>
                  </a:cubicBezTo>
                  <a:cubicBezTo>
                    <a:pt x="249" y="700"/>
                    <a:pt x="255" y="684"/>
                    <a:pt x="249" y="672"/>
                  </a:cubicBezTo>
                  <a:cubicBezTo>
                    <a:pt x="159" y="463"/>
                    <a:pt x="94" y="245"/>
                    <a:pt x="54" y="22"/>
                  </a:cubicBezTo>
                  <a:cubicBezTo>
                    <a:pt x="52" y="9"/>
                    <a:pt x="4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6049825" y="3372050"/>
              <a:ext cx="2375" cy="3375"/>
            </a:xfrm>
            <a:custGeom>
              <a:avLst/>
              <a:gdLst/>
              <a:ahLst/>
              <a:cxnLst/>
              <a:rect l="l" t="t" r="r" b="b"/>
              <a:pathLst>
                <a:path w="95" h="135" extrusionOk="0">
                  <a:moveTo>
                    <a:pt x="30" y="0"/>
                  </a:moveTo>
                  <a:cubicBezTo>
                    <a:pt x="26" y="0"/>
                    <a:pt x="23" y="1"/>
                    <a:pt x="19" y="3"/>
                  </a:cubicBezTo>
                  <a:cubicBezTo>
                    <a:pt x="6" y="8"/>
                    <a:pt x="0" y="23"/>
                    <a:pt x="6" y="36"/>
                  </a:cubicBezTo>
                  <a:lnTo>
                    <a:pt x="42" y="120"/>
                  </a:lnTo>
                  <a:cubicBezTo>
                    <a:pt x="46" y="129"/>
                    <a:pt x="55" y="135"/>
                    <a:pt x="65" y="135"/>
                  </a:cubicBezTo>
                  <a:cubicBezTo>
                    <a:pt x="69" y="135"/>
                    <a:pt x="72" y="135"/>
                    <a:pt x="76" y="133"/>
                  </a:cubicBezTo>
                  <a:cubicBezTo>
                    <a:pt x="89" y="128"/>
                    <a:pt x="94" y="112"/>
                    <a:pt x="89" y="100"/>
                  </a:cubicBezTo>
                  <a:lnTo>
                    <a:pt x="53" y="16"/>
                  </a:lnTo>
                  <a:cubicBezTo>
                    <a:pt x="49" y="6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6020050" y="3339750"/>
              <a:ext cx="4025" cy="15150"/>
            </a:xfrm>
            <a:custGeom>
              <a:avLst/>
              <a:gdLst/>
              <a:ahLst/>
              <a:cxnLst/>
              <a:rect l="l" t="t" r="r" b="b"/>
              <a:pathLst>
                <a:path w="161" h="606" extrusionOk="0">
                  <a:moveTo>
                    <a:pt x="26" y="1"/>
                  </a:moveTo>
                  <a:cubicBezTo>
                    <a:pt x="11" y="1"/>
                    <a:pt x="1" y="13"/>
                    <a:pt x="1" y="27"/>
                  </a:cubicBezTo>
                  <a:cubicBezTo>
                    <a:pt x="10" y="219"/>
                    <a:pt x="46" y="407"/>
                    <a:pt x="107" y="588"/>
                  </a:cubicBezTo>
                  <a:cubicBezTo>
                    <a:pt x="111" y="599"/>
                    <a:pt x="120" y="606"/>
                    <a:pt x="131" y="606"/>
                  </a:cubicBezTo>
                  <a:cubicBezTo>
                    <a:pt x="134" y="606"/>
                    <a:pt x="138" y="606"/>
                    <a:pt x="141" y="605"/>
                  </a:cubicBezTo>
                  <a:cubicBezTo>
                    <a:pt x="154" y="599"/>
                    <a:pt x="161" y="586"/>
                    <a:pt x="157" y="571"/>
                  </a:cubicBezTo>
                  <a:cubicBezTo>
                    <a:pt x="96" y="395"/>
                    <a:pt x="61" y="212"/>
                    <a:pt x="53" y="25"/>
                  </a:cubicBezTo>
                  <a:cubicBezTo>
                    <a:pt x="52" y="11"/>
                    <a:pt x="41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6023575" y="3356875"/>
              <a:ext cx="2400" cy="3375"/>
            </a:xfrm>
            <a:custGeom>
              <a:avLst/>
              <a:gdLst/>
              <a:ahLst/>
              <a:cxnLst/>
              <a:rect l="l" t="t" r="r" b="b"/>
              <a:pathLst>
                <a:path w="96" h="135" extrusionOk="0">
                  <a:moveTo>
                    <a:pt x="31" y="0"/>
                  </a:moveTo>
                  <a:cubicBezTo>
                    <a:pt x="27" y="0"/>
                    <a:pt x="23" y="1"/>
                    <a:pt x="20" y="3"/>
                  </a:cubicBezTo>
                  <a:cubicBezTo>
                    <a:pt x="6" y="8"/>
                    <a:pt x="1" y="23"/>
                    <a:pt x="6" y="37"/>
                  </a:cubicBezTo>
                  <a:lnTo>
                    <a:pt x="43" y="120"/>
                  </a:lnTo>
                  <a:cubicBezTo>
                    <a:pt x="47" y="129"/>
                    <a:pt x="56" y="135"/>
                    <a:pt x="65" y="135"/>
                  </a:cubicBezTo>
                  <a:cubicBezTo>
                    <a:pt x="69" y="135"/>
                    <a:pt x="72" y="135"/>
                    <a:pt x="76" y="134"/>
                  </a:cubicBezTo>
                  <a:cubicBezTo>
                    <a:pt x="90" y="128"/>
                    <a:pt x="95" y="112"/>
                    <a:pt x="90" y="100"/>
                  </a:cubicBezTo>
                  <a:lnTo>
                    <a:pt x="53" y="16"/>
                  </a:lnTo>
                  <a:cubicBezTo>
                    <a:pt x="49" y="7"/>
                    <a:pt x="40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6029775" y="3345400"/>
              <a:ext cx="4800" cy="16700"/>
            </a:xfrm>
            <a:custGeom>
              <a:avLst/>
              <a:gdLst/>
              <a:ahLst/>
              <a:cxnLst/>
              <a:rect l="l" t="t" r="r" b="b"/>
              <a:pathLst>
                <a:path w="192" h="668" extrusionOk="0">
                  <a:moveTo>
                    <a:pt x="28" y="0"/>
                  </a:moveTo>
                  <a:cubicBezTo>
                    <a:pt x="26" y="0"/>
                    <a:pt x="24" y="0"/>
                    <a:pt x="22" y="1"/>
                  </a:cubicBezTo>
                  <a:cubicBezTo>
                    <a:pt x="8" y="3"/>
                    <a:pt x="0" y="17"/>
                    <a:pt x="3" y="32"/>
                  </a:cubicBezTo>
                  <a:lnTo>
                    <a:pt x="138" y="646"/>
                  </a:lnTo>
                  <a:cubicBezTo>
                    <a:pt x="140" y="658"/>
                    <a:pt x="151" y="668"/>
                    <a:pt x="162" y="668"/>
                  </a:cubicBezTo>
                  <a:lnTo>
                    <a:pt x="163" y="668"/>
                  </a:lnTo>
                  <a:cubicBezTo>
                    <a:pt x="165" y="668"/>
                    <a:pt x="166" y="667"/>
                    <a:pt x="169" y="667"/>
                  </a:cubicBezTo>
                  <a:cubicBezTo>
                    <a:pt x="182" y="664"/>
                    <a:pt x="191" y="649"/>
                    <a:pt x="187" y="636"/>
                  </a:cubicBezTo>
                  <a:lnTo>
                    <a:pt x="53" y="21"/>
                  </a:lnTo>
                  <a:cubicBezTo>
                    <a:pt x="51" y="8"/>
                    <a:pt x="4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6033875" y="3363575"/>
              <a:ext cx="2175" cy="3450"/>
            </a:xfrm>
            <a:custGeom>
              <a:avLst/>
              <a:gdLst/>
              <a:ahLst/>
              <a:cxnLst/>
              <a:rect l="l" t="t" r="r" b="b"/>
              <a:pathLst>
                <a:path w="87" h="138" extrusionOk="0">
                  <a:moveTo>
                    <a:pt x="30" y="0"/>
                  </a:moveTo>
                  <a:cubicBezTo>
                    <a:pt x="28" y="0"/>
                    <a:pt x="25" y="1"/>
                    <a:pt x="22" y="1"/>
                  </a:cubicBezTo>
                  <a:cubicBezTo>
                    <a:pt x="9" y="5"/>
                    <a:pt x="1" y="20"/>
                    <a:pt x="6" y="34"/>
                  </a:cubicBezTo>
                  <a:lnTo>
                    <a:pt x="33" y="118"/>
                  </a:lnTo>
                  <a:cubicBezTo>
                    <a:pt x="37" y="129"/>
                    <a:pt x="46" y="137"/>
                    <a:pt x="57" y="137"/>
                  </a:cubicBezTo>
                  <a:lnTo>
                    <a:pt x="57" y="136"/>
                  </a:lnTo>
                  <a:lnTo>
                    <a:pt x="65" y="136"/>
                  </a:lnTo>
                  <a:cubicBezTo>
                    <a:pt x="79" y="131"/>
                    <a:pt x="87" y="116"/>
                    <a:pt x="83" y="102"/>
                  </a:cubicBezTo>
                  <a:lnTo>
                    <a:pt x="54" y="18"/>
                  </a:lnTo>
                  <a:cubicBezTo>
                    <a:pt x="51" y="7"/>
                    <a:pt x="42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6006000" y="3327125"/>
              <a:ext cx="13775" cy="4750"/>
            </a:xfrm>
            <a:custGeom>
              <a:avLst/>
              <a:gdLst/>
              <a:ahLst/>
              <a:cxnLst/>
              <a:rect l="l" t="t" r="r" b="b"/>
              <a:pathLst>
                <a:path w="551" h="190" extrusionOk="0">
                  <a:moveTo>
                    <a:pt x="524" y="1"/>
                  </a:moveTo>
                  <a:cubicBezTo>
                    <a:pt x="523" y="1"/>
                    <a:pt x="521" y="1"/>
                    <a:pt x="520" y="1"/>
                  </a:cubicBezTo>
                  <a:cubicBezTo>
                    <a:pt x="349" y="28"/>
                    <a:pt x="181" y="75"/>
                    <a:pt x="19" y="140"/>
                  </a:cubicBezTo>
                  <a:cubicBezTo>
                    <a:pt x="6" y="145"/>
                    <a:pt x="0" y="160"/>
                    <a:pt x="6" y="173"/>
                  </a:cubicBezTo>
                  <a:cubicBezTo>
                    <a:pt x="10" y="184"/>
                    <a:pt x="19" y="189"/>
                    <a:pt x="30" y="189"/>
                  </a:cubicBezTo>
                  <a:cubicBezTo>
                    <a:pt x="33" y="189"/>
                    <a:pt x="35" y="189"/>
                    <a:pt x="39" y="188"/>
                  </a:cubicBezTo>
                  <a:cubicBezTo>
                    <a:pt x="195" y="125"/>
                    <a:pt x="361" y="79"/>
                    <a:pt x="528" y="52"/>
                  </a:cubicBezTo>
                  <a:cubicBezTo>
                    <a:pt x="541" y="50"/>
                    <a:pt x="550" y="36"/>
                    <a:pt x="549" y="23"/>
                  </a:cubicBezTo>
                  <a:cubicBezTo>
                    <a:pt x="547" y="10"/>
                    <a:pt x="536" y="1"/>
                    <a:pt x="52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6020800" y="3325575"/>
              <a:ext cx="6175" cy="2125"/>
            </a:xfrm>
            <a:custGeom>
              <a:avLst/>
              <a:gdLst/>
              <a:ahLst/>
              <a:cxnLst/>
              <a:rect l="l" t="t" r="r" b="b"/>
              <a:pathLst>
                <a:path w="247" h="85" extrusionOk="0">
                  <a:moveTo>
                    <a:pt x="219" y="1"/>
                  </a:moveTo>
                  <a:cubicBezTo>
                    <a:pt x="217" y="1"/>
                    <a:pt x="216" y="1"/>
                    <a:pt x="214" y="1"/>
                  </a:cubicBezTo>
                  <a:lnTo>
                    <a:pt x="23" y="33"/>
                  </a:lnTo>
                  <a:cubicBezTo>
                    <a:pt x="10" y="35"/>
                    <a:pt x="0" y="48"/>
                    <a:pt x="2" y="63"/>
                  </a:cubicBezTo>
                  <a:cubicBezTo>
                    <a:pt x="4" y="75"/>
                    <a:pt x="15" y="85"/>
                    <a:pt x="27" y="85"/>
                  </a:cubicBezTo>
                  <a:lnTo>
                    <a:pt x="32" y="85"/>
                  </a:lnTo>
                  <a:lnTo>
                    <a:pt x="222" y="52"/>
                  </a:lnTo>
                  <a:cubicBezTo>
                    <a:pt x="237" y="50"/>
                    <a:pt x="246" y="36"/>
                    <a:pt x="244" y="23"/>
                  </a:cubicBezTo>
                  <a:cubicBezTo>
                    <a:pt x="241" y="10"/>
                    <a:pt x="232" y="1"/>
                    <a:pt x="21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6013400" y="3336175"/>
              <a:ext cx="8800" cy="28450"/>
            </a:xfrm>
            <a:custGeom>
              <a:avLst/>
              <a:gdLst/>
              <a:ahLst/>
              <a:cxnLst/>
              <a:rect l="l" t="t" r="r" b="b"/>
              <a:pathLst>
                <a:path w="352" h="1138" extrusionOk="0">
                  <a:moveTo>
                    <a:pt x="28" y="1"/>
                  </a:moveTo>
                  <a:cubicBezTo>
                    <a:pt x="26" y="1"/>
                    <a:pt x="25" y="1"/>
                    <a:pt x="23" y="1"/>
                  </a:cubicBezTo>
                  <a:cubicBezTo>
                    <a:pt x="10" y="2"/>
                    <a:pt x="0" y="16"/>
                    <a:pt x="2" y="29"/>
                  </a:cubicBezTo>
                  <a:cubicBezTo>
                    <a:pt x="57" y="403"/>
                    <a:pt x="156" y="770"/>
                    <a:pt x="299" y="1122"/>
                  </a:cubicBezTo>
                  <a:cubicBezTo>
                    <a:pt x="303" y="1131"/>
                    <a:pt x="312" y="1138"/>
                    <a:pt x="322" y="1138"/>
                  </a:cubicBezTo>
                  <a:cubicBezTo>
                    <a:pt x="326" y="1138"/>
                    <a:pt x="328" y="1136"/>
                    <a:pt x="333" y="1135"/>
                  </a:cubicBezTo>
                  <a:cubicBezTo>
                    <a:pt x="346" y="1131"/>
                    <a:pt x="351" y="1115"/>
                    <a:pt x="346" y="1101"/>
                  </a:cubicBezTo>
                  <a:cubicBezTo>
                    <a:pt x="206" y="754"/>
                    <a:pt x="108" y="391"/>
                    <a:pt x="53" y="22"/>
                  </a:cubicBezTo>
                  <a:cubicBezTo>
                    <a:pt x="51" y="9"/>
                    <a:pt x="4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6008850" y="3343575"/>
              <a:ext cx="5275" cy="15350"/>
            </a:xfrm>
            <a:custGeom>
              <a:avLst/>
              <a:gdLst/>
              <a:ahLst/>
              <a:cxnLst/>
              <a:rect l="l" t="t" r="r" b="b"/>
              <a:pathLst>
                <a:path w="211" h="614" extrusionOk="0">
                  <a:moveTo>
                    <a:pt x="29" y="1"/>
                  </a:moveTo>
                  <a:cubicBezTo>
                    <a:pt x="28" y="1"/>
                    <a:pt x="26" y="1"/>
                    <a:pt x="25" y="1"/>
                  </a:cubicBezTo>
                  <a:cubicBezTo>
                    <a:pt x="10" y="4"/>
                    <a:pt x="1" y="17"/>
                    <a:pt x="3" y="31"/>
                  </a:cubicBezTo>
                  <a:cubicBezTo>
                    <a:pt x="36" y="224"/>
                    <a:pt x="87" y="414"/>
                    <a:pt x="157" y="596"/>
                  </a:cubicBezTo>
                  <a:cubicBezTo>
                    <a:pt x="161" y="606"/>
                    <a:pt x="170" y="613"/>
                    <a:pt x="181" y="613"/>
                  </a:cubicBezTo>
                  <a:cubicBezTo>
                    <a:pt x="185" y="613"/>
                    <a:pt x="188" y="612"/>
                    <a:pt x="190" y="610"/>
                  </a:cubicBezTo>
                  <a:cubicBezTo>
                    <a:pt x="204" y="605"/>
                    <a:pt x="210" y="590"/>
                    <a:pt x="205" y="577"/>
                  </a:cubicBezTo>
                  <a:cubicBezTo>
                    <a:pt x="136" y="398"/>
                    <a:pt x="85" y="212"/>
                    <a:pt x="54" y="22"/>
                  </a:cubicBezTo>
                  <a:cubicBezTo>
                    <a:pt x="52" y="10"/>
                    <a:pt x="4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6007975" y="3338525"/>
              <a:ext cx="1800" cy="3125"/>
            </a:xfrm>
            <a:custGeom>
              <a:avLst/>
              <a:gdLst/>
              <a:ahLst/>
              <a:cxnLst/>
              <a:rect l="l" t="t" r="r" b="b"/>
              <a:pathLst>
                <a:path w="72" h="125" extrusionOk="0">
                  <a:moveTo>
                    <a:pt x="30" y="1"/>
                  </a:moveTo>
                  <a:cubicBezTo>
                    <a:pt x="28" y="1"/>
                    <a:pt x="27" y="1"/>
                    <a:pt x="25" y="1"/>
                  </a:cubicBezTo>
                  <a:cubicBezTo>
                    <a:pt x="10" y="4"/>
                    <a:pt x="1" y="17"/>
                    <a:pt x="3" y="31"/>
                  </a:cubicBezTo>
                  <a:lnTo>
                    <a:pt x="18" y="103"/>
                  </a:lnTo>
                  <a:cubicBezTo>
                    <a:pt x="21" y="117"/>
                    <a:pt x="32" y="125"/>
                    <a:pt x="44" y="125"/>
                  </a:cubicBezTo>
                  <a:lnTo>
                    <a:pt x="49" y="125"/>
                  </a:lnTo>
                  <a:cubicBezTo>
                    <a:pt x="63" y="121"/>
                    <a:pt x="72" y="107"/>
                    <a:pt x="69" y="94"/>
                  </a:cubicBezTo>
                  <a:lnTo>
                    <a:pt x="54" y="21"/>
                  </a:lnTo>
                  <a:cubicBezTo>
                    <a:pt x="52" y="8"/>
                    <a:pt x="4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6003450" y="3338075"/>
              <a:ext cx="4425" cy="16300"/>
            </a:xfrm>
            <a:custGeom>
              <a:avLst/>
              <a:gdLst/>
              <a:ahLst/>
              <a:cxnLst/>
              <a:rect l="l" t="t" r="r" b="b"/>
              <a:pathLst>
                <a:path w="177" h="652" extrusionOk="0">
                  <a:moveTo>
                    <a:pt x="24" y="0"/>
                  </a:moveTo>
                  <a:cubicBezTo>
                    <a:pt x="11" y="0"/>
                    <a:pt x="0" y="14"/>
                    <a:pt x="1" y="27"/>
                  </a:cubicBezTo>
                  <a:cubicBezTo>
                    <a:pt x="15" y="234"/>
                    <a:pt x="55" y="438"/>
                    <a:pt x="122" y="634"/>
                  </a:cubicBezTo>
                  <a:cubicBezTo>
                    <a:pt x="126" y="645"/>
                    <a:pt x="137" y="651"/>
                    <a:pt x="148" y="651"/>
                  </a:cubicBezTo>
                  <a:cubicBezTo>
                    <a:pt x="151" y="651"/>
                    <a:pt x="153" y="651"/>
                    <a:pt x="156" y="650"/>
                  </a:cubicBezTo>
                  <a:cubicBezTo>
                    <a:pt x="170" y="646"/>
                    <a:pt x="176" y="631"/>
                    <a:pt x="172" y="618"/>
                  </a:cubicBezTo>
                  <a:cubicBezTo>
                    <a:pt x="106" y="425"/>
                    <a:pt x="66" y="226"/>
                    <a:pt x="52" y="25"/>
                  </a:cubicBezTo>
                  <a:cubicBezTo>
                    <a:pt x="51" y="11"/>
                    <a:pt x="40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8" name="Google Shape;238;p2"/>
          <p:cNvSpPr/>
          <p:nvPr/>
        </p:nvSpPr>
        <p:spPr>
          <a:xfrm rot="10752739" flipH="1">
            <a:off x="-904256" y="-2006764"/>
            <a:ext cx="9143997" cy="3050278"/>
          </a:xfrm>
          <a:custGeom>
            <a:avLst/>
            <a:gdLst/>
            <a:ahLst/>
            <a:cxnLst/>
            <a:rect l="l" t="t" r="r" b="b"/>
            <a:pathLst>
              <a:path w="80970" h="47327" extrusionOk="0">
                <a:moveTo>
                  <a:pt x="378" y="0"/>
                </a:moveTo>
                <a:lnTo>
                  <a:pt x="577" y="43522"/>
                </a:lnTo>
                <a:cubicBezTo>
                  <a:pt x="623" y="44844"/>
                  <a:pt x="405" y="46021"/>
                  <a:pt x="0" y="47280"/>
                </a:cubicBezTo>
                <a:lnTo>
                  <a:pt x="80946" y="47280"/>
                </a:lnTo>
                <a:lnTo>
                  <a:pt x="80946" y="2760"/>
                </a:lnTo>
                <a:cubicBezTo>
                  <a:pt x="80946" y="2755"/>
                  <a:pt x="80944" y="2753"/>
                  <a:pt x="80942" y="2753"/>
                </a:cubicBezTo>
                <a:cubicBezTo>
                  <a:pt x="80922" y="2753"/>
                  <a:pt x="80828" y="2897"/>
                  <a:pt x="80808" y="2897"/>
                </a:cubicBezTo>
                <a:cubicBezTo>
                  <a:pt x="80806" y="2897"/>
                  <a:pt x="80804" y="2895"/>
                  <a:pt x="80804" y="2890"/>
                </a:cubicBezTo>
                <a:cubicBezTo>
                  <a:pt x="78657" y="2869"/>
                  <a:pt x="76764" y="1572"/>
                  <a:pt x="74744" y="848"/>
                </a:cubicBezTo>
                <a:cubicBezTo>
                  <a:pt x="74021" y="589"/>
                  <a:pt x="73207" y="438"/>
                  <a:pt x="72414" y="438"/>
                </a:cubicBezTo>
                <a:cubicBezTo>
                  <a:pt x="70990" y="438"/>
                  <a:pt x="69635" y="926"/>
                  <a:pt x="69007" y="2154"/>
                </a:cubicBezTo>
                <a:cubicBezTo>
                  <a:pt x="68030" y="4065"/>
                  <a:pt x="69428" y="6652"/>
                  <a:pt x="68234" y="8436"/>
                </a:cubicBezTo>
                <a:cubicBezTo>
                  <a:pt x="67645" y="9315"/>
                  <a:pt x="66636" y="9667"/>
                  <a:pt x="65560" y="9667"/>
                </a:cubicBezTo>
                <a:cubicBezTo>
                  <a:pt x="64726" y="9667"/>
                  <a:pt x="63851" y="9454"/>
                  <a:pt x="63104" y="9112"/>
                </a:cubicBezTo>
                <a:cubicBezTo>
                  <a:pt x="61395" y="8329"/>
                  <a:pt x="59874" y="7044"/>
                  <a:pt x="58020" y="6735"/>
                </a:cubicBezTo>
                <a:cubicBezTo>
                  <a:pt x="57751" y="6690"/>
                  <a:pt x="57483" y="6668"/>
                  <a:pt x="57217" y="6668"/>
                </a:cubicBezTo>
                <a:cubicBezTo>
                  <a:pt x="54384" y="6668"/>
                  <a:pt x="51790" y="9126"/>
                  <a:pt x="51109" y="11948"/>
                </a:cubicBezTo>
                <a:cubicBezTo>
                  <a:pt x="50364" y="15034"/>
                  <a:pt x="51439" y="18302"/>
                  <a:pt x="53081" y="21020"/>
                </a:cubicBezTo>
                <a:cubicBezTo>
                  <a:pt x="54124" y="22744"/>
                  <a:pt x="55398" y="24331"/>
                  <a:pt x="56298" y="26133"/>
                </a:cubicBezTo>
                <a:cubicBezTo>
                  <a:pt x="57199" y="27936"/>
                  <a:pt x="57705" y="30055"/>
                  <a:pt x="57086" y="31973"/>
                </a:cubicBezTo>
                <a:cubicBezTo>
                  <a:pt x="56371" y="34191"/>
                  <a:pt x="54010" y="35574"/>
                  <a:pt x="51715" y="35574"/>
                </a:cubicBezTo>
                <a:cubicBezTo>
                  <a:pt x="50658" y="35574"/>
                  <a:pt x="49615" y="35280"/>
                  <a:pt x="48753" y="34640"/>
                </a:cubicBezTo>
                <a:cubicBezTo>
                  <a:pt x="46801" y="33189"/>
                  <a:pt x="46076" y="30663"/>
                  <a:pt x="45097" y="28436"/>
                </a:cubicBezTo>
                <a:cubicBezTo>
                  <a:pt x="44119" y="26214"/>
                  <a:pt x="42360" y="23901"/>
                  <a:pt x="39934" y="23901"/>
                </a:cubicBezTo>
                <a:cubicBezTo>
                  <a:pt x="39930" y="23901"/>
                  <a:pt x="39925" y="23901"/>
                  <a:pt x="39921" y="23901"/>
                </a:cubicBezTo>
                <a:cubicBezTo>
                  <a:pt x="38067" y="23907"/>
                  <a:pt x="36481" y="25329"/>
                  <a:pt x="35584" y="26953"/>
                </a:cubicBezTo>
                <a:cubicBezTo>
                  <a:pt x="34688" y="28575"/>
                  <a:pt x="34301" y="30423"/>
                  <a:pt x="33643" y="32158"/>
                </a:cubicBezTo>
                <a:cubicBezTo>
                  <a:pt x="32821" y="34318"/>
                  <a:pt x="31482" y="36391"/>
                  <a:pt x="29457" y="37505"/>
                </a:cubicBezTo>
                <a:cubicBezTo>
                  <a:pt x="28584" y="37986"/>
                  <a:pt x="27566" y="38241"/>
                  <a:pt x="26565" y="38241"/>
                </a:cubicBezTo>
                <a:cubicBezTo>
                  <a:pt x="25244" y="38241"/>
                  <a:pt x="23951" y="37797"/>
                  <a:pt x="23050" y="36841"/>
                </a:cubicBezTo>
                <a:cubicBezTo>
                  <a:pt x="21010" y="34679"/>
                  <a:pt x="21735" y="31155"/>
                  <a:pt x="22989" y="28461"/>
                </a:cubicBezTo>
                <a:cubicBezTo>
                  <a:pt x="24196" y="25866"/>
                  <a:pt x="25766" y="23453"/>
                  <a:pt x="26990" y="20866"/>
                </a:cubicBezTo>
                <a:cubicBezTo>
                  <a:pt x="28216" y="18281"/>
                  <a:pt x="29100" y="15431"/>
                  <a:pt x="28801" y="12585"/>
                </a:cubicBezTo>
                <a:cubicBezTo>
                  <a:pt x="28502" y="9738"/>
                  <a:pt x="26815" y="6911"/>
                  <a:pt x="24142" y="5888"/>
                </a:cubicBezTo>
                <a:cubicBezTo>
                  <a:pt x="23303" y="5566"/>
                  <a:pt x="22455" y="5436"/>
                  <a:pt x="21600" y="5436"/>
                </a:cubicBezTo>
                <a:cubicBezTo>
                  <a:pt x="18007" y="5436"/>
                  <a:pt x="14278" y="7739"/>
                  <a:pt x="10510" y="7918"/>
                </a:cubicBezTo>
                <a:cubicBezTo>
                  <a:pt x="10371" y="7924"/>
                  <a:pt x="10233" y="7927"/>
                  <a:pt x="10095" y="7927"/>
                </a:cubicBezTo>
                <a:cubicBezTo>
                  <a:pt x="5579" y="7927"/>
                  <a:pt x="1265" y="4444"/>
                  <a:pt x="378" y="0"/>
                </a:cubicBezTo>
                <a:close/>
                <a:moveTo>
                  <a:pt x="80946" y="47280"/>
                </a:moveTo>
                <a:lnTo>
                  <a:pt x="80946" y="47303"/>
                </a:lnTo>
                <a:cubicBezTo>
                  <a:pt x="80958" y="47292"/>
                  <a:pt x="80970" y="47280"/>
                  <a:pt x="80946" y="47280"/>
                </a:cubicBezTo>
                <a:close/>
                <a:moveTo>
                  <a:pt x="80946" y="47303"/>
                </a:moveTo>
                <a:lnTo>
                  <a:pt x="80946" y="47303"/>
                </a:lnTo>
                <a:cubicBezTo>
                  <a:pt x="80933" y="47315"/>
                  <a:pt x="80921" y="47326"/>
                  <a:pt x="80946" y="47326"/>
                </a:cubicBezTo>
                <a:lnTo>
                  <a:pt x="80946" y="4730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"/>
          <p:cNvSpPr/>
          <p:nvPr/>
        </p:nvSpPr>
        <p:spPr>
          <a:xfrm rot="10752696" flipH="1">
            <a:off x="-953002" y="-1358172"/>
            <a:ext cx="10502557" cy="2769066"/>
          </a:xfrm>
          <a:custGeom>
            <a:avLst/>
            <a:gdLst/>
            <a:ahLst/>
            <a:cxnLst/>
            <a:rect l="l" t="t" r="r" b="b"/>
            <a:pathLst>
              <a:path w="82815" h="53698" extrusionOk="0">
                <a:moveTo>
                  <a:pt x="1482" y="2433"/>
                </a:moveTo>
                <a:cubicBezTo>
                  <a:pt x="1475" y="2520"/>
                  <a:pt x="1472" y="2606"/>
                  <a:pt x="1474" y="2691"/>
                </a:cubicBezTo>
                <a:lnTo>
                  <a:pt x="1474" y="2691"/>
                </a:lnTo>
                <a:lnTo>
                  <a:pt x="1482" y="2433"/>
                </a:lnTo>
                <a:close/>
                <a:moveTo>
                  <a:pt x="75877" y="0"/>
                </a:moveTo>
                <a:cubicBezTo>
                  <a:pt x="74507" y="0"/>
                  <a:pt x="73139" y="248"/>
                  <a:pt x="71865" y="757"/>
                </a:cubicBezTo>
                <a:cubicBezTo>
                  <a:pt x="68294" y="2184"/>
                  <a:pt x="65600" y="5606"/>
                  <a:pt x="65052" y="9412"/>
                </a:cubicBezTo>
                <a:cubicBezTo>
                  <a:pt x="64677" y="12022"/>
                  <a:pt x="65177" y="14944"/>
                  <a:pt x="63648" y="17093"/>
                </a:cubicBezTo>
                <a:cubicBezTo>
                  <a:pt x="61912" y="19529"/>
                  <a:pt x="58451" y="19778"/>
                  <a:pt x="55798" y="21160"/>
                </a:cubicBezTo>
                <a:cubicBezTo>
                  <a:pt x="52083" y="23093"/>
                  <a:pt x="49991" y="27705"/>
                  <a:pt x="50982" y="31773"/>
                </a:cubicBezTo>
                <a:cubicBezTo>
                  <a:pt x="51396" y="33468"/>
                  <a:pt x="52269" y="35016"/>
                  <a:pt x="52765" y="36690"/>
                </a:cubicBezTo>
                <a:cubicBezTo>
                  <a:pt x="53263" y="38364"/>
                  <a:pt x="53321" y="40328"/>
                  <a:pt x="52237" y="41696"/>
                </a:cubicBezTo>
                <a:cubicBezTo>
                  <a:pt x="51470" y="42664"/>
                  <a:pt x="50268" y="43107"/>
                  <a:pt x="49028" y="43107"/>
                </a:cubicBezTo>
                <a:cubicBezTo>
                  <a:pt x="48004" y="43107"/>
                  <a:pt x="46954" y="42805"/>
                  <a:pt x="46101" y="42246"/>
                </a:cubicBezTo>
                <a:cubicBezTo>
                  <a:pt x="44215" y="41013"/>
                  <a:pt x="43126" y="38874"/>
                  <a:pt x="42388" y="36743"/>
                </a:cubicBezTo>
                <a:cubicBezTo>
                  <a:pt x="41649" y="34613"/>
                  <a:pt x="41166" y="32374"/>
                  <a:pt x="40090" y="30393"/>
                </a:cubicBezTo>
                <a:cubicBezTo>
                  <a:pt x="39014" y="28412"/>
                  <a:pt x="37169" y="26663"/>
                  <a:pt x="34924" y="26467"/>
                </a:cubicBezTo>
                <a:cubicBezTo>
                  <a:pt x="34775" y="26454"/>
                  <a:pt x="34626" y="26448"/>
                  <a:pt x="34479" y="26448"/>
                </a:cubicBezTo>
                <a:cubicBezTo>
                  <a:pt x="32553" y="26448"/>
                  <a:pt x="30757" y="27518"/>
                  <a:pt x="29030" y="28431"/>
                </a:cubicBezTo>
                <a:cubicBezTo>
                  <a:pt x="27694" y="29137"/>
                  <a:pt x="26175" y="29775"/>
                  <a:pt x="24705" y="29775"/>
                </a:cubicBezTo>
                <a:cubicBezTo>
                  <a:pt x="24131" y="29775"/>
                  <a:pt x="23565" y="29678"/>
                  <a:pt x="23020" y="29450"/>
                </a:cubicBezTo>
                <a:cubicBezTo>
                  <a:pt x="21436" y="28785"/>
                  <a:pt x="20451" y="27130"/>
                  <a:pt x="20092" y="25450"/>
                </a:cubicBezTo>
                <a:cubicBezTo>
                  <a:pt x="19732" y="23768"/>
                  <a:pt x="19891" y="22027"/>
                  <a:pt x="19966" y="20309"/>
                </a:cubicBezTo>
                <a:cubicBezTo>
                  <a:pt x="20100" y="17270"/>
                  <a:pt x="19944" y="14134"/>
                  <a:pt x="18711" y="11352"/>
                </a:cubicBezTo>
                <a:cubicBezTo>
                  <a:pt x="17479" y="8570"/>
                  <a:pt x="14987" y="6190"/>
                  <a:pt x="11970" y="5804"/>
                </a:cubicBezTo>
                <a:cubicBezTo>
                  <a:pt x="11624" y="5760"/>
                  <a:pt x="11277" y="5742"/>
                  <a:pt x="10930" y="5742"/>
                </a:cubicBezTo>
                <a:cubicBezTo>
                  <a:pt x="9380" y="5742"/>
                  <a:pt x="7823" y="6102"/>
                  <a:pt x="6267" y="6102"/>
                </a:cubicBezTo>
                <a:cubicBezTo>
                  <a:pt x="6089" y="6102"/>
                  <a:pt x="5912" y="6097"/>
                  <a:pt x="5734" y="6087"/>
                </a:cubicBezTo>
                <a:cubicBezTo>
                  <a:pt x="3741" y="5968"/>
                  <a:pt x="1513" y="4631"/>
                  <a:pt x="1474" y="2691"/>
                </a:cubicBezTo>
                <a:lnTo>
                  <a:pt x="1474" y="2691"/>
                </a:lnTo>
                <a:lnTo>
                  <a:pt x="44" y="51034"/>
                </a:lnTo>
                <a:cubicBezTo>
                  <a:pt x="1" y="51807"/>
                  <a:pt x="46" y="52838"/>
                  <a:pt x="3" y="53612"/>
                </a:cubicBezTo>
                <a:lnTo>
                  <a:pt x="82815" y="53698"/>
                </a:lnTo>
                <a:lnTo>
                  <a:pt x="82766" y="2337"/>
                </a:lnTo>
                <a:cubicBezTo>
                  <a:pt x="80824" y="805"/>
                  <a:pt x="78348" y="0"/>
                  <a:pt x="7587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" name="Google Shape;240;p2"/>
          <p:cNvGrpSpPr/>
          <p:nvPr/>
        </p:nvGrpSpPr>
        <p:grpSpPr>
          <a:xfrm rot="4481198">
            <a:off x="7749920" y="3075954"/>
            <a:ext cx="2333754" cy="1568589"/>
            <a:chOff x="5418500" y="3564000"/>
            <a:chExt cx="704550" cy="473550"/>
          </a:xfrm>
        </p:grpSpPr>
        <p:sp>
          <p:nvSpPr>
            <p:cNvPr id="241" name="Google Shape;241;p2"/>
            <p:cNvSpPr/>
            <p:nvPr/>
          </p:nvSpPr>
          <p:spPr>
            <a:xfrm>
              <a:off x="5598675" y="3565300"/>
              <a:ext cx="159100" cy="231550"/>
            </a:xfrm>
            <a:custGeom>
              <a:avLst/>
              <a:gdLst/>
              <a:ahLst/>
              <a:cxnLst/>
              <a:rect l="l" t="t" r="r" b="b"/>
              <a:pathLst>
                <a:path w="6364" h="9262" extrusionOk="0">
                  <a:moveTo>
                    <a:pt x="0" y="0"/>
                  </a:moveTo>
                  <a:cubicBezTo>
                    <a:pt x="914" y="3719"/>
                    <a:pt x="3219" y="7077"/>
                    <a:pt x="6363" y="9261"/>
                  </a:cubicBezTo>
                  <a:cubicBezTo>
                    <a:pt x="6143" y="5441"/>
                    <a:pt x="3413" y="1733"/>
                    <a:pt x="0" y="0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5597275" y="3564000"/>
              <a:ext cx="161800" cy="234150"/>
            </a:xfrm>
            <a:custGeom>
              <a:avLst/>
              <a:gdLst/>
              <a:ahLst/>
              <a:cxnLst/>
              <a:rect l="l" t="t" r="r" b="b"/>
              <a:pathLst>
                <a:path w="6472" h="9366" extrusionOk="0">
                  <a:moveTo>
                    <a:pt x="134" y="151"/>
                  </a:moveTo>
                  <a:lnTo>
                    <a:pt x="134" y="151"/>
                  </a:lnTo>
                  <a:cubicBezTo>
                    <a:pt x="3569" y="1941"/>
                    <a:pt x="6109" y="5638"/>
                    <a:pt x="6360" y="9210"/>
                  </a:cubicBezTo>
                  <a:cubicBezTo>
                    <a:pt x="3313" y="7057"/>
                    <a:pt x="1052" y="3767"/>
                    <a:pt x="134" y="151"/>
                  </a:cubicBezTo>
                  <a:close/>
                  <a:moveTo>
                    <a:pt x="55" y="0"/>
                  </a:moveTo>
                  <a:cubicBezTo>
                    <a:pt x="44" y="0"/>
                    <a:pt x="33" y="4"/>
                    <a:pt x="24" y="12"/>
                  </a:cubicBezTo>
                  <a:cubicBezTo>
                    <a:pt x="8" y="24"/>
                    <a:pt x="1" y="44"/>
                    <a:pt x="6" y="64"/>
                  </a:cubicBezTo>
                  <a:cubicBezTo>
                    <a:pt x="918" y="3784"/>
                    <a:pt x="3246" y="7170"/>
                    <a:pt x="6390" y="9357"/>
                  </a:cubicBezTo>
                  <a:cubicBezTo>
                    <a:pt x="6398" y="9362"/>
                    <a:pt x="6409" y="9366"/>
                    <a:pt x="6419" y="9366"/>
                  </a:cubicBezTo>
                  <a:cubicBezTo>
                    <a:pt x="6428" y="9366"/>
                    <a:pt x="6437" y="9363"/>
                    <a:pt x="6445" y="9359"/>
                  </a:cubicBezTo>
                  <a:cubicBezTo>
                    <a:pt x="6462" y="9350"/>
                    <a:pt x="6472" y="9331"/>
                    <a:pt x="6471" y="9311"/>
                  </a:cubicBezTo>
                  <a:cubicBezTo>
                    <a:pt x="6259" y="5637"/>
                    <a:pt x="3631" y="1811"/>
                    <a:pt x="80" y="7"/>
                  </a:cubicBezTo>
                  <a:cubicBezTo>
                    <a:pt x="72" y="3"/>
                    <a:pt x="64" y="0"/>
                    <a:pt x="5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5597925" y="3564650"/>
              <a:ext cx="160600" cy="232875"/>
            </a:xfrm>
            <a:custGeom>
              <a:avLst/>
              <a:gdLst/>
              <a:ahLst/>
              <a:cxnLst/>
              <a:rect l="l" t="t" r="r" b="b"/>
              <a:pathLst>
                <a:path w="6424" h="9315" extrusionOk="0">
                  <a:moveTo>
                    <a:pt x="31" y="0"/>
                  </a:moveTo>
                  <a:cubicBezTo>
                    <a:pt x="26" y="0"/>
                    <a:pt x="21" y="2"/>
                    <a:pt x="17" y="5"/>
                  </a:cubicBezTo>
                  <a:cubicBezTo>
                    <a:pt x="4" y="13"/>
                    <a:pt x="0" y="29"/>
                    <a:pt x="9" y="41"/>
                  </a:cubicBezTo>
                  <a:cubicBezTo>
                    <a:pt x="1024" y="1571"/>
                    <a:pt x="2126" y="3147"/>
                    <a:pt x="3190" y="4672"/>
                  </a:cubicBezTo>
                  <a:cubicBezTo>
                    <a:pt x="4254" y="6196"/>
                    <a:pt x="5356" y="7773"/>
                    <a:pt x="6372" y="9302"/>
                  </a:cubicBezTo>
                  <a:cubicBezTo>
                    <a:pt x="6376" y="9310"/>
                    <a:pt x="6385" y="9314"/>
                    <a:pt x="6393" y="9314"/>
                  </a:cubicBezTo>
                  <a:cubicBezTo>
                    <a:pt x="6399" y="9314"/>
                    <a:pt x="6403" y="9312"/>
                    <a:pt x="6407" y="9309"/>
                  </a:cubicBezTo>
                  <a:cubicBezTo>
                    <a:pt x="6419" y="9301"/>
                    <a:pt x="6423" y="9285"/>
                    <a:pt x="6415" y="9274"/>
                  </a:cubicBezTo>
                  <a:cubicBezTo>
                    <a:pt x="5399" y="7743"/>
                    <a:pt x="4297" y="6166"/>
                    <a:pt x="3233" y="4642"/>
                  </a:cubicBezTo>
                  <a:cubicBezTo>
                    <a:pt x="2169" y="3118"/>
                    <a:pt x="1067" y="1541"/>
                    <a:pt x="52" y="12"/>
                  </a:cubicBezTo>
                  <a:cubicBezTo>
                    <a:pt x="47" y="4"/>
                    <a:pt x="39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5633350" y="3654325"/>
              <a:ext cx="41425" cy="21400"/>
            </a:xfrm>
            <a:custGeom>
              <a:avLst/>
              <a:gdLst/>
              <a:ahLst/>
              <a:cxnLst/>
              <a:rect l="l" t="t" r="r" b="b"/>
              <a:pathLst>
                <a:path w="1657" h="856" extrusionOk="0">
                  <a:moveTo>
                    <a:pt x="30" y="1"/>
                  </a:moveTo>
                  <a:cubicBezTo>
                    <a:pt x="22" y="1"/>
                    <a:pt x="15" y="4"/>
                    <a:pt x="10" y="10"/>
                  </a:cubicBezTo>
                  <a:cubicBezTo>
                    <a:pt x="0" y="22"/>
                    <a:pt x="3" y="38"/>
                    <a:pt x="14" y="46"/>
                  </a:cubicBezTo>
                  <a:cubicBezTo>
                    <a:pt x="494" y="431"/>
                    <a:pt x="1004" y="688"/>
                    <a:pt x="1620" y="855"/>
                  </a:cubicBezTo>
                  <a:cubicBezTo>
                    <a:pt x="1623" y="856"/>
                    <a:pt x="1625" y="856"/>
                    <a:pt x="1627" y="856"/>
                  </a:cubicBezTo>
                  <a:cubicBezTo>
                    <a:pt x="1639" y="856"/>
                    <a:pt x="1649" y="848"/>
                    <a:pt x="1652" y="837"/>
                  </a:cubicBezTo>
                  <a:cubicBezTo>
                    <a:pt x="1656" y="824"/>
                    <a:pt x="1648" y="809"/>
                    <a:pt x="1635" y="805"/>
                  </a:cubicBezTo>
                  <a:cubicBezTo>
                    <a:pt x="1025" y="639"/>
                    <a:pt x="521" y="385"/>
                    <a:pt x="46" y="6"/>
                  </a:cubicBezTo>
                  <a:cubicBezTo>
                    <a:pt x="41" y="2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5687825" y="3635775"/>
              <a:ext cx="9275" cy="66425"/>
            </a:xfrm>
            <a:custGeom>
              <a:avLst/>
              <a:gdLst/>
              <a:ahLst/>
              <a:cxnLst/>
              <a:rect l="l" t="t" r="r" b="b"/>
              <a:pathLst>
                <a:path w="371" h="2657" extrusionOk="0">
                  <a:moveTo>
                    <a:pt x="30" y="0"/>
                  </a:moveTo>
                  <a:cubicBezTo>
                    <a:pt x="28" y="0"/>
                    <a:pt x="26" y="0"/>
                    <a:pt x="23" y="1"/>
                  </a:cubicBezTo>
                  <a:cubicBezTo>
                    <a:pt x="9" y="4"/>
                    <a:pt x="1" y="19"/>
                    <a:pt x="5" y="32"/>
                  </a:cubicBezTo>
                  <a:cubicBezTo>
                    <a:pt x="253" y="932"/>
                    <a:pt x="318" y="1781"/>
                    <a:pt x="204" y="2629"/>
                  </a:cubicBezTo>
                  <a:cubicBezTo>
                    <a:pt x="201" y="2642"/>
                    <a:pt x="212" y="2655"/>
                    <a:pt x="225" y="2657"/>
                  </a:cubicBezTo>
                  <a:lnTo>
                    <a:pt x="229" y="2657"/>
                  </a:lnTo>
                  <a:cubicBezTo>
                    <a:pt x="243" y="2657"/>
                    <a:pt x="253" y="2647"/>
                    <a:pt x="255" y="2635"/>
                  </a:cubicBezTo>
                  <a:cubicBezTo>
                    <a:pt x="370" y="1781"/>
                    <a:pt x="306" y="924"/>
                    <a:pt x="54" y="19"/>
                  </a:cubicBezTo>
                  <a:cubicBezTo>
                    <a:pt x="51" y="7"/>
                    <a:pt x="41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5673775" y="3717450"/>
              <a:ext cx="43200" cy="20650"/>
            </a:xfrm>
            <a:custGeom>
              <a:avLst/>
              <a:gdLst/>
              <a:ahLst/>
              <a:cxnLst/>
              <a:rect l="l" t="t" r="r" b="b"/>
              <a:pathLst>
                <a:path w="1728" h="826" extrusionOk="0">
                  <a:moveTo>
                    <a:pt x="29" y="1"/>
                  </a:moveTo>
                  <a:cubicBezTo>
                    <a:pt x="21" y="1"/>
                    <a:pt x="13" y="4"/>
                    <a:pt x="8" y="10"/>
                  </a:cubicBezTo>
                  <a:cubicBezTo>
                    <a:pt x="0" y="21"/>
                    <a:pt x="2" y="37"/>
                    <a:pt x="12" y="46"/>
                  </a:cubicBezTo>
                  <a:cubicBezTo>
                    <a:pt x="495" y="449"/>
                    <a:pt x="1076" y="718"/>
                    <a:pt x="1695" y="825"/>
                  </a:cubicBezTo>
                  <a:lnTo>
                    <a:pt x="1699" y="825"/>
                  </a:lnTo>
                  <a:cubicBezTo>
                    <a:pt x="1711" y="825"/>
                    <a:pt x="1722" y="816"/>
                    <a:pt x="1725" y="804"/>
                  </a:cubicBezTo>
                  <a:cubicBezTo>
                    <a:pt x="1728" y="790"/>
                    <a:pt x="1718" y="775"/>
                    <a:pt x="1703" y="774"/>
                  </a:cubicBezTo>
                  <a:cubicBezTo>
                    <a:pt x="1094" y="668"/>
                    <a:pt x="521" y="403"/>
                    <a:pt x="46" y="7"/>
                  </a:cubicBezTo>
                  <a:cubicBezTo>
                    <a:pt x="41" y="3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5643100" y="3593375"/>
              <a:ext cx="3075" cy="40225"/>
            </a:xfrm>
            <a:custGeom>
              <a:avLst/>
              <a:gdLst/>
              <a:ahLst/>
              <a:cxnLst/>
              <a:rect l="l" t="t" r="r" b="b"/>
              <a:pathLst>
                <a:path w="123" h="1609" extrusionOk="0">
                  <a:moveTo>
                    <a:pt x="26" y="1"/>
                  </a:moveTo>
                  <a:cubicBezTo>
                    <a:pt x="12" y="1"/>
                    <a:pt x="0" y="13"/>
                    <a:pt x="2" y="28"/>
                  </a:cubicBezTo>
                  <a:lnTo>
                    <a:pt x="70" y="1584"/>
                  </a:lnTo>
                  <a:cubicBezTo>
                    <a:pt x="70" y="1598"/>
                    <a:pt x="82" y="1608"/>
                    <a:pt x="96" y="1608"/>
                  </a:cubicBezTo>
                  <a:lnTo>
                    <a:pt x="97" y="1608"/>
                  </a:lnTo>
                  <a:cubicBezTo>
                    <a:pt x="111" y="1607"/>
                    <a:pt x="123" y="1595"/>
                    <a:pt x="121" y="1581"/>
                  </a:cubicBezTo>
                  <a:lnTo>
                    <a:pt x="53" y="25"/>
                  </a:lnTo>
                  <a:cubicBezTo>
                    <a:pt x="53" y="10"/>
                    <a:pt x="39" y="2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5685125" y="3667400"/>
              <a:ext cx="2725" cy="25725"/>
            </a:xfrm>
            <a:custGeom>
              <a:avLst/>
              <a:gdLst/>
              <a:ahLst/>
              <a:cxnLst/>
              <a:rect l="l" t="t" r="r" b="b"/>
              <a:pathLst>
                <a:path w="109" h="1029" extrusionOk="0">
                  <a:moveTo>
                    <a:pt x="64" y="0"/>
                  </a:moveTo>
                  <a:cubicBezTo>
                    <a:pt x="63" y="0"/>
                    <a:pt x="61" y="0"/>
                    <a:pt x="60" y="1"/>
                  </a:cubicBezTo>
                  <a:cubicBezTo>
                    <a:pt x="45" y="2"/>
                    <a:pt x="35" y="14"/>
                    <a:pt x="36" y="29"/>
                  </a:cubicBezTo>
                  <a:cubicBezTo>
                    <a:pt x="56" y="352"/>
                    <a:pt x="45" y="679"/>
                    <a:pt x="2" y="999"/>
                  </a:cubicBezTo>
                  <a:cubicBezTo>
                    <a:pt x="1" y="1012"/>
                    <a:pt x="10" y="1026"/>
                    <a:pt x="25" y="1027"/>
                  </a:cubicBezTo>
                  <a:cubicBezTo>
                    <a:pt x="25" y="1029"/>
                    <a:pt x="26" y="1029"/>
                    <a:pt x="28" y="1029"/>
                  </a:cubicBezTo>
                  <a:cubicBezTo>
                    <a:pt x="41" y="1029"/>
                    <a:pt x="52" y="1019"/>
                    <a:pt x="53" y="1006"/>
                  </a:cubicBezTo>
                  <a:cubicBezTo>
                    <a:pt x="98" y="681"/>
                    <a:pt x="109" y="352"/>
                    <a:pt x="87" y="25"/>
                  </a:cubicBezTo>
                  <a:cubicBezTo>
                    <a:pt x="86" y="13"/>
                    <a:pt x="78" y="0"/>
                    <a:pt x="6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5685175" y="3653550"/>
              <a:ext cx="1925" cy="8025"/>
            </a:xfrm>
            <a:custGeom>
              <a:avLst/>
              <a:gdLst/>
              <a:ahLst/>
              <a:cxnLst/>
              <a:rect l="l" t="t" r="r" b="b"/>
              <a:pathLst>
                <a:path w="77" h="321" extrusionOk="0">
                  <a:moveTo>
                    <a:pt x="27" y="0"/>
                  </a:moveTo>
                  <a:cubicBezTo>
                    <a:pt x="26" y="0"/>
                    <a:pt x="25" y="0"/>
                    <a:pt x="24" y="0"/>
                  </a:cubicBezTo>
                  <a:cubicBezTo>
                    <a:pt x="11" y="2"/>
                    <a:pt x="0" y="14"/>
                    <a:pt x="2" y="27"/>
                  </a:cubicBezTo>
                  <a:lnTo>
                    <a:pt x="24" y="296"/>
                  </a:lnTo>
                  <a:cubicBezTo>
                    <a:pt x="26" y="310"/>
                    <a:pt x="38" y="321"/>
                    <a:pt x="50" y="321"/>
                  </a:cubicBezTo>
                  <a:lnTo>
                    <a:pt x="53" y="321"/>
                  </a:lnTo>
                  <a:cubicBezTo>
                    <a:pt x="67" y="319"/>
                    <a:pt x="77" y="307"/>
                    <a:pt x="77" y="292"/>
                  </a:cubicBezTo>
                  <a:lnTo>
                    <a:pt x="53" y="23"/>
                  </a:lnTo>
                  <a:cubicBezTo>
                    <a:pt x="51" y="11"/>
                    <a:pt x="41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5637075" y="3611750"/>
              <a:ext cx="1525" cy="10550"/>
            </a:xfrm>
            <a:custGeom>
              <a:avLst/>
              <a:gdLst/>
              <a:ahLst/>
              <a:cxnLst/>
              <a:rect l="l" t="t" r="r" b="b"/>
              <a:pathLst>
                <a:path w="61" h="422" extrusionOk="0">
                  <a:moveTo>
                    <a:pt x="35" y="0"/>
                  </a:moveTo>
                  <a:cubicBezTo>
                    <a:pt x="23" y="2"/>
                    <a:pt x="10" y="11"/>
                    <a:pt x="8" y="24"/>
                  </a:cubicBezTo>
                  <a:lnTo>
                    <a:pt x="0" y="396"/>
                  </a:lnTo>
                  <a:cubicBezTo>
                    <a:pt x="0" y="409"/>
                    <a:pt x="11" y="421"/>
                    <a:pt x="26" y="421"/>
                  </a:cubicBezTo>
                  <a:cubicBezTo>
                    <a:pt x="41" y="421"/>
                    <a:pt x="52" y="411"/>
                    <a:pt x="53" y="397"/>
                  </a:cubicBezTo>
                  <a:lnTo>
                    <a:pt x="61" y="26"/>
                  </a:lnTo>
                  <a:cubicBezTo>
                    <a:pt x="61" y="12"/>
                    <a:pt x="50" y="0"/>
                    <a:pt x="3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5637400" y="3603875"/>
              <a:ext cx="1475" cy="3750"/>
            </a:xfrm>
            <a:custGeom>
              <a:avLst/>
              <a:gdLst/>
              <a:ahLst/>
              <a:cxnLst/>
              <a:rect l="l" t="t" r="r" b="b"/>
              <a:pathLst>
                <a:path w="59" h="150" extrusionOk="0">
                  <a:moveTo>
                    <a:pt x="35" y="0"/>
                  </a:moveTo>
                  <a:cubicBezTo>
                    <a:pt x="18" y="2"/>
                    <a:pt x="8" y="11"/>
                    <a:pt x="6" y="25"/>
                  </a:cubicBezTo>
                  <a:lnTo>
                    <a:pt x="2" y="121"/>
                  </a:lnTo>
                  <a:cubicBezTo>
                    <a:pt x="1" y="136"/>
                    <a:pt x="12" y="148"/>
                    <a:pt x="26" y="150"/>
                  </a:cubicBezTo>
                  <a:lnTo>
                    <a:pt x="28" y="150"/>
                  </a:lnTo>
                  <a:cubicBezTo>
                    <a:pt x="41" y="150"/>
                    <a:pt x="52" y="139"/>
                    <a:pt x="53" y="126"/>
                  </a:cubicBezTo>
                  <a:lnTo>
                    <a:pt x="59" y="29"/>
                  </a:lnTo>
                  <a:cubicBezTo>
                    <a:pt x="59" y="14"/>
                    <a:pt x="48" y="2"/>
                    <a:pt x="3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5626075" y="3639800"/>
              <a:ext cx="15625" cy="10400"/>
            </a:xfrm>
            <a:custGeom>
              <a:avLst/>
              <a:gdLst/>
              <a:ahLst/>
              <a:cxnLst/>
              <a:rect l="l" t="t" r="r" b="b"/>
              <a:pathLst>
                <a:path w="625" h="416" extrusionOk="0">
                  <a:moveTo>
                    <a:pt x="30" y="1"/>
                  </a:moveTo>
                  <a:cubicBezTo>
                    <a:pt x="22" y="1"/>
                    <a:pt x="14" y="4"/>
                    <a:pt x="9" y="11"/>
                  </a:cubicBezTo>
                  <a:cubicBezTo>
                    <a:pt x="0" y="23"/>
                    <a:pt x="3" y="39"/>
                    <a:pt x="14" y="47"/>
                  </a:cubicBezTo>
                  <a:cubicBezTo>
                    <a:pt x="194" y="182"/>
                    <a:pt x="387" y="304"/>
                    <a:pt x="583" y="413"/>
                  </a:cubicBezTo>
                  <a:cubicBezTo>
                    <a:pt x="587" y="416"/>
                    <a:pt x="591" y="416"/>
                    <a:pt x="595" y="416"/>
                  </a:cubicBezTo>
                  <a:cubicBezTo>
                    <a:pt x="605" y="416"/>
                    <a:pt x="614" y="412"/>
                    <a:pt x="618" y="402"/>
                  </a:cubicBezTo>
                  <a:cubicBezTo>
                    <a:pt x="625" y="390"/>
                    <a:pt x="621" y="376"/>
                    <a:pt x="609" y="367"/>
                  </a:cubicBezTo>
                  <a:cubicBezTo>
                    <a:pt x="414" y="260"/>
                    <a:pt x="224" y="139"/>
                    <a:pt x="45" y="6"/>
                  </a:cubicBezTo>
                  <a:cubicBezTo>
                    <a:pt x="41" y="2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5648175" y="3652750"/>
              <a:ext cx="8700" cy="4750"/>
            </a:xfrm>
            <a:custGeom>
              <a:avLst/>
              <a:gdLst/>
              <a:ahLst/>
              <a:cxnLst/>
              <a:rect l="l" t="t" r="r" b="b"/>
              <a:pathLst>
                <a:path w="348" h="190" extrusionOk="0">
                  <a:moveTo>
                    <a:pt x="29" y="0"/>
                  </a:moveTo>
                  <a:cubicBezTo>
                    <a:pt x="22" y="0"/>
                    <a:pt x="14" y="4"/>
                    <a:pt x="8" y="11"/>
                  </a:cubicBezTo>
                  <a:cubicBezTo>
                    <a:pt x="0" y="22"/>
                    <a:pt x="2" y="38"/>
                    <a:pt x="14" y="47"/>
                  </a:cubicBezTo>
                  <a:cubicBezTo>
                    <a:pt x="101" y="114"/>
                    <a:pt x="205" y="164"/>
                    <a:pt x="312" y="190"/>
                  </a:cubicBezTo>
                  <a:lnTo>
                    <a:pt x="318" y="190"/>
                  </a:lnTo>
                  <a:cubicBezTo>
                    <a:pt x="330" y="190"/>
                    <a:pt x="341" y="182"/>
                    <a:pt x="343" y="171"/>
                  </a:cubicBezTo>
                  <a:cubicBezTo>
                    <a:pt x="347" y="156"/>
                    <a:pt x="338" y="143"/>
                    <a:pt x="325" y="139"/>
                  </a:cubicBezTo>
                  <a:cubicBezTo>
                    <a:pt x="224" y="116"/>
                    <a:pt x="127" y="70"/>
                    <a:pt x="45" y="6"/>
                  </a:cubicBezTo>
                  <a:cubicBezTo>
                    <a:pt x="40" y="2"/>
                    <a:pt x="35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5659900" y="3698575"/>
              <a:ext cx="23400" cy="13225"/>
            </a:xfrm>
            <a:custGeom>
              <a:avLst/>
              <a:gdLst/>
              <a:ahLst/>
              <a:cxnLst/>
              <a:rect l="l" t="t" r="r" b="b"/>
              <a:pathLst>
                <a:path w="936" h="529" extrusionOk="0">
                  <a:moveTo>
                    <a:pt x="31" y="0"/>
                  </a:moveTo>
                  <a:cubicBezTo>
                    <a:pt x="22" y="0"/>
                    <a:pt x="13" y="5"/>
                    <a:pt x="9" y="13"/>
                  </a:cubicBezTo>
                  <a:cubicBezTo>
                    <a:pt x="1" y="25"/>
                    <a:pt x="5" y="41"/>
                    <a:pt x="17" y="48"/>
                  </a:cubicBezTo>
                  <a:cubicBezTo>
                    <a:pt x="301" y="221"/>
                    <a:pt x="596" y="383"/>
                    <a:pt x="894" y="525"/>
                  </a:cubicBezTo>
                  <a:cubicBezTo>
                    <a:pt x="898" y="528"/>
                    <a:pt x="902" y="528"/>
                    <a:pt x="906" y="528"/>
                  </a:cubicBezTo>
                  <a:cubicBezTo>
                    <a:pt x="916" y="528"/>
                    <a:pt x="925" y="523"/>
                    <a:pt x="929" y="513"/>
                  </a:cubicBezTo>
                  <a:cubicBezTo>
                    <a:pt x="936" y="501"/>
                    <a:pt x="929" y="485"/>
                    <a:pt x="917" y="480"/>
                  </a:cubicBezTo>
                  <a:cubicBezTo>
                    <a:pt x="620" y="336"/>
                    <a:pt x="326" y="176"/>
                    <a:pt x="44" y="4"/>
                  </a:cubicBezTo>
                  <a:cubicBezTo>
                    <a:pt x="40" y="1"/>
                    <a:pt x="3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5688700" y="3714100"/>
              <a:ext cx="10075" cy="4825"/>
            </a:xfrm>
            <a:custGeom>
              <a:avLst/>
              <a:gdLst/>
              <a:ahLst/>
              <a:cxnLst/>
              <a:rect l="l" t="t" r="r" b="b"/>
              <a:pathLst>
                <a:path w="403" h="193" extrusionOk="0">
                  <a:moveTo>
                    <a:pt x="30" y="1"/>
                  </a:moveTo>
                  <a:cubicBezTo>
                    <a:pt x="20" y="1"/>
                    <a:pt x="10" y="7"/>
                    <a:pt x="6" y="16"/>
                  </a:cubicBezTo>
                  <a:cubicBezTo>
                    <a:pt x="0" y="30"/>
                    <a:pt x="7" y="46"/>
                    <a:pt x="21" y="51"/>
                  </a:cubicBezTo>
                  <a:lnTo>
                    <a:pt x="364" y="191"/>
                  </a:lnTo>
                  <a:cubicBezTo>
                    <a:pt x="366" y="192"/>
                    <a:pt x="370" y="192"/>
                    <a:pt x="373" y="192"/>
                  </a:cubicBezTo>
                  <a:cubicBezTo>
                    <a:pt x="384" y="192"/>
                    <a:pt x="393" y="187"/>
                    <a:pt x="397" y="176"/>
                  </a:cubicBezTo>
                  <a:cubicBezTo>
                    <a:pt x="403" y="164"/>
                    <a:pt x="396" y="148"/>
                    <a:pt x="384" y="143"/>
                  </a:cubicBezTo>
                  <a:lnTo>
                    <a:pt x="39" y="3"/>
                  </a:ln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5730800" y="3730550"/>
              <a:ext cx="7225" cy="36950"/>
            </a:xfrm>
            <a:custGeom>
              <a:avLst/>
              <a:gdLst/>
              <a:ahLst/>
              <a:cxnLst/>
              <a:rect l="l" t="t" r="r" b="b"/>
              <a:pathLst>
                <a:path w="289" h="1478" extrusionOk="0">
                  <a:moveTo>
                    <a:pt x="28" y="1"/>
                  </a:moveTo>
                  <a:cubicBezTo>
                    <a:pt x="26" y="1"/>
                    <a:pt x="24" y="1"/>
                    <a:pt x="22" y="1"/>
                  </a:cubicBezTo>
                  <a:cubicBezTo>
                    <a:pt x="9" y="7"/>
                    <a:pt x="1" y="21"/>
                    <a:pt x="6" y="35"/>
                  </a:cubicBezTo>
                  <a:cubicBezTo>
                    <a:pt x="153" y="492"/>
                    <a:pt x="230" y="970"/>
                    <a:pt x="236" y="1451"/>
                  </a:cubicBezTo>
                  <a:cubicBezTo>
                    <a:pt x="236" y="1465"/>
                    <a:pt x="248" y="1477"/>
                    <a:pt x="262" y="1477"/>
                  </a:cubicBezTo>
                  <a:lnTo>
                    <a:pt x="263" y="1477"/>
                  </a:lnTo>
                  <a:cubicBezTo>
                    <a:pt x="277" y="1477"/>
                    <a:pt x="289" y="1465"/>
                    <a:pt x="289" y="1450"/>
                  </a:cubicBezTo>
                  <a:cubicBezTo>
                    <a:pt x="282" y="963"/>
                    <a:pt x="204" y="481"/>
                    <a:pt x="55" y="19"/>
                  </a:cubicBezTo>
                  <a:cubicBezTo>
                    <a:pt x="51" y="7"/>
                    <a:pt x="4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5728125" y="3716050"/>
              <a:ext cx="3275" cy="9250"/>
            </a:xfrm>
            <a:custGeom>
              <a:avLst/>
              <a:gdLst/>
              <a:ahLst/>
              <a:cxnLst/>
              <a:rect l="l" t="t" r="r" b="b"/>
              <a:pathLst>
                <a:path w="131" h="370" extrusionOk="0">
                  <a:moveTo>
                    <a:pt x="28" y="1"/>
                  </a:moveTo>
                  <a:cubicBezTo>
                    <a:pt x="26" y="1"/>
                    <a:pt x="25" y="1"/>
                    <a:pt x="23" y="1"/>
                  </a:cubicBezTo>
                  <a:cubicBezTo>
                    <a:pt x="10" y="5"/>
                    <a:pt x="0" y="19"/>
                    <a:pt x="4" y="32"/>
                  </a:cubicBezTo>
                  <a:lnTo>
                    <a:pt x="77" y="350"/>
                  </a:lnTo>
                  <a:cubicBezTo>
                    <a:pt x="80" y="362"/>
                    <a:pt x="90" y="370"/>
                    <a:pt x="102" y="370"/>
                  </a:cubicBezTo>
                  <a:lnTo>
                    <a:pt x="108" y="370"/>
                  </a:lnTo>
                  <a:cubicBezTo>
                    <a:pt x="121" y="366"/>
                    <a:pt x="131" y="353"/>
                    <a:pt x="127" y="339"/>
                  </a:cubicBezTo>
                  <a:lnTo>
                    <a:pt x="54" y="22"/>
                  </a:lnTo>
                  <a:cubicBezTo>
                    <a:pt x="52" y="10"/>
                    <a:pt x="4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5717725" y="3699500"/>
              <a:ext cx="7550" cy="47950"/>
            </a:xfrm>
            <a:custGeom>
              <a:avLst/>
              <a:gdLst/>
              <a:ahLst/>
              <a:cxnLst/>
              <a:rect l="l" t="t" r="r" b="b"/>
              <a:pathLst>
                <a:path w="302" h="1918" extrusionOk="0">
                  <a:moveTo>
                    <a:pt x="30" y="0"/>
                  </a:moveTo>
                  <a:cubicBezTo>
                    <a:pt x="28" y="0"/>
                    <a:pt x="26" y="1"/>
                    <a:pt x="23" y="1"/>
                  </a:cubicBezTo>
                  <a:cubicBezTo>
                    <a:pt x="10" y="4"/>
                    <a:pt x="0" y="19"/>
                    <a:pt x="5" y="32"/>
                  </a:cubicBezTo>
                  <a:cubicBezTo>
                    <a:pt x="159" y="639"/>
                    <a:pt x="243" y="1265"/>
                    <a:pt x="251" y="1892"/>
                  </a:cubicBezTo>
                  <a:cubicBezTo>
                    <a:pt x="251" y="1906"/>
                    <a:pt x="261" y="1917"/>
                    <a:pt x="276" y="1917"/>
                  </a:cubicBezTo>
                  <a:cubicBezTo>
                    <a:pt x="291" y="1917"/>
                    <a:pt x="302" y="1905"/>
                    <a:pt x="302" y="1892"/>
                  </a:cubicBezTo>
                  <a:cubicBezTo>
                    <a:pt x="294" y="1261"/>
                    <a:pt x="210" y="631"/>
                    <a:pt x="54" y="20"/>
                  </a:cubicBezTo>
                  <a:cubicBezTo>
                    <a:pt x="52" y="8"/>
                    <a:pt x="42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5716300" y="3690650"/>
              <a:ext cx="2350" cy="5975"/>
            </a:xfrm>
            <a:custGeom>
              <a:avLst/>
              <a:gdLst/>
              <a:ahLst/>
              <a:cxnLst/>
              <a:rect l="l" t="t" r="r" b="b"/>
              <a:pathLst>
                <a:path w="94" h="239" extrusionOk="0">
                  <a:moveTo>
                    <a:pt x="31" y="1"/>
                  </a:moveTo>
                  <a:cubicBezTo>
                    <a:pt x="29" y="1"/>
                    <a:pt x="27" y="1"/>
                    <a:pt x="25" y="2"/>
                  </a:cubicBezTo>
                  <a:cubicBezTo>
                    <a:pt x="10" y="4"/>
                    <a:pt x="1" y="18"/>
                    <a:pt x="4" y="31"/>
                  </a:cubicBezTo>
                  <a:lnTo>
                    <a:pt x="40" y="217"/>
                  </a:lnTo>
                  <a:cubicBezTo>
                    <a:pt x="43" y="229"/>
                    <a:pt x="53" y="238"/>
                    <a:pt x="66" y="238"/>
                  </a:cubicBezTo>
                  <a:cubicBezTo>
                    <a:pt x="67" y="238"/>
                    <a:pt x="68" y="237"/>
                    <a:pt x="71" y="237"/>
                  </a:cubicBezTo>
                  <a:cubicBezTo>
                    <a:pt x="84" y="234"/>
                    <a:pt x="94" y="221"/>
                    <a:pt x="91" y="207"/>
                  </a:cubicBezTo>
                  <a:lnTo>
                    <a:pt x="55" y="22"/>
                  </a:lnTo>
                  <a:cubicBezTo>
                    <a:pt x="53" y="10"/>
                    <a:pt x="43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5693175" y="3739250"/>
              <a:ext cx="14725" cy="5775"/>
            </a:xfrm>
            <a:custGeom>
              <a:avLst/>
              <a:gdLst/>
              <a:ahLst/>
              <a:cxnLst/>
              <a:rect l="l" t="t" r="r" b="b"/>
              <a:pathLst>
                <a:path w="589" h="231" extrusionOk="0">
                  <a:moveTo>
                    <a:pt x="29" y="0"/>
                  </a:moveTo>
                  <a:cubicBezTo>
                    <a:pt x="18" y="0"/>
                    <a:pt x="9" y="7"/>
                    <a:pt x="4" y="18"/>
                  </a:cubicBezTo>
                  <a:cubicBezTo>
                    <a:pt x="0" y="33"/>
                    <a:pt x="7" y="46"/>
                    <a:pt x="21" y="51"/>
                  </a:cubicBezTo>
                  <a:lnTo>
                    <a:pt x="551" y="229"/>
                  </a:lnTo>
                  <a:cubicBezTo>
                    <a:pt x="553" y="229"/>
                    <a:pt x="556" y="230"/>
                    <a:pt x="559" y="230"/>
                  </a:cubicBezTo>
                  <a:cubicBezTo>
                    <a:pt x="569" y="230"/>
                    <a:pt x="580" y="224"/>
                    <a:pt x="584" y="213"/>
                  </a:cubicBezTo>
                  <a:cubicBezTo>
                    <a:pt x="588" y="198"/>
                    <a:pt x="582" y="185"/>
                    <a:pt x="567" y="179"/>
                  </a:cubicBezTo>
                  <a:lnTo>
                    <a:pt x="37" y="2"/>
                  </a:lnTo>
                  <a:cubicBezTo>
                    <a:pt x="34" y="1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5659775" y="3609750"/>
              <a:ext cx="4200" cy="32800"/>
            </a:xfrm>
            <a:custGeom>
              <a:avLst/>
              <a:gdLst/>
              <a:ahLst/>
              <a:cxnLst/>
              <a:rect l="l" t="t" r="r" b="b"/>
              <a:pathLst>
                <a:path w="168" h="1312" extrusionOk="0">
                  <a:moveTo>
                    <a:pt x="29" y="0"/>
                  </a:moveTo>
                  <a:cubicBezTo>
                    <a:pt x="28" y="0"/>
                    <a:pt x="26" y="1"/>
                    <a:pt x="25" y="1"/>
                  </a:cubicBezTo>
                  <a:cubicBezTo>
                    <a:pt x="11" y="4"/>
                    <a:pt x="1" y="17"/>
                    <a:pt x="3" y="30"/>
                  </a:cubicBezTo>
                  <a:cubicBezTo>
                    <a:pt x="66" y="445"/>
                    <a:pt x="104" y="867"/>
                    <a:pt x="116" y="1286"/>
                  </a:cubicBezTo>
                  <a:cubicBezTo>
                    <a:pt x="116" y="1300"/>
                    <a:pt x="128" y="1311"/>
                    <a:pt x="142" y="1311"/>
                  </a:cubicBezTo>
                  <a:cubicBezTo>
                    <a:pt x="157" y="1311"/>
                    <a:pt x="167" y="1299"/>
                    <a:pt x="167" y="1284"/>
                  </a:cubicBezTo>
                  <a:cubicBezTo>
                    <a:pt x="155" y="863"/>
                    <a:pt x="118" y="439"/>
                    <a:pt x="54" y="22"/>
                  </a:cubicBezTo>
                  <a:cubicBezTo>
                    <a:pt x="52" y="10"/>
                    <a:pt x="4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5669025" y="3616475"/>
              <a:ext cx="2825" cy="19500"/>
            </a:xfrm>
            <a:custGeom>
              <a:avLst/>
              <a:gdLst/>
              <a:ahLst/>
              <a:cxnLst/>
              <a:rect l="l" t="t" r="r" b="b"/>
              <a:pathLst>
                <a:path w="113" h="780" extrusionOk="0">
                  <a:moveTo>
                    <a:pt x="27" y="1"/>
                  </a:moveTo>
                  <a:cubicBezTo>
                    <a:pt x="26" y="1"/>
                    <a:pt x="26" y="1"/>
                    <a:pt x="25" y="1"/>
                  </a:cubicBezTo>
                  <a:cubicBezTo>
                    <a:pt x="11" y="2"/>
                    <a:pt x="0" y="14"/>
                    <a:pt x="0" y="29"/>
                  </a:cubicBezTo>
                  <a:lnTo>
                    <a:pt x="60" y="757"/>
                  </a:lnTo>
                  <a:cubicBezTo>
                    <a:pt x="61" y="770"/>
                    <a:pt x="72" y="780"/>
                    <a:pt x="85" y="780"/>
                  </a:cubicBezTo>
                  <a:lnTo>
                    <a:pt x="88" y="780"/>
                  </a:lnTo>
                  <a:cubicBezTo>
                    <a:pt x="101" y="778"/>
                    <a:pt x="112" y="766"/>
                    <a:pt x="111" y="753"/>
                  </a:cubicBezTo>
                  <a:lnTo>
                    <a:pt x="53" y="25"/>
                  </a:lnTo>
                  <a:cubicBezTo>
                    <a:pt x="52" y="11"/>
                    <a:pt x="41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5755675" y="3636050"/>
              <a:ext cx="144075" cy="241750"/>
            </a:xfrm>
            <a:custGeom>
              <a:avLst/>
              <a:gdLst/>
              <a:ahLst/>
              <a:cxnLst/>
              <a:rect l="l" t="t" r="r" b="b"/>
              <a:pathLst>
                <a:path w="5763" h="9670" extrusionOk="0">
                  <a:moveTo>
                    <a:pt x="0" y="1"/>
                  </a:moveTo>
                  <a:lnTo>
                    <a:pt x="0" y="1"/>
                  </a:lnTo>
                  <a:cubicBezTo>
                    <a:pt x="659" y="3772"/>
                    <a:pt x="2735" y="7278"/>
                    <a:pt x="5723" y="9670"/>
                  </a:cubicBezTo>
                  <a:cubicBezTo>
                    <a:pt x="5762" y="5844"/>
                    <a:pt x="3288" y="1960"/>
                    <a:pt x="0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5754325" y="3634750"/>
              <a:ext cx="146650" cy="244375"/>
            </a:xfrm>
            <a:custGeom>
              <a:avLst/>
              <a:gdLst/>
              <a:ahLst/>
              <a:cxnLst/>
              <a:rect l="l" t="t" r="r" b="b"/>
              <a:pathLst>
                <a:path w="5866" h="9775" extrusionOk="0">
                  <a:moveTo>
                    <a:pt x="125" y="155"/>
                  </a:moveTo>
                  <a:cubicBezTo>
                    <a:pt x="3431" y="2174"/>
                    <a:pt x="5716" y="6034"/>
                    <a:pt x="5726" y="9614"/>
                  </a:cubicBezTo>
                  <a:cubicBezTo>
                    <a:pt x="2831" y="7262"/>
                    <a:pt x="795" y="3825"/>
                    <a:pt x="125" y="155"/>
                  </a:cubicBezTo>
                  <a:close/>
                  <a:moveTo>
                    <a:pt x="55" y="0"/>
                  </a:moveTo>
                  <a:cubicBezTo>
                    <a:pt x="44" y="0"/>
                    <a:pt x="34" y="3"/>
                    <a:pt x="24" y="10"/>
                  </a:cubicBezTo>
                  <a:cubicBezTo>
                    <a:pt x="8" y="21"/>
                    <a:pt x="0" y="41"/>
                    <a:pt x="3" y="61"/>
                  </a:cubicBezTo>
                  <a:cubicBezTo>
                    <a:pt x="663" y="3833"/>
                    <a:pt x="2755" y="7370"/>
                    <a:pt x="5745" y="9762"/>
                  </a:cubicBezTo>
                  <a:cubicBezTo>
                    <a:pt x="5754" y="9770"/>
                    <a:pt x="5766" y="9774"/>
                    <a:pt x="5777" y="9774"/>
                  </a:cubicBezTo>
                  <a:cubicBezTo>
                    <a:pt x="5785" y="9774"/>
                    <a:pt x="5792" y="9773"/>
                    <a:pt x="5800" y="9769"/>
                  </a:cubicBezTo>
                  <a:cubicBezTo>
                    <a:pt x="5817" y="9761"/>
                    <a:pt x="5829" y="9743"/>
                    <a:pt x="5829" y="9723"/>
                  </a:cubicBezTo>
                  <a:cubicBezTo>
                    <a:pt x="5866" y="6042"/>
                    <a:pt x="3502" y="2048"/>
                    <a:pt x="81" y="7"/>
                  </a:cubicBezTo>
                  <a:cubicBezTo>
                    <a:pt x="73" y="3"/>
                    <a:pt x="64" y="0"/>
                    <a:pt x="5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5754925" y="3635400"/>
              <a:ext cx="144575" cy="243075"/>
            </a:xfrm>
            <a:custGeom>
              <a:avLst/>
              <a:gdLst/>
              <a:ahLst/>
              <a:cxnLst/>
              <a:rect l="l" t="t" r="r" b="b"/>
              <a:pathLst>
                <a:path w="5783" h="9723" extrusionOk="0">
                  <a:moveTo>
                    <a:pt x="31" y="0"/>
                  </a:moveTo>
                  <a:cubicBezTo>
                    <a:pt x="26" y="0"/>
                    <a:pt x="22" y="1"/>
                    <a:pt x="18" y="4"/>
                  </a:cubicBezTo>
                  <a:cubicBezTo>
                    <a:pt x="4" y="11"/>
                    <a:pt x="0" y="27"/>
                    <a:pt x="7" y="39"/>
                  </a:cubicBezTo>
                  <a:cubicBezTo>
                    <a:pt x="918" y="1635"/>
                    <a:pt x="1911" y="3281"/>
                    <a:pt x="2870" y="4874"/>
                  </a:cubicBezTo>
                  <a:cubicBezTo>
                    <a:pt x="3829" y="6467"/>
                    <a:pt x="4821" y="8115"/>
                    <a:pt x="5731" y="9709"/>
                  </a:cubicBezTo>
                  <a:cubicBezTo>
                    <a:pt x="5736" y="9717"/>
                    <a:pt x="5744" y="9723"/>
                    <a:pt x="5753" y="9723"/>
                  </a:cubicBezTo>
                  <a:cubicBezTo>
                    <a:pt x="5757" y="9723"/>
                    <a:pt x="5762" y="9721"/>
                    <a:pt x="5766" y="9719"/>
                  </a:cubicBezTo>
                  <a:cubicBezTo>
                    <a:pt x="5779" y="9712"/>
                    <a:pt x="5783" y="9696"/>
                    <a:pt x="5776" y="9684"/>
                  </a:cubicBezTo>
                  <a:cubicBezTo>
                    <a:pt x="4865" y="8088"/>
                    <a:pt x="3874" y="6441"/>
                    <a:pt x="2914" y="4847"/>
                  </a:cubicBezTo>
                  <a:cubicBezTo>
                    <a:pt x="1955" y="3254"/>
                    <a:pt x="962" y="1608"/>
                    <a:pt x="53" y="13"/>
                  </a:cubicBezTo>
                  <a:cubicBezTo>
                    <a:pt x="48" y="5"/>
                    <a:pt x="40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5784225" y="3727275"/>
              <a:ext cx="39975" cy="24025"/>
            </a:xfrm>
            <a:custGeom>
              <a:avLst/>
              <a:gdLst/>
              <a:ahLst/>
              <a:cxnLst/>
              <a:rect l="l" t="t" r="r" b="b"/>
              <a:pathLst>
                <a:path w="1599" h="961" extrusionOk="0">
                  <a:moveTo>
                    <a:pt x="29" y="0"/>
                  </a:moveTo>
                  <a:cubicBezTo>
                    <a:pt x="22" y="0"/>
                    <a:pt x="15" y="3"/>
                    <a:pt x="10" y="8"/>
                  </a:cubicBezTo>
                  <a:cubicBezTo>
                    <a:pt x="0" y="19"/>
                    <a:pt x="2" y="35"/>
                    <a:pt x="12" y="45"/>
                  </a:cubicBezTo>
                  <a:cubicBezTo>
                    <a:pt x="464" y="460"/>
                    <a:pt x="957" y="751"/>
                    <a:pt x="1561" y="960"/>
                  </a:cubicBezTo>
                  <a:cubicBezTo>
                    <a:pt x="1563" y="961"/>
                    <a:pt x="1566" y="961"/>
                    <a:pt x="1569" y="961"/>
                  </a:cubicBezTo>
                  <a:cubicBezTo>
                    <a:pt x="1580" y="961"/>
                    <a:pt x="1589" y="954"/>
                    <a:pt x="1593" y="943"/>
                  </a:cubicBezTo>
                  <a:cubicBezTo>
                    <a:pt x="1598" y="930"/>
                    <a:pt x="1590" y="915"/>
                    <a:pt x="1577" y="911"/>
                  </a:cubicBezTo>
                  <a:cubicBezTo>
                    <a:pt x="981" y="704"/>
                    <a:pt x="494" y="417"/>
                    <a:pt x="47" y="7"/>
                  </a:cubicBezTo>
                  <a:cubicBezTo>
                    <a:pt x="42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5839850" y="3712400"/>
              <a:ext cx="6275" cy="66650"/>
            </a:xfrm>
            <a:custGeom>
              <a:avLst/>
              <a:gdLst/>
              <a:ahLst/>
              <a:cxnLst/>
              <a:rect l="l" t="t" r="r" b="b"/>
              <a:pathLst>
                <a:path w="251" h="2666" extrusionOk="0">
                  <a:moveTo>
                    <a:pt x="26" y="1"/>
                  </a:moveTo>
                  <a:cubicBezTo>
                    <a:pt x="25" y="1"/>
                    <a:pt x="24" y="1"/>
                    <a:pt x="23" y="1"/>
                  </a:cubicBezTo>
                  <a:cubicBezTo>
                    <a:pt x="10" y="5"/>
                    <a:pt x="0" y="18"/>
                    <a:pt x="3" y="32"/>
                  </a:cubicBezTo>
                  <a:cubicBezTo>
                    <a:pt x="190" y="947"/>
                    <a:pt x="198" y="1798"/>
                    <a:pt x="26" y="2635"/>
                  </a:cubicBezTo>
                  <a:cubicBezTo>
                    <a:pt x="23" y="2650"/>
                    <a:pt x="33" y="2663"/>
                    <a:pt x="46" y="2666"/>
                  </a:cubicBezTo>
                  <a:lnTo>
                    <a:pt x="51" y="2666"/>
                  </a:lnTo>
                  <a:cubicBezTo>
                    <a:pt x="64" y="2666"/>
                    <a:pt x="74" y="2658"/>
                    <a:pt x="77" y="2646"/>
                  </a:cubicBezTo>
                  <a:cubicBezTo>
                    <a:pt x="251" y="1801"/>
                    <a:pt x="243" y="942"/>
                    <a:pt x="54" y="22"/>
                  </a:cubicBezTo>
                  <a:cubicBezTo>
                    <a:pt x="50" y="9"/>
                    <a:pt x="39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5820275" y="3792975"/>
              <a:ext cx="41825" cy="23425"/>
            </a:xfrm>
            <a:custGeom>
              <a:avLst/>
              <a:gdLst/>
              <a:ahLst/>
              <a:cxnLst/>
              <a:rect l="l" t="t" r="r" b="b"/>
              <a:pathLst>
                <a:path w="1673" h="937" extrusionOk="0">
                  <a:moveTo>
                    <a:pt x="29" y="0"/>
                  </a:moveTo>
                  <a:cubicBezTo>
                    <a:pt x="23" y="0"/>
                    <a:pt x="16" y="3"/>
                    <a:pt x="11" y="8"/>
                  </a:cubicBezTo>
                  <a:cubicBezTo>
                    <a:pt x="0" y="19"/>
                    <a:pt x="0" y="35"/>
                    <a:pt x="11" y="46"/>
                  </a:cubicBezTo>
                  <a:cubicBezTo>
                    <a:pt x="466" y="479"/>
                    <a:pt x="1028" y="785"/>
                    <a:pt x="1638" y="935"/>
                  </a:cubicBezTo>
                  <a:cubicBezTo>
                    <a:pt x="1640" y="936"/>
                    <a:pt x="1642" y="936"/>
                    <a:pt x="1644" y="936"/>
                  </a:cubicBezTo>
                  <a:cubicBezTo>
                    <a:pt x="1655" y="936"/>
                    <a:pt x="1666" y="928"/>
                    <a:pt x="1670" y="916"/>
                  </a:cubicBezTo>
                  <a:cubicBezTo>
                    <a:pt x="1673" y="902"/>
                    <a:pt x="1665" y="888"/>
                    <a:pt x="1650" y="885"/>
                  </a:cubicBezTo>
                  <a:cubicBezTo>
                    <a:pt x="1050" y="738"/>
                    <a:pt x="495" y="434"/>
                    <a:pt x="47" y="8"/>
                  </a:cubicBezTo>
                  <a:cubicBezTo>
                    <a:pt x="42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5797125" y="3667100"/>
              <a:ext cx="2275" cy="40250"/>
            </a:xfrm>
            <a:custGeom>
              <a:avLst/>
              <a:gdLst/>
              <a:ahLst/>
              <a:cxnLst/>
              <a:rect l="l" t="t" r="r" b="b"/>
              <a:pathLst>
                <a:path w="91" h="1610" extrusionOk="0">
                  <a:moveTo>
                    <a:pt x="63" y="0"/>
                  </a:moveTo>
                  <a:cubicBezTo>
                    <a:pt x="48" y="0"/>
                    <a:pt x="38" y="12"/>
                    <a:pt x="38" y="26"/>
                  </a:cubicBezTo>
                  <a:lnTo>
                    <a:pt x="2" y="1583"/>
                  </a:lnTo>
                  <a:cubicBezTo>
                    <a:pt x="1" y="1597"/>
                    <a:pt x="13" y="1610"/>
                    <a:pt x="26" y="1610"/>
                  </a:cubicBezTo>
                  <a:lnTo>
                    <a:pt x="28" y="1610"/>
                  </a:lnTo>
                  <a:cubicBezTo>
                    <a:pt x="41" y="1610"/>
                    <a:pt x="53" y="1599"/>
                    <a:pt x="53" y="1584"/>
                  </a:cubicBezTo>
                  <a:lnTo>
                    <a:pt x="90" y="27"/>
                  </a:lnTo>
                  <a:cubicBezTo>
                    <a:pt x="91" y="13"/>
                    <a:pt x="79" y="1"/>
                    <a:pt x="65" y="1"/>
                  </a:cubicBezTo>
                  <a:cubicBezTo>
                    <a:pt x="65" y="1"/>
                    <a:pt x="64" y="0"/>
                    <a:pt x="6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5833325" y="3743850"/>
              <a:ext cx="3850" cy="25600"/>
            </a:xfrm>
            <a:custGeom>
              <a:avLst/>
              <a:gdLst/>
              <a:ahLst/>
              <a:cxnLst/>
              <a:rect l="l" t="t" r="r" b="b"/>
              <a:pathLst>
                <a:path w="154" h="1024" extrusionOk="0">
                  <a:moveTo>
                    <a:pt x="128" y="1"/>
                  </a:moveTo>
                  <a:cubicBezTo>
                    <a:pt x="113" y="1"/>
                    <a:pt x="101" y="13"/>
                    <a:pt x="101" y="26"/>
                  </a:cubicBezTo>
                  <a:cubicBezTo>
                    <a:pt x="101" y="350"/>
                    <a:pt x="68" y="675"/>
                    <a:pt x="3" y="992"/>
                  </a:cubicBezTo>
                  <a:cubicBezTo>
                    <a:pt x="0" y="1007"/>
                    <a:pt x="10" y="1020"/>
                    <a:pt x="23" y="1023"/>
                  </a:cubicBezTo>
                  <a:lnTo>
                    <a:pt x="29" y="1023"/>
                  </a:lnTo>
                  <a:cubicBezTo>
                    <a:pt x="41" y="1023"/>
                    <a:pt x="51" y="1015"/>
                    <a:pt x="54" y="1003"/>
                  </a:cubicBezTo>
                  <a:cubicBezTo>
                    <a:pt x="119" y="681"/>
                    <a:pt x="152" y="353"/>
                    <a:pt x="154" y="28"/>
                  </a:cubicBezTo>
                  <a:cubicBezTo>
                    <a:pt x="154" y="13"/>
                    <a:pt x="142" y="1"/>
                    <a:pt x="1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5835975" y="3729950"/>
              <a:ext cx="1475" cy="8075"/>
            </a:xfrm>
            <a:custGeom>
              <a:avLst/>
              <a:gdLst/>
              <a:ahLst/>
              <a:cxnLst/>
              <a:rect l="l" t="t" r="r" b="b"/>
              <a:pathLst>
                <a:path w="59" h="323" extrusionOk="0">
                  <a:moveTo>
                    <a:pt x="26" y="1"/>
                  </a:moveTo>
                  <a:cubicBezTo>
                    <a:pt x="13" y="1"/>
                    <a:pt x="1" y="13"/>
                    <a:pt x="1" y="28"/>
                  </a:cubicBezTo>
                  <a:lnTo>
                    <a:pt x="6" y="297"/>
                  </a:lnTo>
                  <a:cubicBezTo>
                    <a:pt x="6" y="312"/>
                    <a:pt x="18" y="323"/>
                    <a:pt x="32" y="323"/>
                  </a:cubicBezTo>
                  <a:lnTo>
                    <a:pt x="33" y="323"/>
                  </a:lnTo>
                  <a:cubicBezTo>
                    <a:pt x="46" y="323"/>
                    <a:pt x="58" y="310"/>
                    <a:pt x="58" y="297"/>
                  </a:cubicBezTo>
                  <a:lnTo>
                    <a:pt x="53" y="27"/>
                  </a:lnTo>
                  <a:cubicBezTo>
                    <a:pt x="53" y="12"/>
                    <a:pt x="4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5790125" y="3685025"/>
              <a:ext cx="2225" cy="10525"/>
            </a:xfrm>
            <a:custGeom>
              <a:avLst/>
              <a:gdLst/>
              <a:ahLst/>
              <a:cxnLst/>
              <a:rect l="l" t="t" r="r" b="b"/>
              <a:pathLst>
                <a:path w="89" h="421" extrusionOk="0">
                  <a:moveTo>
                    <a:pt x="62" y="1"/>
                  </a:moveTo>
                  <a:cubicBezTo>
                    <a:pt x="47" y="1"/>
                    <a:pt x="37" y="11"/>
                    <a:pt x="36" y="24"/>
                  </a:cubicBezTo>
                  <a:lnTo>
                    <a:pt x="2" y="393"/>
                  </a:lnTo>
                  <a:cubicBezTo>
                    <a:pt x="1" y="407"/>
                    <a:pt x="12" y="419"/>
                    <a:pt x="27" y="420"/>
                  </a:cubicBezTo>
                  <a:lnTo>
                    <a:pt x="28" y="420"/>
                  </a:lnTo>
                  <a:cubicBezTo>
                    <a:pt x="41" y="420"/>
                    <a:pt x="53" y="411"/>
                    <a:pt x="55" y="398"/>
                  </a:cubicBezTo>
                  <a:lnTo>
                    <a:pt x="87" y="29"/>
                  </a:lnTo>
                  <a:cubicBezTo>
                    <a:pt x="88" y="14"/>
                    <a:pt x="79" y="2"/>
                    <a:pt x="64" y="1"/>
                  </a:cubicBezTo>
                  <a:cubicBezTo>
                    <a:pt x="63" y="1"/>
                    <a:pt x="62" y="1"/>
                    <a:pt x="6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5791475" y="3677225"/>
              <a:ext cx="1725" cy="3725"/>
            </a:xfrm>
            <a:custGeom>
              <a:avLst/>
              <a:gdLst/>
              <a:ahLst/>
              <a:cxnLst/>
              <a:rect l="l" t="t" r="r" b="b"/>
              <a:pathLst>
                <a:path w="69" h="149" extrusionOk="0">
                  <a:moveTo>
                    <a:pt x="38" y="0"/>
                  </a:moveTo>
                  <a:cubicBezTo>
                    <a:pt x="26" y="0"/>
                    <a:pt x="15" y="10"/>
                    <a:pt x="14" y="23"/>
                  </a:cubicBezTo>
                  <a:lnTo>
                    <a:pt x="2" y="119"/>
                  </a:lnTo>
                  <a:cubicBezTo>
                    <a:pt x="1" y="134"/>
                    <a:pt x="10" y="146"/>
                    <a:pt x="25" y="149"/>
                  </a:cubicBezTo>
                  <a:lnTo>
                    <a:pt x="28" y="149"/>
                  </a:lnTo>
                  <a:cubicBezTo>
                    <a:pt x="41" y="149"/>
                    <a:pt x="52" y="138"/>
                    <a:pt x="53" y="126"/>
                  </a:cubicBezTo>
                  <a:lnTo>
                    <a:pt x="65" y="29"/>
                  </a:lnTo>
                  <a:cubicBezTo>
                    <a:pt x="68" y="14"/>
                    <a:pt x="57" y="2"/>
                    <a:pt x="42" y="1"/>
                  </a:cubicBezTo>
                  <a:cubicBezTo>
                    <a:pt x="41" y="0"/>
                    <a:pt x="40" y="0"/>
                    <a:pt x="3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5777925" y="3712275"/>
              <a:ext cx="15000" cy="11350"/>
            </a:xfrm>
            <a:custGeom>
              <a:avLst/>
              <a:gdLst/>
              <a:ahLst/>
              <a:cxnLst/>
              <a:rect l="l" t="t" r="r" b="b"/>
              <a:pathLst>
                <a:path w="600" h="454" extrusionOk="0">
                  <a:moveTo>
                    <a:pt x="30" y="1"/>
                  </a:moveTo>
                  <a:cubicBezTo>
                    <a:pt x="22" y="1"/>
                    <a:pt x="15" y="4"/>
                    <a:pt x="10" y="10"/>
                  </a:cubicBezTo>
                  <a:cubicBezTo>
                    <a:pt x="1" y="21"/>
                    <a:pt x="2" y="37"/>
                    <a:pt x="13" y="46"/>
                  </a:cubicBezTo>
                  <a:cubicBezTo>
                    <a:pt x="184" y="191"/>
                    <a:pt x="367" y="327"/>
                    <a:pt x="556" y="450"/>
                  </a:cubicBezTo>
                  <a:cubicBezTo>
                    <a:pt x="560" y="452"/>
                    <a:pt x="566" y="454"/>
                    <a:pt x="570" y="454"/>
                  </a:cubicBezTo>
                  <a:cubicBezTo>
                    <a:pt x="578" y="454"/>
                    <a:pt x="587" y="450"/>
                    <a:pt x="591" y="442"/>
                  </a:cubicBezTo>
                  <a:cubicBezTo>
                    <a:pt x="599" y="430"/>
                    <a:pt x="597" y="413"/>
                    <a:pt x="584" y="407"/>
                  </a:cubicBezTo>
                  <a:cubicBezTo>
                    <a:pt x="396" y="286"/>
                    <a:pt x="216" y="151"/>
                    <a:pt x="46" y="7"/>
                  </a:cubicBezTo>
                  <a:cubicBezTo>
                    <a:pt x="42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5799125" y="3726675"/>
              <a:ext cx="8425" cy="5275"/>
            </a:xfrm>
            <a:custGeom>
              <a:avLst/>
              <a:gdLst/>
              <a:ahLst/>
              <a:cxnLst/>
              <a:rect l="l" t="t" r="r" b="b"/>
              <a:pathLst>
                <a:path w="337" h="211" extrusionOk="0">
                  <a:moveTo>
                    <a:pt x="29" y="1"/>
                  </a:moveTo>
                  <a:cubicBezTo>
                    <a:pt x="22" y="1"/>
                    <a:pt x="15" y="4"/>
                    <a:pt x="10" y="10"/>
                  </a:cubicBezTo>
                  <a:cubicBezTo>
                    <a:pt x="0" y="20"/>
                    <a:pt x="2" y="36"/>
                    <a:pt x="12" y="46"/>
                  </a:cubicBezTo>
                  <a:cubicBezTo>
                    <a:pt x="94" y="120"/>
                    <a:pt x="194" y="176"/>
                    <a:pt x="300" y="209"/>
                  </a:cubicBezTo>
                  <a:cubicBezTo>
                    <a:pt x="303" y="210"/>
                    <a:pt x="306" y="210"/>
                    <a:pt x="308" y="210"/>
                  </a:cubicBezTo>
                  <a:cubicBezTo>
                    <a:pt x="319" y="210"/>
                    <a:pt x="330" y="203"/>
                    <a:pt x="332" y="191"/>
                  </a:cubicBezTo>
                  <a:cubicBezTo>
                    <a:pt x="337" y="178"/>
                    <a:pt x="328" y="163"/>
                    <a:pt x="315" y="159"/>
                  </a:cubicBezTo>
                  <a:cubicBezTo>
                    <a:pt x="217" y="129"/>
                    <a:pt x="124" y="77"/>
                    <a:pt x="46" y="8"/>
                  </a:cubicBezTo>
                  <a:cubicBezTo>
                    <a:pt x="41" y="3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5807725" y="3773200"/>
              <a:ext cx="22525" cy="14675"/>
            </a:xfrm>
            <a:custGeom>
              <a:avLst/>
              <a:gdLst/>
              <a:ahLst/>
              <a:cxnLst/>
              <a:rect l="l" t="t" r="r" b="b"/>
              <a:pathLst>
                <a:path w="901" h="587" extrusionOk="0">
                  <a:moveTo>
                    <a:pt x="31" y="1"/>
                  </a:moveTo>
                  <a:cubicBezTo>
                    <a:pt x="23" y="1"/>
                    <a:pt x="14" y="4"/>
                    <a:pt x="9" y="12"/>
                  </a:cubicBezTo>
                  <a:cubicBezTo>
                    <a:pt x="1" y="23"/>
                    <a:pt x="3" y="39"/>
                    <a:pt x="15" y="48"/>
                  </a:cubicBezTo>
                  <a:cubicBezTo>
                    <a:pt x="286" y="239"/>
                    <a:pt x="570" y="419"/>
                    <a:pt x="859" y="584"/>
                  </a:cubicBezTo>
                  <a:cubicBezTo>
                    <a:pt x="863" y="586"/>
                    <a:pt x="867" y="586"/>
                    <a:pt x="871" y="586"/>
                  </a:cubicBezTo>
                  <a:cubicBezTo>
                    <a:pt x="880" y="586"/>
                    <a:pt x="888" y="582"/>
                    <a:pt x="894" y="573"/>
                  </a:cubicBezTo>
                  <a:cubicBezTo>
                    <a:pt x="901" y="561"/>
                    <a:pt x="897" y="545"/>
                    <a:pt x="884" y="538"/>
                  </a:cubicBezTo>
                  <a:cubicBezTo>
                    <a:pt x="597" y="375"/>
                    <a:pt x="315" y="196"/>
                    <a:pt x="45" y="5"/>
                  </a:cubicBez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5835400" y="3790650"/>
              <a:ext cx="9825" cy="5400"/>
            </a:xfrm>
            <a:custGeom>
              <a:avLst/>
              <a:gdLst/>
              <a:ahLst/>
              <a:cxnLst/>
              <a:rect l="l" t="t" r="r" b="b"/>
              <a:pathLst>
                <a:path w="393" h="216" extrusionOk="0">
                  <a:moveTo>
                    <a:pt x="30" y="0"/>
                  </a:moveTo>
                  <a:cubicBezTo>
                    <a:pt x="21" y="0"/>
                    <a:pt x="11" y="5"/>
                    <a:pt x="6" y="15"/>
                  </a:cubicBezTo>
                  <a:cubicBezTo>
                    <a:pt x="1" y="27"/>
                    <a:pt x="6" y="43"/>
                    <a:pt x="18" y="50"/>
                  </a:cubicBezTo>
                  <a:lnTo>
                    <a:pt x="352" y="213"/>
                  </a:lnTo>
                  <a:cubicBezTo>
                    <a:pt x="356" y="214"/>
                    <a:pt x="359" y="215"/>
                    <a:pt x="363" y="215"/>
                  </a:cubicBezTo>
                  <a:cubicBezTo>
                    <a:pt x="372" y="215"/>
                    <a:pt x="382" y="210"/>
                    <a:pt x="387" y="200"/>
                  </a:cubicBezTo>
                  <a:cubicBezTo>
                    <a:pt x="392" y="188"/>
                    <a:pt x="387" y="172"/>
                    <a:pt x="375" y="165"/>
                  </a:cubicBezTo>
                  <a:lnTo>
                    <a:pt x="41" y="3"/>
                  </a:lnTo>
                  <a:cubicBezTo>
                    <a:pt x="38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5876350" y="3809875"/>
              <a:ext cx="5400" cy="37250"/>
            </a:xfrm>
            <a:custGeom>
              <a:avLst/>
              <a:gdLst/>
              <a:ahLst/>
              <a:cxnLst/>
              <a:rect l="l" t="t" r="r" b="b"/>
              <a:pathLst>
                <a:path w="216" h="1490" extrusionOk="0">
                  <a:moveTo>
                    <a:pt x="28" y="1"/>
                  </a:moveTo>
                  <a:cubicBezTo>
                    <a:pt x="26" y="1"/>
                    <a:pt x="24" y="1"/>
                    <a:pt x="22" y="2"/>
                  </a:cubicBezTo>
                  <a:cubicBezTo>
                    <a:pt x="8" y="6"/>
                    <a:pt x="0" y="19"/>
                    <a:pt x="3" y="33"/>
                  </a:cubicBezTo>
                  <a:cubicBezTo>
                    <a:pt x="118" y="501"/>
                    <a:pt x="164" y="981"/>
                    <a:pt x="137" y="1463"/>
                  </a:cubicBezTo>
                  <a:cubicBezTo>
                    <a:pt x="137" y="1476"/>
                    <a:pt x="148" y="1488"/>
                    <a:pt x="163" y="1490"/>
                  </a:cubicBezTo>
                  <a:lnTo>
                    <a:pt x="164" y="1490"/>
                  </a:lnTo>
                  <a:cubicBezTo>
                    <a:pt x="178" y="1490"/>
                    <a:pt x="188" y="1479"/>
                    <a:pt x="190" y="1466"/>
                  </a:cubicBezTo>
                  <a:cubicBezTo>
                    <a:pt x="215" y="979"/>
                    <a:pt x="170" y="493"/>
                    <a:pt x="54" y="21"/>
                  </a:cubicBezTo>
                  <a:cubicBezTo>
                    <a:pt x="50" y="9"/>
                    <a:pt x="3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5874625" y="3795275"/>
              <a:ext cx="2675" cy="9350"/>
            </a:xfrm>
            <a:custGeom>
              <a:avLst/>
              <a:gdLst/>
              <a:ahLst/>
              <a:cxnLst/>
              <a:rect l="l" t="t" r="r" b="b"/>
              <a:pathLst>
                <a:path w="107" h="374" extrusionOk="0">
                  <a:moveTo>
                    <a:pt x="27" y="0"/>
                  </a:moveTo>
                  <a:cubicBezTo>
                    <a:pt x="26" y="0"/>
                    <a:pt x="25" y="1"/>
                    <a:pt x="25" y="1"/>
                  </a:cubicBezTo>
                  <a:cubicBezTo>
                    <a:pt x="10" y="3"/>
                    <a:pt x="0" y="15"/>
                    <a:pt x="3" y="30"/>
                  </a:cubicBezTo>
                  <a:lnTo>
                    <a:pt x="54" y="352"/>
                  </a:lnTo>
                  <a:cubicBezTo>
                    <a:pt x="56" y="364"/>
                    <a:pt x="66" y="373"/>
                    <a:pt x="80" y="373"/>
                  </a:cubicBezTo>
                  <a:lnTo>
                    <a:pt x="84" y="373"/>
                  </a:lnTo>
                  <a:cubicBezTo>
                    <a:pt x="97" y="371"/>
                    <a:pt x="107" y="357"/>
                    <a:pt x="105" y="344"/>
                  </a:cubicBezTo>
                  <a:lnTo>
                    <a:pt x="54" y="22"/>
                  </a:lnTo>
                  <a:cubicBezTo>
                    <a:pt x="52" y="10"/>
                    <a:pt x="40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5865375" y="3778025"/>
              <a:ext cx="5225" cy="48250"/>
            </a:xfrm>
            <a:custGeom>
              <a:avLst/>
              <a:gdLst/>
              <a:ahLst/>
              <a:cxnLst/>
              <a:rect l="l" t="t" r="r" b="b"/>
              <a:pathLst>
                <a:path w="209" h="1930" extrusionOk="0">
                  <a:moveTo>
                    <a:pt x="29" y="0"/>
                  </a:moveTo>
                  <a:cubicBezTo>
                    <a:pt x="27" y="0"/>
                    <a:pt x="26" y="0"/>
                    <a:pt x="25" y="0"/>
                  </a:cubicBezTo>
                  <a:cubicBezTo>
                    <a:pt x="10" y="3"/>
                    <a:pt x="0" y="17"/>
                    <a:pt x="3" y="31"/>
                  </a:cubicBezTo>
                  <a:cubicBezTo>
                    <a:pt x="116" y="648"/>
                    <a:pt x="157" y="1277"/>
                    <a:pt x="123" y="1903"/>
                  </a:cubicBezTo>
                  <a:cubicBezTo>
                    <a:pt x="122" y="1916"/>
                    <a:pt x="134" y="1930"/>
                    <a:pt x="147" y="1930"/>
                  </a:cubicBezTo>
                  <a:lnTo>
                    <a:pt x="148" y="1930"/>
                  </a:lnTo>
                  <a:cubicBezTo>
                    <a:pt x="162" y="1930"/>
                    <a:pt x="174" y="1919"/>
                    <a:pt x="174" y="1905"/>
                  </a:cubicBezTo>
                  <a:cubicBezTo>
                    <a:pt x="209" y="1276"/>
                    <a:pt x="169" y="642"/>
                    <a:pt x="54" y="22"/>
                  </a:cubicBezTo>
                  <a:cubicBezTo>
                    <a:pt x="52" y="9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5864575" y="3769100"/>
              <a:ext cx="1975" cy="6025"/>
            </a:xfrm>
            <a:custGeom>
              <a:avLst/>
              <a:gdLst/>
              <a:ahLst/>
              <a:cxnLst/>
              <a:rect l="l" t="t" r="r" b="b"/>
              <a:pathLst>
                <a:path w="79" h="241" extrusionOk="0">
                  <a:moveTo>
                    <a:pt x="24" y="1"/>
                  </a:moveTo>
                  <a:cubicBezTo>
                    <a:pt x="10" y="4"/>
                    <a:pt x="0" y="16"/>
                    <a:pt x="2" y="31"/>
                  </a:cubicBezTo>
                  <a:lnTo>
                    <a:pt x="24" y="218"/>
                  </a:lnTo>
                  <a:cubicBezTo>
                    <a:pt x="27" y="231"/>
                    <a:pt x="38" y="240"/>
                    <a:pt x="50" y="240"/>
                  </a:cubicBezTo>
                  <a:lnTo>
                    <a:pt x="54" y="240"/>
                  </a:lnTo>
                  <a:cubicBezTo>
                    <a:pt x="67" y="238"/>
                    <a:pt x="78" y="226"/>
                    <a:pt x="77" y="211"/>
                  </a:cubicBezTo>
                  <a:lnTo>
                    <a:pt x="53" y="24"/>
                  </a:lnTo>
                  <a:cubicBezTo>
                    <a:pt x="51" y="10"/>
                    <a:pt x="41" y="1"/>
                    <a:pt x="2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5838125" y="3816050"/>
              <a:ext cx="14450" cy="6625"/>
            </a:xfrm>
            <a:custGeom>
              <a:avLst/>
              <a:gdLst/>
              <a:ahLst/>
              <a:cxnLst/>
              <a:rect l="l" t="t" r="r" b="b"/>
              <a:pathLst>
                <a:path w="578" h="265" extrusionOk="0">
                  <a:moveTo>
                    <a:pt x="31" y="0"/>
                  </a:moveTo>
                  <a:cubicBezTo>
                    <a:pt x="21" y="0"/>
                    <a:pt x="11" y="6"/>
                    <a:pt x="7" y="16"/>
                  </a:cubicBezTo>
                  <a:cubicBezTo>
                    <a:pt x="1" y="29"/>
                    <a:pt x="7" y="44"/>
                    <a:pt x="21" y="49"/>
                  </a:cubicBezTo>
                  <a:lnTo>
                    <a:pt x="538" y="262"/>
                  </a:lnTo>
                  <a:cubicBezTo>
                    <a:pt x="542" y="263"/>
                    <a:pt x="544" y="265"/>
                    <a:pt x="548" y="265"/>
                  </a:cubicBezTo>
                  <a:cubicBezTo>
                    <a:pt x="558" y="265"/>
                    <a:pt x="567" y="258"/>
                    <a:pt x="571" y="249"/>
                  </a:cubicBezTo>
                  <a:cubicBezTo>
                    <a:pt x="578" y="235"/>
                    <a:pt x="571" y="220"/>
                    <a:pt x="558" y="215"/>
                  </a:cubicBezTo>
                  <a:lnTo>
                    <a:pt x="41" y="2"/>
                  </a:lnTo>
                  <a:cubicBezTo>
                    <a:pt x="38" y="1"/>
                    <a:pt x="34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5813625" y="3684600"/>
              <a:ext cx="2425" cy="32875"/>
            </a:xfrm>
            <a:custGeom>
              <a:avLst/>
              <a:gdLst/>
              <a:ahLst/>
              <a:cxnLst/>
              <a:rect l="l" t="t" r="r" b="b"/>
              <a:pathLst>
                <a:path w="97" h="1315" extrusionOk="0">
                  <a:moveTo>
                    <a:pt x="28" y="0"/>
                  </a:moveTo>
                  <a:cubicBezTo>
                    <a:pt x="27" y="0"/>
                    <a:pt x="26" y="0"/>
                    <a:pt x="26" y="0"/>
                  </a:cubicBezTo>
                  <a:cubicBezTo>
                    <a:pt x="11" y="2"/>
                    <a:pt x="0" y="14"/>
                    <a:pt x="1" y="28"/>
                  </a:cubicBezTo>
                  <a:cubicBezTo>
                    <a:pt x="36" y="445"/>
                    <a:pt x="46" y="869"/>
                    <a:pt x="28" y="1288"/>
                  </a:cubicBezTo>
                  <a:cubicBezTo>
                    <a:pt x="28" y="1302"/>
                    <a:pt x="39" y="1315"/>
                    <a:pt x="54" y="1315"/>
                  </a:cubicBezTo>
                  <a:lnTo>
                    <a:pt x="55" y="1315"/>
                  </a:lnTo>
                  <a:cubicBezTo>
                    <a:pt x="69" y="1315"/>
                    <a:pt x="79" y="1304"/>
                    <a:pt x="81" y="1290"/>
                  </a:cubicBezTo>
                  <a:cubicBezTo>
                    <a:pt x="97" y="869"/>
                    <a:pt x="87" y="443"/>
                    <a:pt x="52" y="24"/>
                  </a:cubicBezTo>
                  <a:cubicBezTo>
                    <a:pt x="52" y="10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5822350" y="3691925"/>
              <a:ext cx="1575" cy="19575"/>
            </a:xfrm>
            <a:custGeom>
              <a:avLst/>
              <a:gdLst/>
              <a:ahLst/>
              <a:cxnLst/>
              <a:rect l="l" t="t" r="r" b="b"/>
              <a:pathLst>
                <a:path w="63" h="783" extrusionOk="0">
                  <a:moveTo>
                    <a:pt x="26" y="0"/>
                  </a:moveTo>
                  <a:cubicBezTo>
                    <a:pt x="13" y="0"/>
                    <a:pt x="1" y="13"/>
                    <a:pt x="1" y="26"/>
                  </a:cubicBezTo>
                  <a:lnTo>
                    <a:pt x="10" y="757"/>
                  </a:lnTo>
                  <a:cubicBezTo>
                    <a:pt x="10" y="770"/>
                    <a:pt x="22" y="782"/>
                    <a:pt x="36" y="782"/>
                  </a:cubicBezTo>
                  <a:lnTo>
                    <a:pt x="37" y="782"/>
                  </a:lnTo>
                  <a:cubicBezTo>
                    <a:pt x="51" y="781"/>
                    <a:pt x="63" y="770"/>
                    <a:pt x="63" y="755"/>
                  </a:cubicBezTo>
                  <a:lnTo>
                    <a:pt x="53" y="26"/>
                  </a:lnTo>
                  <a:cubicBezTo>
                    <a:pt x="53" y="11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5904800" y="3754275"/>
              <a:ext cx="124800" cy="209450"/>
            </a:xfrm>
            <a:custGeom>
              <a:avLst/>
              <a:gdLst/>
              <a:ahLst/>
              <a:cxnLst/>
              <a:rect l="l" t="t" r="r" b="b"/>
              <a:pathLst>
                <a:path w="4992" h="8378" extrusionOk="0">
                  <a:moveTo>
                    <a:pt x="0" y="1"/>
                  </a:moveTo>
                  <a:lnTo>
                    <a:pt x="0" y="1"/>
                  </a:lnTo>
                  <a:cubicBezTo>
                    <a:pt x="572" y="3268"/>
                    <a:pt x="2369" y="6306"/>
                    <a:pt x="4959" y="8378"/>
                  </a:cubicBezTo>
                  <a:cubicBezTo>
                    <a:pt x="4991" y="5063"/>
                    <a:pt x="2848" y="1698"/>
                    <a:pt x="0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5903425" y="3752975"/>
              <a:ext cx="127450" cy="212075"/>
            </a:xfrm>
            <a:custGeom>
              <a:avLst/>
              <a:gdLst/>
              <a:ahLst/>
              <a:cxnLst/>
              <a:rect l="l" t="t" r="r" b="b"/>
              <a:pathLst>
                <a:path w="5098" h="8483" extrusionOk="0">
                  <a:moveTo>
                    <a:pt x="126" y="156"/>
                  </a:moveTo>
                  <a:cubicBezTo>
                    <a:pt x="2977" y="1904"/>
                    <a:pt x="4947" y="5231"/>
                    <a:pt x="4962" y="8322"/>
                  </a:cubicBezTo>
                  <a:cubicBezTo>
                    <a:pt x="2465" y="6288"/>
                    <a:pt x="709" y="3323"/>
                    <a:pt x="126" y="156"/>
                  </a:cubicBezTo>
                  <a:close/>
                  <a:moveTo>
                    <a:pt x="56" y="1"/>
                  </a:moveTo>
                  <a:cubicBezTo>
                    <a:pt x="45" y="1"/>
                    <a:pt x="35" y="4"/>
                    <a:pt x="26" y="10"/>
                  </a:cubicBezTo>
                  <a:cubicBezTo>
                    <a:pt x="9" y="22"/>
                    <a:pt x="0" y="42"/>
                    <a:pt x="4" y="62"/>
                  </a:cubicBezTo>
                  <a:cubicBezTo>
                    <a:pt x="576" y="3331"/>
                    <a:pt x="2389" y="6396"/>
                    <a:pt x="4982" y="8470"/>
                  </a:cubicBezTo>
                  <a:cubicBezTo>
                    <a:pt x="4991" y="8478"/>
                    <a:pt x="5002" y="8482"/>
                    <a:pt x="5014" y="8482"/>
                  </a:cubicBezTo>
                  <a:cubicBezTo>
                    <a:pt x="5021" y="8482"/>
                    <a:pt x="5029" y="8481"/>
                    <a:pt x="5036" y="8477"/>
                  </a:cubicBezTo>
                  <a:cubicBezTo>
                    <a:pt x="5053" y="8469"/>
                    <a:pt x="5065" y="8450"/>
                    <a:pt x="5065" y="8431"/>
                  </a:cubicBezTo>
                  <a:cubicBezTo>
                    <a:pt x="5097" y="5240"/>
                    <a:pt x="3047" y="1776"/>
                    <a:pt x="82" y="8"/>
                  </a:cubicBezTo>
                  <a:cubicBezTo>
                    <a:pt x="74" y="3"/>
                    <a:pt x="65" y="1"/>
                    <a:pt x="5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5904050" y="3753625"/>
              <a:ext cx="125475" cy="210775"/>
            </a:xfrm>
            <a:custGeom>
              <a:avLst/>
              <a:gdLst/>
              <a:ahLst/>
              <a:cxnLst/>
              <a:rect l="l" t="t" r="r" b="b"/>
              <a:pathLst>
                <a:path w="5019" h="8431" extrusionOk="0">
                  <a:moveTo>
                    <a:pt x="30" y="1"/>
                  </a:moveTo>
                  <a:cubicBezTo>
                    <a:pt x="26" y="1"/>
                    <a:pt x="21" y="2"/>
                    <a:pt x="17" y="4"/>
                  </a:cubicBezTo>
                  <a:cubicBezTo>
                    <a:pt x="5" y="11"/>
                    <a:pt x="1" y="27"/>
                    <a:pt x="7" y="39"/>
                  </a:cubicBezTo>
                  <a:cubicBezTo>
                    <a:pt x="797" y="1422"/>
                    <a:pt x="1657" y="2849"/>
                    <a:pt x="2488" y="4229"/>
                  </a:cubicBezTo>
                  <a:cubicBezTo>
                    <a:pt x="3318" y="5610"/>
                    <a:pt x="4178" y="7036"/>
                    <a:pt x="4966" y="8417"/>
                  </a:cubicBezTo>
                  <a:cubicBezTo>
                    <a:pt x="4972" y="8426"/>
                    <a:pt x="4980" y="8431"/>
                    <a:pt x="4989" y="8431"/>
                  </a:cubicBezTo>
                  <a:lnTo>
                    <a:pt x="4989" y="8430"/>
                  </a:lnTo>
                  <a:cubicBezTo>
                    <a:pt x="4993" y="8430"/>
                    <a:pt x="4997" y="8430"/>
                    <a:pt x="5001" y="8427"/>
                  </a:cubicBezTo>
                  <a:cubicBezTo>
                    <a:pt x="5013" y="8420"/>
                    <a:pt x="5019" y="8404"/>
                    <a:pt x="5011" y="8392"/>
                  </a:cubicBezTo>
                  <a:cubicBezTo>
                    <a:pt x="4222" y="7010"/>
                    <a:pt x="3363" y="5583"/>
                    <a:pt x="2532" y="4203"/>
                  </a:cubicBezTo>
                  <a:cubicBezTo>
                    <a:pt x="1701" y="2822"/>
                    <a:pt x="841" y="1395"/>
                    <a:pt x="53" y="13"/>
                  </a:cubicBezTo>
                  <a:cubicBezTo>
                    <a:pt x="48" y="5"/>
                    <a:pt x="39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5929450" y="3833225"/>
              <a:ext cx="34800" cy="21000"/>
            </a:xfrm>
            <a:custGeom>
              <a:avLst/>
              <a:gdLst/>
              <a:ahLst/>
              <a:cxnLst/>
              <a:rect l="l" t="t" r="r" b="b"/>
              <a:pathLst>
                <a:path w="1392" h="840" extrusionOk="0">
                  <a:moveTo>
                    <a:pt x="29" y="0"/>
                  </a:moveTo>
                  <a:cubicBezTo>
                    <a:pt x="22" y="0"/>
                    <a:pt x="15" y="3"/>
                    <a:pt x="10" y="8"/>
                  </a:cubicBezTo>
                  <a:cubicBezTo>
                    <a:pt x="0" y="19"/>
                    <a:pt x="0" y="35"/>
                    <a:pt x="11" y="46"/>
                  </a:cubicBezTo>
                  <a:cubicBezTo>
                    <a:pt x="404" y="406"/>
                    <a:pt x="830" y="658"/>
                    <a:pt x="1354" y="838"/>
                  </a:cubicBezTo>
                  <a:cubicBezTo>
                    <a:pt x="1356" y="839"/>
                    <a:pt x="1359" y="840"/>
                    <a:pt x="1362" y="840"/>
                  </a:cubicBezTo>
                  <a:lnTo>
                    <a:pt x="1362" y="840"/>
                  </a:lnTo>
                  <a:cubicBezTo>
                    <a:pt x="1373" y="840"/>
                    <a:pt x="1383" y="833"/>
                    <a:pt x="1387" y="822"/>
                  </a:cubicBezTo>
                  <a:cubicBezTo>
                    <a:pt x="1391" y="809"/>
                    <a:pt x="1385" y="794"/>
                    <a:pt x="1371" y="790"/>
                  </a:cubicBezTo>
                  <a:cubicBezTo>
                    <a:pt x="855" y="611"/>
                    <a:pt x="433" y="362"/>
                    <a:pt x="46" y="7"/>
                  </a:cubicBezTo>
                  <a:cubicBezTo>
                    <a:pt x="41" y="2"/>
                    <a:pt x="35" y="0"/>
                    <a:pt x="29" y="0"/>
                  </a:cubicBezTo>
                  <a:close/>
                  <a:moveTo>
                    <a:pt x="1362" y="840"/>
                  </a:moveTo>
                  <a:cubicBezTo>
                    <a:pt x="1362" y="840"/>
                    <a:pt x="1362" y="840"/>
                    <a:pt x="1362" y="840"/>
                  </a:cubicBezTo>
                  <a:lnTo>
                    <a:pt x="1363" y="840"/>
                  </a:lnTo>
                  <a:cubicBezTo>
                    <a:pt x="1363" y="840"/>
                    <a:pt x="1362" y="840"/>
                    <a:pt x="1362" y="84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5977600" y="3820350"/>
              <a:ext cx="5650" cy="57925"/>
            </a:xfrm>
            <a:custGeom>
              <a:avLst/>
              <a:gdLst/>
              <a:ahLst/>
              <a:cxnLst/>
              <a:rect l="l" t="t" r="r" b="b"/>
              <a:pathLst>
                <a:path w="226" h="2317" extrusionOk="0">
                  <a:moveTo>
                    <a:pt x="30" y="1"/>
                  </a:moveTo>
                  <a:cubicBezTo>
                    <a:pt x="28" y="1"/>
                    <a:pt x="27" y="1"/>
                    <a:pt x="25" y="1"/>
                  </a:cubicBezTo>
                  <a:cubicBezTo>
                    <a:pt x="10" y="4"/>
                    <a:pt x="1" y="17"/>
                    <a:pt x="3" y="32"/>
                  </a:cubicBezTo>
                  <a:cubicBezTo>
                    <a:pt x="166" y="823"/>
                    <a:pt x="173" y="1560"/>
                    <a:pt x="25" y="2286"/>
                  </a:cubicBezTo>
                  <a:cubicBezTo>
                    <a:pt x="21" y="2299"/>
                    <a:pt x="30" y="2314"/>
                    <a:pt x="45" y="2317"/>
                  </a:cubicBezTo>
                  <a:lnTo>
                    <a:pt x="49" y="2317"/>
                  </a:lnTo>
                  <a:cubicBezTo>
                    <a:pt x="61" y="2317"/>
                    <a:pt x="72" y="2308"/>
                    <a:pt x="75" y="2296"/>
                  </a:cubicBezTo>
                  <a:cubicBezTo>
                    <a:pt x="225" y="1563"/>
                    <a:pt x="219" y="819"/>
                    <a:pt x="55" y="21"/>
                  </a:cubicBezTo>
                  <a:cubicBezTo>
                    <a:pt x="52" y="10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5960650" y="3890150"/>
              <a:ext cx="36450" cy="20450"/>
            </a:xfrm>
            <a:custGeom>
              <a:avLst/>
              <a:gdLst/>
              <a:ahLst/>
              <a:cxnLst/>
              <a:rect l="l" t="t" r="r" b="b"/>
              <a:pathLst>
                <a:path w="1458" h="818" extrusionOk="0">
                  <a:moveTo>
                    <a:pt x="30" y="1"/>
                  </a:moveTo>
                  <a:cubicBezTo>
                    <a:pt x="23" y="1"/>
                    <a:pt x="16" y="3"/>
                    <a:pt x="12" y="9"/>
                  </a:cubicBezTo>
                  <a:cubicBezTo>
                    <a:pt x="1" y="18"/>
                    <a:pt x="2" y="36"/>
                    <a:pt x="12" y="45"/>
                  </a:cubicBezTo>
                  <a:cubicBezTo>
                    <a:pt x="406" y="421"/>
                    <a:pt x="894" y="688"/>
                    <a:pt x="1423" y="817"/>
                  </a:cubicBezTo>
                  <a:lnTo>
                    <a:pt x="1429" y="817"/>
                  </a:lnTo>
                  <a:cubicBezTo>
                    <a:pt x="1440" y="817"/>
                    <a:pt x="1451" y="811"/>
                    <a:pt x="1454" y="799"/>
                  </a:cubicBezTo>
                  <a:cubicBezTo>
                    <a:pt x="1458" y="784"/>
                    <a:pt x="1450" y="770"/>
                    <a:pt x="1435" y="766"/>
                  </a:cubicBezTo>
                  <a:cubicBezTo>
                    <a:pt x="916" y="640"/>
                    <a:pt x="435" y="377"/>
                    <a:pt x="48" y="7"/>
                  </a:cubicBezTo>
                  <a:cubicBezTo>
                    <a:pt x="43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5940650" y="3781075"/>
              <a:ext cx="2100" cy="35075"/>
            </a:xfrm>
            <a:custGeom>
              <a:avLst/>
              <a:gdLst/>
              <a:ahLst/>
              <a:cxnLst/>
              <a:rect l="l" t="t" r="r" b="b"/>
              <a:pathLst>
                <a:path w="84" h="1403" extrusionOk="0">
                  <a:moveTo>
                    <a:pt x="56" y="1"/>
                  </a:moveTo>
                  <a:cubicBezTo>
                    <a:pt x="44" y="1"/>
                    <a:pt x="33" y="14"/>
                    <a:pt x="33" y="26"/>
                  </a:cubicBezTo>
                  <a:lnTo>
                    <a:pt x="0" y="1376"/>
                  </a:lnTo>
                  <a:cubicBezTo>
                    <a:pt x="0" y="1391"/>
                    <a:pt x="11" y="1401"/>
                    <a:pt x="26" y="1403"/>
                  </a:cubicBezTo>
                  <a:cubicBezTo>
                    <a:pt x="41" y="1403"/>
                    <a:pt x="51" y="1391"/>
                    <a:pt x="53" y="1377"/>
                  </a:cubicBezTo>
                  <a:lnTo>
                    <a:pt x="84" y="28"/>
                  </a:lnTo>
                  <a:cubicBezTo>
                    <a:pt x="84" y="14"/>
                    <a:pt x="73" y="2"/>
                    <a:pt x="58" y="1"/>
                  </a:cubicBezTo>
                  <a:cubicBezTo>
                    <a:pt x="58" y="1"/>
                    <a:pt x="57" y="1"/>
                    <a:pt x="5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5971950" y="3847600"/>
              <a:ext cx="3525" cy="22375"/>
            </a:xfrm>
            <a:custGeom>
              <a:avLst/>
              <a:gdLst/>
              <a:ahLst/>
              <a:cxnLst/>
              <a:rect l="l" t="t" r="r" b="b"/>
              <a:pathLst>
                <a:path w="141" h="895" extrusionOk="0">
                  <a:moveTo>
                    <a:pt x="115" y="1"/>
                  </a:moveTo>
                  <a:cubicBezTo>
                    <a:pt x="102" y="1"/>
                    <a:pt x="90" y="12"/>
                    <a:pt x="90" y="26"/>
                  </a:cubicBezTo>
                  <a:cubicBezTo>
                    <a:pt x="88" y="306"/>
                    <a:pt x="60" y="587"/>
                    <a:pt x="5" y="862"/>
                  </a:cubicBezTo>
                  <a:cubicBezTo>
                    <a:pt x="1" y="877"/>
                    <a:pt x="10" y="890"/>
                    <a:pt x="25" y="893"/>
                  </a:cubicBezTo>
                  <a:cubicBezTo>
                    <a:pt x="26" y="893"/>
                    <a:pt x="28" y="894"/>
                    <a:pt x="29" y="894"/>
                  </a:cubicBezTo>
                  <a:lnTo>
                    <a:pt x="29" y="893"/>
                  </a:lnTo>
                  <a:cubicBezTo>
                    <a:pt x="41" y="893"/>
                    <a:pt x="52" y="885"/>
                    <a:pt x="55" y="873"/>
                  </a:cubicBezTo>
                  <a:cubicBezTo>
                    <a:pt x="111" y="596"/>
                    <a:pt x="141" y="310"/>
                    <a:pt x="141" y="26"/>
                  </a:cubicBezTo>
                  <a:cubicBezTo>
                    <a:pt x="141" y="13"/>
                    <a:pt x="130" y="1"/>
                    <a:pt x="11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5974275" y="3835575"/>
              <a:ext cx="1475" cy="7150"/>
            </a:xfrm>
            <a:custGeom>
              <a:avLst/>
              <a:gdLst/>
              <a:ahLst/>
              <a:cxnLst/>
              <a:rect l="l" t="t" r="r" b="b"/>
              <a:pathLst>
                <a:path w="59" h="286" extrusionOk="0">
                  <a:moveTo>
                    <a:pt x="26" y="0"/>
                  </a:moveTo>
                  <a:cubicBezTo>
                    <a:pt x="13" y="0"/>
                    <a:pt x="1" y="12"/>
                    <a:pt x="1" y="27"/>
                  </a:cubicBezTo>
                  <a:lnTo>
                    <a:pt x="6" y="260"/>
                  </a:lnTo>
                  <a:cubicBezTo>
                    <a:pt x="6" y="275"/>
                    <a:pt x="18" y="286"/>
                    <a:pt x="32" y="286"/>
                  </a:cubicBezTo>
                  <a:cubicBezTo>
                    <a:pt x="46" y="286"/>
                    <a:pt x="58" y="273"/>
                    <a:pt x="57" y="260"/>
                  </a:cubicBezTo>
                  <a:lnTo>
                    <a:pt x="53" y="26"/>
                  </a:lnTo>
                  <a:cubicBezTo>
                    <a:pt x="53" y="11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5934600" y="3796625"/>
              <a:ext cx="2075" cy="9300"/>
            </a:xfrm>
            <a:custGeom>
              <a:avLst/>
              <a:gdLst/>
              <a:ahLst/>
              <a:cxnLst/>
              <a:rect l="l" t="t" r="r" b="b"/>
              <a:pathLst>
                <a:path w="83" h="372" extrusionOk="0">
                  <a:moveTo>
                    <a:pt x="54" y="0"/>
                  </a:moveTo>
                  <a:cubicBezTo>
                    <a:pt x="40" y="0"/>
                    <a:pt x="31" y="11"/>
                    <a:pt x="30" y="25"/>
                  </a:cubicBezTo>
                  <a:lnTo>
                    <a:pt x="0" y="343"/>
                  </a:lnTo>
                  <a:cubicBezTo>
                    <a:pt x="0" y="358"/>
                    <a:pt x="10" y="370"/>
                    <a:pt x="24" y="372"/>
                  </a:cubicBezTo>
                  <a:lnTo>
                    <a:pt x="27" y="372"/>
                  </a:lnTo>
                  <a:cubicBezTo>
                    <a:pt x="39" y="372"/>
                    <a:pt x="51" y="362"/>
                    <a:pt x="53" y="349"/>
                  </a:cubicBezTo>
                  <a:lnTo>
                    <a:pt x="81" y="29"/>
                  </a:lnTo>
                  <a:cubicBezTo>
                    <a:pt x="82" y="15"/>
                    <a:pt x="71" y="2"/>
                    <a:pt x="58" y="0"/>
                  </a:cubicBezTo>
                  <a:cubicBezTo>
                    <a:pt x="56" y="0"/>
                    <a:pt x="55" y="0"/>
                    <a:pt x="5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5935725" y="3789850"/>
              <a:ext cx="1650" cy="3425"/>
            </a:xfrm>
            <a:custGeom>
              <a:avLst/>
              <a:gdLst/>
              <a:ahLst/>
              <a:cxnLst/>
              <a:rect l="l" t="t" r="r" b="b"/>
              <a:pathLst>
                <a:path w="66" h="137" extrusionOk="0">
                  <a:moveTo>
                    <a:pt x="39" y="1"/>
                  </a:moveTo>
                  <a:cubicBezTo>
                    <a:pt x="26" y="1"/>
                    <a:pt x="14" y="10"/>
                    <a:pt x="13" y="24"/>
                  </a:cubicBezTo>
                  <a:lnTo>
                    <a:pt x="2" y="107"/>
                  </a:lnTo>
                  <a:cubicBezTo>
                    <a:pt x="1" y="122"/>
                    <a:pt x="10" y="134"/>
                    <a:pt x="25" y="136"/>
                  </a:cubicBezTo>
                  <a:cubicBezTo>
                    <a:pt x="26" y="137"/>
                    <a:pt x="26" y="137"/>
                    <a:pt x="28" y="137"/>
                  </a:cubicBezTo>
                  <a:lnTo>
                    <a:pt x="28" y="136"/>
                  </a:lnTo>
                  <a:cubicBezTo>
                    <a:pt x="41" y="136"/>
                    <a:pt x="52" y="126"/>
                    <a:pt x="53" y="114"/>
                  </a:cubicBezTo>
                  <a:lnTo>
                    <a:pt x="64" y="31"/>
                  </a:lnTo>
                  <a:cubicBezTo>
                    <a:pt x="65" y="16"/>
                    <a:pt x="56" y="2"/>
                    <a:pt x="41" y="1"/>
                  </a:cubicBezTo>
                  <a:cubicBezTo>
                    <a:pt x="40" y="1"/>
                    <a:pt x="40" y="1"/>
                    <a:pt x="3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5924000" y="3820250"/>
              <a:ext cx="13175" cy="10000"/>
            </a:xfrm>
            <a:custGeom>
              <a:avLst/>
              <a:gdLst/>
              <a:ahLst/>
              <a:cxnLst/>
              <a:rect l="l" t="t" r="r" b="b"/>
              <a:pathLst>
                <a:path w="527" h="400" extrusionOk="0">
                  <a:moveTo>
                    <a:pt x="29" y="0"/>
                  </a:moveTo>
                  <a:cubicBezTo>
                    <a:pt x="22" y="0"/>
                    <a:pt x="15" y="3"/>
                    <a:pt x="10" y="9"/>
                  </a:cubicBezTo>
                  <a:cubicBezTo>
                    <a:pt x="0" y="20"/>
                    <a:pt x="2" y="36"/>
                    <a:pt x="12" y="46"/>
                  </a:cubicBezTo>
                  <a:cubicBezTo>
                    <a:pt x="160" y="172"/>
                    <a:pt x="319" y="289"/>
                    <a:pt x="483" y="395"/>
                  </a:cubicBezTo>
                  <a:cubicBezTo>
                    <a:pt x="487" y="398"/>
                    <a:pt x="491" y="399"/>
                    <a:pt x="497" y="399"/>
                  </a:cubicBezTo>
                  <a:cubicBezTo>
                    <a:pt x="505" y="399"/>
                    <a:pt x="514" y="395"/>
                    <a:pt x="518" y="387"/>
                  </a:cubicBezTo>
                  <a:cubicBezTo>
                    <a:pt x="526" y="375"/>
                    <a:pt x="524" y="359"/>
                    <a:pt x="512" y="352"/>
                  </a:cubicBezTo>
                  <a:cubicBezTo>
                    <a:pt x="349" y="247"/>
                    <a:pt x="193" y="130"/>
                    <a:pt x="46" y="7"/>
                  </a:cubicBezTo>
                  <a:cubicBezTo>
                    <a:pt x="41" y="2"/>
                    <a:pt x="35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5942325" y="3832725"/>
              <a:ext cx="7525" cy="4725"/>
            </a:xfrm>
            <a:custGeom>
              <a:avLst/>
              <a:gdLst/>
              <a:ahLst/>
              <a:cxnLst/>
              <a:rect l="l" t="t" r="r" b="b"/>
              <a:pathLst>
                <a:path w="301" h="189" extrusionOk="0">
                  <a:moveTo>
                    <a:pt x="31" y="0"/>
                  </a:moveTo>
                  <a:cubicBezTo>
                    <a:pt x="23" y="0"/>
                    <a:pt x="16" y="3"/>
                    <a:pt x="10" y="9"/>
                  </a:cubicBezTo>
                  <a:cubicBezTo>
                    <a:pt x="1" y="20"/>
                    <a:pt x="2" y="36"/>
                    <a:pt x="13" y="46"/>
                  </a:cubicBezTo>
                  <a:cubicBezTo>
                    <a:pt x="85" y="110"/>
                    <a:pt x="171" y="159"/>
                    <a:pt x="264" y="187"/>
                  </a:cubicBezTo>
                  <a:cubicBezTo>
                    <a:pt x="267" y="188"/>
                    <a:pt x="270" y="188"/>
                    <a:pt x="271" y="188"/>
                  </a:cubicBezTo>
                  <a:cubicBezTo>
                    <a:pt x="283" y="188"/>
                    <a:pt x="292" y="182"/>
                    <a:pt x="297" y="171"/>
                  </a:cubicBezTo>
                  <a:cubicBezTo>
                    <a:pt x="301" y="156"/>
                    <a:pt x="292" y="143"/>
                    <a:pt x="279" y="137"/>
                  </a:cubicBezTo>
                  <a:cubicBezTo>
                    <a:pt x="194" y="112"/>
                    <a:pt x="114" y="67"/>
                    <a:pt x="48" y="7"/>
                  </a:cubicBezTo>
                  <a:cubicBezTo>
                    <a:pt x="43" y="2"/>
                    <a:pt x="37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5949800" y="3873025"/>
              <a:ext cx="19725" cy="12875"/>
            </a:xfrm>
            <a:custGeom>
              <a:avLst/>
              <a:gdLst/>
              <a:ahLst/>
              <a:cxnLst/>
              <a:rect l="l" t="t" r="r" b="b"/>
              <a:pathLst>
                <a:path w="789" h="515" extrusionOk="0">
                  <a:moveTo>
                    <a:pt x="30" y="0"/>
                  </a:moveTo>
                  <a:cubicBezTo>
                    <a:pt x="21" y="0"/>
                    <a:pt x="13" y="4"/>
                    <a:pt x="8" y="12"/>
                  </a:cubicBezTo>
                  <a:cubicBezTo>
                    <a:pt x="0" y="23"/>
                    <a:pt x="3" y="39"/>
                    <a:pt x="15" y="48"/>
                  </a:cubicBezTo>
                  <a:cubicBezTo>
                    <a:pt x="249" y="214"/>
                    <a:pt x="495" y="370"/>
                    <a:pt x="746" y="512"/>
                  </a:cubicBezTo>
                  <a:cubicBezTo>
                    <a:pt x="750" y="514"/>
                    <a:pt x="754" y="515"/>
                    <a:pt x="759" y="515"/>
                  </a:cubicBezTo>
                  <a:cubicBezTo>
                    <a:pt x="767" y="515"/>
                    <a:pt x="776" y="511"/>
                    <a:pt x="781" y="501"/>
                  </a:cubicBezTo>
                  <a:cubicBezTo>
                    <a:pt x="789" y="489"/>
                    <a:pt x="783" y="473"/>
                    <a:pt x="771" y="466"/>
                  </a:cubicBezTo>
                  <a:cubicBezTo>
                    <a:pt x="522" y="325"/>
                    <a:pt x="279" y="171"/>
                    <a:pt x="45" y="5"/>
                  </a:cubicBezTo>
                  <a:cubicBezTo>
                    <a:pt x="40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5973775" y="3888125"/>
              <a:ext cx="8700" cy="4875"/>
            </a:xfrm>
            <a:custGeom>
              <a:avLst/>
              <a:gdLst/>
              <a:ahLst/>
              <a:cxnLst/>
              <a:rect l="l" t="t" r="r" b="b"/>
              <a:pathLst>
                <a:path w="348" h="195" extrusionOk="0">
                  <a:moveTo>
                    <a:pt x="30" y="1"/>
                  </a:moveTo>
                  <a:cubicBezTo>
                    <a:pt x="20" y="1"/>
                    <a:pt x="11" y="6"/>
                    <a:pt x="7" y="16"/>
                  </a:cubicBezTo>
                  <a:cubicBezTo>
                    <a:pt x="0" y="28"/>
                    <a:pt x="6" y="44"/>
                    <a:pt x="18" y="49"/>
                  </a:cubicBezTo>
                  <a:lnTo>
                    <a:pt x="307" y="192"/>
                  </a:lnTo>
                  <a:cubicBezTo>
                    <a:pt x="311" y="193"/>
                    <a:pt x="314" y="195"/>
                    <a:pt x="318" y="195"/>
                  </a:cubicBezTo>
                  <a:cubicBezTo>
                    <a:pt x="327" y="195"/>
                    <a:pt x="337" y="189"/>
                    <a:pt x="342" y="180"/>
                  </a:cubicBezTo>
                  <a:cubicBezTo>
                    <a:pt x="348" y="167"/>
                    <a:pt x="342" y="152"/>
                    <a:pt x="330" y="145"/>
                  </a:cubicBezTo>
                  <a:lnTo>
                    <a:pt x="41" y="4"/>
                  </a:lnTo>
                  <a:cubicBezTo>
                    <a:pt x="37" y="2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6009225" y="3904800"/>
              <a:ext cx="4900" cy="32425"/>
            </a:xfrm>
            <a:custGeom>
              <a:avLst/>
              <a:gdLst/>
              <a:ahLst/>
              <a:cxnLst/>
              <a:rect l="l" t="t" r="r" b="b"/>
              <a:pathLst>
                <a:path w="196" h="1297" extrusionOk="0">
                  <a:moveTo>
                    <a:pt x="30" y="0"/>
                  </a:moveTo>
                  <a:cubicBezTo>
                    <a:pt x="28" y="0"/>
                    <a:pt x="25" y="1"/>
                    <a:pt x="23" y="1"/>
                  </a:cubicBezTo>
                  <a:cubicBezTo>
                    <a:pt x="10" y="5"/>
                    <a:pt x="0" y="19"/>
                    <a:pt x="4" y="32"/>
                  </a:cubicBezTo>
                  <a:cubicBezTo>
                    <a:pt x="104" y="437"/>
                    <a:pt x="143" y="854"/>
                    <a:pt x="120" y="1270"/>
                  </a:cubicBezTo>
                  <a:cubicBezTo>
                    <a:pt x="120" y="1285"/>
                    <a:pt x="131" y="1297"/>
                    <a:pt x="146" y="1297"/>
                  </a:cubicBezTo>
                  <a:lnTo>
                    <a:pt x="147" y="1297"/>
                  </a:lnTo>
                  <a:cubicBezTo>
                    <a:pt x="160" y="1297"/>
                    <a:pt x="171" y="1286"/>
                    <a:pt x="173" y="1273"/>
                  </a:cubicBezTo>
                  <a:cubicBezTo>
                    <a:pt x="195" y="852"/>
                    <a:pt x="155" y="430"/>
                    <a:pt x="54" y="20"/>
                  </a:cubicBezTo>
                  <a:cubicBezTo>
                    <a:pt x="52" y="9"/>
                    <a:pt x="41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6007750" y="3892150"/>
              <a:ext cx="2550" cy="8250"/>
            </a:xfrm>
            <a:custGeom>
              <a:avLst/>
              <a:gdLst/>
              <a:ahLst/>
              <a:cxnLst/>
              <a:rect l="l" t="t" r="r" b="b"/>
              <a:pathLst>
                <a:path w="102" h="330" extrusionOk="0">
                  <a:moveTo>
                    <a:pt x="27" y="0"/>
                  </a:moveTo>
                  <a:cubicBezTo>
                    <a:pt x="26" y="0"/>
                    <a:pt x="25" y="0"/>
                    <a:pt x="24" y="0"/>
                  </a:cubicBezTo>
                  <a:cubicBezTo>
                    <a:pt x="11" y="3"/>
                    <a:pt x="0" y="16"/>
                    <a:pt x="3" y="30"/>
                  </a:cubicBezTo>
                  <a:lnTo>
                    <a:pt x="47" y="308"/>
                  </a:lnTo>
                  <a:cubicBezTo>
                    <a:pt x="50" y="320"/>
                    <a:pt x="61" y="330"/>
                    <a:pt x="73" y="330"/>
                  </a:cubicBezTo>
                  <a:lnTo>
                    <a:pt x="77" y="330"/>
                  </a:lnTo>
                  <a:cubicBezTo>
                    <a:pt x="92" y="327"/>
                    <a:pt x="101" y="314"/>
                    <a:pt x="98" y="300"/>
                  </a:cubicBezTo>
                  <a:lnTo>
                    <a:pt x="54" y="22"/>
                  </a:lnTo>
                  <a:cubicBezTo>
                    <a:pt x="53" y="9"/>
                    <a:pt x="42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5999750" y="3877200"/>
              <a:ext cx="4725" cy="41975"/>
            </a:xfrm>
            <a:custGeom>
              <a:avLst/>
              <a:gdLst/>
              <a:ahLst/>
              <a:cxnLst/>
              <a:rect l="l" t="t" r="r" b="b"/>
              <a:pathLst>
                <a:path w="189" h="1679" extrusionOk="0">
                  <a:moveTo>
                    <a:pt x="29" y="0"/>
                  </a:moveTo>
                  <a:cubicBezTo>
                    <a:pt x="27" y="0"/>
                    <a:pt x="26" y="1"/>
                    <a:pt x="24" y="1"/>
                  </a:cubicBezTo>
                  <a:cubicBezTo>
                    <a:pt x="9" y="4"/>
                    <a:pt x="0" y="17"/>
                    <a:pt x="3" y="30"/>
                  </a:cubicBezTo>
                  <a:cubicBezTo>
                    <a:pt x="101" y="565"/>
                    <a:pt x="136" y="1111"/>
                    <a:pt x="106" y="1652"/>
                  </a:cubicBezTo>
                  <a:cubicBezTo>
                    <a:pt x="106" y="1666"/>
                    <a:pt x="117" y="1678"/>
                    <a:pt x="131" y="1678"/>
                  </a:cubicBezTo>
                  <a:lnTo>
                    <a:pt x="132" y="1678"/>
                  </a:lnTo>
                  <a:cubicBezTo>
                    <a:pt x="145" y="1678"/>
                    <a:pt x="157" y="1669"/>
                    <a:pt x="157" y="1654"/>
                  </a:cubicBezTo>
                  <a:cubicBezTo>
                    <a:pt x="188" y="1109"/>
                    <a:pt x="153" y="559"/>
                    <a:pt x="54" y="22"/>
                  </a:cubicBezTo>
                  <a:cubicBezTo>
                    <a:pt x="51" y="9"/>
                    <a:pt x="4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5999025" y="3869475"/>
              <a:ext cx="1925" cy="5375"/>
            </a:xfrm>
            <a:custGeom>
              <a:avLst/>
              <a:gdLst/>
              <a:ahLst/>
              <a:cxnLst/>
              <a:rect l="l" t="t" r="r" b="b"/>
              <a:pathLst>
                <a:path w="77" h="215" extrusionOk="0">
                  <a:moveTo>
                    <a:pt x="28" y="0"/>
                  </a:moveTo>
                  <a:cubicBezTo>
                    <a:pt x="27" y="0"/>
                    <a:pt x="26" y="0"/>
                    <a:pt x="25" y="0"/>
                  </a:cubicBezTo>
                  <a:cubicBezTo>
                    <a:pt x="12" y="3"/>
                    <a:pt x="1" y="15"/>
                    <a:pt x="2" y="30"/>
                  </a:cubicBezTo>
                  <a:lnTo>
                    <a:pt x="22" y="191"/>
                  </a:lnTo>
                  <a:cubicBezTo>
                    <a:pt x="25" y="205"/>
                    <a:pt x="36" y="214"/>
                    <a:pt x="49" y="214"/>
                  </a:cubicBezTo>
                  <a:lnTo>
                    <a:pt x="52" y="214"/>
                  </a:lnTo>
                  <a:cubicBezTo>
                    <a:pt x="67" y="212"/>
                    <a:pt x="76" y="200"/>
                    <a:pt x="75" y="185"/>
                  </a:cubicBezTo>
                  <a:lnTo>
                    <a:pt x="55" y="23"/>
                  </a:lnTo>
                  <a:cubicBezTo>
                    <a:pt x="52" y="9"/>
                    <a:pt x="4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5976150" y="3910150"/>
              <a:ext cx="12675" cy="5925"/>
            </a:xfrm>
            <a:custGeom>
              <a:avLst/>
              <a:gdLst/>
              <a:ahLst/>
              <a:cxnLst/>
              <a:rect l="l" t="t" r="r" b="b"/>
              <a:pathLst>
                <a:path w="507" h="237" extrusionOk="0">
                  <a:moveTo>
                    <a:pt x="29" y="1"/>
                  </a:moveTo>
                  <a:cubicBezTo>
                    <a:pt x="19" y="1"/>
                    <a:pt x="10" y="6"/>
                    <a:pt x="6" y="16"/>
                  </a:cubicBezTo>
                  <a:cubicBezTo>
                    <a:pt x="1" y="29"/>
                    <a:pt x="6" y="44"/>
                    <a:pt x="20" y="50"/>
                  </a:cubicBezTo>
                  <a:lnTo>
                    <a:pt x="468" y="234"/>
                  </a:lnTo>
                  <a:cubicBezTo>
                    <a:pt x="470" y="235"/>
                    <a:pt x="474" y="237"/>
                    <a:pt x="477" y="237"/>
                  </a:cubicBezTo>
                  <a:cubicBezTo>
                    <a:pt x="488" y="237"/>
                    <a:pt x="497" y="230"/>
                    <a:pt x="501" y="221"/>
                  </a:cubicBezTo>
                  <a:cubicBezTo>
                    <a:pt x="507" y="207"/>
                    <a:pt x="501" y="192"/>
                    <a:pt x="488" y="187"/>
                  </a:cubicBezTo>
                  <a:lnTo>
                    <a:pt x="40" y="3"/>
                  </a:lnTo>
                  <a:cubicBezTo>
                    <a:pt x="36" y="1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5954900" y="3796250"/>
              <a:ext cx="2325" cy="28675"/>
            </a:xfrm>
            <a:custGeom>
              <a:avLst/>
              <a:gdLst/>
              <a:ahLst/>
              <a:cxnLst/>
              <a:rect l="l" t="t" r="r" b="b"/>
              <a:pathLst>
                <a:path w="93" h="1147" extrusionOk="0">
                  <a:moveTo>
                    <a:pt x="30" y="0"/>
                  </a:moveTo>
                  <a:cubicBezTo>
                    <a:pt x="29" y="0"/>
                    <a:pt x="28" y="0"/>
                    <a:pt x="26" y="1"/>
                  </a:cubicBezTo>
                  <a:cubicBezTo>
                    <a:pt x="11" y="2"/>
                    <a:pt x="1" y="14"/>
                    <a:pt x="2" y="29"/>
                  </a:cubicBezTo>
                  <a:cubicBezTo>
                    <a:pt x="32" y="389"/>
                    <a:pt x="40" y="757"/>
                    <a:pt x="26" y="1120"/>
                  </a:cubicBezTo>
                  <a:cubicBezTo>
                    <a:pt x="25" y="1135"/>
                    <a:pt x="36" y="1145"/>
                    <a:pt x="50" y="1147"/>
                  </a:cubicBezTo>
                  <a:lnTo>
                    <a:pt x="52" y="1147"/>
                  </a:lnTo>
                  <a:cubicBezTo>
                    <a:pt x="65" y="1147"/>
                    <a:pt x="77" y="1136"/>
                    <a:pt x="77" y="1121"/>
                  </a:cubicBezTo>
                  <a:cubicBezTo>
                    <a:pt x="92" y="757"/>
                    <a:pt x="84" y="387"/>
                    <a:pt x="53" y="23"/>
                  </a:cubicBezTo>
                  <a:cubicBezTo>
                    <a:pt x="52" y="11"/>
                    <a:pt x="4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5962475" y="3802600"/>
              <a:ext cx="1525" cy="17125"/>
            </a:xfrm>
            <a:custGeom>
              <a:avLst/>
              <a:gdLst/>
              <a:ahLst/>
              <a:cxnLst/>
              <a:rect l="l" t="t" r="r" b="b"/>
              <a:pathLst>
                <a:path w="61" h="685" extrusionOk="0">
                  <a:moveTo>
                    <a:pt x="26" y="1"/>
                  </a:moveTo>
                  <a:cubicBezTo>
                    <a:pt x="13" y="1"/>
                    <a:pt x="0" y="13"/>
                    <a:pt x="0" y="26"/>
                  </a:cubicBezTo>
                  <a:lnTo>
                    <a:pt x="8" y="659"/>
                  </a:lnTo>
                  <a:cubicBezTo>
                    <a:pt x="10" y="674"/>
                    <a:pt x="21" y="684"/>
                    <a:pt x="35" y="684"/>
                  </a:cubicBezTo>
                  <a:cubicBezTo>
                    <a:pt x="50" y="684"/>
                    <a:pt x="61" y="672"/>
                    <a:pt x="61" y="659"/>
                  </a:cubicBezTo>
                  <a:lnTo>
                    <a:pt x="53" y="26"/>
                  </a:lnTo>
                  <a:cubicBezTo>
                    <a:pt x="53" y="12"/>
                    <a:pt x="41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5530750" y="3809575"/>
              <a:ext cx="276150" cy="72750"/>
            </a:xfrm>
            <a:custGeom>
              <a:avLst/>
              <a:gdLst/>
              <a:ahLst/>
              <a:cxnLst/>
              <a:rect l="l" t="t" r="r" b="b"/>
              <a:pathLst>
                <a:path w="11046" h="2910" extrusionOk="0">
                  <a:moveTo>
                    <a:pt x="7568" y="1"/>
                  </a:moveTo>
                  <a:cubicBezTo>
                    <a:pt x="4854" y="1"/>
                    <a:pt x="2060" y="992"/>
                    <a:pt x="1" y="2668"/>
                  </a:cubicBezTo>
                  <a:cubicBezTo>
                    <a:pt x="908" y="2830"/>
                    <a:pt x="1828" y="2910"/>
                    <a:pt x="2749" y="2910"/>
                  </a:cubicBezTo>
                  <a:cubicBezTo>
                    <a:pt x="5654" y="2910"/>
                    <a:pt x="8561" y="2116"/>
                    <a:pt x="11046" y="607"/>
                  </a:cubicBezTo>
                  <a:cubicBezTo>
                    <a:pt x="9949" y="194"/>
                    <a:pt x="8766" y="1"/>
                    <a:pt x="7568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5529375" y="3808500"/>
              <a:ext cx="278875" cy="75100"/>
            </a:xfrm>
            <a:custGeom>
              <a:avLst/>
              <a:gdLst/>
              <a:ahLst/>
              <a:cxnLst/>
              <a:rect l="l" t="t" r="r" b="b"/>
              <a:pathLst>
                <a:path w="11155" h="3004" extrusionOk="0">
                  <a:moveTo>
                    <a:pt x="7636" y="103"/>
                  </a:moveTo>
                  <a:cubicBezTo>
                    <a:pt x="8803" y="103"/>
                    <a:pt x="9943" y="285"/>
                    <a:pt x="10983" y="661"/>
                  </a:cubicBezTo>
                  <a:cubicBezTo>
                    <a:pt x="8531" y="2126"/>
                    <a:pt x="5656" y="2899"/>
                    <a:pt x="2794" y="2899"/>
                  </a:cubicBezTo>
                  <a:cubicBezTo>
                    <a:pt x="1916" y="2899"/>
                    <a:pt x="1040" y="2827"/>
                    <a:pt x="177" y="2679"/>
                  </a:cubicBezTo>
                  <a:cubicBezTo>
                    <a:pt x="2271" y="1012"/>
                    <a:pt x="5024" y="103"/>
                    <a:pt x="7636" y="103"/>
                  </a:cubicBezTo>
                  <a:close/>
                  <a:moveTo>
                    <a:pt x="7637" y="0"/>
                  </a:moveTo>
                  <a:cubicBezTo>
                    <a:pt x="4963" y="0"/>
                    <a:pt x="2145" y="943"/>
                    <a:pt x="22" y="2671"/>
                  </a:cubicBezTo>
                  <a:cubicBezTo>
                    <a:pt x="7" y="2683"/>
                    <a:pt x="1" y="2704"/>
                    <a:pt x="5" y="2723"/>
                  </a:cubicBezTo>
                  <a:cubicBezTo>
                    <a:pt x="10" y="2743"/>
                    <a:pt x="26" y="2758"/>
                    <a:pt x="46" y="2762"/>
                  </a:cubicBezTo>
                  <a:cubicBezTo>
                    <a:pt x="950" y="2924"/>
                    <a:pt x="1871" y="3003"/>
                    <a:pt x="2791" y="3003"/>
                  </a:cubicBezTo>
                  <a:cubicBezTo>
                    <a:pt x="5710" y="3003"/>
                    <a:pt x="8640" y="2205"/>
                    <a:pt x="11128" y="695"/>
                  </a:cubicBezTo>
                  <a:cubicBezTo>
                    <a:pt x="11145" y="684"/>
                    <a:pt x="11155" y="665"/>
                    <a:pt x="11153" y="645"/>
                  </a:cubicBezTo>
                  <a:cubicBezTo>
                    <a:pt x="11151" y="626"/>
                    <a:pt x="11139" y="608"/>
                    <a:pt x="11120" y="602"/>
                  </a:cubicBezTo>
                  <a:cubicBezTo>
                    <a:pt x="10042" y="196"/>
                    <a:pt x="8854" y="0"/>
                    <a:pt x="763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5530050" y="3824075"/>
              <a:ext cx="277575" cy="52850"/>
            </a:xfrm>
            <a:custGeom>
              <a:avLst/>
              <a:gdLst/>
              <a:ahLst/>
              <a:cxnLst/>
              <a:rect l="l" t="t" r="r" b="b"/>
              <a:pathLst>
                <a:path w="11103" h="2114" extrusionOk="0">
                  <a:moveTo>
                    <a:pt x="11076" y="1"/>
                  </a:moveTo>
                  <a:cubicBezTo>
                    <a:pt x="11074" y="1"/>
                    <a:pt x="11072" y="1"/>
                    <a:pt x="11070" y="2"/>
                  </a:cubicBezTo>
                  <a:cubicBezTo>
                    <a:pt x="9259" y="310"/>
                    <a:pt x="7370" y="677"/>
                    <a:pt x="5545" y="1032"/>
                  </a:cubicBezTo>
                  <a:cubicBezTo>
                    <a:pt x="3720" y="1387"/>
                    <a:pt x="1833" y="1753"/>
                    <a:pt x="23" y="2063"/>
                  </a:cubicBezTo>
                  <a:cubicBezTo>
                    <a:pt x="10" y="2064"/>
                    <a:pt x="1" y="2077"/>
                    <a:pt x="3" y="2092"/>
                  </a:cubicBezTo>
                  <a:cubicBezTo>
                    <a:pt x="5" y="2104"/>
                    <a:pt x="15" y="2114"/>
                    <a:pt x="29" y="2114"/>
                  </a:cubicBezTo>
                  <a:lnTo>
                    <a:pt x="33" y="2114"/>
                  </a:lnTo>
                  <a:cubicBezTo>
                    <a:pt x="1842" y="1806"/>
                    <a:pt x="3730" y="1438"/>
                    <a:pt x="5554" y="1083"/>
                  </a:cubicBezTo>
                  <a:cubicBezTo>
                    <a:pt x="7380" y="728"/>
                    <a:pt x="9269" y="361"/>
                    <a:pt x="11078" y="53"/>
                  </a:cubicBezTo>
                  <a:cubicBezTo>
                    <a:pt x="11093" y="50"/>
                    <a:pt x="11102" y="37"/>
                    <a:pt x="11100" y="22"/>
                  </a:cubicBezTo>
                  <a:cubicBezTo>
                    <a:pt x="11097" y="10"/>
                    <a:pt x="11088" y="1"/>
                    <a:pt x="1107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5626350" y="3851250"/>
              <a:ext cx="36050" cy="29675"/>
            </a:xfrm>
            <a:custGeom>
              <a:avLst/>
              <a:gdLst/>
              <a:ahLst/>
              <a:cxnLst/>
              <a:rect l="l" t="t" r="r" b="b"/>
              <a:pathLst>
                <a:path w="1442" h="1187" extrusionOk="0">
                  <a:moveTo>
                    <a:pt x="1412" y="0"/>
                  </a:moveTo>
                  <a:cubicBezTo>
                    <a:pt x="1404" y="0"/>
                    <a:pt x="1397" y="3"/>
                    <a:pt x="1391" y="10"/>
                  </a:cubicBezTo>
                  <a:cubicBezTo>
                    <a:pt x="993" y="499"/>
                    <a:pt x="557" y="857"/>
                    <a:pt x="18" y="1137"/>
                  </a:cubicBezTo>
                  <a:cubicBezTo>
                    <a:pt x="6" y="1144"/>
                    <a:pt x="0" y="1160"/>
                    <a:pt x="7" y="1172"/>
                  </a:cubicBezTo>
                  <a:cubicBezTo>
                    <a:pt x="11" y="1181"/>
                    <a:pt x="20" y="1187"/>
                    <a:pt x="30" y="1187"/>
                  </a:cubicBezTo>
                  <a:cubicBezTo>
                    <a:pt x="34" y="1187"/>
                    <a:pt x="38" y="1185"/>
                    <a:pt x="42" y="1184"/>
                  </a:cubicBezTo>
                  <a:cubicBezTo>
                    <a:pt x="587" y="900"/>
                    <a:pt x="1029" y="537"/>
                    <a:pt x="1432" y="42"/>
                  </a:cubicBezTo>
                  <a:cubicBezTo>
                    <a:pt x="1441" y="31"/>
                    <a:pt x="1440" y="15"/>
                    <a:pt x="1429" y="6"/>
                  </a:cubicBezTo>
                  <a:cubicBezTo>
                    <a:pt x="1424" y="2"/>
                    <a:pt x="1418" y="0"/>
                    <a:pt x="141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5631500" y="3822275"/>
              <a:ext cx="63050" cy="23175"/>
            </a:xfrm>
            <a:custGeom>
              <a:avLst/>
              <a:gdLst/>
              <a:ahLst/>
              <a:cxnLst/>
              <a:rect l="l" t="t" r="r" b="b"/>
              <a:pathLst>
                <a:path w="2522" h="927" extrusionOk="0">
                  <a:moveTo>
                    <a:pt x="28" y="0"/>
                  </a:moveTo>
                  <a:cubicBezTo>
                    <a:pt x="14" y="0"/>
                    <a:pt x="5" y="10"/>
                    <a:pt x="3" y="22"/>
                  </a:cubicBezTo>
                  <a:cubicBezTo>
                    <a:pt x="0" y="37"/>
                    <a:pt x="11" y="51"/>
                    <a:pt x="24" y="52"/>
                  </a:cubicBezTo>
                  <a:cubicBezTo>
                    <a:pt x="947" y="189"/>
                    <a:pt x="1749" y="474"/>
                    <a:pt x="2478" y="922"/>
                  </a:cubicBezTo>
                  <a:cubicBezTo>
                    <a:pt x="2482" y="925"/>
                    <a:pt x="2486" y="926"/>
                    <a:pt x="2492" y="926"/>
                  </a:cubicBezTo>
                  <a:cubicBezTo>
                    <a:pt x="2500" y="926"/>
                    <a:pt x="2509" y="922"/>
                    <a:pt x="2513" y="914"/>
                  </a:cubicBezTo>
                  <a:cubicBezTo>
                    <a:pt x="2521" y="902"/>
                    <a:pt x="2517" y="886"/>
                    <a:pt x="2505" y="878"/>
                  </a:cubicBezTo>
                  <a:cubicBezTo>
                    <a:pt x="1771" y="426"/>
                    <a:pt x="962" y="139"/>
                    <a:pt x="32" y="1"/>
                  </a:cubicBezTo>
                  <a:cubicBezTo>
                    <a:pt x="31" y="1"/>
                    <a:pt x="29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5700450" y="3837925"/>
              <a:ext cx="36075" cy="31675"/>
            </a:xfrm>
            <a:custGeom>
              <a:avLst/>
              <a:gdLst/>
              <a:ahLst/>
              <a:cxnLst/>
              <a:rect l="l" t="t" r="r" b="b"/>
              <a:pathLst>
                <a:path w="1443" h="1267" extrusionOk="0">
                  <a:moveTo>
                    <a:pt x="1413" y="0"/>
                  </a:moveTo>
                  <a:cubicBezTo>
                    <a:pt x="1405" y="0"/>
                    <a:pt x="1396" y="4"/>
                    <a:pt x="1391" y="11"/>
                  </a:cubicBezTo>
                  <a:cubicBezTo>
                    <a:pt x="1048" y="525"/>
                    <a:pt x="572" y="942"/>
                    <a:pt x="17" y="1217"/>
                  </a:cubicBezTo>
                  <a:cubicBezTo>
                    <a:pt x="5" y="1223"/>
                    <a:pt x="0" y="1238"/>
                    <a:pt x="7" y="1252"/>
                  </a:cubicBezTo>
                  <a:cubicBezTo>
                    <a:pt x="11" y="1261"/>
                    <a:pt x="20" y="1266"/>
                    <a:pt x="30" y="1266"/>
                  </a:cubicBezTo>
                  <a:cubicBezTo>
                    <a:pt x="34" y="1266"/>
                    <a:pt x="38" y="1265"/>
                    <a:pt x="40" y="1264"/>
                  </a:cubicBezTo>
                  <a:cubicBezTo>
                    <a:pt x="604" y="985"/>
                    <a:pt x="1086" y="561"/>
                    <a:pt x="1434" y="41"/>
                  </a:cubicBezTo>
                  <a:cubicBezTo>
                    <a:pt x="1442" y="29"/>
                    <a:pt x="1439" y="13"/>
                    <a:pt x="1427" y="5"/>
                  </a:cubicBezTo>
                  <a:cubicBezTo>
                    <a:pt x="1423" y="2"/>
                    <a:pt x="1418" y="0"/>
                    <a:pt x="141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5574550" y="3846050"/>
              <a:ext cx="37750" cy="15500"/>
            </a:xfrm>
            <a:custGeom>
              <a:avLst/>
              <a:gdLst/>
              <a:ahLst/>
              <a:cxnLst/>
              <a:rect l="l" t="t" r="r" b="b"/>
              <a:pathLst>
                <a:path w="1510" h="620" extrusionOk="0">
                  <a:moveTo>
                    <a:pt x="30" y="1"/>
                  </a:moveTo>
                  <a:cubicBezTo>
                    <a:pt x="20" y="1"/>
                    <a:pt x="10" y="7"/>
                    <a:pt x="6" y="16"/>
                  </a:cubicBezTo>
                  <a:cubicBezTo>
                    <a:pt x="0" y="29"/>
                    <a:pt x="7" y="44"/>
                    <a:pt x="21" y="49"/>
                  </a:cubicBezTo>
                  <a:lnTo>
                    <a:pt x="1471" y="619"/>
                  </a:lnTo>
                  <a:cubicBezTo>
                    <a:pt x="1474" y="620"/>
                    <a:pt x="1478" y="620"/>
                    <a:pt x="1480" y="620"/>
                  </a:cubicBezTo>
                  <a:cubicBezTo>
                    <a:pt x="1491" y="620"/>
                    <a:pt x="1500" y="613"/>
                    <a:pt x="1505" y="604"/>
                  </a:cubicBezTo>
                  <a:cubicBezTo>
                    <a:pt x="1510" y="590"/>
                    <a:pt x="1503" y="576"/>
                    <a:pt x="1490" y="570"/>
                  </a:cubicBezTo>
                  <a:lnTo>
                    <a:pt x="39" y="2"/>
                  </a:ln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5659650" y="3836875"/>
              <a:ext cx="23425" cy="11975"/>
            </a:xfrm>
            <a:custGeom>
              <a:avLst/>
              <a:gdLst/>
              <a:ahLst/>
              <a:cxnLst/>
              <a:rect l="l" t="t" r="r" b="b"/>
              <a:pathLst>
                <a:path w="937" h="479" extrusionOk="0">
                  <a:moveTo>
                    <a:pt x="28" y="0"/>
                  </a:moveTo>
                  <a:cubicBezTo>
                    <a:pt x="18" y="0"/>
                    <a:pt x="8" y="7"/>
                    <a:pt x="4" y="17"/>
                  </a:cubicBezTo>
                  <a:cubicBezTo>
                    <a:pt x="0" y="30"/>
                    <a:pt x="7" y="45"/>
                    <a:pt x="20" y="51"/>
                  </a:cubicBezTo>
                  <a:cubicBezTo>
                    <a:pt x="323" y="162"/>
                    <a:pt x="618" y="305"/>
                    <a:pt x="893" y="474"/>
                  </a:cubicBezTo>
                  <a:cubicBezTo>
                    <a:pt x="897" y="477"/>
                    <a:pt x="901" y="478"/>
                    <a:pt x="907" y="478"/>
                  </a:cubicBezTo>
                  <a:cubicBezTo>
                    <a:pt x="915" y="478"/>
                    <a:pt x="924" y="473"/>
                    <a:pt x="928" y="465"/>
                  </a:cubicBezTo>
                  <a:cubicBezTo>
                    <a:pt x="936" y="453"/>
                    <a:pt x="932" y="437"/>
                    <a:pt x="920" y="430"/>
                  </a:cubicBezTo>
                  <a:cubicBezTo>
                    <a:pt x="642" y="259"/>
                    <a:pt x="345" y="115"/>
                    <a:pt x="38" y="2"/>
                  </a:cubicBezTo>
                  <a:cubicBezTo>
                    <a:pt x="35" y="1"/>
                    <a:pt x="3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5646625" y="3831975"/>
              <a:ext cx="7850" cy="3525"/>
            </a:xfrm>
            <a:custGeom>
              <a:avLst/>
              <a:gdLst/>
              <a:ahLst/>
              <a:cxnLst/>
              <a:rect l="l" t="t" r="r" b="b"/>
              <a:pathLst>
                <a:path w="314" h="141" extrusionOk="0">
                  <a:moveTo>
                    <a:pt x="29" y="0"/>
                  </a:moveTo>
                  <a:cubicBezTo>
                    <a:pt x="19" y="0"/>
                    <a:pt x="9" y="7"/>
                    <a:pt x="5" y="18"/>
                  </a:cubicBezTo>
                  <a:cubicBezTo>
                    <a:pt x="0" y="31"/>
                    <a:pt x="7" y="46"/>
                    <a:pt x="21" y="50"/>
                  </a:cubicBezTo>
                  <a:lnTo>
                    <a:pt x="276" y="139"/>
                  </a:lnTo>
                  <a:cubicBezTo>
                    <a:pt x="279" y="139"/>
                    <a:pt x="282" y="140"/>
                    <a:pt x="284" y="140"/>
                  </a:cubicBezTo>
                  <a:cubicBezTo>
                    <a:pt x="295" y="140"/>
                    <a:pt x="306" y="134"/>
                    <a:pt x="309" y="123"/>
                  </a:cubicBezTo>
                  <a:cubicBezTo>
                    <a:pt x="314" y="108"/>
                    <a:pt x="307" y="95"/>
                    <a:pt x="292" y="89"/>
                  </a:cubicBezTo>
                  <a:lnTo>
                    <a:pt x="38" y="2"/>
                  </a:lnTo>
                  <a:cubicBezTo>
                    <a:pt x="35" y="1"/>
                    <a:pt x="3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5588975" y="3858825"/>
              <a:ext cx="9875" cy="5250"/>
            </a:xfrm>
            <a:custGeom>
              <a:avLst/>
              <a:gdLst/>
              <a:ahLst/>
              <a:cxnLst/>
              <a:rect l="l" t="t" r="r" b="b"/>
              <a:pathLst>
                <a:path w="395" h="210" extrusionOk="0">
                  <a:moveTo>
                    <a:pt x="30" y="1"/>
                  </a:moveTo>
                  <a:cubicBezTo>
                    <a:pt x="20" y="1"/>
                    <a:pt x="11" y="6"/>
                    <a:pt x="6" y="15"/>
                  </a:cubicBezTo>
                  <a:cubicBezTo>
                    <a:pt x="1" y="28"/>
                    <a:pt x="6" y="43"/>
                    <a:pt x="18" y="50"/>
                  </a:cubicBezTo>
                  <a:lnTo>
                    <a:pt x="354" y="207"/>
                  </a:lnTo>
                  <a:cubicBezTo>
                    <a:pt x="357" y="208"/>
                    <a:pt x="361" y="210"/>
                    <a:pt x="365" y="210"/>
                  </a:cubicBezTo>
                  <a:cubicBezTo>
                    <a:pt x="375" y="210"/>
                    <a:pt x="384" y="204"/>
                    <a:pt x="388" y="195"/>
                  </a:cubicBezTo>
                  <a:cubicBezTo>
                    <a:pt x="395" y="182"/>
                    <a:pt x="389" y="167"/>
                    <a:pt x="376" y="160"/>
                  </a:cubicBezTo>
                  <a:lnTo>
                    <a:pt x="41" y="3"/>
                  </a:lnTo>
                  <a:cubicBezTo>
                    <a:pt x="37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5581925" y="3855375"/>
              <a:ext cx="3650" cy="2450"/>
            </a:xfrm>
            <a:custGeom>
              <a:avLst/>
              <a:gdLst/>
              <a:ahLst/>
              <a:cxnLst/>
              <a:rect l="l" t="t" r="r" b="b"/>
              <a:pathLst>
                <a:path w="146" h="98" extrusionOk="0">
                  <a:moveTo>
                    <a:pt x="29" y="0"/>
                  </a:moveTo>
                  <a:cubicBezTo>
                    <a:pt x="20" y="0"/>
                    <a:pt x="11" y="6"/>
                    <a:pt x="7" y="16"/>
                  </a:cubicBezTo>
                  <a:cubicBezTo>
                    <a:pt x="0" y="28"/>
                    <a:pt x="4" y="44"/>
                    <a:pt x="18" y="50"/>
                  </a:cubicBezTo>
                  <a:lnTo>
                    <a:pt x="104" y="94"/>
                  </a:lnTo>
                  <a:cubicBezTo>
                    <a:pt x="108" y="96"/>
                    <a:pt x="112" y="96"/>
                    <a:pt x="116" y="96"/>
                  </a:cubicBezTo>
                  <a:lnTo>
                    <a:pt x="116" y="98"/>
                  </a:lnTo>
                  <a:cubicBezTo>
                    <a:pt x="125" y="98"/>
                    <a:pt x="135" y="92"/>
                    <a:pt x="139" y="83"/>
                  </a:cubicBezTo>
                  <a:cubicBezTo>
                    <a:pt x="145" y="71"/>
                    <a:pt x="140" y="55"/>
                    <a:pt x="128" y="48"/>
                  </a:cubicBezTo>
                  <a:lnTo>
                    <a:pt x="40" y="3"/>
                  </a:lnTo>
                  <a:cubicBezTo>
                    <a:pt x="37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5610125" y="3871125"/>
              <a:ext cx="15525" cy="10550"/>
            </a:xfrm>
            <a:custGeom>
              <a:avLst/>
              <a:gdLst/>
              <a:ahLst/>
              <a:cxnLst/>
              <a:rect l="l" t="t" r="r" b="b"/>
              <a:pathLst>
                <a:path w="621" h="422" extrusionOk="0">
                  <a:moveTo>
                    <a:pt x="592" y="1"/>
                  </a:moveTo>
                  <a:cubicBezTo>
                    <a:pt x="587" y="1"/>
                    <a:pt x="581" y="2"/>
                    <a:pt x="577" y="6"/>
                  </a:cubicBezTo>
                  <a:cubicBezTo>
                    <a:pt x="399" y="140"/>
                    <a:pt x="211" y="264"/>
                    <a:pt x="17" y="373"/>
                  </a:cubicBezTo>
                  <a:cubicBezTo>
                    <a:pt x="5" y="381"/>
                    <a:pt x="1" y="396"/>
                    <a:pt x="8" y="409"/>
                  </a:cubicBezTo>
                  <a:cubicBezTo>
                    <a:pt x="12" y="417"/>
                    <a:pt x="21" y="421"/>
                    <a:pt x="29" y="421"/>
                  </a:cubicBezTo>
                  <a:lnTo>
                    <a:pt x="30" y="421"/>
                  </a:lnTo>
                  <a:cubicBezTo>
                    <a:pt x="34" y="421"/>
                    <a:pt x="38" y="420"/>
                    <a:pt x="43" y="419"/>
                  </a:cubicBezTo>
                  <a:cubicBezTo>
                    <a:pt x="239" y="307"/>
                    <a:pt x="429" y="182"/>
                    <a:pt x="608" y="47"/>
                  </a:cubicBezTo>
                  <a:cubicBezTo>
                    <a:pt x="618" y="38"/>
                    <a:pt x="621" y="22"/>
                    <a:pt x="613" y="11"/>
                  </a:cubicBezTo>
                  <a:cubicBezTo>
                    <a:pt x="607" y="4"/>
                    <a:pt x="600" y="1"/>
                    <a:pt x="5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5630925" y="3860225"/>
              <a:ext cx="7550" cy="6525"/>
            </a:xfrm>
            <a:custGeom>
              <a:avLst/>
              <a:gdLst/>
              <a:ahLst/>
              <a:cxnLst/>
              <a:rect l="l" t="t" r="r" b="b"/>
              <a:pathLst>
                <a:path w="302" h="261" extrusionOk="0">
                  <a:moveTo>
                    <a:pt x="273" y="0"/>
                  </a:moveTo>
                  <a:cubicBezTo>
                    <a:pt x="265" y="0"/>
                    <a:pt x="257" y="4"/>
                    <a:pt x="252" y="10"/>
                  </a:cubicBezTo>
                  <a:cubicBezTo>
                    <a:pt x="190" y="93"/>
                    <a:pt x="108" y="162"/>
                    <a:pt x="18" y="212"/>
                  </a:cubicBezTo>
                  <a:cubicBezTo>
                    <a:pt x="4" y="218"/>
                    <a:pt x="0" y="233"/>
                    <a:pt x="7" y="247"/>
                  </a:cubicBezTo>
                  <a:cubicBezTo>
                    <a:pt x="11" y="255"/>
                    <a:pt x="20" y="260"/>
                    <a:pt x="30" y="260"/>
                  </a:cubicBezTo>
                  <a:cubicBezTo>
                    <a:pt x="34" y="260"/>
                    <a:pt x="38" y="259"/>
                    <a:pt x="42" y="257"/>
                  </a:cubicBezTo>
                  <a:cubicBezTo>
                    <a:pt x="139" y="205"/>
                    <a:pt x="226" y="130"/>
                    <a:pt x="294" y="41"/>
                  </a:cubicBezTo>
                  <a:cubicBezTo>
                    <a:pt x="302" y="30"/>
                    <a:pt x="300" y="14"/>
                    <a:pt x="288" y="6"/>
                  </a:cubicBezTo>
                  <a:cubicBezTo>
                    <a:pt x="284" y="2"/>
                    <a:pt x="278" y="0"/>
                    <a:pt x="27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5677575" y="3858075"/>
              <a:ext cx="21250" cy="16500"/>
            </a:xfrm>
            <a:custGeom>
              <a:avLst/>
              <a:gdLst/>
              <a:ahLst/>
              <a:cxnLst/>
              <a:rect l="l" t="t" r="r" b="b"/>
              <a:pathLst>
                <a:path w="850" h="660" extrusionOk="0">
                  <a:moveTo>
                    <a:pt x="820" y="1"/>
                  </a:moveTo>
                  <a:cubicBezTo>
                    <a:pt x="814" y="1"/>
                    <a:pt x="808" y="3"/>
                    <a:pt x="803" y="7"/>
                  </a:cubicBezTo>
                  <a:cubicBezTo>
                    <a:pt x="552" y="221"/>
                    <a:pt x="287" y="424"/>
                    <a:pt x="15" y="612"/>
                  </a:cubicBezTo>
                  <a:cubicBezTo>
                    <a:pt x="3" y="621"/>
                    <a:pt x="0" y="637"/>
                    <a:pt x="8" y="649"/>
                  </a:cubicBezTo>
                  <a:cubicBezTo>
                    <a:pt x="14" y="656"/>
                    <a:pt x="22" y="660"/>
                    <a:pt x="30" y="660"/>
                  </a:cubicBezTo>
                  <a:cubicBezTo>
                    <a:pt x="35" y="660"/>
                    <a:pt x="41" y="658"/>
                    <a:pt x="45" y="656"/>
                  </a:cubicBezTo>
                  <a:cubicBezTo>
                    <a:pt x="318" y="466"/>
                    <a:pt x="584" y="261"/>
                    <a:pt x="837" y="46"/>
                  </a:cubicBezTo>
                  <a:cubicBezTo>
                    <a:pt x="848" y="37"/>
                    <a:pt x="849" y="21"/>
                    <a:pt x="840" y="10"/>
                  </a:cubicBezTo>
                  <a:cubicBezTo>
                    <a:pt x="834" y="4"/>
                    <a:pt x="827" y="1"/>
                    <a:pt x="82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5703475" y="3846825"/>
              <a:ext cx="8125" cy="7750"/>
            </a:xfrm>
            <a:custGeom>
              <a:avLst/>
              <a:gdLst/>
              <a:ahLst/>
              <a:cxnLst/>
              <a:rect l="l" t="t" r="r" b="b"/>
              <a:pathLst>
                <a:path w="325" h="310" extrusionOk="0">
                  <a:moveTo>
                    <a:pt x="296" y="1"/>
                  </a:moveTo>
                  <a:cubicBezTo>
                    <a:pt x="290" y="1"/>
                    <a:pt x="283" y="3"/>
                    <a:pt x="279" y="8"/>
                  </a:cubicBezTo>
                  <a:lnTo>
                    <a:pt x="11" y="265"/>
                  </a:lnTo>
                  <a:cubicBezTo>
                    <a:pt x="0" y="274"/>
                    <a:pt x="0" y="290"/>
                    <a:pt x="9" y="301"/>
                  </a:cubicBezTo>
                  <a:cubicBezTo>
                    <a:pt x="15" y="306"/>
                    <a:pt x="22" y="309"/>
                    <a:pt x="28" y="309"/>
                  </a:cubicBezTo>
                  <a:cubicBezTo>
                    <a:pt x="35" y="309"/>
                    <a:pt x="42" y="306"/>
                    <a:pt x="46" y="302"/>
                  </a:cubicBezTo>
                  <a:lnTo>
                    <a:pt x="314" y="45"/>
                  </a:lnTo>
                  <a:cubicBezTo>
                    <a:pt x="324" y="35"/>
                    <a:pt x="324" y="18"/>
                    <a:pt x="315" y="8"/>
                  </a:cubicBezTo>
                  <a:cubicBezTo>
                    <a:pt x="310" y="3"/>
                    <a:pt x="303" y="1"/>
                    <a:pt x="29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5735575" y="3821400"/>
              <a:ext cx="36350" cy="10450"/>
            </a:xfrm>
            <a:custGeom>
              <a:avLst/>
              <a:gdLst/>
              <a:ahLst/>
              <a:cxnLst/>
              <a:rect l="l" t="t" r="r" b="b"/>
              <a:pathLst>
                <a:path w="1454" h="418" extrusionOk="0">
                  <a:moveTo>
                    <a:pt x="28" y="1"/>
                  </a:moveTo>
                  <a:cubicBezTo>
                    <a:pt x="14" y="1"/>
                    <a:pt x="3" y="11"/>
                    <a:pt x="2" y="24"/>
                  </a:cubicBezTo>
                  <a:cubicBezTo>
                    <a:pt x="1" y="39"/>
                    <a:pt x="12" y="51"/>
                    <a:pt x="25" y="53"/>
                  </a:cubicBezTo>
                  <a:cubicBezTo>
                    <a:pt x="504" y="105"/>
                    <a:pt x="971" y="227"/>
                    <a:pt x="1415" y="417"/>
                  </a:cubicBezTo>
                  <a:cubicBezTo>
                    <a:pt x="1417" y="418"/>
                    <a:pt x="1422" y="418"/>
                    <a:pt x="1424" y="418"/>
                  </a:cubicBezTo>
                  <a:cubicBezTo>
                    <a:pt x="1435" y="418"/>
                    <a:pt x="1444" y="413"/>
                    <a:pt x="1448" y="403"/>
                  </a:cubicBezTo>
                  <a:cubicBezTo>
                    <a:pt x="1454" y="390"/>
                    <a:pt x="1448" y="374"/>
                    <a:pt x="1435" y="368"/>
                  </a:cubicBezTo>
                  <a:cubicBezTo>
                    <a:pt x="987" y="177"/>
                    <a:pt x="515" y="53"/>
                    <a:pt x="30" y="1"/>
                  </a:cubicBezTo>
                  <a:cubicBezTo>
                    <a:pt x="30" y="1"/>
                    <a:pt x="2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5721250" y="3818025"/>
              <a:ext cx="9425" cy="2875"/>
            </a:xfrm>
            <a:custGeom>
              <a:avLst/>
              <a:gdLst/>
              <a:ahLst/>
              <a:cxnLst/>
              <a:rect l="l" t="t" r="r" b="b"/>
              <a:pathLst>
                <a:path w="377" h="115" extrusionOk="0">
                  <a:moveTo>
                    <a:pt x="26" y="0"/>
                  </a:moveTo>
                  <a:cubicBezTo>
                    <a:pt x="15" y="0"/>
                    <a:pt x="6" y="9"/>
                    <a:pt x="3" y="22"/>
                  </a:cubicBezTo>
                  <a:cubicBezTo>
                    <a:pt x="1" y="35"/>
                    <a:pt x="9" y="48"/>
                    <a:pt x="24" y="51"/>
                  </a:cubicBezTo>
                  <a:lnTo>
                    <a:pt x="342" y="113"/>
                  </a:lnTo>
                  <a:cubicBezTo>
                    <a:pt x="345" y="114"/>
                    <a:pt x="347" y="114"/>
                    <a:pt x="348" y="114"/>
                  </a:cubicBezTo>
                  <a:cubicBezTo>
                    <a:pt x="360" y="114"/>
                    <a:pt x="371" y="105"/>
                    <a:pt x="373" y="93"/>
                  </a:cubicBezTo>
                  <a:cubicBezTo>
                    <a:pt x="376" y="79"/>
                    <a:pt x="367" y="66"/>
                    <a:pt x="353" y="63"/>
                  </a:cubicBezTo>
                  <a:lnTo>
                    <a:pt x="33" y="1"/>
                  </a:lnTo>
                  <a:cubicBezTo>
                    <a:pt x="31" y="1"/>
                    <a:pt x="28" y="0"/>
                    <a:pt x="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5701875" y="3820800"/>
              <a:ext cx="46575" cy="14600"/>
            </a:xfrm>
            <a:custGeom>
              <a:avLst/>
              <a:gdLst/>
              <a:ahLst/>
              <a:cxnLst/>
              <a:rect l="l" t="t" r="r" b="b"/>
              <a:pathLst>
                <a:path w="1863" h="584" extrusionOk="0">
                  <a:moveTo>
                    <a:pt x="28" y="0"/>
                  </a:moveTo>
                  <a:cubicBezTo>
                    <a:pt x="15" y="0"/>
                    <a:pt x="5" y="9"/>
                    <a:pt x="4" y="22"/>
                  </a:cubicBezTo>
                  <a:cubicBezTo>
                    <a:pt x="1" y="36"/>
                    <a:pt x="10" y="49"/>
                    <a:pt x="25" y="52"/>
                  </a:cubicBezTo>
                  <a:cubicBezTo>
                    <a:pt x="643" y="157"/>
                    <a:pt x="1248" y="334"/>
                    <a:pt x="1824" y="581"/>
                  </a:cubicBezTo>
                  <a:cubicBezTo>
                    <a:pt x="1826" y="582"/>
                    <a:pt x="1830" y="583"/>
                    <a:pt x="1835" y="583"/>
                  </a:cubicBezTo>
                  <a:cubicBezTo>
                    <a:pt x="1844" y="583"/>
                    <a:pt x="1853" y="577"/>
                    <a:pt x="1857" y="567"/>
                  </a:cubicBezTo>
                  <a:cubicBezTo>
                    <a:pt x="1863" y="554"/>
                    <a:pt x="1857" y="539"/>
                    <a:pt x="1844" y="533"/>
                  </a:cubicBezTo>
                  <a:cubicBezTo>
                    <a:pt x="1264" y="285"/>
                    <a:pt x="655" y="106"/>
                    <a:pt x="33" y="1"/>
                  </a:cubicBezTo>
                  <a:cubicBezTo>
                    <a:pt x="31" y="0"/>
                    <a:pt x="3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5693200" y="3818500"/>
              <a:ext cx="6050" cy="2400"/>
            </a:xfrm>
            <a:custGeom>
              <a:avLst/>
              <a:gdLst/>
              <a:ahLst/>
              <a:cxnLst/>
              <a:rect l="l" t="t" r="r" b="b"/>
              <a:pathLst>
                <a:path w="242" h="96" extrusionOk="0">
                  <a:moveTo>
                    <a:pt x="30" y="1"/>
                  </a:moveTo>
                  <a:cubicBezTo>
                    <a:pt x="18" y="1"/>
                    <a:pt x="7" y="9"/>
                    <a:pt x="5" y="21"/>
                  </a:cubicBezTo>
                  <a:cubicBezTo>
                    <a:pt x="1" y="35"/>
                    <a:pt x="10" y="48"/>
                    <a:pt x="24" y="52"/>
                  </a:cubicBezTo>
                  <a:lnTo>
                    <a:pt x="208" y="94"/>
                  </a:lnTo>
                  <a:cubicBezTo>
                    <a:pt x="209" y="95"/>
                    <a:pt x="212" y="95"/>
                    <a:pt x="213" y="95"/>
                  </a:cubicBezTo>
                  <a:cubicBezTo>
                    <a:pt x="225" y="95"/>
                    <a:pt x="236" y="87"/>
                    <a:pt x="239" y="75"/>
                  </a:cubicBezTo>
                  <a:cubicBezTo>
                    <a:pt x="242" y="60"/>
                    <a:pt x="233" y="47"/>
                    <a:pt x="219" y="44"/>
                  </a:cubicBezTo>
                  <a:lnTo>
                    <a:pt x="36" y="1"/>
                  </a:lnTo>
                  <a:cubicBezTo>
                    <a:pt x="34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5728250" y="3849050"/>
              <a:ext cx="10900" cy="11625"/>
            </a:xfrm>
            <a:custGeom>
              <a:avLst/>
              <a:gdLst/>
              <a:ahLst/>
              <a:cxnLst/>
              <a:rect l="l" t="t" r="r" b="b"/>
              <a:pathLst>
                <a:path w="436" h="465" extrusionOk="0">
                  <a:moveTo>
                    <a:pt x="406" y="1"/>
                  </a:moveTo>
                  <a:cubicBezTo>
                    <a:pt x="399" y="1"/>
                    <a:pt x="392" y="3"/>
                    <a:pt x="387" y="9"/>
                  </a:cubicBezTo>
                  <a:lnTo>
                    <a:pt x="10" y="422"/>
                  </a:lnTo>
                  <a:cubicBezTo>
                    <a:pt x="1" y="433"/>
                    <a:pt x="1" y="449"/>
                    <a:pt x="11" y="458"/>
                  </a:cubicBezTo>
                  <a:cubicBezTo>
                    <a:pt x="17" y="464"/>
                    <a:pt x="23" y="465"/>
                    <a:pt x="29" y="465"/>
                  </a:cubicBezTo>
                  <a:cubicBezTo>
                    <a:pt x="37" y="465"/>
                    <a:pt x="44" y="462"/>
                    <a:pt x="48" y="457"/>
                  </a:cubicBezTo>
                  <a:lnTo>
                    <a:pt x="426" y="44"/>
                  </a:lnTo>
                  <a:cubicBezTo>
                    <a:pt x="435" y="33"/>
                    <a:pt x="434" y="17"/>
                    <a:pt x="423" y="8"/>
                  </a:cubicBezTo>
                  <a:cubicBezTo>
                    <a:pt x="418" y="3"/>
                    <a:pt x="412" y="1"/>
                    <a:pt x="40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5596350" y="3837400"/>
              <a:ext cx="31375" cy="11525"/>
            </a:xfrm>
            <a:custGeom>
              <a:avLst/>
              <a:gdLst/>
              <a:ahLst/>
              <a:cxnLst/>
              <a:rect l="l" t="t" r="r" b="b"/>
              <a:pathLst>
                <a:path w="1255" h="461" extrusionOk="0">
                  <a:moveTo>
                    <a:pt x="30" y="1"/>
                  </a:moveTo>
                  <a:cubicBezTo>
                    <a:pt x="18" y="1"/>
                    <a:pt x="7" y="8"/>
                    <a:pt x="4" y="20"/>
                  </a:cubicBezTo>
                  <a:cubicBezTo>
                    <a:pt x="0" y="34"/>
                    <a:pt x="8" y="48"/>
                    <a:pt x="22" y="51"/>
                  </a:cubicBezTo>
                  <a:cubicBezTo>
                    <a:pt x="427" y="163"/>
                    <a:pt x="828" y="299"/>
                    <a:pt x="1215" y="457"/>
                  </a:cubicBezTo>
                  <a:cubicBezTo>
                    <a:pt x="1218" y="459"/>
                    <a:pt x="1222" y="460"/>
                    <a:pt x="1224" y="460"/>
                  </a:cubicBezTo>
                  <a:cubicBezTo>
                    <a:pt x="1235" y="460"/>
                    <a:pt x="1245" y="453"/>
                    <a:pt x="1249" y="444"/>
                  </a:cubicBezTo>
                  <a:cubicBezTo>
                    <a:pt x="1254" y="430"/>
                    <a:pt x="1249" y="416"/>
                    <a:pt x="1235" y="410"/>
                  </a:cubicBezTo>
                  <a:cubicBezTo>
                    <a:pt x="845" y="250"/>
                    <a:pt x="441" y="113"/>
                    <a:pt x="35" y="1"/>
                  </a:cubicBezTo>
                  <a:cubicBezTo>
                    <a:pt x="33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5606200" y="3831725"/>
              <a:ext cx="18700" cy="7375"/>
            </a:xfrm>
            <a:custGeom>
              <a:avLst/>
              <a:gdLst/>
              <a:ahLst/>
              <a:cxnLst/>
              <a:rect l="l" t="t" r="r" b="b"/>
              <a:pathLst>
                <a:path w="748" h="295" extrusionOk="0">
                  <a:moveTo>
                    <a:pt x="29" y="0"/>
                  </a:moveTo>
                  <a:cubicBezTo>
                    <a:pt x="18" y="0"/>
                    <a:pt x="9" y="7"/>
                    <a:pt x="4" y="17"/>
                  </a:cubicBezTo>
                  <a:cubicBezTo>
                    <a:pt x="0" y="32"/>
                    <a:pt x="7" y="45"/>
                    <a:pt x="21" y="51"/>
                  </a:cubicBezTo>
                  <a:lnTo>
                    <a:pt x="709" y="293"/>
                  </a:lnTo>
                  <a:cubicBezTo>
                    <a:pt x="712" y="293"/>
                    <a:pt x="714" y="294"/>
                    <a:pt x="718" y="294"/>
                  </a:cubicBezTo>
                  <a:lnTo>
                    <a:pt x="718" y="294"/>
                  </a:lnTo>
                  <a:cubicBezTo>
                    <a:pt x="729" y="294"/>
                    <a:pt x="739" y="287"/>
                    <a:pt x="743" y="277"/>
                  </a:cubicBezTo>
                  <a:cubicBezTo>
                    <a:pt x="747" y="263"/>
                    <a:pt x="740" y="248"/>
                    <a:pt x="727" y="243"/>
                  </a:cubicBezTo>
                  <a:lnTo>
                    <a:pt x="38" y="2"/>
                  </a:lnTo>
                  <a:cubicBezTo>
                    <a:pt x="35" y="1"/>
                    <a:pt x="32" y="0"/>
                    <a:pt x="29" y="0"/>
                  </a:cubicBezTo>
                  <a:close/>
                  <a:moveTo>
                    <a:pt x="718" y="294"/>
                  </a:moveTo>
                  <a:cubicBezTo>
                    <a:pt x="718" y="294"/>
                    <a:pt x="718" y="294"/>
                    <a:pt x="717" y="294"/>
                  </a:cubicBezTo>
                  <a:lnTo>
                    <a:pt x="719" y="294"/>
                  </a:lnTo>
                  <a:cubicBezTo>
                    <a:pt x="719" y="294"/>
                    <a:pt x="718" y="294"/>
                    <a:pt x="718" y="294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5671650" y="3871225"/>
              <a:ext cx="280700" cy="61550"/>
            </a:xfrm>
            <a:custGeom>
              <a:avLst/>
              <a:gdLst/>
              <a:ahLst/>
              <a:cxnLst/>
              <a:rect l="l" t="t" r="r" b="b"/>
              <a:pathLst>
                <a:path w="11228" h="2462" extrusionOk="0">
                  <a:moveTo>
                    <a:pt x="5312" y="1"/>
                  </a:moveTo>
                  <a:cubicBezTo>
                    <a:pt x="3461" y="1"/>
                    <a:pt x="1603" y="413"/>
                    <a:pt x="0" y="1202"/>
                  </a:cubicBezTo>
                  <a:cubicBezTo>
                    <a:pt x="1967" y="2039"/>
                    <a:pt x="4105" y="2462"/>
                    <a:pt x="6242" y="2462"/>
                  </a:cubicBezTo>
                  <a:cubicBezTo>
                    <a:pt x="7933" y="2462"/>
                    <a:pt x="9622" y="2198"/>
                    <a:pt x="11227" y="1666"/>
                  </a:cubicBezTo>
                  <a:cubicBezTo>
                    <a:pt x="9527" y="538"/>
                    <a:pt x="7425" y="1"/>
                    <a:pt x="5312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5670325" y="3870100"/>
              <a:ext cx="283350" cy="63900"/>
            </a:xfrm>
            <a:custGeom>
              <a:avLst/>
              <a:gdLst/>
              <a:ahLst/>
              <a:cxnLst/>
              <a:rect l="l" t="t" r="r" b="b"/>
              <a:pathLst>
                <a:path w="11334" h="2556" extrusionOk="0">
                  <a:moveTo>
                    <a:pt x="5342" y="104"/>
                  </a:moveTo>
                  <a:cubicBezTo>
                    <a:pt x="7453" y="104"/>
                    <a:pt x="9526" y="640"/>
                    <a:pt x="11162" y="1695"/>
                  </a:cubicBezTo>
                  <a:cubicBezTo>
                    <a:pt x="9598" y="2201"/>
                    <a:pt x="7949" y="2452"/>
                    <a:pt x="6298" y="2452"/>
                  </a:cubicBezTo>
                  <a:cubicBezTo>
                    <a:pt x="4203" y="2452"/>
                    <a:pt x="2105" y="2047"/>
                    <a:pt x="179" y="1244"/>
                  </a:cubicBezTo>
                  <a:cubicBezTo>
                    <a:pt x="1772" y="481"/>
                    <a:pt x="3570" y="104"/>
                    <a:pt x="5342" y="104"/>
                  </a:cubicBezTo>
                  <a:close/>
                  <a:moveTo>
                    <a:pt x="5341" y="1"/>
                  </a:moveTo>
                  <a:cubicBezTo>
                    <a:pt x="3516" y="1"/>
                    <a:pt x="1662" y="397"/>
                    <a:pt x="31" y="1201"/>
                  </a:cubicBezTo>
                  <a:cubicBezTo>
                    <a:pt x="12" y="1209"/>
                    <a:pt x="1" y="1228"/>
                    <a:pt x="2" y="1248"/>
                  </a:cubicBezTo>
                  <a:cubicBezTo>
                    <a:pt x="2" y="1268"/>
                    <a:pt x="14" y="1287"/>
                    <a:pt x="33" y="1295"/>
                  </a:cubicBezTo>
                  <a:cubicBezTo>
                    <a:pt x="2001" y="2133"/>
                    <a:pt x="4151" y="2556"/>
                    <a:pt x="6298" y="2556"/>
                  </a:cubicBezTo>
                  <a:lnTo>
                    <a:pt x="6300" y="2556"/>
                  </a:lnTo>
                  <a:cubicBezTo>
                    <a:pt x="7996" y="2556"/>
                    <a:pt x="9693" y="2292"/>
                    <a:pt x="11298" y="1761"/>
                  </a:cubicBezTo>
                  <a:cubicBezTo>
                    <a:pt x="11316" y="1754"/>
                    <a:pt x="11330" y="1738"/>
                    <a:pt x="11333" y="1718"/>
                  </a:cubicBezTo>
                  <a:cubicBezTo>
                    <a:pt x="11334" y="1697"/>
                    <a:pt x="11326" y="1679"/>
                    <a:pt x="11310" y="1668"/>
                  </a:cubicBezTo>
                  <a:cubicBezTo>
                    <a:pt x="9643" y="562"/>
                    <a:pt x="7512" y="1"/>
                    <a:pt x="534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5670975" y="3900625"/>
              <a:ext cx="282050" cy="12900"/>
            </a:xfrm>
            <a:custGeom>
              <a:avLst/>
              <a:gdLst/>
              <a:ahLst/>
              <a:cxnLst/>
              <a:rect l="l" t="t" r="r" b="b"/>
              <a:pathLst>
                <a:path w="11282" h="516" extrusionOk="0">
                  <a:moveTo>
                    <a:pt x="29" y="0"/>
                  </a:moveTo>
                  <a:cubicBezTo>
                    <a:pt x="14" y="0"/>
                    <a:pt x="2" y="11"/>
                    <a:pt x="2" y="24"/>
                  </a:cubicBezTo>
                  <a:cubicBezTo>
                    <a:pt x="1" y="39"/>
                    <a:pt x="11" y="51"/>
                    <a:pt x="26" y="53"/>
                  </a:cubicBezTo>
                  <a:cubicBezTo>
                    <a:pt x="1860" y="156"/>
                    <a:pt x="3782" y="222"/>
                    <a:pt x="5640" y="284"/>
                  </a:cubicBezTo>
                  <a:cubicBezTo>
                    <a:pt x="7498" y="346"/>
                    <a:pt x="9420" y="412"/>
                    <a:pt x="11253" y="515"/>
                  </a:cubicBezTo>
                  <a:lnTo>
                    <a:pt x="11254" y="515"/>
                  </a:lnTo>
                  <a:cubicBezTo>
                    <a:pt x="11268" y="515"/>
                    <a:pt x="11280" y="505"/>
                    <a:pt x="11281" y="491"/>
                  </a:cubicBezTo>
                  <a:cubicBezTo>
                    <a:pt x="11281" y="478"/>
                    <a:pt x="11270" y="464"/>
                    <a:pt x="11255" y="464"/>
                  </a:cubicBezTo>
                  <a:cubicBezTo>
                    <a:pt x="9422" y="359"/>
                    <a:pt x="7501" y="295"/>
                    <a:pt x="5641" y="233"/>
                  </a:cubicBezTo>
                  <a:cubicBezTo>
                    <a:pt x="3784" y="170"/>
                    <a:pt x="1862" y="105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5763925" y="3906175"/>
              <a:ext cx="41500" cy="21250"/>
            </a:xfrm>
            <a:custGeom>
              <a:avLst/>
              <a:gdLst/>
              <a:ahLst/>
              <a:cxnLst/>
              <a:rect l="l" t="t" r="r" b="b"/>
              <a:pathLst>
                <a:path w="1660" h="850" extrusionOk="0">
                  <a:moveTo>
                    <a:pt x="1630" y="0"/>
                  </a:moveTo>
                  <a:cubicBezTo>
                    <a:pt x="1625" y="0"/>
                    <a:pt x="1619" y="2"/>
                    <a:pt x="1614" y="6"/>
                  </a:cubicBezTo>
                  <a:cubicBezTo>
                    <a:pt x="1116" y="394"/>
                    <a:pt x="610" y="646"/>
                    <a:pt x="22" y="798"/>
                  </a:cubicBezTo>
                  <a:cubicBezTo>
                    <a:pt x="9" y="801"/>
                    <a:pt x="1" y="815"/>
                    <a:pt x="4" y="829"/>
                  </a:cubicBezTo>
                  <a:cubicBezTo>
                    <a:pt x="8" y="841"/>
                    <a:pt x="17" y="849"/>
                    <a:pt x="29" y="849"/>
                  </a:cubicBezTo>
                  <a:cubicBezTo>
                    <a:pt x="32" y="849"/>
                    <a:pt x="33" y="848"/>
                    <a:pt x="36" y="848"/>
                  </a:cubicBezTo>
                  <a:cubicBezTo>
                    <a:pt x="631" y="693"/>
                    <a:pt x="1143" y="439"/>
                    <a:pt x="1646" y="47"/>
                  </a:cubicBezTo>
                  <a:cubicBezTo>
                    <a:pt x="1657" y="38"/>
                    <a:pt x="1660" y="22"/>
                    <a:pt x="1650" y="11"/>
                  </a:cubicBezTo>
                  <a:cubicBezTo>
                    <a:pt x="1646" y="4"/>
                    <a:pt x="1638" y="0"/>
                    <a:pt x="16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5781725" y="3871350"/>
              <a:ext cx="56600" cy="36400"/>
            </a:xfrm>
            <a:custGeom>
              <a:avLst/>
              <a:gdLst/>
              <a:ahLst/>
              <a:cxnLst/>
              <a:rect l="l" t="t" r="r" b="b"/>
              <a:pathLst>
                <a:path w="2264" h="1456" extrusionOk="0">
                  <a:moveTo>
                    <a:pt x="30" y="0"/>
                  </a:moveTo>
                  <a:cubicBezTo>
                    <a:pt x="20" y="0"/>
                    <a:pt x="10" y="7"/>
                    <a:pt x="6" y="17"/>
                  </a:cubicBezTo>
                  <a:cubicBezTo>
                    <a:pt x="1" y="30"/>
                    <a:pt x="7" y="45"/>
                    <a:pt x="21" y="51"/>
                  </a:cubicBezTo>
                  <a:cubicBezTo>
                    <a:pt x="889" y="391"/>
                    <a:pt x="1607" y="848"/>
                    <a:pt x="2216" y="1448"/>
                  </a:cubicBezTo>
                  <a:cubicBezTo>
                    <a:pt x="2222" y="1454"/>
                    <a:pt x="2228" y="1455"/>
                    <a:pt x="2235" y="1455"/>
                  </a:cubicBezTo>
                  <a:cubicBezTo>
                    <a:pt x="2242" y="1455"/>
                    <a:pt x="2249" y="1454"/>
                    <a:pt x="2253" y="1448"/>
                  </a:cubicBezTo>
                  <a:cubicBezTo>
                    <a:pt x="2263" y="1438"/>
                    <a:pt x="2263" y="1421"/>
                    <a:pt x="2253" y="1411"/>
                  </a:cubicBezTo>
                  <a:cubicBezTo>
                    <a:pt x="1638" y="807"/>
                    <a:pt x="914" y="345"/>
                    <a:pt x="40" y="2"/>
                  </a:cubicBezTo>
                  <a:cubicBezTo>
                    <a:pt x="37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5838675" y="3909775"/>
              <a:ext cx="41950" cy="23150"/>
            </a:xfrm>
            <a:custGeom>
              <a:avLst/>
              <a:gdLst/>
              <a:ahLst/>
              <a:cxnLst/>
              <a:rect l="l" t="t" r="r" b="b"/>
              <a:pathLst>
                <a:path w="1678" h="926" extrusionOk="0">
                  <a:moveTo>
                    <a:pt x="1648" y="0"/>
                  </a:moveTo>
                  <a:cubicBezTo>
                    <a:pt x="1642" y="0"/>
                    <a:pt x="1637" y="2"/>
                    <a:pt x="1632" y="7"/>
                  </a:cubicBezTo>
                  <a:cubicBezTo>
                    <a:pt x="1181" y="432"/>
                    <a:pt x="625" y="732"/>
                    <a:pt x="23" y="875"/>
                  </a:cubicBezTo>
                  <a:cubicBezTo>
                    <a:pt x="10" y="879"/>
                    <a:pt x="0" y="892"/>
                    <a:pt x="4" y="905"/>
                  </a:cubicBezTo>
                  <a:cubicBezTo>
                    <a:pt x="7" y="918"/>
                    <a:pt x="18" y="926"/>
                    <a:pt x="30" y="926"/>
                  </a:cubicBezTo>
                  <a:lnTo>
                    <a:pt x="35" y="926"/>
                  </a:lnTo>
                  <a:cubicBezTo>
                    <a:pt x="646" y="780"/>
                    <a:pt x="1210" y="475"/>
                    <a:pt x="1667" y="44"/>
                  </a:cubicBezTo>
                  <a:cubicBezTo>
                    <a:pt x="1678" y="35"/>
                    <a:pt x="1678" y="19"/>
                    <a:pt x="1668" y="8"/>
                  </a:cubicBezTo>
                  <a:cubicBezTo>
                    <a:pt x="1663" y="3"/>
                    <a:pt x="1655" y="0"/>
                    <a:pt x="164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5720950" y="3881775"/>
              <a:ext cx="33650" cy="23275"/>
            </a:xfrm>
            <a:custGeom>
              <a:avLst/>
              <a:gdLst/>
              <a:ahLst/>
              <a:cxnLst/>
              <a:rect l="l" t="t" r="r" b="b"/>
              <a:pathLst>
                <a:path w="1346" h="931" extrusionOk="0">
                  <a:moveTo>
                    <a:pt x="30" y="0"/>
                  </a:moveTo>
                  <a:cubicBezTo>
                    <a:pt x="22" y="0"/>
                    <a:pt x="14" y="4"/>
                    <a:pt x="9" y="12"/>
                  </a:cubicBezTo>
                  <a:cubicBezTo>
                    <a:pt x="1" y="24"/>
                    <a:pt x="3" y="40"/>
                    <a:pt x="15" y="48"/>
                  </a:cubicBezTo>
                  <a:lnTo>
                    <a:pt x="1302" y="926"/>
                  </a:lnTo>
                  <a:cubicBezTo>
                    <a:pt x="1306" y="929"/>
                    <a:pt x="1311" y="930"/>
                    <a:pt x="1316" y="930"/>
                  </a:cubicBezTo>
                  <a:cubicBezTo>
                    <a:pt x="1324" y="930"/>
                    <a:pt x="1333" y="926"/>
                    <a:pt x="1338" y="920"/>
                  </a:cubicBezTo>
                  <a:cubicBezTo>
                    <a:pt x="1346" y="908"/>
                    <a:pt x="1342" y="891"/>
                    <a:pt x="1331" y="883"/>
                  </a:cubicBezTo>
                  <a:lnTo>
                    <a:pt x="44" y="5"/>
                  </a:lnTo>
                  <a:cubicBezTo>
                    <a:pt x="40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5805900" y="3891875"/>
              <a:ext cx="20475" cy="16600"/>
            </a:xfrm>
            <a:custGeom>
              <a:avLst/>
              <a:gdLst/>
              <a:ahLst/>
              <a:cxnLst/>
              <a:rect l="l" t="t" r="r" b="b"/>
              <a:pathLst>
                <a:path w="819" h="664" extrusionOk="0">
                  <a:moveTo>
                    <a:pt x="30" y="0"/>
                  </a:moveTo>
                  <a:cubicBezTo>
                    <a:pt x="22" y="0"/>
                    <a:pt x="13" y="5"/>
                    <a:pt x="9" y="12"/>
                  </a:cubicBezTo>
                  <a:cubicBezTo>
                    <a:pt x="1" y="25"/>
                    <a:pt x="4" y="41"/>
                    <a:pt x="16" y="47"/>
                  </a:cubicBezTo>
                  <a:cubicBezTo>
                    <a:pt x="287" y="225"/>
                    <a:pt x="542" y="430"/>
                    <a:pt x="772" y="656"/>
                  </a:cubicBezTo>
                  <a:cubicBezTo>
                    <a:pt x="777" y="661"/>
                    <a:pt x="784" y="664"/>
                    <a:pt x="791" y="664"/>
                  </a:cubicBezTo>
                  <a:cubicBezTo>
                    <a:pt x="797" y="664"/>
                    <a:pt x="804" y="661"/>
                    <a:pt x="809" y="656"/>
                  </a:cubicBezTo>
                  <a:cubicBezTo>
                    <a:pt x="819" y="646"/>
                    <a:pt x="819" y="629"/>
                    <a:pt x="808" y="619"/>
                  </a:cubicBezTo>
                  <a:cubicBezTo>
                    <a:pt x="575" y="391"/>
                    <a:pt x="318" y="183"/>
                    <a:pt x="44" y="4"/>
                  </a:cubicBezTo>
                  <a:cubicBezTo>
                    <a:pt x="40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5794300" y="3884200"/>
              <a:ext cx="7275" cy="4875"/>
            </a:xfrm>
            <a:custGeom>
              <a:avLst/>
              <a:gdLst/>
              <a:ahLst/>
              <a:cxnLst/>
              <a:rect l="l" t="t" r="r" b="b"/>
              <a:pathLst>
                <a:path w="291" h="195" extrusionOk="0">
                  <a:moveTo>
                    <a:pt x="30" y="0"/>
                  </a:moveTo>
                  <a:cubicBezTo>
                    <a:pt x="21" y="0"/>
                    <a:pt x="13" y="5"/>
                    <a:pt x="9" y="13"/>
                  </a:cubicBezTo>
                  <a:cubicBezTo>
                    <a:pt x="1" y="25"/>
                    <a:pt x="5" y="41"/>
                    <a:pt x="17" y="48"/>
                  </a:cubicBezTo>
                  <a:lnTo>
                    <a:pt x="246" y="190"/>
                  </a:lnTo>
                  <a:cubicBezTo>
                    <a:pt x="251" y="193"/>
                    <a:pt x="255" y="194"/>
                    <a:pt x="260" y="194"/>
                  </a:cubicBezTo>
                  <a:lnTo>
                    <a:pt x="260" y="194"/>
                  </a:lnTo>
                  <a:cubicBezTo>
                    <a:pt x="269" y="194"/>
                    <a:pt x="277" y="190"/>
                    <a:pt x="282" y="182"/>
                  </a:cubicBezTo>
                  <a:cubicBezTo>
                    <a:pt x="290" y="170"/>
                    <a:pt x="286" y="154"/>
                    <a:pt x="274" y="147"/>
                  </a:cubicBezTo>
                  <a:lnTo>
                    <a:pt x="44" y="5"/>
                  </a:lnTo>
                  <a:cubicBezTo>
                    <a:pt x="40" y="2"/>
                    <a:pt x="35" y="0"/>
                    <a:pt x="30" y="0"/>
                  </a:cubicBezTo>
                  <a:close/>
                  <a:moveTo>
                    <a:pt x="260" y="194"/>
                  </a:moveTo>
                  <a:lnTo>
                    <a:pt x="260" y="194"/>
                  </a:lnTo>
                  <a:cubicBezTo>
                    <a:pt x="260" y="194"/>
                    <a:pt x="259" y="194"/>
                    <a:pt x="259" y="194"/>
                  </a:cubicBezTo>
                  <a:lnTo>
                    <a:pt x="260" y="194"/>
                  </a:lnTo>
                  <a:cubicBezTo>
                    <a:pt x="260" y="194"/>
                    <a:pt x="260" y="194"/>
                    <a:pt x="260" y="194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5732125" y="3897450"/>
              <a:ext cx="8800" cy="7025"/>
            </a:xfrm>
            <a:custGeom>
              <a:avLst/>
              <a:gdLst/>
              <a:ahLst/>
              <a:cxnLst/>
              <a:rect l="l" t="t" r="r" b="b"/>
              <a:pathLst>
                <a:path w="352" h="281" extrusionOk="0">
                  <a:moveTo>
                    <a:pt x="31" y="0"/>
                  </a:moveTo>
                  <a:cubicBezTo>
                    <a:pt x="23" y="0"/>
                    <a:pt x="15" y="4"/>
                    <a:pt x="10" y="10"/>
                  </a:cubicBezTo>
                  <a:cubicBezTo>
                    <a:pt x="0" y="22"/>
                    <a:pt x="3" y="38"/>
                    <a:pt x="14" y="46"/>
                  </a:cubicBezTo>
                  <a:lnTo>
                    <a:pt x="306" y="275"/>
                  </a:lnTo>
                  <a:cubicBezTo>
                    <a:pt x="310" y="279"/>
                    <a:pt x="316" y="281"/>
                    <a:pt x="322" y="281"/>
                  </a:cubicBezTo>
                  <a:cubicBezTo>
                    <a:pt x="330" y="281"/>
                    <a:pt x="337" y="278"/>
                    <a:pt x="342" y="271"/>
                  </a:cubicBezTo>
                  <a:cubicBezTo>
                    <a:pt x="351" y="260"/>
                    <a:pt x="349" y="244"/>
                    <a:pt x="338" y="235"/>
                  </a:cubicBezTo>
                  <a:lnTo>
                    <a:pt x="46" y="6"/>
                  </a:lnTo>
                  <a:cubicBezTo>
                    <a:pt x="42" y="2"/>
                    <a:pt x="3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5726025" y="3892525"/>
              <a:ext cx="3350" cy="2875"/>
            </a:xfrm>
            <a:custGeom>
              <a:avLst/>
              <a:gdLst/>
              <a:ahLst/>
              <a:cxnLst/>
              <a:rect l="l" t="t" r="r" b="b"/>
              <a:pathLst>
                <a:path w="134" h="115" extrusionOk="0">
                  <a:moveTo>
                    <a:pt x="30" y="0"/>
                  </a:moveTo>
                  <a:cubicBezTo>
                    <a:pt x="23" y="0"/>
                    <a:pt x="15" y="3"/>
                    <a:pt x="10" y="9"/>
                  </a:cubicBezTo>
                  <a:cubicBezTo>
                    <a:pt x="1" y="20"/>
                    <a:pt x="2" y="38"/>
                    <a:pt x="13" y="46"/>
                  </a:cubicBezTo>
                  <a:lnTo>
                    <a:pt x="87" y="109"/>
                  </a:lnTo>
                  <a:cubicBezTo>
                    <a:pt x="92" y="113"/>
                    <a:pt x="98" y="114"/>
                    <a:pt x="104" y="114"/>
                  </a:cubicBezTo>
                  <a:cubicBezTo>
                    <a:pt x="112" y="114"/>
                    <a:pt x="119" y="112"/>
                    <a:pt x="125" y="105"/>
                  </a:cubicBezTo>
                  <a:cubicBezTo>
                    <a:pt x="134" y="94"/>
                    <a:pt x="133" y="78"/>
                    <a:pt x="121" y="69"/>
                  </a:cubicBezTo>
                  <a:lnTo>
                    <a:pt x="47" y="7"/>
                  </a:ln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5747925" y="3917325"/>
              <a:ext cx="17275" cy="7200"/>
            </a:xfrm>
            <a:custGeom>
              <a:avLst/>
              <a:gdLst/>
              <a:ahLst/>
              <a:cxnLst/>
              <a:rect l="l" t="t" r="r" b="b"/>
              <a:pathLst>
                <a:path w="691" h="288" extrusionOk="0">
                  <a:moveTo>
                    <a:pt x="661" y="1"/>
                  </a:moveTo>
                  <a:cubicBezTo>
                    <a:pt x="657" y="1"/>
                    <a:pt x="654" y="2"/>
                    <a:pt x="650" y="3"/>
                  </a:cubicBezTo>
                  <a:cubicBezTo>
                    <a:pt x="447" y="94"/>
                    <a:pt x="236" y="173"/>
                    <a:pt x="22" y="236"/>
                  </a:cubicBezTo>
                  <a:cubicBezTo>
                    <a:pt x="9" y="240"/>
                    <a:pt x="1" y="255"/>
                    <a:pt x="5" y="269"/>
                  </a:cubicBezTo>
                  <a:cubicBezTo>
                    <a:pt x="9" y="279"/>
                    <a:pt x="19" y="287"/>
                    <a:pt x="30" y="287"/>
                  </a:cubicBezTo>
                  <a:cubicBezTo>
                    <a:pt x="33" y="287"/>
                    <a:pt x="36" y="287"/>
                    <a:pt x="37" y="286"/>
                  </a:cubicBezTo>
                  <a:cubicBezTo>
                    <a:pt x="254" y="221"/>
                    <a:pt x="466" y="142"/>
                    <a:pt x="672" y="51"/>
                  </a:cubicBezTo>
                  <a:cubicBezTo>
                    <a:pt x="684" y="44"/>
                    <a:pt x="691" y="29"/>
                    <a:pt x="684" y="16"/>
                  </a:cubicBezTo>
                  <a:cubicBezTo>
                    <a:pt x="680" y="7"/>
                    <a:pt x="670" y="1"/>
                    <a:pt x="66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5771575" y="3909575"/>
              <a:ext cx="8525" cy="5025"/>
            </a:xfrm>
            <a:custGeom>
              <a:avLst/>
              <a:gdLst/>
              <a:ahLst/>
              <a:cxnLst/>
              <a:rect l="l" t="t" r="r" b="b"/>
              <a:pathLst>
                <a:path w="341" h="201" extrusionOk="0">
                  <a:moveTo>
                    <a:pt x="312" y="0"/>
                  </a:moveTo>
                  <a:cubicBezTo>
                    <a:pt x="306" y="0"/>
                    <a:pt x="300" y="3"/>
                    <a:pt x="295" y="7"/>
                  </a:cubicBezTo>
                  <a:cubicBezTo>
                    <a:pt x="216" y="73"/>
                    <a:pt x="121" y="122"/>
                    <a:pt x="22" y="149"/>
                  </a:cubicBezTo>
                  <a:cubicBezTo>
                    <a:pt x="8" y="153"/>
                    <a:pt x="0" y="167"/>
                    <a:pt x="3" y="182"/>
                  </a:cubicBezTo>
                  <a:cubicBezTo>
                    <a:pt x="7" y="192"/>
                    <a:pt x="17" y="200"/>
                    <a:pt x="29" y="200"/>
                  </a:cubicBezTo>
                  <a:cubicBezTo>
                    <a:pt x="30" y="200"/>
                    <a:pt x="33" y="200"/>
                    <a:pt x="35" y="199"/>
                  </a:cubicBezTo>
                  <a:cubicBezTo>
                    <a:pt x="142" y="171"/>
                    <a:pt x="244" y="117"/>
                    <a:pt x="329" y="46"/>
                  </a:cubicBezTo>
                  <a:cubicBezTo>
                    <a:pt x="339" y="36"/>
                    <a:pt x="341" y="20"/>
                    <a:pt x="331" y="9"/>
                  </a:cubicBezTo>
                  <a:cubicBezTo>
                    <a:pt x="327" y="4"/>
                    <a:pt x="320" y="0"/>
                    <a:pt x="31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5815250" y="3921000"/>
              <a:ext cx="24150" cy="11700"/>
            </a:xfrm>
            <a:custGeom>
              <a:avLst/>
              <a:gdLst/>
              <a:ahLst/>
              <a:cxnLst/>
              <a:rect l="l" t="t" r="r" b="b"/>
              <a:pathLst>
                <a:path w="966" h="468" extrusionOk="0">
                  <a:moveTo>
                    <a:pt x="936" y="0"/>
                  </a:moveTo>
                  <a:cubicBezTo>
                    <a:pt x="932" y="0"/>
                    <a:pt x="928" y="1"/>
                    <a:pt x="924" y="3"/>
                  </a:cubicBezTo>
                  <a:cubicBezTo>
                    <a:pt x="632" y="155"/>
                    <a:pt x="328" y="294"/>
                    <a:pt x="21" y="416"/>
                  </a:cubicBezTo>
                  <a:cubicBezTo>
                    <a:pt x="8" y="422"/>
                    <a:pt x="1" y="436"/>
                    <a:pt x="6" y="450"/>
                  </a:cubicBezTo>
                  <a:cubicBezTo>
                    <a:pt x="10" y="461"/>
                    <a:pt x="20" y="466"/>
                    <a:pt x="31" y="466"/>
                  </a:cubicBezTo>
                  <a:lnTo>
                    <a:pt x="31" y="467"/>
                  </a:lnTo>
                  <a:cubicBezTo>
                    <a:pt x="33" y="467"/>
                    <a:pt x="36" y="466"/>
                    <a:pt x="40" y="465"/>
                  </a:cubicBezTo>
                  <a:cubicBezTo>
                    <a:pt x="348" y="342"/>
                    <a:pt x="653" y="202"/>
                    <a:pt x="948" y="49"/>
                  </a:cubicBezTo>
                  <a:cubicBezTo>
                    <a:pt x="961" y="42"/>
                    <a:pt x="966" y="27"/>
                    <a:pt x="959" y="14"/>
                  </a:cubicBezTo>
                  <a:cubicBezTo>
                    <a:pt x="954" y="5"/>
                    <a:pt x="945" y="0"/>
                    <a:pt x="93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5844950" y="3912875"/>
              <a:ext cx="9450" cy="6100"/>
            </a:xfrm>
            <a:custGeom>
              <a:avLst/>
              <a:gdLst/>
              <a:ahLst/>
              <a:cxnLst/>
              <a:rect l="l" t="t" r="r" b="b"/>
              <a:pathLst>
                <a:path w="378" h="244" extrusionOk="0">
                  <a:moveTo>
                    <a:pt x="347" y="1"/>
                  </a:moveTo>
                  <a:cubicBezTo>
                    <a:pt x="343" y="1"/>
                    <a:pt x="338" y="2"/>
                    <a:pt x="334" y="4"/>
                  </a:cubicBezTo>
                  <a:lnTo>
                    <a:pt x="17" y="195"/>
                  </a:lnTo>
                  <a:cubicBezTo>
                    <a:pt x="4" y="202"/>
                    <a:pt x="1" y="218"/>
                    <a:pt x="8" y="230"/>
                  </a:cubicBezTo>
                  <a:cubicBezTo>
                    <a:pt x="13" y="238"/>
                    <a:pt x="21" y="243"/>
                    <a:pt x="29" y="243"/>
                  </a:cubicBezTo>
                  <a:cubicBezTo>
                    <a:pt x="34" y="243"/>
                    <a:pt x="39" y="242"/>
                    <a:pt x="43" y="239"/>
                  </a:cubicBezTo>
                  <a:lnTo>
                    <a:pt x="361" y="48"/>
                  </a:lnTo>
                  <a:cubicBezTo>
                    <a:pt x="374" y="42"/>
                    <a:pt x="378" y="25"/>
                    <a:pt x="371" y="13"/>
                  </a:cubicBezTo>
                  <a:cubicBezTo>
                    <a:pt x="365" y="5"/>
                    <a:pt x="356" y="1"/>
                    <a:pt x="34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5883375" y="3893825"/>
              <a:ext cx="33450" cy="18025"/>
            </a:xfrm>
            <a:custGeom>
              <a:avLst/>
              <a:gdLst/>
              <a:ahLst/>
              <a:cxnLst/>
              <a:rect l="l" t="t" r="r" b="b"/>
              <a:pathLst>
                <a:path w="1338" h="721" extrusionOk="0">
                  <a:moveTo>
                    <a:pt x="29" y="0"/>
                  </a:moveTo>
                  <a:cubicBezTo>
                    <a:pt x="19" y="0"/>
                    <a:pt x="8" y="7"/>
                    <a:pt x="4" y="18"/>
                  </a:cubicBezTo>
                  <a:cubicBezTo>
                    <a:pt x="0" y="31"/>
                    <a:pt x="7" y="46"/>
                    <a:pt x="20" y="50"/>
                  </a:cubicBezTo>
                  <a:cubicBezTo>
                    <a:pt x="475" y="208"/>
                    <a:pt x="904" y="432"/>
                    <a:pt x="1293" y="715"/>
                  </a:cubicBezTo>
                  <a:cubicBezTo>
                    <a:pt x="1297" y="719"/>
                    <a:pt x="1302" y="720"/>
                    <a:pt x="1308" y="720"/>
                  </a:cubicBezTo>
                  <a:cubicBezTo>
                    <a:pt x="1316" y="720"/>
                    <a:pt x="1324" y="716"/>
                    <a:pt x="1329" y="709"/>
                  </a:cubicBezTo>
                  <a:cubicBezTo>
                    <a:pt x="1337" y="699"/>
                    <a:pt x="1335" y="682"/>
                    <a:pt x="1324" y="673"/>
                  </a:cubicBezTo>
                  <a:cubicBezTo>
                    <a:pt x="930" y="387"/>
                    <a:pt x="498" y="160"/>
                    <a:pt x="38" y="2"/>
                  </a:cubicBezTo>
                  <a:cubicBezTo>
                    <a:pt x="35" y="1"/>
                    <a:pt x="3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5870150" y="3887275"/>
              <a:ext cx="8925" cy="4625"/>
            </a:xfrm>
            <a:custGeom>
              <a:avLst/>
              <a:gdLst/>
              <a:ahLst/>
              <a:cxnLst/>
              <a:rect l="l" t="t" r="r" b="b"/>
              <a:pathLst>
                <a:path w="357" h="185" extrusionOk="0">
                  <a:moveTo>
                    <a:pt x="30" y="1"/>
                  </a:moveTo>
                  <a:cubicBezTo>
                    <a:pt x="20" y="1"/>
                    <a:pt x="11" y="6"/>
                    <a:pt x="6" y="16"/>
                  </a:cubicBezTo>
                  <a:cubicBezTo>
                    <a:pt x="0" y="30"/>
                    <a:pt x="6" y="44"/>
                    <a:pt x="19" y="51"/>
                  </a:cubicBezTo>
                  <a:lnTo>
                    <a:pt x="317" y="183"/>
                  </a:lnTo>
                  <a:cubicBezTo>
                    <a:pt x="321" y="184"/>
                    <a:pt x="323" y="184"/>
                    <a:pt x="327" y="184"/>
                  </a:cubicBezTo>
                  <a:cubicBezTo>
                    <a:pt x="337" y="184"/>
                    <a:pt x="346" y="179"/>
                    <a:pt x="352" y="170"/>
                  </a:cubicBezTo>
                  <a:cubicBezTo>
                    <a:pt x="357" y="156"/>
                    <a:pt x="352" y="141"/>
                    <a:pt x="338" y="135"/>
                  </a:cubicBezTo>
                  <a:lnTo>
                    <a:pt x="41" y="3"/>
                  </a:lnTo>
                  <a:cubicBezTo>
                    <a:pt x="37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5850650" y="3885650"/>
              <a:ext cx="42525" cy="24375"/>
            </a:xfrm>
            <a:custGeom>
              <a:avLst/>
              <a:gdLst/>
              <a:ahLst/>
              <a:cxnLst/>
              <a:rect l="l" t="t" r="r" b="b"/>
              <a:pathLst>
                <a:path w="1701" h="975" extrusionOk="0">
                  <a:moveTo>
                    <a:pt x="30" y="1"/>
                  </a:moveTo>
                  <a:cubicBezTo>
                    <a:pt x="20" y="1"/>
                    <a:pt x="11" y="7"/>
                    <a:pt x="7" y="17"/>
                  </a:cubicBezTo>
                  <a:cubicBezTo>
                    <a:pt x="0" y="30"/>
                    <a:pt x="7" y="45"/>
                    <a:pt x="20" y="50"/>
                  </a:cubicBezTo>
                  <a:cubicBezTo>
                    <a:pt x="599" y="291"/>
                    <a:pt x="1149" y="599"/>
                    <a:pt x="1655" y="969"/>
                  </a:cubicBezTo>
                  <a:cubicBezTo>
                    <a:pt x="1660" y="972"/>
                    <a:pt x="1666" y="975"/>
                    <a:pt x="1671" y="975"/>
                  </a:cubicBezTo>
                  <a:lnTo>
                    <a:pt x="1671" y="973"/>
                  </a:lnTo>
                  <a:cubicBezTo>
                    <a:pt x="1679" y="973"/>
                    <a:pt x="1687" y="970"/>
                    <a:pt x="1691" y="964"/>
                  </a:cubicBezTo>
                  <a:cubicBezTo>
                    <a:pt x="1701" y="952"/>
                    <a:pt x="1698" y="935"/>
                    <a:pt x="1686" y="927"/>
                  </a:cubicBezTo>
                  <a:cubicBezTo>
                    <a:pt x="1176" y="555"/>
                    <a:pt x="623" y="244"/>
                    <a:pt x="41" y="3"/>
                  </a:cubicBezTo>
                  <a:cubicBezTo>
                    <a:pt x="37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5842750" y="3881500"/>
              <a:ext cx="5725" cy="3375"/>
            </a:xfrm>
            <a:custGeom>
              <a:avLst/>
              <a:gdLst/>
              <a:ahLst/>
              <a:cxnLst/>
              <a:rect l="l" t="t" r="r" b="b"/>
              <a:pathLst>
                <a:path w="229" h="135" extrusionOk="0">
                  <a:moveTo>
                    <a:pt x="29" y="1"/>
                  </a:moveTo>
                  <a:cubicBezTo>
                    <a:pt x="20" y="1"/>
                    <a:pt x="11" y="6"/>
                    <a:pt x="7" y="16"/>
                  </a:cubicBezTo>
                  <a:cubicBezTo>
                    <a:pt x="0" y="28"/>
                    <a:pt x="5" y="44"/>
                    <a:pt x="18" y="49"/>
                  </a:cubicBezTo>
                  <a:lnTo>
                    <a:pt x="187" y="132"/>
                  </a:lnTo>
                  <a:cubicBezTo>
                    <a:pt x="191" y="134"/>
                    <a:pt x="195" y="134"/>
                    <a:pt x="199" y="134"/>
                  </a:cubicBezTo>
                  <a:cubicBezTo>
                    <a:pt x="209" y="134"/>
                    <a:pt x="218" y="129"/>
                    <a:pt x="222" y="121"/>
                  </a:cubicBezTo>
                  <a:cubicBezTo>
                    <a:pt x="229" y="107"/>
                    <a:pt x="223" y="91"/>
                    <a:pt x="210" y="86"/>
                  </a:cubicBezTo>
                  <a:lnTo>
                    <a:pt x="40" y="4"/>
                  </a:lnTo>
                  <a:cubicBezTo>
                    <a:pt x="37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5867725" y="3921225"/>
              <a:ext cx="13000" cy="9250"/>
            </a:xfrm>
            <a:custGeom>
              <a:avLst/>
              <a:gdLst/>
              <a:ahLst/>
              <a:cxnLst/>
              <a:rect l="l" t="t" r="r" b="b"/>
              <a:pathLst>
                <a:path w="520" h="370" extrusionOk="0">
                  <a:moveTo>
                    <a:pt x="491" y="0"/>
                  </a:moveTo>
                  <a:cubicBezTo>
                    <a:pt x="485" y="0"/>
                    <a:pt x="480" y="2"/>
                    <a:pt x="476" y="5"/>
                  </a:cubicBezTo>
                  <a:lnTo>
                    <a:pt x="15" y="322"/>
                  </a:lnTo>
                  <a:cubicBezTo>
                    <a:pt x="3" y="330"/>
                    <a:pt x="1" y="347"/>
                    <a:pt x="9" y="359"/>
                  </a:cubicBezTo>
                  <a:cubicBezTo>
                    <a:pt x="14" y="365"/>
                    <a:pt x="22" y="369"/>
                    <a:pt x="30" y="369"/>
                  </a:cubicBezTo>
                  <a:cubicBezTo>
                    <a:pt x="36" y="369"/>
                    <a:pt x="41" y="368"/>
                    <a:pt x="45" y="365"/>
                  </a:cubicBezTo>
                  <a:lnTo>
                    <a:pt x="505" y="48"/>
                  </a:lnTo>
                  <a:cubicBezTo>
                    <a:pt x="517" y="40"/>
                    <a:pt x="520" y="24"/>
                    <a:pt x="512" y="12"/>
                  </a:cubicBezTo>
                  <a:cubicBezTo>
                    <a:pt x="507" y="4"/>
                    <a:pt x="499" y="0"/>
                    <a:pt x="49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5744100" y="3878200"/>
              <a:ext cx="28375" cy="17975"/>
            </a:xfrm>
            <a:custGeom>
              <a:avLst/>
              <a:gdLst/>
              <a:ahLst/>
              <a:cxnLst/>
              <a:rect l="l" t="t" r="r" b="b"/>
              <a:pathLst>
                <a:path w="1135" h="719" extrusionOk="0">
                  <a:moveTo>
                    <a:pt x="30" y="1"/>
                  </a:moveTo>
                  <a:cubicBezTo>
                    <a:pt x="21" y="1"/>
                    <a:pt x="12" y="6"/>
                    <a:pt x="7" y="15"/>
                  </a:cubicBezTo>
                  <a:cubicBezTo>
                    <a:pt x="0" y="28"/>
                    <a:pt x="4" y="43"/>
                    <a:pt x="18" y="50"/>
                  </a:cubicBezTo>
                  <a:cubicBezTo>
                    <a:pt x="386" y="249"/>
                    <a:pt x="747" y="471"/>
                    <a:pt x="1090" y="713"/>
                  </a:cubicBezTo>
                  <a:cubicBezTo>
                    <a:pt x="1094" y="717"/>
                    <a:pt x="1099" y="718"/>
                    <a:pt x="1105" y="718"/>
                  </a:cubicBezTo>
                  <a:cubicBezTo>
                    <a:pt x="1113" y="718"/>
                    <a:pt x="1121" y="714"/>
                    <a:pt x="1126" y="707"/>
                  </a:cubicBezTo>
                  <a:cubicBezTo>
                    <a:pt x="1134" y="695"/>
                    <a:pt x="1132" y="679"/>
                    <a:pt x="1120" y="671"/>
                  </a:cubicBezTo>
                  <a:cubicBezTo>
                    <a:pt x="775" y="428"/>
                    <a:pt x="412" y="203"/>
                    <a:pt x="42" y="4"/>
                  </a:cubicBezTo>
                  <a:cubicBezTo>
                    <a:pt x="38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5755000" y="3874900"/>
              <a:ext cx="16900" cy="11050"/>
            </a:xfrm>
            <a:custGeom>
              <a:avLst/>
              <a:gdLst/>
              <a:ahLst/>
              <a:cxnLst/>
              <a:rect l="l" t="t" r="r" b="b"/>
              <a:pathLst>
                <a:path w="676" h="442" extrusionOk="0">
                  <a:moveTo>
                    <a:pt x="29" y="0"/>
                  </a:moveTo>
                  <a:cubicBezTo>
                    <a:pt x="21" y="0"/>
                    <a:pt x="13" y="4"/>
                    <a:pt x="8" y="12"/>
                  </a:cubicBezTo>
                  <a:cubicBezTo>
                    <a:pt x="0" y="24"/>
                    <a:pt x="4" y="40"/>
                    <a:pt x="16" y="48"/>
                  </a:cubicBezTo>
                  <a:lnTo>
                    <a:pt x="632" y="437"/>
                  </a:lnTo>
                  <a:cubicBezTo>
                    <a:pt x="636" y="440"/>
                    <a:pt x="642" y="441"/>
                    <a:pt x="646" y="441"/>
                  </a:cubicBezTo>
                  <a:cubicBezTo>
                    <a:pt x="655" y="441"/>
                    <a:pt x="663" y="437"/>
                    <a:pt x="669" y="429"/>
                  </a:cubicBezTo>
                  <a:cubicBezTo>
                    <a:pt x="675" y="417"/>
                    <a:pt x="673" y="402"/>
                    <a:pt x="661" y="394"/>
                  </a:cubicBezTo>
                  <a:lnTo>
                    <a:pt x="43" y="4"/>
                  </a:lnTo>
                  <a:cubicBezTo>
                    <a:pt x="39" y="2"/>
                    <a:pt x="34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5835975" y="3952275"/>
              <a:ext cx="218900" cy="48025"/>
            </a:xfrm>
            <a:custGeom>
              <a:avLst/>
              <a:gdLst/>
              <a:ahLst/>
              <a:cxnLst/>
              <a:rect l="l" t="t" r="r" b="b"/>
              <a:pathLst>
                <a:path w="8756" h="1921" extrusionOk="0">
                  <a:moveTo>
                    <a:pt x="4144" y="1"/>
                  </a:moveTo>
                  <a:cubicBezTo>
                    <a:pt x="2701" y="1"/>
                    <a:pt x="1251" y="323"/>
                    <a:pt x="1" y="938"/>
                  </a:cubicBezTo>
                  <a:cubicBezTo>
                    <a:pt x="1534" y="1591"/>
                    <a:pt x="3200" y="1920"/>
                    <a:pt x="4867" y="1920"/>
                  </a:cubicBezTo>
                  <a:cubicBezTo>
                    <a:pt x="6186" y="1920"/>
                    <a:pt x="7504" y="1714"/>
                    <a:pt x="8756" y="1299"/>
                  </a:cubicBezTo>
                  <a:cubicBezTo>
                    <a:pt x="7430" y="420"/>
                    <a:pt x="5791" y="1"/>
                    <a:pt x="4144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5834675" y="3951125"/>
              <a:ext cx="221550" cy="50425"/>
            </a:xfrm>
            <a:custGeom>
              <a:avLst/>
              <a:gdLst/>
              <a:ahLst/>
              <a:cxnLst/>
              <a:rect l="l" t="t" r="r" b="b"/>
              <a:pathLst>
                <a:path w="8862" h="2017" extrusionOk="0">
                  <a:moveTo>
                    <a:pt x="4175" y="104"/>
                  </a:moveTo>
                  <a:cubicBezTo>
                    <a:pt x="5812" y="104"/>
                    <a:pt x="7417" y="517"/>
                    <a:pt x="8688" y="1330"/>
                  </a:cubicBezTo>
                  <a:cubicBezTo>
                    <a:pt x="7477" y="1719"/>
                    <a:pt x="6200" y="1912"/>
                    <a:pt x="4923" y="1912"/>
                  </a:cubicBezTo>
                  <a:cubicBezTo>
                    <a:pt x="3298" y="1912"/>
                    <a:pt x="1673" y="1600"/>
                    <a:pt x="178" y="980"/>
                  </a:cubicBezTo>
                  <a:cubicBezTo>
                    <a:pt x="1413" y="393"/>
                    <a:pt x="2805" y="104"/>
                    <a:pt x="4175" y="104"/>
                  </a:cubicBezTo>
                  <a:close/>
                  <a:moveTo>
                    <a:pt x="4177" y="0"/>
                  </a:moveTo>
                  <a:cubicBezTo>
                    <a:pt x="2752" y="0"/>
                    <a:pt x="1304" y="310"/>
                    <a:pt x="30" y="937"/>
                  </a:cubicBezTo>
                  <a:cubicBezTo>
                    <a:pt x="11" y="947"/>
                    <a:pt x="0" y="965"/>
                    <a:pt x="0" y="986"/>
                  </a:cubicBezTo>
                  <a:cubicBezTo>
                    <a:pt x="2" y="1006"/>
                    <a:pt x="14" y="1023"/>
                    <a:pt x="32" y="1031"/>
                  </a:cubicBezTo>
                  <a:cubicBezTo>
                    <a:pt x="1569" y="1685"/>
                    <a:pt x="3246" y="2016"/>
                    <a:pt x="4923" y="2016"/>
                  </a:cubicBezTo>
                  <a:cubicBezTo>
                    <a:pt x="6248" y="2016"/>
                    <a:pt x="7572" y="1810"/>
                    <a:pt x="8824" y="1395"/>
                  </a:cubicBezTo>
                  <a:cubicBezTo>
                    <a:pt x="8843" y="1388"/>
                    <a:pt x="8856" y="1372"/>
                    <a:pt x="8859" y="1353"/>
                  </a:cubicBezTo>
                  <a:cubicBezTo>
                    <a:pt x="8862" y="1333"/>
                    <a:pt x="8852" y="1314"/>
                    <a:pt x="8836" y="1302"/>
                  </a:cubicBezTo>
                  <a:cubicBezTo>
                    <a:pt x="7535" y="439"/>
                    <a:pt x="5872" y="0"/>
                    <a:pt x="417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5835300" y="3975050"/>
              <a:ext cx="220250" cy="10375"/>
            </a:xfrm>
            <a:custGeom>
              <a:avLst/>
              <a:gdLst/>
              <a:ahLst/>
              <a:cxnLst/>
              <a:rect l="l" t="t" r="r" b="b"/>
              <a:pathLst>
                <a:path w="8810" h="415" extrusionOk="0">
                  <a:moveTo>
                    <a:pt x="29" y="0"/>
                  </a:moveTo>
                  <a:cubicBezTo>
                    <a:pt x="14" y="2"/>
                    <a:pt x="2" y="11"/>
                    <a:pt x="1" y="26"/>
                  </a:cubicBezTo>
                  <a:cubicBezTo>
                    <a:pt x="1" y="39"/>
                    <a:pt x="12" y="51"/>
                    <a:pt x="25" y="53"/>
                  </a:cubicBezTo>
                  <a:cubicBezTo>
                    <a:pt x="1455" y="135"/>
                    <a:pt x="2955" y="185"/>
                    <a:pt x="4404" y="233"/>
                  </a:cubicBezTo>
                  <a:cubicBezTo>
                    <a:pt x="5853" y="283"/>
                    <a:pt x="7352" y="333"/>
                    <a:pt x="8782" y="415"/>
                  </a:cubicBezTo>
                  <a:lnTo>
                    <a:pt x="8783" y="415"/>
                  </a:lnTo>
                  <a:cubicBezTo>
                    <a:pt x="8796" y="415"/>
                    <a:pt x="8809" y="404"/>
                    <a:pt x="8809" y="389"/>
                  </a:cubicBezTo>
                  <a:cubicBezTo>
                    <a:pt x="8810" y="376"/>
                    <a:pt x="8799" y="364"/>
                    <a:pt x="8784" y="362"/>
                  </a:cubicBezTo>
                  <a:cubicBezTo>
                    <a:pt x="7354" y="282"/>
                    <a:pt x="5856" y="230"/>
                    <a:pt x="4405" y="182"/>
                  </a:cubicBezTo>
                  <a:cubicBezTo>
                    <a:pt x="2956" y="134"/>
                    <a:pt x="1458" y="82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5907775" y="3979400"/>
              <a:ext cx="32700" cy="16825"/>
            </a:xfrm>
            <a:custGeom>
              <a:avLst/>
              <a:gdLst/>
              <a:ahLst/>
              <a:cxnLst/>
              <a:rect l="l" t="t" r="r" b="b"/>
              <a:pathLst>
                <a:path w="1308" h="673" extrusionOk="0">
                  <a:moveTo>
                    <a:pt x="1278" y="0"/>
                  </a:moveTo>
                  <a:cubicBezTo>
                    <a:pt x="1272" y="0"/>
                    <a:pt x="1267" y="2"/>
                    <a:pt x="1261" y="5"/>
                  </a:cubicBezTo>
                  <a:cubicBezTo>
                    <a:pt x="874" y="308"/>
                    <a:pt x="481" y="503"/>
                    <a:pt x="22" y="621"/>
                  </a:cubicBezTo>
                  <a:cubicBezTo>
                    <a:pt x="9" y="625"/>
                    <a:pt x="1" y="639"/>
                    <a:pt x="4" y="654"/>
                  </a:cubicBezTo>
                  <a:cubicBezTo>
                    <a:pt x="8" y="664"/>
                    <a:pt x="17" y="673"/>
                    <a:pt x="29" y="673"/>
                  </a:cubicBezTo>
                  <a:lnTo>
                    <a:pt x="36" y="673"/>
                  </a:lnTo>
                  <a:cubicBezTo>
                    <a:pt x="500" y="551"/>
                    <a:pt x="901" y="352"/>
                    <a:pt x="1294" y="47"/>
                  </a:cubicBezTo>
                  <a:cubicBezTo>
                    <a:pt x="1305" y="38"/>
                    <a:pt x="1307" y="21"/>
                    <a:pt x="1298" y="11"/>
                  </a:cubicBezTo>
                  <a:cubicBezTo>
                    <a:pt x="1293" y="4"/>
                    <a:pt x="1286" y="0"/>
                    <a:pt x="127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5921650" y="3952225"/>
              <a:ext cx="44450" cy="28700"/>
            </a:xfrm>
            <a:custGeom>
              <a:avLst/>
              <a:gdLst/>
              <a:ahLst/>
              <a:cxnLst/>
              <a:rect l="l" t="t" r="r" b="b"/>
              <a:pathLst>
                <a:path w="1778" h="1148" extrusionOk="0">
                  <a:moveTo>
                    <a:pt x="30" y="1"/>
                  </a:moveTo>
                  <a:cubicBezTo>
                    <a:pt x="19" y="1"/>
                    <a:pt x="10" y="7"/>
                    <a:pt x="6" y="17"/>
                  </a:cubicBezTo>
                  <a:cubicBezTo>
                    <a:pt x="0" y="31"/>
                    <a:pt x="7" y="46"/>
                    <a:pt x="20" y="51"/>
                  </a:cubicBezTo>
                  <a:cubicBezTo>
                    <a:pt x="697" y="316"/>
                    <a:pt x="1257" y="673"/>
                    <a:pt x="1732" y="1139"/>
                  </a:cubicBezTo>
                  <a:cubicBezTo>
                    <a:pt x="1736" y="1145"/>
                    <a:pt x="1742" y="1147"/>
                    <a:pt x="1749" y="1147"/>
                  </a:cubicBezTo>
                  <a:cubicBezTo>
                    <a:pt x="1756" y="1147"/>
                    <a:pt x="1763" y="1145"/>
                    <a:pt x="1768" y="1139"/>
                  </a:cubicBezTo>
                  <a:cubicBezTo>
                    <a:pt x="1777" y="1130"/>
                    <a:pt x="1777" y="1112"/>
                    <a:pt x="1768" y="1103"/>
                  </a:cubicBezTo>
                  <a:cubicBezTo>
                    <a:pt x="1288" y="631"/>
                    <a:pt x="723" y="270"/>
                    <a:pt x="39" y="3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5966075" y="3982200"/>
              <a:ext cx="33050" cy="18375"/>
            </a:xfrm>
            <a:custGeom>
              <a:avLst/>
              <a:gdLst/>
              <a:ahLst/>
              <a:cxnLst/>
              <a:rect l="l" t="t" r="r" b="b"/>
              <a:pathLst>
                <a:path w="1322" h="735" extrusionOk="0">
                  <a:moveTo>
                    <a:pt x="1292" y="0"/>
                  </a:moveTo>
                  <a:cubicBezTo>
                    <a:pt x="1286" y="0"/>
                    <a:pt x="1279" y="3"/>
                    <a:pt x="1274" y="8"/>
                  </a:cubicBezTo>
                  <a:cubicBezTo>
                    <a:pt x="925" y="337"/>
                    <a:pt x="491" y="571"/>
                    <a:pt x="23" y="682"/>
                  </a:cubicBezTo>
                  <a:cubicBezTo>
                    <a:pt x="8" y="686"/>
                    <a:pt x="0" y="699"/>
                    <a:pt x="4" y="714"/>
                  </a:cubicBezTo>
                  <a:cubicBezTo>
                    <a:pt x="7" y="726"/>
                    <a:pt x="18" y="734"/>
                    <a:pt x="29" y="734"/>
                  </a:cubicBezTo>
                  <a:lnTo>
                    <a:pt x="29" y="733"/>
                  </a:lnTo>
                  <a:lnTo>
                    <a:pt x="35" y="733"/>
                  </a:lnTo>
                  <a:cubicBezTo>
                    <a:pt x="512" y="618"/>
                    <a:pt x="953" y="382"/>
                    <a:pt x="1311" y="45"/>
                  </a:cubicBezTo>
                  <a:cubicBezTo>
                    <a:pt x="1320" y="35"/>
                    <a:pt x="1321" y="18"/>
                    <a:pt x="1311" y="9"/>
                  </a:cubicBezTo>
                  <a:cubicBezTo>
                    <a:pt x="1306" y="3"/>
                    <a:pt x="1299" y="0"/>
                    <a:pt x="129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5874250" y="3960350"/>
              <a:ext cx="26575" cy="18450"/>
            </a:xfrm>
            <a:custGeom>
              <a:avLst/>
              <a:gdLst/>
              <a:ahLst/>
              <a:cxnLst/>
              <a:rect l="l" t="t" r="r" b="b"/>
              <a:pathLst>
                <a:path w="1063" h="738" extrusionOk="0">
                  <a:moveTo>
                    <a:pt x="30" y="1"/>
                  </a:moveTo>
                  <a:cubicBezTo>
                    <a:pt x="22" y="1"/>
                    <a:pt x="14" y="5"/>
                    <a:pt x="9" y="13"/>
                  </a:cubicBezTo>
                  <a:cubicBezTo>
                    <a:pt x="1" y="23"/>
                    <a:pt x="3" y="39"/>
                    <a:pt x="15" y="48"/>
                  </a:cubicBezTo>
                  <a:lnTo>
                    <a:pt x="1018" y="734"/>
                  </a:lnTo>
                  <a:cubicBezTo>
                    <a:pt x="1023" y="736"/>
                    <a:pt x="1028" y="738"/>
                    <a:pt x="1032" y="738"/>
                  </a:cubicBezTo>
                  <a:cubicBezTo>
                    <a:pt x="1041" y="738"/>
                    <a:pt x="1049" y="734"/>
                    <a:pt x="1054" y="727"/>
                  </a:cubicBezTo>
                  <a:cubicBezTo>
                    <a:pt x="1062" y="715"/>
                    <a:pt x="1059" y="699"/>
                    <a:pt x="1047" y="691"/>
                  </a:cubicBezTo>
                  <a:lnTo>
                    <a:pt x="45" y="6"/>
                  </a:lnTo>
                  <a:cubicBezTo>
                    <a:pt x="40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5940500" y="3968250"/>
              <a:ext cx="16325" cy="13200"/>
            </a:xfrm>
            <a:custGeom>
              <a:avLst/>
              <a:gdLst/>
              <a:ahLst/>
              <a:cxnLst/>
              <a:rect l="l" t="t" r="r" b="b"/>
              <a:pathLst>
                <a:path w="653" h="528" extrusionOk="0">
                  <a:moveTo>
                    <a:pt x="29" y="0"/>
                  </a:moveTo>
                  <a:cubicBezTo>
                    <a:pt x="21" y="0"/>
                    <a:pt x="13" y="4"/>
                    <a:pt x="8" y="11"/>
                  </a:cubicBezTo>
                  <a:cubicBezTo>
                    <a:pt x="1" y="23"/>
                    <a:pt x="4" y="40"/>
                    <a:pt x="16" y="48"/>
                  </a:cubicBezTo>
                  <a:cubicBezTo>
                    <a:pt x="227" y="185"/>
                    <a:pt x="426" y="345"/>
                    <a:pt x="605" y="521"/>
                  </a:cubicBezTo>
                  <a:cubicBezTo>
                    <a:pt x="610" y="526"/>
                    <a:pt x="617" y="528"/>
                    <a:pt x="623" y="528"/>
                  </a:cubicBezTo>
                  <a:lnTo>
                    <a:pt x="623" y="528"/>
                  </a:lnTo>
                  <a:cubicBezTo>
                    <a:pt x="630" y="528"/>
                    <a:pt x="636" y="526"/>
                    <a:pt x="641" y="521"/>
                  </a:cubicBezTo>
                  <a:cubicBezTo>
                    <a:pt x="652" y="510"/>
                    <a:pt x="651" y="494"/>
                    <a:pt x="641" y="484"/>
                  </a:cubicBezTo>
                  <a:cubicBezTo>
                    <a:pt x="458" y="305"/>
                    <a:pt x="258" y="143"/>
                    <a:pt x="44" y="5"/>
                  </a:cubicBezTo>
                  <a:cubicBezTo>
                    <a:pt x="39" y="2"/>
                    <a:pt x="34" y="0"/>
                    <a:pt x="29" y="0"/>
                  </a:cubicBezTo>
                  <a:close/>
                  <a:moveTo>
                    <a:pt x="623" y="528"/>
                  </a:moveTo>
                  <a:cubicBezTo>
                    <a:pt x="623" y="528"/>
                    <a:pt x="623" y="528"/>
                    <a:pt x="622" y="528"/>
                  </a:cubicBezTo>
                  <a:lnTo>
                    <a:pt x="624" y="528"/>
                  </a:lnTo>
                  <a:cubicBezTo>
                    <a:pt x="624" y="528"/>
                    <a:pt x="623" y="528"/>
                    <a:pt x="623" y="528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5931475" y="3962225"/>
              <a:ext cx="5975" cy="4125"/>
            </a:xfrm>
            <a:custGeom>
              <a:avLst/>
              <a:gdLst/>
              <a:ahLst/>
              <a:cxnLst/>
              <a:rect l="l" t="t" r="r" b="b"/>
              <a:pathLst>
                <a:path w="239" h="165" extrusionOk="0">
                  <a:moveTo>
                    <a:pt x="29" y="1"/>
                  </a:moveTo>
                  <a:cubicBezTo>
                    <a:pt x="21" y="1"/>
                    <a:pt x="12" y="5"/>
                    <a:pt x="8" y="13"/>
                  </a:cubicBezTo>
                  <a:cubicBezTo>
                    <a:pt x="0" y="25"/>
                    <a:pt x="4" y="41"/>
                    <a:pt x="16" y="49"/>
                  </a:cubicBezTo>
                  <a:lnTo>
                    <a:pt x="195" y="161"/>
                  </a:lnTo>
                  <a:cubicBezTo>
                    <a:pt x="199" y="164"/>
                    <a:pt x="205" y="164"/>
                    <a:pt x="209" y="164"/>
                  </a:cubicBezTo>
                  <a:lnTo>
                    <a:pt x="209" y="165"/>
                  </a:lnTo>
                  <a:cubicBezTo>
                    <a:pt x="218" y="165"/>
                    <a:pt x="226" y="160"/>
                    <a:pt x="230" y="153"/>
                  </a:cubicBezTo>
                  <a:cubicBezTo>
                    <a:pt x="238" y="139"/>
                    <a:pt x="234" y="125"/>
                    <a:pt x="222" y="116"/>
                  </a:cubicBezTo>
                  <a:lnTo>
                    <a:pt x="43" y="5"/>
                  </a:lnTo>
                  <a:cubicBezTo>
                    <a:pt x="39" y="2"/>
                    <a:pt x="34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5882975" y="3972575"/>
              <a:ext cx="7175" cy="5800"/>
            </a:xfrm>
            <a:custGeom>
              <a:avLst/>
              <a:gdLst/>
              <a:ahLst/>
              <a:cxnLst/>
              <a:rect l="l" t="t" r="r" b="b"/>
              <a:pathLst>
                <a:path w="287" h="232" extrusionOk="0">
                  <a:moveTo>
                    <a:pt x="30" y="1"/>
                  </a:moveTo>
                  <a:cubicBezTo>
                    <a:pt x="22" y="1"/>
                    <a:pt x="14" y="4"/>
                    <a:pt x="9" y="11"/>
                  </a:cubicBezTo>
                  <a:cubicBezTo>
                    <a:pt x="0" y="23"/>
                    <a:pt x="3" y="39"/>
                    <a:pt x="14" y="47"/>
                  </a:cubicBezTo>
                  <a:lnTo>
                    <a:pt x="241" y="226"/>
                  </a:lnTo>
                  <a:cubicBezTo>
                    <a:pt x="246" y="230"/>
                    <a:pt x="252" y="231"/>
                    <a:pt x="257" y="231"/>
                  </a:cubicBezTo>
                  <a:cubicBezTo>
                    <a:pt x="265" y="231"/>
                    <a:pt x="273" y="227"/>
                    <a:pt x="277" y="222"/>
                  </a:cubicBezTo>
                  <a:cubicBezTo>
                    <a:pt x="287" y="210"/>
                    <a:pt x="284" y="194"/>
                    <a:pt x="273" y="185"/>
                  </a:cubicBezTo>
                  <a:lnTo>
                    <a:pt x="46" y="7"/>
                  </a:lnTo>
                  <a:cubicBezTo>
                    <a:pt x="41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5878225" y="3968725"/>
              <a:ext cx="2925" cy="2550"/>
            </a:xfrm>
            <a:custGeom>
              <a:avLst/>
              <a:gdLst/>
              <a:ahLst/>
              <a:cxnLst/>
              <a:rect l="l" t="t" r="r" b="b"/>
              <a:pathLst>
                <a:path w="117" h="102" extrusionOk="0">
                  <a:moveTo>
                    <a:pt x="29" y="1"/>
                  </a:moveTo>
                  <a:cubicBezTo>
                    <a:pt x="22" y="1"/>
                    <a:pt x="14" y="4"/>
                    <a:pt x="10" y="11"/>
                  </a:cubicBezTo>
                  <a:cubicBezTo>
                    <a:pt x="0" y="22"/>
                    <a:pt x="2" y="38"/>
                    <a:pt x="12" y="48"/>
                  </a:cubicBezTo>
                  <a:lnTo>
                    <a:pt x="70" y="96"/>
                  </a:lnTo>
                  <a:cubicBezTo>
                    <a:pt x="76" y="100"/>
                    <a:pt x="81" y="101"/>
                    <a:pt x="88" y="101"/>
                  </a:cubicBezTo>
                  <a:cubicBezTo>
                    <a:pt x="95" y="101"/>
                    <a:pt x="103" y="99"/>
                    <a:pt x="107" y="92"/>
                  </a:cubicBezTo>
                  <a:cubicBezTo>
                    <a:pt x="116" y="81"/>
                    <a:pt x="115" y="65"/>
                    <a:pt x="104" y="56"/>
                  </a:cubicBezTo>
                  <a:lnTo>
                    <a:pt x="46" y="7"/>
                  </a:lnTo>
                  <a:cubicBezTo>
                    <a:pt x="41" y="3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5895300" y="3988100"/>
              <a:ext cx="13800" cy="5875"/>
            </a:xfrm>
            <a:custGeom>
              <a:avLst/>
              <a:gdLst/>
              <a:ahLst/>
              <a:cxnLst/>
              <a:rect l="l" t="t" r="r" b="b"/>
              <a:pathLst>
                <a:path w="552" h="235" extrusionOk="0">
                  <a:moveTo>
                    <a:pt x="522" y="0"/>
                  </a:moveTo>
                  <a:cubicBezTo>
                    <a:pt x="518" y="0"/>
                    <a:pt x="514" y="1"/>
                    <a:pt x="511" y="3"/>
                  </a:cubicBezTo>
                  <a:cubicBezTo>
                    <a:pt x="353" y="73"/>
                    <a:pt x="188" y="135"/>
                    <a:pt x="22" y="185"/>
                  </a:cubicBezTo>
                  <a:cubicBezTo>
                    <a:pt x="9" y="189"/>
                    <a:pt x="1" y="202"/>
                    <a:pt x="5" y="216"/>
                  </a:cubicBezTo>
                  <a:cubicBezTo>
                    <a:pt x="8" y="228"/>
                    <a:pt x="18" y="234"/>
                    <a:pt x="29" y="234"/>
                  </a:cubicBezTo>
                  <a:cubicBezTo>
                    <a:pt x="32" y="234"/>
                    <a:pt x="34" y="234"/>
                    <a:pt x="37" y="233"/>
                  </a:cubicBezTo>
                  <a:cubicBezTo>
                    <a:pt x="205" y="183"/>
                    <a:pt x="372" y="121"/>
                    <a:pt x="532" y="50"/>
                  </a:cubicBezTo>
                  <a:cubicBezTo>
                    <a:pt x="546" y="43"/>
                    <a:pt x="551" y="29"/>
                    <a:pt x="546" y="15"/>
                  </a:cubicBezTo>
                  <a:cubicBezTo>
                    <a:pt x="541" y="6"/>
                    <a:pt x="532" y="0"/>
                    <a:pt x="52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5913750" y="3982025"/>
              <a:ext cx="6975" cy="4200"/>
            </a:xfrm>
            <a:custGeom>
              <a:avLst/>
              <a:gdLst/>
              <a:ahLst/>
              <a:cxnLst/>
              <a:rect l="l" t="t" r="r" b="b"/>
              <a:pathLst>
                <a:path w="279" h="168" extrusionOk="0">
                  <a:moveTo>
                    <a:pt x="249" y="0"/>
                  </a:moveTo>
                  <a:cubicBezTo>
                    <a:pt x="243" y="0"/>
                    <a:pt x="237" y="2"/>
                    <a:pt x="233" y="7"/>
                  </a:cubicBezTo>
                  <a:cubicBezTo>
                    <a:pt x="171" y="58"/>
                    <a:pt x="98" y="97"/>
                    <a:pt x="22" y="117"/>
                  </a:cubicBezTo>
                  <a:cubicBezTo>
                    <a:pt x="8" y="121"/>
                    <a:pt x="0" y="136"/>
                    <a:pt x="3" y="149"/>
                  </a:cubicBezTo>
                  <a:cubicBezTo>
                    <a:pt x="7" y="161"/>
                    <a:pt x="16" y="168"/>
                    <a:pt x="28" y="168"/>
                  </a:cubicBezTo>
                  <a:lnTo>
                    <a:pt x="35" y="168"/>
                  </a:lnTo>
                  <a:cubicBezTo>
                    <a:pt x="120" y="145"/>
                    <a:pt x="199" y="102"/>
                    <a:pt x="266" y="47"/>
                  </a:cubicBezTo>
                  <a:cubicBezTo>
                    <a:pt x="277" y="38"/>
                    <a:pt x="279" y="21"/>
                    <a:pt x="269" y="11"/>
                  </a:cubicBezTo>
                  <a:cubicBezTo>
                    <a:pt x="264" y="4"/>
                    <a:pt x="256" y="0"/>
                    <a:pt x="24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5947800" y="3990950"/>
              <a:ext cx="19175" cy="9425"/>
            </a:xfrm>
            <a:custGeom>
              <a:avLst/>
              <a:gdLst/>
              <a:ahLst/>
              <a:cxnLst/>
              <a:rect l="l" t="t" r="r" b="b"/>
              <a:pathLst>
                <a:path w="767" h="377" extrusionOk="0">
                  <a:moveTo>
                    <a:pt x="736" y="0"/>
                  </a:moveTo>
                  <a:cubicBezTo>
                    <a:pt x="732" y="0"/>
                    <a:pt x="728" y="1"/>
                    <a:pt x="725" y="3"/>
                  </a:cubicBezTo>
                  <a:cubicBezTo>
                    <a:pt x="496" y="122"/>
                    <a:pt x="259" y="231"/>
                    <a:pt x="21" y="325"/>
                  </a:cubicBezTo>
                  <a:cubicBezTo>
                    <a:pt x="8" y="330"/>
                    <a:pt x="1" y="346"/>
                    <a:pt x="6" y="359"/>
                  </a:cubicBezTo>
                  <a:cubicBezTo>
                    <a:pt x="10" y="369"/>
                    <a:pt x="20" y="376"/>
                    <a:pt x="30" y="376"/>
                  </a:cubicBezTo>
                  <a:cubicBezTo>
                    <a:pt x="33" y="376"/>
                    <a:pt x="36" y="375"/>
                    <a:pt x="40" y="373"/>
                  </a:cubicBezTo>
                  <a:cubicBezTo>
                    <a:pt x="281" y="278"/>
                    <a:pt x="519" y="169"/>
                    <a:pt x="749" y="49"/>
                  </a:cubicBezTo>
                  <a:cubicBezTo>
                    <a:pt x="761" y="42"/>
                    <a:pt x="766" y="28"/>
                    <a:pt x="760" y="14"/>
                  </a:cubicBezTo>
                  <a:cubicBezTo>
                    <a:pt x="755" y="6"/>
                    <a:pt x="746" y="0"/>
                    <a:pt x="73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5970950" y="3984625"/>
              <a:ext cx="7725" cy="5050"/>
            </a:xfrm>
            <a:custGeom>
              <a:avLst/>
              <a:gdLst/>
              <a:ahLst/>
              <a:cxnLst/>
              <a:rect l="l" t="t" r="r" b="b"/>
              <a:pathLst>
                <a:path w="309" h="202" extrusionOk="0">
                  <a:moveTo>
                    <a:pt x="278" y="0"/>
                  </a:moveTo>
                  <a:cubicBezTo>
                    <a:pt x="274" y="0"/>
                    <a:pt x="269" y="1"/>
                    <a:pt x="265" y="3"/>
                  </a:cubicBezTo>
                  <a:lnTo>
                    <a:pt x="17" y="153"/>
                  </a:lnTo>
                  <a:cubicBezTo>
                    <a:pt x="4" y="160"/>
                    <a:pt x="0" y="176"/>
                    <a:pt x="7" y="188"/>
                  </a:cubicBezTo>
                  <a:cubicBezTo>
                    <a:pt x="13" y="196"/>
                    <a:pt x="21" y="201"/>
                    <a:pt x="30" y="201"/>
                  </a:cubicBezTo>
                  <a:cubicBezTo>
                    <a:pt x="34" y="201"/>
                    <a:pt x="39" y="200"/>
                    <a:pt x="43" y="197"/>
                  </a:cubicBezTo>
                  <a:lnTo>
                    <a:pt x="291" y="49"/>
                  </a:lnTo>
                  <a:cubicBezTo>
                    <a:pt x="304" y="41"/>
                    <a:pt x="308" y="25"/>
                    <a:pt x="300" y="13"/>
                  </a:cubicBezTo>
                  <a:cubicBezTo>
                    <a:pt x="296" y="5"/>
                    <a:pt x="287" y="0"/>
                    <a:pt x="27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6000925" y="3969750"/>
              <a:ext cx="26425" cy="14375"/>
            </a:xfrm>
            <a:custGeom>
              <a:avLst/>
              <a:gdLst/>
              <a:ahLst/>
              <a:cxnLst/>
              <a:rect l="l" t="t" r="r" b="b"/>
              <a:pathLst>
                <a:path w="1057" h="575" extrusionOk="0">
                  <a:moveTo>
                    <a:pt x="28" y="1"/>
                  </a:moveTo>
                  <a:cubicBezTo>
                    <a:pt x="18" y="1"/>
                    <a:pt x="8" y="7"/>
                    <a:pt x="4" y="17"/>
                  </a:cubicBezTo>
                  <a:cubicBezTo>
                    <a:pt x="0" y="31"/>
                    <a:pt x="7" y="46"/>
                    <a:pt x="20" y="51"/>
                  </a:cubicBezTo>
                  <a:cubicBezTo>
                    <a:pt x="375" y="173"/>
                    <a:pt x="708" y="348"/>
                    <a:pt x="1012" y="569"/>
                  </a:cubicBezTo>
                  <a:cubicBezTo>
                    <a:pt x="1016" y="572"/>
                    <a:pt x="1021" y="574"/>
                    <a:pt x="1027" y="574"/>
                  </a:cubicBezTo>
                  <a:cubicBezTo>
                    <a:pt x="1035" y="573"/>
                    <a:pt x="1043" y="570"/>
                    <a:pt x="1048" y="563"/>
                  </a:cubicBezTo>
                  <a:cubicBezTo>
                    <a:pt x="1056" y="551"/>
                    <a:pt x="1053" y="535"/>
                    <a:pt x="1041" y="527"/>
                  </a:cubicBezTo>
                  <a:cubicBezTo>
                    <a:pt x="735" y="302"/>
                    <a:pt x="397" y="126"/>
                    <a:pt x="38" y="2"/>
                  </a:cubicBezTo>
                  <a:cubicBezTo>
                    <a:pt x="35" y="1"/>
                    <a:pt x="3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5990625" y="3964675"/>
              <a:ext cx="7300" cy="3875"/>
            </a:xfrm>
            <a:custGeom>
              <a:avLst/>
              <a:gdLst/>
              <a:ahLst/>
              <a:cxnLst/>
              <a:rect l="l" t="t" r="r" b="b"/>
              <a:pathLst>
                <a:path w="292" h="155" extrusionOk="0">
                  <a:moveTo>
                    <a:pt x="30" y="0"/>
                  </a:moveTo>
                  <a:cubicBezTo>
                    <a:pt x="20" y="0"/>
                    <a:pt x="10" y="6"/>
                    <a:pt x="6" y="16"/>
                  </a:cubicBezTo>
                  <a:cubicBezTo>
                    <a:pt x="0" y="29"/>
                    <a:pt x="6" y="44"/>
                    <a:pt x="19" y="49"/>
                  </a:cubicBezTo>
                  <a:lnTo>
                    <a:pt x="251" y="153"/>
                  </a:lnTo>
                  <a:cubicBezTo>
                    <a:pt x="255" y="154"/>
                    <a:pt x="257" y="154"/>
                    <a:pt x="261" y="154"/>
                  </a:cubicBezTo>
                  <a:cubicBezTo>
                    <a:pt x="271" y="154"/>
                    <a:pt x="280" y="149"/>
                    <a:pt x="284" y="140"/>
                  </a:cubicBezTo>
                  <a:cubicBezTo>
                    <a:pt x="291" y="126"/>
                    <a:pt x="284" y="111"/>
                    <a:pt x="272" y="105"/>
                  </a:cubicBezTo>
                  <a:lnTo>
                    <a:pt x="39" y="2"/>
                  </a:lnTo>
                  <a:cubicBezTo>
                    <a:pt x="36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5975425" y="3963375"/>
              <a:ext cx="33450" cy="19300"/>
            </a:xfrm>
            <a:custGeom>
              <a:avLst/>
              <a:gdLst/>
              <a:ahLst/>
              <a:cxnLst/>
              <a:rect l="l" t="t" r="r" b="b"/>
              <a:pathLst>
                <a:path w="1338" h="772" extrusionOk="0">
                  <a:moveTo>
                    <a:pt x="28" y="1"/>
                  </a:moveTo>
                  <a:cubicBezTo>
                    <a:pt x="19" y="1"/>
                    <a:pt x="10" y="7"/>
                    <a:pt x="6" y="17"/>
                  </a:cubicBezTo>
                  <a:cubicBezTo>
                    <a:pt x="0" y="30"/>
                    <a:pt x="6" y="45"/>
                    <a:pt x="19" y="50"/>
                  </a:cubicBezTo>
                  <a:cubicBezTo>
                    <a:pt x="470" y="239"/>
                    <a:pt x="899" y="479"/>
                    <a:pt x="1293" y="766"/>
                  </a:cubicBezTo>
                  <a:cubicBezTo>
                    <a:pt x="1299" y="770"/>
                    <a:pt x="1303" y="771"/>
                    <a:pt x="1308" y="771"/>
                  </a:cubicBezTo>
                  <a:cubicBezTo>
                    <a:pt x="1316" y="771"/>
                    <a:pt x="1324" y="767"/>
                    <a:pt x="1330" y="761"/>
                  </a:cubicBezTo>
                  <a:cubicBezTo>
                    <a:pt x="1338" y="750"/>
                    <a:pt x="1335" y="734"/>
                    <a:pt x="1324" y="724"/>
                  </a:cubicBezTo>
                  <a:cubicBezTo>
                    <a:pt x="926" y="435"/>
                    <a:pt x="494" y="192"/>
                    <a:pt x="39" y="3"/>
                  </a:cubicBezTo>
                  <a:cubicBezTo>
                    <a:pt x="36" y="1"/>
                    <a:pt x="32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5969225" y="3960150"/>
              <a:ext cx="4800" cy="2925"/>
            </a:xfrm>
            <a:custGeom>
              <a:avLst/>
              <a:gdLst/>
              <a:ahLst/>
              <a:cxnLst/>
              <a:rect l="l" t="t" r="r" b="b"/>
              <a:pathLst>
                <a:path w="192" h="117" extrusionOk="0">
                  <a:moveTo>
                    <a:pt x="30" y="0"/>
                  </a:moveTo>
                  <a:cubicBezTo>
                    <a:pt x="20" y="0"/>
                    <a:pt x="11" y="6"/>
                    <a:pt x="6" y="15"/>
                  </a:cubicBezTo>
                  <a:cubicBezTo>
                    <a:pt x="1" y="29"/>
                    <a:pt x="6" y="43"/>
                    <a:pt x="18" y="50"/>
                  </a:cubicBezTo>
                  <a:lnTo>
                    <a:pt x="151" y="113"/>
                  </a:lnTo>
                  <a:cubicBezTo>
                    <a:pt x="154" y="116"/>
                    <a:pt x="158" y="116"/>
                    <a:pt x="162" y="116"/>
                  </a:cubicBezTo>
                  <a:cubicBezTo>
                    <a:pt x="172" y="116"/>
                    <a:pt x="181" y="111"/>
                    <a:pt x="185" y="101"/>
                  </a:cubicBezTo>
                  <a:cubicBezTo>
                    <a:pt x="192" y="89"/>
                    <a:pt x="186" y="73"/>
                    <a:pt x="173" y="68"/>
                  </a:cubicBezTo>
                  <a:lnTo>
                    <a:pt x="41" y="3"/>
                  </a:lnTo>
                  <a:cubicBezTo>
                    <a:pt x="38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5988750" y="3991125"/>
              <a:ext cx="10450" cy="7525"/>
            </a:xfrm>
            <a:custGeom>
              <a:avLst/>
              <a:gdLst/>
              <a:ahLst/>
              <a:cxnLst/>
              <a:rect l="l" t="t" r="r" b="b"/>
              <a:pathLst>
                <a:path w="418" h="301" extrusionOk="0">
                  <a:moveTo>
                    <a:pt x="387" y="1"/>
                  </a:moveTo>
                  <a:cubicBezTo>
                    <a:pt x="382" y="1"/>
                    <a:pt x="377" y="2"/>
                    <a:pt x="373" y="4"/>
                  </a:cubicBezTo>
                  <a:lnTo>
                    <a:pt x="15" y="253"/>
                  </a:lnTo>
                  <a:cubicBezTo>
                    <a:pt x="3" y="261"/>
                    <a:pt x="0" y="278"/>
                    <a:pt x="8" y="290"/>
                  </a:cubicBezTo>
                  <a:cubicBezTo>
                    <a:pt x="12" y="296"/>
                    <a:pt x="20" y="300"/>
                    <a:pt x="30" y="300"/>
                  </a:cubicBezTo>
                  <a:cubicBezTo>
                    <a:pt x="34" y="300"/>
                    <a:pt x="39" y="299"/>
                    <a:pt x="44" y="295"/>
                  </a:cubicBezTo>
                  <a:lnTo>
                    <a:pt x="402" y="48"/>
                  </a:lnTo>
                  <a:cubicBezTo>
                    <a:pt x="414" y="39"/>
                    <a:pt x="417" y="23"/>
                    <a:pt x="409" y="11"/>
                  </a:cubicBezTo>
                  <a:cubicBezTo>
                    <a:pt x="404" y="4"/>
                    <a:pt x="396" y="1"/>
                    <a:pt x="38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5892275" y="3957600"/>
              <a:ext cx="22475" cy="14275"/>
            </a:xfrm>
            <a:custGeom>
              <a:avLst/>
              <a:gdLst/>
              <a:ahLst/>
              <a:cxnLst/>
              <a:rect l="l" t="t" r="r" b="b"/>
              <a:pathLst>
                <a:path w="899" h="571" extrusionOk="0">
                  <a:moveTo>
                    <a:pt x="32" y="0"/>
                  </a:moveTo>
                  <a:cubicBezTo>
                    <a:pt x="22" y="0"/>
                    <a:pt x="13" y="5"/>
                    <a:pt x="7" y="14"/>
                  </a:cubicBezTo>
                  <a:cubicBezTo>
                    <a:pt x="1" y="27"/>
                    <a:pt x="6" y="42"/>
                    <a:pt x="18" y="49"/>
                  </a:cubicBezTo>
                  <a:cubicBezTo>
                    <a:pt x="306" y="203"/>
                    <a:pt x="587" y="377"/>
                    <a:pt x="854" y="565"/>
                  </a:cubicBezTo>
                  <a:cubicBezTo>
                    <a:pt x="859" y="569"/>
                    <a:pt x="864" y="571"/>
                    <a:pt x="868" y="571"/>
                  </a:cubicBezTo>
                  <a:lnTo>
                    <a:pt x="870" y="571"/>
                  </a:lnTo>
                  <a:cubicBezTo>
                    <a:pt x="878" y="571"/>
                    <a:pt x="886" y="567"/>
                    <a:pt x="890" y="560"/>
                  </a:cubicBezTo>
                  <a:cubicBezTo>
                    <a:pt x="898" y="548"/>
                    <a:pt x="895" y="532"/>
                    <a:pt x="885" y="523"/>
                  </a:cubicBezTo>
                  <a:cubicBezTo>
                    <a:pt x="616" y="334"/>
                    <a:pt x="332" y="159"/>
                    <a:pt x="44" y="3"/>
                  </a:cubicBezTo>
                  <a:cubicBezTo>
                    <a:pt x="40" y="1"/>
                    <a:pt x="36" y="0"/>
                    <a:pt x="3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5900800" y="3955000"/>
              <a:ext cx="13525" cy="8900"/>
            </a:xfrm>
            <a:custGeom>
              <a:avLst/>
              <a:gdLst/>
              <a:ahLst/>
              <a:cxnLst/>
              <a:rect l="l" t="t" r="r" b="b"/>
              <a:pathLst>
                <a:path w="541" h="356" extrusionOk="0">
                  <a:moveTo>
                    <a:pt x="30" y="0"/>
                  </a:moveTo>
                  <a:cubicBezTo>
                    <a:pt x="22" y="0"/>
                    <a:pt x="13" y="5"/>
                    <a:pt x="8" y="13"/>
                  </a:cubicBezTo>
                  <a:cubicBezTo>
                    <a:pt x="0" y="25"/>
                    <a:pt x="4" y="41"/>
                    <a:pt x="16" y="49"/>
                  </a:cubicBezTo>
                  <a:lnTo>
                    <a:pt x="498" y="352"/>
                  </a:lnTo>
                  <a:cubicBezTo>
                    <a:pt x="502" y="354"/>
                    <a:pt x="506" y="356"/>
                    <a:pt x="511" y="356"/>
                  </a:cubicBezTo>
                  <a:cubicBezTo>
                    <a:pt x="519" y="356"/>
                    <a:pt x="527" y="352"/>
                    <a:pt x="533" y="344"/>
                  </a:cubicBezTo>
                  <a:cubicBezTo>
                    <a:pt x="541" y="331"/>
                    <a:pt x="537" y="315"/>
                    <a:pt x="525" y="309"/>
                  </a:cubicBezTo>
                  <a:lnTo>
                    <a:pt x="43" y="5"/>
                  </a:lnTo>
                  <a:cubicBezTo>
                    <a:pt x="39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5632050" y="3735500"/>
              <a:ext cx="491000" cy="302050"/>
            </a:xfrm>
            <a:custGeom>
              <a:avLst/>
              <a:gdLst/>
              <a:ahLst/>
              <a:cxnLst/>
              <a:rect l="l" t="t" r="r" b="b"/>
              <a:pathLst>
                <a:path w="19640" h="12082" extrusionOk="0">
                  <a:moveTo>
                    <a:pt x="60" y="0"/>
                  </a:moveTo>
                  <a:cubicBezTo>
                    <a:pt x="40" y="0"/>
                    <a:pt x="21" y="12"/>
                    <a:pt x="13" y="31"/>
                  </a:cubicBezTo>
                  <a:cubicBezTo>
                    <a:pt x="1" y="57"/>
                    <a:pt x="13" y="87"/>
                    <a:pt x="39" y="99"/>
                  </a:cubicBezTo>
                  <a:cubicBezTo>
                    <a:pt x="7024" y="3238"/>
                    <a:pt x="13587" y="7266"/>
                    <a:pt x="19548" y="12071"/>
                  </a:cubicBezTo>
                  <a:cubicBezTo>
                    <a:pt x="19558" y="12079"/>
                    <a:pt x="19570" y="12082"/>
                    <a:pt x="19582" y="12082"/>
                  </a:cubicBezTo>
                  <a:cubicBezTo>
                    <a:pt x="19597" y="12082"/>
                    <a:pt x="19612" y="12075"/>
                    <a:pt x="19622" y="12063"/>
                  </a:cubicBezTo>
                  <a:cubicBezTo>
                    <a:pt x="19640" y="12040"/>
                    <a:pt x="19636" y="12008"/>
                    <a:pt x="19614" y="11990"/>
                  </a:cubicBezTo>
                  <a:cubicBezTo>
                    <a:pt x="13645" y="7180"/>
                    <a:pt x="7073" y="3148"/>
                    <a:pt x="82" y="5"/>
                  </a:cubicBezTo>
                  <a:cubicBezTo>
                    <a:pt x="75" y="2"/>
                    <a:pt x="67" y="0"/>
                    <a:pt x="6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5419875" y="3672775"/>
              <a:ext cx="268000" cy="90200"/>
            </a:xfrm>
            <a:custGeom>
              <a:avLst/>
              <a:gdLst/>
              <a:ahLst/>
              <a:cxnLst/>
              <a:rect l="l" t="t" r="r" b="b"/>
              <a:pathLst>
                <a:path w="10720" h="3608" extrusionOk="0">
                  <a:moveTo>
                    <a:pt x="2194" y="1"/>
                  </a:moveTo>
                  <a:cubicBezTo>
                    <a:pt x="1450" y="1"/>
                    <a:pt x="713" y="70"/>
                    <a:pt x="0" y="209"/>
                  </a:cubicBezTo>
                  <a:cubicBezTo>
                    <a:pt x="2784" y="2397"/>
                    <a:pt x="6317" y="3608"/>
                    <a:pt x="9854" y="3608"/>
                  </a:cubicBezTo>
                  <a:cubicBezTo>
                    <a:pt x="10143" y="3608"/>
                    <a:pt x="10432" y="3600"/>
                    <a:pt x="10720" y="3584"/>
                  </a:cubicBezTo>
                  <a:cubicBezTo>
                    <a:pt x="8672" y="1255"/>
                    <a:pt x="5371" y="1"/>
                    <a:pt x="2194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5418500" y="3671500"/>
              <a:ext cx="270750" cy="92750"/>
            </a:xfrm>
            <a:custGeom>
              <a:avLst/>
              <a:gdLst/>
              <a:ahLst/>
              <a:cxnLst/>
              <a:rect l="l" t="t" r="r" b="b"/>
              <a:pathLst>
                <a:path w="10830" h="3710" extrusionOk="0">
                  <a:moveTo>
                    <a:pt x="2238" y="104"/>
                  </a:moveTo>
                  <a:cubicBezTo>
                    <a:pt x="5447" y="104"/>
                    <a:pt x="8691" y="1402"/>
                    <a:pt x="10665" y="3587"/>
                  </a:cubicBezTo>
                  <a:cubicBezTo>
                    <a:pt x="10414" y="3600"/>
                    <a:pt x="10164" y="3606"/>
                    <a:pt x="9913" y="3606"/>
                  </a:cubicBezTo>
                  <a:cubicBezTo>
                    <a:pt x="6429" y="3606"/>
                    <a:pt x="2930" y="2420"/>
                    <a:pt x="178" y="290"/>
                  </a:cubicBezTo>
                  <a:cubicBezTo>
                    <a:pt x="854" y="165"/>
                    <a:pt x="1545" y="104"/>
                    <a:pt x="2238" y="104"/>
                  </a:cubicBezTo>
                  <a:close/>
                  <a:moveTo>
                    <a:pt x="2236" y="1"/>
                  </a:moveTo>
                  <a:cubicBezTo>
                    <a:pt x="1499" y="1"/>
                    <a:pt x="764" y="69"/>
                    <a:pt x="46" y="209"/>
                  </a:cubicBezTo>
                  <a:cubicBezTo>
                    <a:pt x="26" y="213"/>
                    <a:pt x="10" y="228"/>
                    <a:pt x="6" y="248"/>
                  </a:cubicBezTo>
                  <a:cubicBezTo>
                    <a:pt x="0" y="269"/>
                    <a:pt x="8" y="289"/>
                    <a:pt x="24" y="301"/>
                  </a:cubicBezTo>
                  <a:cubicBezTo>
                    <a:pt x="2808" y="2490"/>
                    <a:pt x="6370" y="3710"/>
                    <a:pt x="9915" y="3710"/>
                  </a:cubicBezTo>
                  <a:lnTo>
                    <a:pt x="9915" y="3710"/>
                  </a:lnTo>
                  <a:cubicBezTo>
                    <a:pt x="10202" y="3710"/>
                    <a:pt x="10490" y="3702"/>
                    <a:pt x="10778" y="3686"/>
                  </a:cubicBezTo>
                  <a:cubicBezTo>
                    <a:pt x="10796" y="3684"/>
                    <a:pt x="10814" y="3672"/>
                    <a:pt x="10822" y="3653"/>
                  </a:cubicBezTo>
                  <a:cubicBezTo>
                    <a:pt x="10830" y="3636"/>
                    <a:pt x="10826" y="3614"/>
                    <a:pt x="10813" y="3600"/>
                  </a:cubicBezTo>
                  <a:cubicBezTo>
                    <a:pt x="8828" y="1344"/>
                    <a:pt x="5513" y="1"/>
                    <a:pt x="2236" y="1"/>
                  </a:cubicBezTo>
                  <a:close/>
                  <a:moveTo>
                    <a:pt x="9915" y="3710"/>
                  </a:moveTo>
                  <a:lnTo>
                    <a:pt x="9915" y="3710"/>
                  </a:lnTo>
                  <a:cubicBezTo>
                    <a:pt x="9914" y="3710"/>
                    <a:pt x="9914" y="3710"/>
                    <a:pt x="9914" y="3710"/>
                  </a:cubicBezTo>
                  <a:lnTo>
                    <a:pt x="9915" y="3710"/>
                  </a:lnTo>
                  <a:cubicBezTo>
                    <a:pt x="9915" y="3710"/>
                    <a:pt x="9915" y="3710"/>
                    <a:pt x="9915" y="371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5419175" y="3677375"/>
              <a:ext cx="269425" cy="85650"/>
            </a:xfrm>
            <a:custGeom>
              <a:avLst/>
              <a:gdLst/>
              <a:ahLst/>
              <a:cxnLst/>
              <a:rect l="l" t="t" r="r" b="b"/>
              <a:pathLst>
                <a:path w="10777" h="3426" extrusionOk="0">
                  <a:moveTo>
                    <a:pt x="29" y="0"/>
                  </a:moveTo>
                  <a:cubicBezTo>
                    <a:pt x="18" y="0"/>
                    <a:pt x="8" y="7"/>
                    <a:pt x="4" y="17"/>
                  </a:cubicBezTo>
                  <a:cubicBezTo>
                    <a:pt x="0" y="31"/>
                    <a:pt x="7" y="46"/>
                    <a:pt x="20" y="50"/>
                  </a:cubicBezTo>
                  <a:cubicBezTo>
                    <a:pt x="1764" y="630"/>
                    <a:pt x="3603" y="1192"/>
                    <a:pt x="5380" y="1737"/>
                  </a:cubicBezTo>
                  <a:cubicBezTo>
                    <a:pt x="7159" y="2282"/>
                    <a:pt x="8996" y="2845"/>
                    <a:pt x="10738" y="3424"/>
                  </a:cubicBezTo>
                  <a:cubicBezTo>
                    <a:pt x="10742" y="3424"/>
                    <a:pt x="10745" y="3425"/>
                    <a:pt x="10748" y="3425"/>
                  </a:cubicBezTo>
                  <a:cubicBezTo>
                    <a:pt x="10759" y="3425"/>
                    <a:pt x="10768" y="3418"/>
                    <a:pt x="10772" y="3408"/>
                  </a:cubicBezTo>
                  <a:cubicBezTo>
                    <a:pt x="10776" y="3393"/>
                    <a:pt x="10769" y="3379"/>
                    <a:pt x="10756" y="3374"/>
                  </a:cubicBezTo>
                  <a:cubicBezTo>
                    <a:pt x="9012" y="2795"/>
                    <a:pt x="7173" y="2232"/>
                    <a:pt x="5396" y="1687"/>
                  </a:cubicBezTo>
                  <a:cubicBezTo>
                    <a:pt x="3618" y="1143"/>
                    <a:pt x="1780" y="580"/>
                    <a:pt x="38" y="1"/>
                  </a:cubicBezTo>
                  <a:cubicBezTo>
                    <a:pt x="35" y="0"/>
                    <a:pt x="3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5502375" y="3717375"/>
              <a:ext cx="45250" cy="10125"/>
            </a:xfrm>
            <a:custGeom>
              <a:avLst/>
              <a:gdLst/>
              <a:ahLst/>
              <a:cxnLst/>
              <a:rect l="l" t="t" r="r" b="b"/>
              <a:pathLst>
                <a:path w="1810" h="405" extrusionOk="0">
                  <a:moveTo>
                    <a:pt x="1780" y="0"/>
                  </a:moveTo>
                  <a:cubicBezTo>
                    <a:pt x="1777" y="0"/>
                    <a:pt x="1774" y="1"/>
                    <a:pt x="1771" y="2"/>
                  </a:cubicBezTo>
                  <a:cubicBezTo>
                    <a:pt x="1208" y="239"/>
                    <a:pt x="672" y="352"/>
                    <a:pt x="88" y="352"/>
                  </a:cubicBezTo>
                  <a:cubicBezTo>
                    <a:pt x="68" y="352"/>
                    <a:pt x="48" y="352"/>
                    <a:pt x="27" y="352"/>
                  </a:cubicBezTo>
                  <a:cubicBezTo>
                    <a:pt x="13" y="352"/>
                    <a:pt x="2" y="364"/>
                    <a:pt x="0" y="378"/>
                  </a:cubicBezTo>
                  <a:cubicBezTo>
                    <a:pt x="0" y="392"/>
                    <a:pt x="13" y="403"/>
                    <a:pt x="26" y="403"/>
                  </a:cubicBezTo>
                  <a:cubicBezTo>
                    <a:pt x="43" y="404"/>
                    <a:pt x="60" y="404"/>
                    <a:pt x="77" y="404"/>
                  </a:cubicBezTo>
                  <a:cubicBezTo>
                    <a:pt x="672" y="404"/>
                    <a:pt x="1218" y="291"/>
                    <a:pt x="1791" y="51"/>
                  </a:cubicBezTo>
                  <a:cubicBezTo>
                    <a:pt x="1803" y="45"/>
                    <a:pt x="1810" y="29"/>
                    <a:pt x="1804" y="16"/>
                  </a:cubicBezTo>
                  <a:cubicBezTo>
                    <a:pt x="1800" y="6"/>
                    <a:pt x="1790" y="0"/>
                    <a:pt x="178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5533750" y="3677975"/>
              <a:ext cx="45600" cy="49550"/>
            </a:xfrm>
            <a:custGeom>
              <a:avLst/>
              <a:gdLst/>
              <a:ahLst/>
              <a:cxnLst/>
              <a:rect l="l" t="t" r="r" b="b"/>
              <a:pathLst>
                <a:path w="1824" h="1982" extrusionOk="0">
                  <a:moveTo>
                    <a:pt x="31" y="1"/>
                  </a:moveTo>
                  <a:cubicBezTo>
                    <a:pt x="23" y="1"/>
                    <a:pt x="15" y="4"/>
                    <a:pt x="10" y="11"/>
                  </a:cubicBezTo>
                  <a:cubicBezTo>
                    <a:pt x="1" y="23"/>
                    <a:pt x="3" y="39"/>
                    <a:pt x="15" y="47"/>
                  </a:cubicBezTo>
                  <a:cubicBezTo>
                    <a:pt x="765" y="601"/>
                    <a:pt x="1339" y="1231"/>
                    <a:pt x="1771" y="1968"/>
                  </a:cubicBezTo>
                  <a:cubicBezTo>
                    <a:pt x="1775" y="1976"/>
                    <a:pt x="1784" y="1982"/>
                    <a:pt x="1794" y="1982"/>
                  </a:cubicBezTo>
                  <a:cubicBezTo>
                    <a:pt x="1798" y="1982"/>
                    <a:pt x="1802" y="1980"/>
                    <a:pt x="1806" y="1978"/>
                  </a:cubicBezTo>
                  <a:cubicBezTo>
                    <a:pt x="1818" y="1971"/>
                    <a:pt x="1823" y="1955"/>
                    <a:pt x="1815" y="1943"/>
                  </a:cubicBezTo>
                  <a:cubicBezTo>
                    <a:pt x="1380" y="1199"/>
                    <a:pt x="801" y="565"/>
                    <a:pt x="45" y="6"/>
                  </a:cubicBez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5573100" y="3740475"/>
              <a:ext cx="46250" cy="11875"/>
            </a:xfrm>
            <a:custGeom>
              <a:avLst/>
              <a:gdLst/>
              <a:ahLst/>
              <a:cxnLst/>
              <a:rect l="l" t="t" r="r" b="b"/>
              <a:pathLst>
                <a:path w="1850" h="475" extrusionOk="0">
                  <a:moveTo>
                    <a:pt x="1818" y="0"/>
                  </a:moveTo>
                  <a:cubicBezTo>
                    <a:pt x="1814" y="0"/>
                    <a:pt x="1810" y="1"/>
                    <a:pt x="1806" y="2"/>
                  </a:cubicBezTo>
                  <a:cubicBezTo>
                    <a:pt x="1293" y="279"/>
                    <a:pt x="717" y="422"/>
                    <a:pt x="135" y="422"/>
                  </a:cubicBezTo>
                  <a:cubicBezTo>
                    <a:pt x="99" y="422"/>
                    <a:pt x="63" y="422"/>
                    <a:pt x="28" y="421"/>
                  </a:cubicBezTo>
                  <a:lnTo>
                    <a:pt x="26" y="421"/>
                  </a:lnTo>
                  <a:cubicBezTo>
                    <a:pt x="13" y="421"/>
                    <a:pt x="1" y="432"/>
                    <a:pt x="1" y="446"/>
                  </a:cubicBezTo>
                  <a:cubicBezTo>
                    <a:pt x="1" y="461"/>
                    <a:pt x="11" y="472"/>
                    <a:pt x="26" y="473"/>
                  </a:cubicBezTo>
                  <a:cubicBezTo>
                    <a:pt x="62" y="473"/>
                    <a:pt x="97" y="475"/>
                    <a:pt x="134" y="475"/>
                  </a:cubicBezTo>
                  <a:cubicBezTo>
                    <a:pt x="724" y="475"/>
                    <a:pt x="1310" y="328"/>
                    <a:pt x="1832" y="48"/>
                  </a:cubicBezTo>
                  <a:cubicBezTo>
                    <a:pt x="1844" y="41"/>
                    <a:pt x="1849" y="27"/>
                    <a:pt x="1842" y="13"/>
                  </a:cubicBezTo>
                  <a:cubicBezTo>
                    <a:pt x="1837" y="5"/>
                    <a:pt x="1828" y="0"/>
                    <a:pt x="181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5472375" y="3672200"/>
              <a:ext cx="26800" cy="30875"/>
            </a:xfrm>
            <a:custGeom>
              <a:avLst/>
              <a:gdLst/>
              <a:ahLst/>
              <a:cxnLst/>
              <a:rect l="l" t="t" r="r" b="b"/>
              <a:pathLst>
                <a:path w="1072" h="1235" extrusionOk="0">
                  <a:moveTo>
                    <a:pt x="29" y="0"/>
                  </a:moveTo>
                  <a:cubicBezTo>
                    <a:pt x="23" y="0"/>
                    <a:pt x="17" y="2"/>
                    <a:pt x="12" y="6"/>
                  </a:cubicBezTo>
                  <a:cubicBezTo>
                    <a:pt x="2" y="16"/>
                    <a:pt x="0" y="32"/>
                    <a:pt x="10" y="43"/>
                  </a:cubicBezTo>
                  <a:lnTo>
                    <a:pt x="1023" y="1227"/>
                  </a:lnTo>
                  <a:cubicBezTo>
                    <a:pt x="1028" y="1232"/>
                    <a:pt x="1035" y="1235"/>
                    <a:pt x="1043" y="1235"/>
                  </a:cubicBezTo>
                  <a:cubicBezTo>
                    <a:pt x="1048" y="1235"/>
                    <a:pt x="1054" y="1233"/>
                    <a:pt x="1059" y="1229"/>
                  </a:cubicBezTo>
                  <a:cubicBezTo>
                    <a:pt x="1070" y="1220"/>
                    <a:pt x="1071" y="1204"/>
                    <a:pt x="1062" y="1193"/>
                  </a:cubicBezTo>
                  <a:lnTo>
                    <a:pt x="49" y="9"/>
                  </a:lnTo>
                  <a:cubicBezTo>
                    <a:pt x="44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5551775" y="3704075"/>
              <a:ext cx="15875" cy="21025"/>
            </a:xfrm>
            <a:custGeom>
              <a:avLst/>
              <a:gdLst/>
              <a:ahLst/>
              <a:cxnLst/>
              <a:rect l="l" t="t" r="r" b="b"/>
              <a:pathLst>
                <a:path w="635" h="841" extrusionOk="0">
                  <a:moveTo>
                    <a:pt x="28" y="1"/>
                  </a:moveTo>
                  <a:cubicBezTo>
                    <a:pt x="22" y="1"/>
                    <a:pt x="16" y="3"/>
                    <a:pt x="11" y="7"/>
                  </a:cubicBezTo>
                  <a:cubicBezTo>
                    <a:pt x="2" y="18"/>
                    <a:pt x="1" y="34"/>
                    <a:pt x="10" y="44"/>
                  </a:cubicBezTo>
                  <a:cubicBezTo>
                    <a:pt x="225" y="285"/>
                    <a:pt x="418" y="549"/>
                    <a:pt x="582" y="829"/>
                  </a:cubicBezTo>
                  <a:cubicBezTo>
                    <a:pt x="586" y="837"/>
                    <a:pt x="595" y="841"/>
                    <a:pt x="605" y="841"/>
                  </a:cubicBezTo>
                  <a:cubicBezTo>
                    <a:pt x="609" y="841"/>
                    <a:pt x="613" y="840"/>
                    <a:pt x="617" y="837"/>
                  </a:cubicBezTo>
                  <a:cubicBezTo>
                    <a:pt x="630" y="830"/>
                    <a:pt x="634" y="814"/>
                    <a:pt x="626" y="802"/>
                  </a:cubicBezTo>
                  <a:cubicBezTo>
                    <a:pt x="461" y="519"/>
                    <a:pt x="267" y="253"/>
                    <a:pt x="49" y="10"/>
                  </a:cubicBezTo>
                  <a:cubicBezTo>
                    <a:pt x="43" y="4"/>
                    <a:pt x="36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5542600" y="3693625"/>
              <a:ext cx="6050" cy="6250"/>
            </a:xfrm>
            <a:custGeom>
              <a:avLst/>
              <a:gdLst/>
              <a:ahLst/>
              <a:cxnLst/>
              <a:rect l="l" t="t" r="r" b="b"/>
              <a:pathLst>
                <a:path w="242" h="250" extrusionOk="0">
                  <a:moveTo>
                    <a:pt x="29" y="1"/>
                  </a:moveTo>
                  <a:cubicBezTo>
                    <a:pt x="23" y="1"/>
                    <a:pt x="16" y="3"/>
                    <a:pt x="11" y="8"/>
                  </a:cubicBezTo>
                  <a:cubicBezTo>
                    <a:pt x="0" y="19"/>
                    <a:pt x="0" y="35"/>
                    <a:pt x="10" y="45"/>
                  </a:cubicBezTo>
                  <a:lnTo>
                    <a:pt x="194" y="242"/>
                  </a:lnTo>
                  <a:cubicBezTo>
                    <a:pt x="200" y="247"/>
                    <a:pt x="206" y="250"/>
                    <a:pt x="213" y="250"/>
                  </a:cubicBezTo>
                  <a:cubicBezTo>
                    <a:pt x="220" y="250"/>
                    <a:pt x="225" y="249"/>
                    <a:pt x="230" y="243"/>
                  </a:cubicBezTo>
                  <a:cubicBezTo>
                    <a:pt x="241" y="234"/>
                    <a:pt x="241" y="218"/>
                    <a:pt x="232" y="207"/>
                  </a:cubicBezTo>
                  <a:lnTo>
                    <a:pt x="47" y="9"/>
                  </a:lnTo>
                  <a:cubicBezTo>
                    <a:pt x="43" y="4"/>
                    <a:pt x="36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5479100" y="3690250"/>
              <a:ext cx="7025" cy="8725"/>
            </a:xfrm>
            <a:custGeom>
              <a:avLst/>
              <a:gdLst/>
              <a:ahLst/>
              <a:cxnLst/>
              <a:rect l="l" t="t" r="r" b="b"/>
              <a:pathLst>
                <a:path w="281" h="349" extrusionOk="0">
                  <a:moveTo>
                    <a:pt x="30" y="0"/>
                  </a:moveTo>
                  <a:cubicBezTo>
                    <a:pt x="25" y="0"/>
                    <a:pt x="19" y="2"/>
                    <a:pt x="14" y="6"/>
                  </a:cubicBezTo>
                  <a:cubicBezTo>
                    <a:pt x="2" y="14"/>
                    <a:pt x="0" y="30"/>
                    <a:pt x="9" y="42"/>
                  </a:cubicBezTo>
                  <a:lnTo>
                    <a:pt x="230" y="339"/>
                  </a:lnTo>
                  <a:cubicBezTo>
                    <a:pt x="236" y="346"/>
                    <a:pt x="243" y="349"/>
                    <a:pt x="251" y="349"/>
                  </a:cubicBezTo>
                  <a:cubicBezTo>
                    <a:pt x="256" y="349"/>
                    <a:pt x="261" y="347"/>
                    <a:pt x="267" y="343"/>
                  </a:cubicBezTo>
                  <a:cubicBezTo>
                    <a:pt x="278" y="335"/>
                    <a:pt x="280" y="319"/>
                    <a:pt x="272" y="308"/>
                  </a:cubicBezTo>
                  <a:lnTo>
                    <a:pt x="50" y="11"/>
                  </a:lnTo>
                  <a:cubicBezTo>
                    <a:pt x="46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5474450" y="3683900"/>
              <a:ext cx="2900" cy="3300"/>
            </a:xfrm>
            <a:custGeom>
              <a:avLst/>
              <a:gdLst/>
              <a:ahLst/>
              <a:cxnLst/>
              <a:rect l="l" t="t" r="r" b="b"/>
              <a:pathLst>
                <a:path w="116" h="132" extrusionOk="0">
                  <a:moveTo>
                    <a:pt x="31" y="1"/>
                  </a:moveTo>
                  <a:cubicBezTo>
                    <a:pt x="25" y="1"/>
                    <a:pt x="20" y="2"/>
                    <a:pt x="16" y="5"/>
                  </a:cubicBezTo>
                  <a:cubicBezTo>
                    <a:pt x="3" y="13"/>
                    <a:pt x="1" y="30"/>
                    <a:pt x="9" y="42"/>
                  </a:cubicBezTo>
                  <a:lnTo>
                    <a:pt x="65" y="121"/>
                  </a:lnTo>
                  <a:cubicBezTo>
                    <a:pt x="69" y="128"/>
                    <a:pt x="77" y="132"/>
                    <a:pt x="86" y="132"/>
                  </a:cubicBezTo>
                  <a:cubicBezTo>
                    <a:pt x="91" y="132"/>
                    <a:pt x="96" y="130"/>
                    <a:pt x="100" y="126"/>
                  </a:cubicBezTo>
                  <a:cubicBezTo>
                    <a:pt x="112" y="118"/>
                    <a:pt x="115" y="102"/>
                    <a:pt x="107" y="91"/>
                  </a:cubicBezTo>
                  <a:lnTo>
                    <a:pt x="52" y="12"/>
                  </a:lnTo>
                  <a:cubicBezTo>
                    <a:pt x="47" y="5"/>
                    <a:pt x="39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5487700" y="3717675"/>
              <a:ext cx="18125" cy="2850"/>
            </a:xfrm>
            <a:custGeom>
              <a:avLst/>
              <a:gdLst/>
              <a:ahLst/>
              <a:cxnLst/>
              <a:rect l="l" t="t" r="r" b="b"/>
              <a:pathLst>
                <a:path w="725" h="114" extrusionOk="0">
                  <a:moveTo>
                    <a:pt x="697" y="0"/>
                  </a:moveTo>
                  <a:cubicBezTo>
                    <a:pt x="696" y="0"/>
                    <a:pt x="694" y="1"/>
                    <a:pt x="692" y="1"/>
                  </a:cubicBezTo>
                  <a:cubicBezTo>
                    <a:pt x="473" y="36"/>
                    <a:pt x="248" y="56"/>
                    <a:pt x="26" y="61"/>
                  </a:cubicBezTo>
                  <a:cubicBezTo>
                    <a:pt x="12" y="63"/>
                    <a:pt x="1" y="75"/>
                    <a:pt x="1" y="88"/>
                  </a:cubicBezTo>
                  <a:cubicBezTo>
                    <a:pt x="1" y="103"/>
                    <a:pt x="13" y="114"/>
                    <a:pt x="26" y="114"/>
                  </a:cubicBezTo>
                  <a:lnTo>
                    <a:pt x="28" y="114"/>
                  </a:lnTo>
                  <a:cubicBezTo>
                    <a:pt x="252" y="109"/>
                    <a:pt x="478" y="87"/>
                    <a:pt x="700" y="52"/>
                  </a:cubicBezTo>
                  <a:cubicBezTo>
                    <a:pt x="715" y="49"/>
                    <a:pt x="725" y="36"/>
                    <a:pt x="722" y="22"/>
                  </a:cubicBezTo>
                  <a:cubicBezTo>
                    <a:pt x="720" y="9"/>
                    <a:pt x="710" y="0"/>
                    <a:pt x="69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5513100" y="3714050"/>
              <a:ext cx="9200" cy="3050"/>
            </a:xfrm>
            <a:custGeom>
              <a:avLst/>
              <a:gdLst/>
              <a:ahLst/>
              <a:cxnLst/>
              <a:rect l="l" t="t" r="r" b="b"/>
              <a:pathLst>
                <a:path w="368" h="122" extrusionOk="0">
                  <a:moveTo>
                    <a:pt x="339" y="1"/>
                  </a:moveTo>
                  <a:cubicBezTo>
                    <a:pt x="335" y="1"/>
                    <a:pt x="331" y="2"/>
                    <a:pt x="327" y="3"/>
                  </a:cubicBezTo>
                  <a:cubicBezTo>
                    <a:pt x="233" y="46"/>
                    <a:pt x="130" y="69"/>
                    <a:pt x="26" y="71"/>
                  </a:cubicBezTo>
                  <a:cubicBezTo>
                    <a:pt x="11" y="71"/>
                    <a:pt x="1" y="83"/>
                    <a:pt x="1" y="96"/>
                  </a:cubicBezTo>
                  <a:cubicBezTo>
                    <a:pt x="1" y="111"/>
                    <a:pt x="11" y="122"/>
                    <a:pt x="26" y="122"/>
                  </a:cubicBezTo>
                  <a:cubicBezTo>
                    <a:pt x="136" y="122"/>
                    <a:pt x="249" y="98"/>
                    <a:pt x="349" y="50"/>
                  </a:cubicBezTo>
                  <a:cubicBezTo>
                    <a:pt x="362" y="45"/>
                    <a:pt x="368" y="29"/>
                    <a:pt x="362" y="15"/>
                  </a:cubicBezTo>
                  <a:cubicBezTo>
                    <a:pt x="358" y="7"/>
                    <a:pt x="348" y="1"/>
                    <a:pt x="33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5550525" y="3740550"/>
              <a:ext cx="26000" cy="5425"/>
            </a:xfrm>
            <a:custGeom>
              <a:avLst/>
              <a:gdLst/>
              <a:ahLst/>
              <a:cxnLst/>
              <a:rect l="l" t="t" r="r" b="b"/>
              <a:pathLst>
                <a:path w="1040" h="217" extrusionOk="0">
                  <a:moveTo>
                    <a:pt x="1012" y="0"/>
                  </a:moveTo>
                  <a:cubicBezTo>
                    <a:pt x="1010" y="0"/>
                    <a:pt x="1008" y="0"/>
                    <a:pt x="1006" y="1"/>
                  </a:cubicBezTo>
                  <a:cubicBezTo>
                    <a:pt x="683" y="71"/>
                    <a:pt x="353" y="126"/>
                    <a:pt x="26" y="164"/>
                  </a:cubicBezTo>
                  <a:cubicBezTo>
                    <a:pt x="12" y="166"/>
                    <a:pt x="1" y="178"/>
                    <a:pt x="4" y="193"/>
                  </a:cubicBezTo>
                  <a:cubicBezTo>
                    <a:pt x="5" y="207"/>
                    <a:pt x="16" y="216"/>
                    <a:pt x="29" y="216"/>
                  </a:cubicBezTo>
                  <a:lnTo>
                    <a:pt x="32" y="216"/>
                  </a:lnTo>
                  <a:cubicBezTo>
                    <a:pt x="361" y="177"/>
                    <a:pt x="692" y="122"/>
                    <a:pt x="1017" y="51"/>
                  </a:cubicBezTo>
                  <a:cubicBezTo>
                    <a:pt x="1031" y="48"/>
                    <a:pt x="1039" y="34"/>
                    <a:pt x="1037" y="20"/>
                  </a:cubicBezTo>
                  <a:cubicBezTo>
                    <a:pt x="1034" y="8"/>
                    <a:pt x="1024" y="0"/>
                    <a:pt x="101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5582750" y="3736600"/>
              <a:ext cx="10400" cy="3850"/>
            </a:xfrm>
            <a:custGeom>
              <a:avLst/>
              <a:gdLst/>
              <a:ahLst/>
              <a:cxnLst/>
              <a:rect l="l" t="t" r="r" b="b"/>
              <a:pathLst>
                <a:path w="416" h="154" extrusionOk="0">
                  <a:moveTo>
                    <a:pt x="385" y="1"/>
                  </a:moveTo>
                  <a:cubicBezTo>
                    <a:pt x="383" y="1"/>
                    <a:pt x="381" y="1"/>
                    <a:pt x="379" y="1"/>
                  </a:cubicBezTo>
                  <a:lnTo>
                    <a:pt x="22" y="102"/>
                  </a:lnTo>
                  <a:cubicBezTo>
                    <a:pt x="9" y="106"/>
                    <a:pt x="1" y="121"/>
                    <a:pt x="5" y="135"/>
                  </a:cubicBezTo>
                  <a:cubicBezTo>
                    <a:pt x="7" y="145"/>
                    <a:pt x="18" y="153"/>
                    <a:pt x="29" y="153"/>
                  </a:cubicBezTo>
                  <a:cubicBezTo>
                    <a:pt x="32" y="153"/>
                    <a:pt x="34" y="153"/>
                    <a:pt x="37" y="152"/>
                  </a:cubicBezTo>
                  <a:lnTo>
                    <a:pt x="394" y="51"/>
                  </a:lnTo>
                  <a:cubicBezTo>
                    <a:pt x="407" y="47"/>
                    <a:pt x="415" y="34"/>
                    <a:pt x="411" y="20"/>
                  </a:cubicBezTo>
                  <a:cubicBezTo>
                    <a:pt x="408" y="8"/>
                    <a:pt x="397" y="1"/>
                    <a:pt x="38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5626050" y="3726150"/>
              <a:ext cx="28000" cy="25775"/>
            </a:xfrm>
            <a:custGeom>
              <a:avLst/>
              <a:gdLst/>
              <a:ahLst/>
              <a:cxnLst/>
              <a:rect l="l" t="t" r="r" b="b"/>
              <a:pathLst>
                <a:path w="1120" h="1031" extrusionOk="0">
                  <a:moveTo>
                    <a:pt x="29" y="0"/>
                  </a:moveTo>
                  <a:cubicBezTo>
                    <a:pt x="21" y="0"/>
                    <a:pt x="13" y="4"/>
                    <a:pt x="8" y="12"/>
                  </a:cubicBezTo>
                  <a:cubicBezTo>
                    <a:pt x="0" y="23"/>
                    <a:pt x="3" y="39"/>
                    <a:pt x="15" y="47"/>
                  </a:cubicBezTo>
                  <a:cubicBezTo>
                    <a:pt x="413" y="318"/>
                    <a:pt x="768" y="645"/>
                    <a:pt x="1070" y="1021"/>
                  </a:cubicBezTo>
                  <a:cubicBezTo>
                    <a:pt x="1075" y="1027"/>
                    <a:pt x="1082" y="1030"/>
                    <a:pt x="1090" y="1030"/>
                  </a:cubicBezTo>
                  <a:cubicBezTo>
                    <a:pt x="1095" y="1030"/>
                    <a:pt x="1101" y="1029"/>
                    <a:pt x="1106" y="1025"/>
                  </a:cubicBezTo>
                  <a:cubicBezTo>
                    <a:pt x="1117" y="1015"/>
                    <a:pt x="1119" y="999"/>
                    <a:pt x="1110" y="988"/>
                  </a:cubicBezTo>
                  <a:cubicBezTo>
                    <a:pt x="805" y="609"/>
                    <a:pt x="445" y="278"/>
                    <a:pt x="43" y="5"/>
                  </a:cubicBezTo>
                  <a:cubicBezTo>
                    <a:pt x="39" y="2"/>
                    <a:pt x="34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5614975" y="3716425"/>
              <a:ext cx="7800" cy="6425"/>
            </a:xfrm>
            <a:custGeom>
              <a:avLst/>
              <a:gdLst/>
              <a:ahLst/>
              <a:cxnLst/>
              <a:rect l="l" t="t" r="r" b="b"/>
              <a:pathLst>
                <a:path w="312" h="257" extrusionOk="0">
                  <a:moveTo>
                    <a:pt x="30" y="0"/>
                  </a:moveTo>
                  <a:cubicBezTo>
                    <a:pt x="23" y="0"/>
                    <a:pt x="15" y="3"/>
                    <a:pt x="10" y="9"/>
                  </a:cubicBezTo>
                  <a:cubicBezTo>
                    <a:pt x="1" y="21"/>
                    <a:pt x="3" y="36"/>
                    <a:pt x="14" y="46"/>
                  </a:cubicBezTo>
                  <a:lnTo>
                    <a:pt x="267" y="250"/>
                  </a:lnTo>
                  <a:cubicBezTo>
                    <a:pt x="271" y="254"/>
                    <a:pt x="278" y="257"/>
                    <a:pt x="283" y="257"/>
                  </a:cubicBezTo>
                  <a:cubicBezTo>
                    <a:pt x="290" y="257"/>
                    <a:pt x="298" y="253"/>
                    <a:pt x="303" y="247"/>
                  </a:cubicBezTo>
                  <a:cubicBezTo>
                    <a:pt x="311" y="235"/>
                    <a:pt x="310" y="219"/>
                    <a:pt x="299" y="210"/>
                  </a:cubicBezTo>
                  <a:lnTo>
                    <a:pt x="46" y="5"/>
                  </a:ln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5596575" y="3709750"/>
              <a:ext cx="35100" cy="34250"/>
            </a:xfrm>
            <a:custGeom>
              <a:avLst/>
              <a:gdLst/>
              <a:ahLst/>
              <a:cxnLst/>
              <a:rect l="l" t="t" r="r" b="b"/>
              <a:pathLst>
                <a:path w="1404" h="1370" extrusionOk="0">
                  <a:moveTo>
                    <a:pt x="31" y="0"/>
                  </a:moveTo>
                  <a:cubicBezTo>
                    <a:pt x="23" y="0"/>
                    <a:pt x="15" y="4"/>
                    <a:pt x="10" y="10"/>
                  </a:cubicBezTo>
                  <a:cubicBezTo>
                    <a:pt x="1" y="22"/>
                    <a:pt x="3" y="38"/>
                    <a:pt x="14" y="46"/>
                  </a:cubicBezTo>
                  <a:cubicBezTo>
                    <a:pt x="511" y="430"/>
                    <a:pt x="961" y="871"/>
                    <a:pt x="1354" y="1359"/>
                  </a:cubicBezTo>
                  <a:cubicBezTo>
                    <a:pt x="1359" y="1366"/>
                    <a:pt x="1366" y="1370"/>
                    <a:pt x="1374" y="1370"/>
                  </a:cubicBezTo>
                  <a:cubicBezTo>
                    <a:pt x="1380" y="1370"/>
                    <a:pt x="1385" y="1367"/>
                    <a:pt x="1390" y="1363"/>
                  </a:cubicBezTo>
                  <a:cubicBezTo>
                    <a:pt x="1401" y="1355"/>
                    <a:pt x="1404" y="1339"/>
                    <a:pt x="1394" y="1327"/>
                  </a:cubicBezTo>
                  <a:cubicBezTo>
                    <a:pt x="999" y="836"/>
                    <a:pt x="546" y="391"/>
                    <a:pt x="46" y="6"/>
                  </a:cubicBezTo>
                  <a:cubicBezTo>
                    <a:pt x="42" y="2"/>
                    <a:pt x="3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5590025" y="3703675"/>
              <a:ext cx="5025" cy="4425"/>
            </a:xfrm>
            <a:custGeom>
              <a:avLst/>
              <a:gdLst/>
              <a:ahLst/>
              <a:cxnLst/>
              <a:rect l="l" t="t" r="r" b="b"/>
              <a:pathLst>
                <a:path w="201" h="177" extrusionOk="0">
                  <a:moveTo>
                    <a:pt x="29" y="0"/>
                  </a:moveTo>
                  <a:cubicBezTo>
                    <a:pt x="22" y="0"/>
                    <a:pt x="15" y="3"/>
                    <a:pt x="10" y="9"/>
                  </a:cubicBezTo>
                  <a:cubicBezTo>
                    <a:pt x="0" y="20"/>
                    <a:pt x="2" y="36"/>
                    <a:pt x="12" y="46"/>
                  </a:cubicBezTo>
                  <a:lnTo>
                    <a:pt x="155" y="169"/>
                  </a:lnTo>
                  <a:cubicBezTo>
                    <a:pt x="159" y="174"/>
                    <a:pt x="166" y="176"/>
                    <a:pt x="171" y="176"/>
                  </a:cubicBezTo>
                  <a:cubicBezTo>
                    <a:pt x="179" y="176"/>
                    <a:pt x="186" y="174"/>
                    <a:pt x="191" y="167"/>
                  </a:cubicBezTo>
                  <a:cubicBezTo>
                    <a:pt x="201" y="156"/>
                    <a:pt x="199" y="140"/>
                    <a:pt x="189" y="130"/>
                  </a:cubicBezTo>
                  <a:lnTo>
                    <a:pt x="46" y="7"/>
                  </a:lnTo>
                  <a:cubicBezTo>
                    <a:pt x="41" y="2"/>
                    <a:pt x="35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5601725" y="3751525"/>
              <a:ext cx="14700" cy="6000"/>
            </a:xfrm>
            <a:custGeom>
              <a:avLst/>
              <a:gdLst/>
              <a:ahLst/>
              <a:cxnLst/>
              <a:rect l="l" t="t" r="r" b="b"/>
              <a:pathLst>
                <a:path w="588" h="240" extrusionOk="0">
                  <a:moveTo>
                    <a:pt x="556" y="1"/>
                  </a:moveTo>
                  <a:cubicBezTo>
                    <a:pt x="554" y="1"/>
                    <a:pt x="551" y="1"/>
                    <a:pt x="548" y="2"/>
                  </a:cubicBezTo>
                  <a:lnTo>
                    <a:pt x="22" y="189"/>
                  </a:lnTo>
                  <a:cubicBezTo>
                    <a:pt x="9" y="194"/>
                    <a:pt x="0" y="209"/>
                    <a:pt x="6" y="222"/>
                  </a:cubicBezTo>
                  <a:cubicBezTo>
                    <a:pt x="10" y="233"/>
                    <a:pt x="19" y="240"/>
                    <a:pt x="30" y="240"/>
                  </a:cubicBezTo>
                  <a:cubicBezTo>
                    <a:pt x="33" y="240"/>
                    <a:pt x="37" y="238"/>
                    <a:pt x="39" y="238"/>
                  </a:cubicBezTo>
                  <a:lnTo>
                    <a:pt x="566" y="50"/>
                  </a:lnTo>
                  <a:cubicBezTo>
                    <a:pt x="579" y="46"/>
                    <a:pt x="587" y="31"/>
                    <a:pt x="582" y="18"/>
                  </a:cubicBezTo>
                  <a:cubicBezTo>
                    <a:pt x="577" y="7"/>
                    <a:pt x="568" y="1"/>
                    <a:pt x="55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5495650" y="3674800"/>
              <a:ext cx="23100" cy="24375"/>
            </a:xfrm>
            <a:custGeom>
              <a:avLst/>
              <a:gdLst/>
              <a:ahLst/>
              <a:cxnLst/>
              <a:rect l="l" t="t" r="r" b="b"/>
              <a:pathLst>
                <a:path w="924" h="975" extrusionOk="0">
                  <a:moveTo>
                    <a:pt x="29" y="0"/>
                  </a:moveTo>
                  <a:cubicBezTo>
                    <a:pt x="23" y="0"/>
                    <a:pt x="16" y="3"/>
                    <a:pt x="11" y="9"/>
                  </a:cubicBezTo>
                  <a:cubicBezTo>
                    <a:pt x="0" y="20"/>
                    <a:pt x="2" y="36"/>
                    <a:pt x="11" y="45"/>
                  </a:cubicBezTo>
                  <a:cubicBezTo>
                    <a:pt x="316" y="333"/>
                    <a:pt x="607" y="642"/>
                    <a:pt x="873" y="965"/>
                  </a:cubicBezTo>
                  <a:cubicBezTo>
                    <a:pt x="879" y="971"/>
                    <a:pt x="887" y="975"/>
                    <a:pt x="894" y="975"/>
                  </a:cubicBezTo>
                  <a:cubicBezTo>
                    <a:pt x="900" y="975"/>
                    <a:pt x="906" y="972"/>
                    <a:pt x="910" y="968"/>
                  </a:cubicBezTo>
                  <a:cubicBezTo>
                    <a:pt x="922" y="959"/>
                    <a:pt x="923" y="942"/>
                    <a:pt x="914" y="932"/>
                  </a:cubicBezTo>
                  <a:cubicBezTo>
                    <a:pt x="645" y="607"/>
                    <a:pt x="354" y="297"/>
                    <a:pt x="47" y="7"/>
                  </a:cubicBezTo>
                  <a:cubicBezTo>
                    <a:pt x="42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5507050" y="3674425"/>
              <a:ext cx="13800" cy="14775"/>
            </a:xfrm>
            <a:custGeom>
              <a:avLst/>
              <a:gdLst/>
              <a:ahLst/>
              <a:cxnLst/>
              <a:rect l="l" t="t" r="r" b="b"/>
              <a:pathLst>
                <a:path w="552" h="591" extrusionOk="0">
                  <a:moveTo>
                    <a:pt x="29" y="1"/>
                  </a:moveTo>
                  <a:cubicBezTo>
                    <a:pt x="23" y="1"/>
                    <a:pt x="16" y="3"/>
                    <a:pt x="11" y="8"/>
                  </a:cubicBezTo>
                  <a:cubicBezTo>
                    <a:pt x="0" y="17"/>
                    <a:pt x="0" y="33"/>
                    <a:pt x="10" y="44"/>
                  </a:cubicBezTo>
                  <a:lnTo>
                    <a:pt x="504" y="581"/>
                  </a:lnTo>
                  <a:cubicBezTo>
                    <a:pt x="509" y="586"/>
                    <a:pt x="516" y="590"/>
                    <a:pt x="522" y="590"/>
                  </a:cubicBezTo>
                  <a:cubicBezTo>
                    <a:pt x="529" y="590"/>
                    <a:pt x="536" y="587"/>
                    <a:pt x="540" y="582"/>
                  </a:cubicBezTo>
                  <a:cubicBezTo>
                    <a:pt x="551" y="573"/>
                    <a:pt x="552" y="556"/>
                    <a:pt x="543" y="546"/>
                  </a:cubicBezTo>
                  <a:lnTo>
                    <a:pt x="47" y="9"/>
                  </a:lnTo>
                  <a:cubicBezTo>
                    <a:pt x="43" y="3"/>
                    <a:pt x="36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2"/>
          <p:cNvGrpSpPr/>
          <p:nvPr/>
        </p:nvGrpSpPr>
        <p:grpSpPr>
          <a:xfrm rot="4502259">
            <a:off x="-960362" y="868671"/>
            <a:ext cx="2727845" cy="1788466"/>
            <a:chOff x="1200750" y="4815425"/>
            <a:chExt cx="780200" cy="511525"/>
          </a:xfrm>
        </p:grpSpPr>
        <p:sp>
          <p:nvSpPr>
            <p:cNvPr id="397" name="Google Shape;397;p2"/>
            <p:cNvSpPr/>
            <p:nvPr/>
          </p:nvSpPr>
          <p:spPr>
            <a:xfrm>
              <a:off x="1202125" y="4816725"/>
              <a:ext cx="777375" cy="509000"/>
            </a:xfrm>
            <a:custGeom>
              <a:avLst/>
              <a:gdLst/>
              <a:ahLst/>
              <a:cxnLst/>
              <a:rect l="l" t="t" r="r" b="b"/>
              <a:pathLst>
                <a:path w="31095" h="20360" extrusionOk="0">
                  <a:moveTo>
                    <a:pt x="12100" y="0"/>
                  </a:moveTo>
                  <a:lnTo>
                    <a:pt x="12100" y="0"/>
                  </a:lnTo>
                  <a:cubicBezTo>
                    <a:pt x="11684" y="2045"/>
                    <a:pt x="11779" y="4192"/>
                    <a:pt x="12371" y="6193"/>
                  </a:cubicBezTo>
                  <a:cubicBezTo>
                    <a:pt x="13089" y="8620"/>
                    <a:pt x="13725" y="11254"/>
                    <a:pt x="13657" y="13784"/>
                  </a:cubicBezTo>
                  <a:cubicBezTo>
                    <a:pt x="13201" y="11591"/>
                    <a:pt x="12793" y="9249"/>
                    <a:pt x="11403" y="7492"/>
                  </a:cubicBezTo>
                  <a:cubicBezTo>
                    <a:pt x="10015" y="5736"/>
                    <a:pt x="8504" y="4123"/>
                    <a:pt x="6983" y="2479"/>
                  </a:cubicBezTo>
                  <a:lnTo>
                    <a:pt x="6983" y="2479"/>
                  </a:lnTo>
                  <a:cubicBezTo>
                    <a:pt x="7074" y="4261"/>
                    <a:pt x="7623" y="6015"/>
                    <a:pt x="8562" y="7530"/>
                  </a:cubicBezTo>
                  <a:cubicBezTo>
                    <a:pt x="10015" y="9869"/>
                    <a:pt x="11762" y="12216"/>
                    <a:pt x="13073" y="14637"/>
                  </a:cubicBezTo>
                  <a:cubicBezTo>
                    <a:pt x="11465" y="12603"/>
                    <a:pt x="9693" y="10542"/>
                    <a:pt x="7468" y="9207"/>
                  </a:cubicBezTo>
                  <a:cubicBezTo>
                    <a:pt x="5244" y="7874"/>
                    <a:pt x="3031" y="6424"/>
                    <a:pt x="1585" y="4270"/>
                  </a:cubicBezTo>
                  <a:lnTo>
                    <a:pt x="1585" y="4270"/>
                  </a:lnTo>
                  <a:cubicBezTo>
                    <a:pt x="1760" y="6065"/>
                    <a:pt x="2671" y="7732"/>
                    <a:pt x="3895" y="9055"/>
                  </a:cubicBezTo>
                  <a:cubicBezTo>
                    <a:pt x="5121" y="10378"/>
                    <a:pt x="6648" y="11384"/>
                    <a:pt x="8226" y="12257"/>
                  </a:cubicBezTo>
                  <a:cubicBezTo>
                    <a:pt x="9802" y="13129"/>
                    <a:pt x="11214" y="14371"/>
                    <a:pt x="12781" y="15263"/>
                  </a:cubicBezTo>
                  <a:cubicBezTo>
                    <a:pt x="8765" y="12988"/>
                    <a:pt x="4097" y="12287"/>
                    <a:pt x="0" y="10163"/>
                  </a:cubicBezTo>
                  <a:lnTo>
                    <a:pt x="0" y="10163"/>
                  </a:lnTo>
                  <a:cubicBezTo>
                    <a:pt x="1416" y="12065"/>
                    <a:pt x="3474" y="13421"/>
                    <a:pt x="5682" y="14285"/>
                  </a:cubicBezTo>
                  <a:cubicBezTo>
                    <a:pt x="7889" y="15147"/>
                    <a:pt x="10256" y="15534"/>
                    <a:pt x="12613" y="15779"/>
                  </a:cubicBezTo>
                  <a:cubicBezTo>
                    <a:pt x="11432" y="15963"/>
                    <a:pt x="10245" y="16056"/>
                    <a:pt x="9064" y="16056"/>
                  </a:cubicBezTo>
                  <a:cubicBezTo>
                    <a:pt x="6093" y="16056"/>
                    <a:pt x="3154" y="15465"/>
                    <a:pt x="415" y="14228"/>
                  </a:cubicBezTo>
                  <a:lnTo>
                    <a:pt x="415" y="14228"/>
                  </a:lnTo>
                  <a:cubicBezTo>
                    <a:pt x="2530" y="15744"/>
                    <a:pt x="4981" y="16612"/>
                    <a:pt x="7518" y="17196"/>
                  </a:cubicBezTo>
                  <a:cubicBezTo>
                    <a:pt x="8461" y="17413"/>
                    <a:pt x="9307" y="17533"/>
                    <a:pt x="10145" y="17533"/>
                  </a:cubicBezTo>
                  <a:cubicBezTo>
                    <a:pt x="11561" y="17533"/>
                    <a:pt x="12950" y="17189"/>
                    <a:pt x="14734" y="16389"/>
                  </a:cubicBezTo>
                  <a:cubicBezTo>
                    <a:pt x="15922" y="17847"/>
                    <a:pt x="17816" y="18625"/>
                    <a:pt x="21729" y="19724"/>
                  </a:cubicBezTo>
                  <a:cubicBezTo>
                    <a:pt x="23041" y="20092"/>
                    <a:pt x="24487" y="20359"/>
                    <a:pt x="25899" y="20359"/>
                  </a:cubicBezTo>
                  <a:cubicBezTo>
                    <a:pt x="27194" y="20359"/>
                    <a:pt x="28461" y="20134"/>
                    <a:pt x="29570" y="19557"/>
                  </a:cubicBezTo>
                  <a:lnTo>
                    <a:pt x="29570" y="19557"/>
                  </a:lnTo>
                  <a:cubicBezTo>
                    <a:pt x="29359" y="19563"/>
                    <a:pt x="29147" y="19565"/>
                    <a:pt x="28936" y="19565"/>
                  </a:cubicBezTo>
                  <a:cubicBezTo>
                    <a:pt x="24573" y="19565"/>
                    <a:pt x="20219" y="18391"/>
                    <a:pt x="16452" y="16187"/>
                  </a:cubicBezTo>
                  <a:lnTo>
                    <a:pt x="16452" y="16187"/>
                  </a:lnTo>
                  <a:cubicBezTo>
                    <a:pt x="18809" y="16818"/>
                    <a:pt x="21172" y="17418"/>
                    <a:pt x="23584" y="17782"/>
                  </a:cubicBezTo>
                  <a:cubicBezTo>
                    <a:pt x="24862" y="17975"/>
                    <a:pt x="26157" y="18091"/>
                    <a:pt x="27448" y="18091"/>
                  </a:cubicBezTo>
                  <a:cubicBezTo>
                    <a:pt x="28596" y="18091"/>
                    <a:pt x="29741" y="17999"/>
                    <a:pt x="30869" y="17788"/>
                  </a:cubicBezTo>
                  <a:cubicBezTo>
                    <a:pt x="26367" y="16374"/>
                    <a:pt x="21482" y="15799"/>
                    <a:pt x="16768" y="15622"/>
                  </a:cubicBezTo>
                  <a:cubicBezTo>
                    <a:pt x="18961" y="15008"/>
                    <a:pt x="21560" y="15197"/>
                    <a:pt x="23834" y="15072"/>
                  </a:cubicBezTo>
                  <a:cubicBezTo>
                    <a:pt x="26475" y="14926"/>
                    <a:pt x="29061" y="13912"/>
                    <a:pt x="31095" y="12222"/>
                  </a:cubicBezTo>
                  <a:lnTo>
                    <a:pt x="31095" y="12222"/>
                  </a:lnTo>
                  <a:cubicBezTo>
                    <a:pt x="28743" y="12495"/>
                    <a:pt x="26374" y="12650"/>
                    <a:pt x="24024" y="12943"/>
                  </a:cubicBezTo>
                  <a:cubicBezTo>
                    <a:pt x="21673" y="13235"/>
                    <a:pt x="18899" y="13975"/>
                    <a:pt x="16772" y="15017"/>
                  </a:cubicBezTo>
                  <a:cubicBezTo>
                    <a:pt x="17664" y="13799"/>
                    <a:pt x="19513" y="12869"/>
                    <a:pt x="20940" y="12374"/>
                  </a:cubicBezTo>
                  <a:cubicBezTo>
                    <a:pt x="22366" y="11881"/>
                    <a:pt x="23860" y="11527"/>
                    <a:pt x="25167" y="10771"/>
                  </a:cubicBezTo>
                  <a:cubicBezTo>
                    <a:pt x="26617" y="9931"/>
                    <a:pt x="27780" y="8605"/>
                    <a:pt x="28422" y="7056"/>
                  </a:cubicBezTo>
                  <a:lnTo>
                    <a:pt x="28422" y="7056"/>
                  </a:lnTo>
                  <a:cubicBezTo>
                    <a:pt x="26596" y="8373"/>
                    <a:pt x="24415" y="9061"/>
                    <a:pt x="22361" y="9981"/>
                  </a:cubicBezTo>
                  <a:cubicBezTo>
                    <a:pt x="20305" y="10900"/>
                    <a:pt x="17909" y="12615"/>
                    <a:pt x="16649" y="14481"/>
                  </a:cubicBezTo>
                  <a:lnTo>
                    <a:pt x="16649" y="14481"/>
                  </a:lnTo>
                  <a:cubicBezTo>
                    <a:pt x="16873" y="13212"/>
                    <a:pt x="18247" y="11661"/>
                    <a:pt x="19201" y="10794"/>
                  </a:cubicBezTo>
                  <a:cubicBezTo>
                    <a:pt x="20153" y="9927"/>
                    <a:pt x="21232" y="9201"/>
                    <a:pt x="22127" y="8274"/>
                  </a:cubicBezTo>
                  <a:cubicBezTo>
                    <a:pt x="23221" y="7140"/>
                    <a:pt x="24010" y="5716"/>
                    <a:pt x="24394" y="4189"/>
                  </a:cubicBezTo>
                  <a:lnTo>
                    <a:pt x="24394" y="4189"/>
                  </a:lnTo>
                  <a:cubicBezTo>
                    <a:pt x="22754" y="5466"/>
                    <a:pt x="21122" y="6628"/>
                    <a:pt x="19712" y="8157"/>
                  </a:cubicBezTo>
                  <a:cubicBezTo>
                    <a:pt x="18303" y="9685"/>
                    <a:pt x="16833" y="11854"/>
                    <a:pt x="16314" y="13866"/>
                  </a:cubicBezTo>
                  <a:cubicBezTo>
                    <a:pt x="17089" y="9789"/>
                    <a:pt x="20694" y="6343"/>
                    <a:pt x="21076" y="2298"/>
                  </a:cubicBezTo>
                  <a:lnTo>
                    <a:pt x="21076" y="2298"/>
                  </a:lnTo>
                  <a:cubicBezTo>
                    <a:pt x="20012" y="3151"/>
                    <a:pt x="19199" y="4370"/>
                    <a:pt x="18671" y="5628"/>
                  </a:cubicBezTo>
                  <a:cubicBezTo>
                    <a:pt x="18141" y="6884"/>
                    <a:pt x="17800" y="8211"/>
                    <a:pt x="17389" y="9511"/>
                  </a:cubicBezTo>
                  <a:cubicBezTo>
                    <a:pt x="16978" y="10812"/>
                    <a:pt x="16043" y="12452"/>
                    <a:pt x="15255" y="13565"/>
                  </a:cubicBezTo>
                  <a:lnTo>
                    <a:pt x="15255" y="13565"/>
                  </a:lnTo>
                  <a:cubicBezTo>
                    <a:pt x="16467" y="11568"/>
                    <a:pt x="17072" y="9086"/>
                    <a:pt x="17362" y="6807"/>
                  </a:cubicBezTo>
                  <a:cubicBezTo>
                    <a:pt x="17643" y="4602"/>
                    <a:pt x="18213" y="2708"/>
                    <a:pt x="18574" y="514"/>
                  </a:cubicBezTo>
                  <a:lnTo>
                    <a:pt x="18574" y="514"/>
                  </a:lnTo>
                  <a:cubicBezTo>
                    <a:pt x="17533" y="1333"/>
                    <a:pt x="16860" y="2552"/>
                    <a:pt x="16495" y="3826"/>
                  </a:cubicBezTo>
                  <a:cubicBezTo>
                    <a:pt x="16129" y="5100"/>
                    <a:pt x="16047" y="6436"/>
                    <a:pt x="16014" y="7761"/>
                  </a:cubicBezTo>
                  <a:cubicBezTo>
                    <a:pt x="15989" y="8700"/>
                    <a:pt x="15988" y="9645"/>
                    <a:pt x="15835" y="10573"/>
                  </a:cubicBezTo>
                  <a:cubicBezTo>
                    <a:pt x="15680" y="11500"/>
                    <a:pt x="14963" y="12680"/>
                    <a:pt x="14374" y="13412"/>
                  </a:cubicBezTo>
                  <a:cubicBezTo>
                    <a:pt x="15056" y="11063"/>
                    <a:pt x="15416" y="8224"/>
                    <a:pt x="14635" y="5906"/>
                  </a:cubicBezTo>
                  <a:cubicBezTo>
                    <a:pt x="13947" y="3871"/>
                    <a:pt x="12767" y="2042"/>
                    <a:pt x="12100" y="0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1200750" y="4815425"/>
              <a:ext cx="780200" cy="511525"/>
            </a:xfrm>
            <a:custGeom>
              <a:avLst/>
              <a:gdLst/>
              <a:ahLst/>
              <a:cxnLst/>
              <a:rect l="l" t="t" r="r" b="b"/>
              <a:pathLst>
                <a:path w="31208" h="20461" extrusionOk="0">
                  <a:moveTo>
                    <a:pt x="12169" y="255"/>
                  </a:moveTo>
                  <a:lnTo>
                    <a:pt x="12169" y="255"/>
                  </a:lnTo>
                  <a:cubicBezTo>
                    <a:pt x="12504" y="1232"/>
                    <a:pt x="12956" y="2172"/>
                    <a:pt x="13394" y="3084"/>
                  </a:cubicBezTo>
                  <a:cubicBezTo>
                    <a:pt x="13842" y="4017"/>
                    <a:pt x="14304" y="4979"/>
                    <a:pt x="14640" y="5974"/>
                  </a:cubicBezTo>
                  <a:cubicBezTo>
                    <a:pt x="15532" y="8619"/>
                    <a:pt x="14859" y="11793"/>
                    <a:pt x="14379" y="13450"/>
                  </a:cubicBezTo>
                  <a:cubicBezTo>
                    <a:pt x="14372" y="13473"/>
                    <a:pt x="14383" y="13499"/>
                    <a:pt x="14405" y="13509"/>
                  </a:cubicBezTo>
                  <a:cubicBezTo>
                    <a:pt x="14412" y="13514"/>
                    <a:pt x="14421" y="13516"/>
                    <a:pt x="14429" y="13516"/>
                  </a:cubicBezTo>
                  <a:cubicBezTo>
                    <a:pt x="14444" y="13516"/>
                    <a:pt x="14459" y="13509"/>
                    <a:pt x="14469" y="13497"/>
                  </a:cubicBezTo>
                  <a:cubicBezTo>
                    <a:pt x="15093" y="12721"/>
                    <a:pt x="15790" y="11534"/>
                    <a:pt x="15940" y="10633"/>
                  </a:cubicBezTo>
                  <a:cubicBezTo>
                    <a:pt x="16074" y="9822"/>
                    <a:pt x="16093" y="8985"/>
                    <a:pt x="16112" y="8176"/>
                  </a:cubicBezTo>
                  <a:cubicBezTo>
                    <a:pt x="16114" y="8055"/>
                    <a:pt x="16117" y="7936"/>
                    <a:pt x="16120" y="7815"/>
                  </a:cubicBezTo>
                  <a:cubicBezTo>
                    <a:pt x="16152" y="6530"/>
                    <a:pt x="16233" y="5166"/>
                    <a:pt x="16599" y="3893"/>
                  </a:cubicBezTo>
                  <a:cubicBezTo>
                    <a:pt x="16872" y="2942"/>
                    <a:pt x="17431" y="1629"/>
                    <a:pt x="18555" y="692"/>
                  </a:cubicBezTo>
                  <a:lnTo>
                    <a:pt x="18555" y="692"/>
                  </a:lnTo>
                  <a:cubicBezTo>
                    <a:pt x="18403" y="1595"/>
                    <a:pt x="18213" y="2459"/>
                    <a:pt x="18030" y="3296"/>
                  </a:cubicBezTo>
                  <a:cubicBezTo>
                    <a:pt x="17781" y="4430"/>
                    <a:pt x="17524" y="5604"/>
                    <a:pt x="17366" y="6854"/>
                  </a:cubicBezTo>
                  <a:cubicBezTo>
                    <a:pt x="17016" y="9604"/>
                    <a:pt x="16308" y="11871"/>
                    <a:pt x="15264" y="13590"/>
                  </a:cubicBezTo>
                  <a:cubicBezTo>
                    <a:pt x="15249" y="13614"/>
                    <a:pt x="15257" y="13645"/>
                    <a:pt x="15280" y="13660"/>
                  </a:cubicBezTo>
                  <a:cubicBezTo>
                    <a:pt x="15289" y="13666"/>
                    <a:pt x="15299" y="13668"/>
                    <a:pt x="15308" y="13668"/>
                  </a:cubicBezTo>
                  <a:cubicBezTo>
                    <a:pt x="15325" y="13668"/>
                    <a:pt x="15341" y="13661"/>
                    <a:pt x="15352" y="13647"/>
                  </a:cubicBezTo>
                  <a:cubicBezTo>
                    <a:pt x="16063" y="12642"/>
                    <a:pt x="17052" y="10975"/>
                    <a:pt x="17492" y="9580"/>
                  </a:cubicBezTo>
                  <a:cubicBezTo>
                    <a:pt x="17604" y="9227"/>
                    <a:pt x="17711" y="8868"/>
                    <a:pt x="17816" y="8519"/>
                  </a:cubicBezTo>
                  <a:cubicBezTo>
                    <a:pt x="18096" y="7583"/>
                    <a:pt x="18387" y="6615"/>
                    <a:pt x="18773" y="5700"/>
                  </a:cubicBezTo>
                  <a:cubicBezTo>
                    <a:pt x="19166" y="4766"/>
                    <a:pt x="19880" y="3458"/>
                    <a:pt x="21067" y="2470"/>
                  </a:cubicBezTo>
                  <a:lnTo>
                    <a:pt x="21067" y="2470"/>
                  </a:lnTo>
                  <a:cubicBezTo>
                    <a:pt x="20835" y="4548"/>
                    <a:pt x="19737" y="6511"/>
                    <a:pt x="18676" y="8412"/>
                  </a:cubicBezTo>
                  <a:cubicBezTo>
                    <a:pt x="17698" y="10163"/>
                    <a:pt x="16685" y="11976"/>
                    <a:pt x="16318" y="13909"/>
                  </a:cubicBezTo>
                  <a:cubicBezTo>
                    <a:pt x="16312" y="13936"/>
                    <a:pt x="16330" y="13963"/>
                    <a:pt x="16357" y="13968"/>
                  </a:cubicBezTo>
                  <a:cubicBezTo>
                    <a:pt x="16361" y="13969"/>
                    <a:pt x="16365" y="13970"/>
                    <a:pt x="16369" y="13970"/>
                  </a:cubicBezTo>
                  <a:cubicBezTo>
                    <a:pt x="16393" y="13970"/>
                    <a:pt x="16413" y="13954"/>
                    <a:pt x="16418" y="13930"/>
                  </a:cubicBezTo>
                  <a:cubicBezTo>
                    <a:pt x="16870" y="12180"/>
                    <a:pt x="18136" y="10055"/>
                    <a:pt x="19806" y="8245"/>
                  </a:cubicBezTo>
                  <a:cubicBezTo>
                    <a:pt x="20972" y="6979"/>
                    <a:pt x="22271" y="5982"/>
                    <a:pt x="23647" y="4926"/>
                  </a:cubicBezTo>
                  <a:cubicBezTo>
                    <a:pt x="23884" y="4743"/>
                    <a:pt x="24122" y="4560"/>
                    <a:pt x="24360" y="4376"/>
                  </a:cubicBezTo>
                  <a:lnTo>
                    <a:pt x="24360" y="4376"/>
                  </a:lnTo>
                  <a:cubicBezTo>
                    <a:pt x="23964" y="5844"/>
                    <a:pt x="23200" y="7194"/>
                    <a:pt x="22144" y="8289"/>
                  </a:cubicBezTo>
                  <a:cubicBezTo>
                    <a:pt x="21619" y="8834"/>
                    <a:pt x="21018" y="9319"/>
                    <a:pt x="20437" y="9787"/>
                  </a:cubicBezTo>
                  <a:cubicBezTo>
                    <a:pt x="20032" y="10114"/>
                    <a:pt x="19612" y="10451"/>
                    <a:pt x="19221" y="10808"/>
                  </a:cubicBezTo>
                  <a:cubicBezTo>
                    <a:pt x="18120" y="11810"/>
                    <a:pt x="16868" y="13313"/>
                    <a:pt x="16653" y="14524"/>
                  </a:cubicBezTo>
                  <a:cubicBezTo>
                    <a:pt x="16648" y="14548"/>
                    <a:pt x="16662" y="14572"/>
                    <a:pt x="16685" y="14582"/>
                  </a:cubicBezTo>
                  <a:cubicBezTo>
                    <a:pt x="16691" y="14584"/>
                    <a:pt x="16697" y="14585"/>
                    <a:pt x="16703" y="14585"/>
                  </a:cubicBezTo>
                  <a:cubicBezTo>
                    <a:pt x="16720" y="14585"/>
                    <a:pt x="16737" y="14577"/>
                    <a:pt x="16747" y="14563"/>
                  </a:cubicBezTo>
                  <a:cubicBezTo>
                    <a:pt x="18130" y="12515"/>
                    <a:pt x="20676" y="10868"/>
                    <a:pt x="22436" y="10080"/>
                  </a:cubicBezTo>
                  <a:cubicBezTo>
                    <a:pt x="22986" y="9834"/>
                    <a:pt x="23555" y="9600"/>
                    <a:pt x="24106" y="9375"/>
                  </a:cubicBezTo>
                  <a:cubicBezTo>
                    <a:pt x="25555" y="8780"/>
                    <a:pt x="27051" y="8166"/>
                    <a:pt x="28357" y="7258"/>
                  </a:cubicBezTo>
                  <a:lnTo>
                    <a:pt x="28357" y="7258"/>
                  </a:lnTo>
                  <a:cubicBezTo>
                    <a:pt x="27706" y="8727"/>
                    <a:pt x="26589" y="9972"/>
                    <a:pt x="25195" y="10778"/>
                  </a:cubicBezTo>
                  <a:cubicBezTo>
                    <a:pt x="24233" y="11335"/>
                    <a:pt x="23149" y="11678"/>
                    <a:pt x="22101" y="12011"/>
                  </a:cubicBezTo>
                  <a:cubicBezTo>
                    <a:pt x="21731" y="12128"/>
                    <a:pt x="21349" y="12249"/>
                    <a:pt x="20978" y="12378"/>
                  </a:cubicBezTo>
                  <a:cubicBezTo>
                    <a:pt x="20273" y="12623"/>
                    <a:pt x="17885" y="13536"/>
                    <a:pt x="16786" y="15038"/>
                  </a:cubicBezTo>
                  <a:cubicBezTo>
                    <a:pt x="16771" y="15056"/>
                    <a:pt x="16772" y="15083"/>
                    <a:pt x="16787" y="15102"/>
                  </a:cubicBezTo>
                  <a:cubicBezTo>
                    <a:pt x="16798" y="15114"/>
                    <a:pt x="16813" y="15120"/>
                    <a:pt x="16828" y="15120"/>
                  </a:cubicBezTo>
                  <a:cubicBezTo>
                    <a:pt x="16836" y="15120"/>
                    <a:pt x="16843" y="15119"/>
                    <a:pt x="16850" y="15116"/>
                  </a:cubicBezTo>
                  <a:cubicBezTo>
                    <a:pt x="18852" y="14134"/>
                    <a:pt x="21556" y="13360"/>
                    <a:pt x="24085" y="13046"/>
                  </a:cubicBezTo>
                  <a:cubicBezTo>
                    <a:pt x="25351" y="12889"/>
                    <a:pt x="26643" y="12769"/>
                    <a:pt x="27894" y="12652"/>
                  </a:cubicBezTo>
                  <a:cubicBezTo>
                    <a:pt x="28907" y="12559"/>
                    <a:pt x="29952" y="12463"/>
                    <a:pt x="30982" y="12346"/>
                  </a:cubicBezTo>
                  <a:lnTo>
                    <a:pt x="30982" y="12346"/>
                  </a:lnTo>
                  <a:cubicBezTo>
                    <a:pt x="28973" y="13963"/>
                    <a:pt x="26461" y="14930"/>
                    <a:pt x="23886" y="15073"/>
                  </a:cubicBezTo>
                  <a:cubicBezTo>
                    <a:pt x="23243" y="15108"/>
                    <a:pt x="22589" y="15117"/>
                    <a:pt x="21897" y="15128"/>
                  </a:cubicBezTo>
                  <a:cubicBezTo>
                    <a:pt x="20172" y="15155"/>
                    <a:pt x="18388" y="15183"/>
                    <a:pt x="16809" y="15624"/>
                  </a:cubicBezTo>
                  <a:cubicBezTo>
                    <a:pt x="16784" y="15631"/>
                    <a:pt x="16768" y="15655"/>
                    <a:pt x="16771" y="15681"/>
                  </a:cubicBezTo>
                  <a:cubicBezTo>
                    <a:pt x="16774" y="15706"/>
                    <a:pt x="16795" y="15725"/>
                    <a:pt x="16821" y="15726"/>
                  </a:cubicBezTo>
                  <a:cubicBezTo>
                    <a:pt x="22229" y="15928"/>
                    <a:pt x="26773" y="16616"/>
                    <a:pt x="30707" y="17828"/>
                  </a:cubicBezTo>
                  <a:cubicBezTo>
                    <a:pt x="29692" y="18004"/>
                    <a:pt x="28631" y="18093"/>
                    <a:pt x="27510" y="18093"/>
                  </a:cubicBezTo>
                  <a:cubicBezTo>
                    <a:pt x="26298" y="18093"/>
                    <a:pt x="25016" y="17989"/>
                    <a:pt x="23647" y="17783"/>
                  </a:cubicBezTo>
                  <a:cubicBezTo>
                    <a:pt x="21182" y="17411"/>
                    <a:pt x="18775" y="16792"/>
                    <a:pt x="16521" y="16189"/>
                  </a:cubicBezTo>
                  <a:cubicBezTo>
                    <a:pt x="16517" y="16188"/>
                    <a:pt x="16513" y="16188"/>
                    <a:pt x="16509" y="16188"/>
                  </a:cubicBezTo>
                  <a:cubicBezTo>
                    <a:pt x="16487" y="16188"/>
                    <a:pt x="16468" y="16200"/>
                    <a:pt x="16460" y="16220"/>
                  </a:cubicBezTo>
                  <a:cubicBezTo>
                    <a:pt x="16449" y="16243"/>
                    <a:pt x="16459" y="16271"/>
                    <a:pt x="16482" y="16285"/>
                  </a:cubicBezTo>
                  <a:cubicBezTo>
                    <a:pt x="20272" y="18504"/>
                    <a:pt x="24574" y="19669"/>
                    <a:pt x="28967" y="19669"/>
                  </a:cubicBezTo>
                  <a:cubicBezTo>
                    <a:pt x="29109" y="19669"/>
                    <a:pt x="29252" y="19668"/>
                    <a:pt x="29394" y="19665"/>
                  </a:cubicBezTo>
                  <a:lnTo>
                    <a:pt x="29394" y="19665"/>
                  </a:lnTo>
                  <a:cubicBezTo>
                    <a:pt x="28330" y="20169"/>
                    <a:pt x="27138" y="20357"/>
                    <a:pt x="25953" y="20357"/>
                  </a:cubicBezTo>
                  <a:cubicBezTo>
                    <a:pt x="24470" y="20357"/>
                    <a:pt x="22997" y="20063"/>
                    <a:pt x="21798" y="19726"/>
                  </a:cubicBezTo>
                  <a:cubicBezTo>
                    <a:pt x="18050" y="18673"/>
                    <a:pt x="16051" y="17907"/>
                    <a:pt x="14830" y="16407"/>
                  </a:cubicBezTo>
                  <a:cubicBezTo>
                    <a:pt x="14819" y="16395"/>
                    <a:pt x="14804" y="16388"/>
                    <a:pt x="14789" y="16388"/>
                  </a:cubicBezTo>
                  <a:cubicBezTo>
                    <a:pt x="14783" y="16388"/>
                    <a:pt x="14774" y="16390"/>
                    <a:pt x="14768" y="16394"/>
                  </a:cubicBezTo>
                  <a:cubicBezTo>
                    <a:pt x="13037" y="17171"/>
                    <a:pt x="11672" y="17534"/>
                    <a:pt x="10214" y="17534"/>
                  </a:cubicBezTo>
                  <a:cubicBezTo>
                    <a:pt x="9394" y="17534"/>
                    <a:pt x="8545" y="17419"/>
                    <a:pt x="7585" y="17198"/>
                  </a:cubicBezTo>
                  <a:cubicBezTo>
                    <a:pt x="4843" y="16567"/>
                    <a:pt x="2715" y="15718"/>
                    <a:pt x="941" y="14542"/>
                  </a:cubicBezTo>
                  <a:lnTo>
                    <a:pt x="941" y="14542"/>
                  </a:lnTo>
                  <a:cubicBezTo>
                    <a:pt x="3493" y="15614"/>
                    <a:pt x="6270" y="16159"/>
                    <a:pt x="9128" y="16159"/>
                  </a:cubicBezTo>
                  <a:cubicBezTo>
                    <a:pt x="10300" y="16159"/>
                    <a:pt x="11486" y="16067"/>
                    <a:pt x="12676" y="15882"/>
                  </a:cubicBezTo>
                  <a:cubicBezTo>
                    <a:pt x="12703" y="15878"/>
                    <a:pt x="12722" y="15857"/>
                    <a:pt x="12720" y="15830"/>
                  </a:cubicBezTo>
                  <a:cubicBezTo>
                    <a:pt x="12720" y="15804"/>
                    <a:pt x="12700" y="15783"/>
                    <a:pt x="12674" y="15780"/>
                  </a:cubicBezTo>
                  <a:cubicBezTo>
                    <a:pt x="10705" y="15576"/>
                    <a:pt x="8139" y="15221"/>
                    <a:pt x="5755" y="14288"/>
                  </a:cubicBezTo>
                  <a:cubicBezTo>
                    <a:pt x="3435" y="13381"/>
                    <a:pt x="1532" y="12028"/>
                    <a:pt x="236" y="10364"/>
                  </a:cubicBezTo>
                  <a:lnTo>
                    <a:pt x="236" y="10364"/>
                  </a:lnTo>
                  <a:cubicBezTo>
                    <a:pt x="2124" y="11318"/>
                    <a:pt x="4154" y="11992"/>
                    <a:pt x="6120" y="12644"/>
                  </a:cubicBezTo>
                  <a:cubicBezTo>
                    <a:pt x="8373" y="13392"/>
                    <a:pt x="10704" y="14166"/>
                    <a:pt x="12810" y="15360"/>
                  </a:cubicBezTo>
                  <a:cubicBezTo>
                    <a:pt x="12818" y="15365"/>
                    <a:pt x="12827" y="15367"/>
                    <a:pt x="12835" y="15367"/>
                  </a:cubicBezTo>
                  <a:cubicBezTo>
                    <a:pt x="12854" y="15367"/>
                    <a:pt x="12872" y="15358"/>
                    <a:pt x="12882" y="15340"/>
                  </a:cubicBezTo>
                  <a:cubicBezTo>
                    <a:pt x="12895" y="15316"/>
                    <a:pt x="12886" y="15284"/>
                    <a:pt x="12861" y="15270"/>
                  </a:cubicBezTo>
                  <a:cubicBezTo>
                    <a:pt x="12104" y="14838"/>
                    <a:pt x="11368" y="14315"/>
                    <a:pt x="10658" y="13809"/>
                  </a:cubicBezTo>
                  <a:cubicBezTo>
                    <a:pt x="9902" y="13270"/>
                    <a:pt x="9120" y="12714"/>
                    <a:pt x="8305" y="12264"/>
                  </a:cubicBezTo>
                  <a:cubicBezTo>
                    <a:pt x="7107" y="11602"/>
                    <a:pt x="5357" y="10551"/>
                    <a:pt x="3989" y="9071"/>
                  </a:cubicBezTo>
                  <a:cubicBezTo>
                    <a:pt x="2722" y="7704"/>
                    <a:pt x="1920" y="6097"/>
                    <a:pt x="1714" y="4523"/>
                  </a:cubicBezTo>
                  <a:lnTo>
                    <a:pt x="1714" y="4523"/>
                  </a:lnTo>
                  <a:cubicBezTo>
                    <a:pt x="3185" y="6615"/>
                    <a:pt x="5375" y="8031"/>
                    <a:pt x="7498" y="9304"/>
                  </a:cubicBezTo>
                  <a:cubicBezTo>
                    <a:pt x="9791" y="10680"/>
                    <a:pt x="11586" y="12822"/>
                    <a:pt x="13087" y="14721"/>
                  </a:cubicBezTo>
                  <a:cubicBezTo>
                    <a:pt x="13098" y="14734"/>
                    <a:pt x="13113" y="14742"/>
                    <a:pt x="13128" y="14742"/>
                  </a:cubicBezTo>
                  <a:cubicBezTo>
                    <a:pt x="13138" y="14742"/>
                    <a:pt x="13148" y="14739"/>
                    <a:pt x="13157" y="14732"/>
                  </a:cubicBezTo>
                  <a:cubicBezTo>
                    <a:pt x="13179" y="14717"/>
                    <a:pt x="13187" y="14689"/>
                    <a:pt x="13174" y="14665"/>
                  </a:cubicBezTo>
                  <a:cubicBezTo>
                    <a:pt x="12353" y="13149"/>
                    <a:pt x="11349" y="11645"/>
                    <a:pt x="10379" y="10190"/>
                  </a:cubicBezTo>
                  <a:cubicBezTo>
                    <a:pt x="9802" y="9325"/>
                    <a:pt x="9205" y="8431"/>
                    <a:pt x="8661" y="7555"/>
                  </a:cubicBezTo>
                  <a:cubicBezTo>
                    <a:pt x="7749" y="6084"/>
                    <a:pt x="7210" y="4399"/>
                    <a:pt x="7098" y="2673"/>
                  </a:cubicBezTo>
                  <a:lnTo>
                    <a:pt x="7098" y="2673"/>
                  </a:lnTo>
                  <a:lnTo>
                    <a:pt x="7315" y="2907"/>
                  </a:lnTo>
                  <a:cubicBezTo>
                    <a:pt x="8698" y="4400"/>
                    <a:pt x="10126" y="5943"/>
                    <a:pt x="11418" y="7578"/>
                  </a:cubicBezTo>
                  <a:cubicBezTo>
                    <a:pt x="12708" y="9208"/>
                    <a:pt x="13147" y="11345"/>
                    <a:pt x="13570" y="13411"/>
                  </a:cubicBezTo>
                  <a:lnTo>
                    <a:pt x="13661" y="13847"/>
                  </a:lnTo>
                  <a:cubicBezTo>
                    <a:pt x="13666" y="13872"/>
                    <a:pt x="13688" y="13887"/>
                    <a:pt x="13713" y="13887"/>
                  </a:cubicBezTo>
                  <a:cubicBezTo>
                    <a:pt x="13714" y="13887"/>
                    <a:pt x="13715" y="13887"/>
                    <a:pt x="13716" y="13887"/>
                  </a:cubicBezTo>
                  <a:cubicBezTo>
                    <a:pt x="13743" y="13886"/>
                    <a:pt x="13763" y="13864"/>
                    <a:pt x="13763" y="13838"/>
                  </a:cubicBezTo>
                  <a:cubicBezTo>
                    <a:pt x="13834" y="11211"/>
                    <a:pt x="13152" y="8518"/>
                    <a:pt x="12475" y="6230"/>
                  </a:cubicBezTo>
                  <a:cubicBezTo>
                    <a:pt x="11902" y="4297"/>
                    <a:pt x="11797" y="2235"/>
                    <a:pt x="12169" y="255"/>
                  </a:cubicBezTo>
                  <a:close/>
                  <a:moveTo>
                    <a:pt x="12157" y="1"/>
                  </a:moveTo>
                  <a:cubicBezTo>
                    <a:pt x="12155" y="1"/>
                    <a:pt x="12154" y="1"/>
                    <a:pt x="12152" y="1"/>
                  </a:cubicBezTo>
                  <a:cubicBezTo>
                    <a:pt x="12128" y="2"/>
                    <a:pt x="12109" y="18"/>
                    <a:pt x="12104" y="41"/>
                  </a:cubicBezTo>
                  <a:cubicBezTo>
                    <a:pt x="11687" y="2098"/>
                    <a:pt x="11780" y="4248"/>
                    <a:pt x="12376" y="6259"/>
                  </a:cubicBezTo>
                  <a:cubicBezTo>
                    <a:pt x="13009" y="8400"/>
                    <a:pt x="13647" y="10894"/>
                    <a:pt x="13665" y="13351"/>
                  </a:cubicBezTo>
                  <a:cubicBezTo>
                    <a:pt x="13239" y="11285"/>
                    <a:pt x="12795" y="9153"/>
                    <a:pt x="11500" y="7513"/>
                  </a:cubicBezTo>
                  <a:cubicBezTo>
                    <a:pt x="10206" y="5876"/>
                    <a:pt x="8774" y="4332"/>
                    <a:pt x="7391" y="2837"/>
                  </a:cubicBezTo>
                  <a:lnTo>
                    <a:pt x="7077" y="2496"/>
                  </a:lnTo>
                  <a:cubicBezTo>
                    <a:pt x="7067" y="2486"/>
                    <a:pt x="7053" y="2480"/>
                    <a:pt x="7038" y="2480"/>
                  </a:cubicBezTo>
                  <a:cubicBezTo>
                    <a:pt x="7031" y="2480"/>
                    <a:pt x="7024" y="2482"/>
                    <a:pt x="7017" y="2484"/>
                  </a:cubicBezTo>
                  <a:cubicBezTo>
                    <a:pt x="6999" y="2492"/>
                    <a:pt x="6985" y="2513"/>
                    <a:pt x="6986" y="2534"/>
                  </a:cubicBezTo>
                  <a:cubicBezTo>
                    <a:pt x="7078" y="4329"/>
                    <a:pt x="7627" y="6083"/>
                    <a:pt x="8574" y="7610"/>
                  </a:cubicBezTo>
                  <a:cubicBezTo>
                    <a:pt x="9119" y="8487"/>
                    <a:pt x="9716" y="9382"/>
                    <a:pt x="10293" y="10248"/>
                  </a:cubicBezTo>
                  <a:cubicBezTo>
                    <a:pt x="11145" y="11525"/>
                    <a:pt x="12023" y="12841"/>
                    <a:pt x="12779" y="14167"/>
                  </a:cubicBezTo>
                  <a:cubicBezTo>
                    <a:pt x="11352" y="12391"/>
                    <a:pt x="9665" y="10482"/>
                    <a:pt x="7550" y="9216"/>
                  </a:cubicBezTo>
                  <a:cubicBezTo>
                    <a:pt x="5380" y="7914"/>
                    <a:pt x="3139" y="6462"/>
                    <a:pt x="1683" y="4294"/>
                  </a:cubicBezTo>
                  <a:cubicBezTo>
                    <a:pt x="1673" y="4279"/>
                    <a:pt x="1657" y="4271"/>
                    <a:pt x="1640" y="4271"/>
                  </a:cubicBezTo>
                  <a:cubicBezTo>
                    <a:pt x="1634" y="4271"/>
                    <a:pt x="1628" y="4272"/>
                    <a:pt x="1623" y="4274"/>
                  </a:cubicBezTo>
                  <a:cubicBezTo>
                    <a:pt x="1600" y="4282"/>
                    <a:pt x="1586" y="4303"/>
                    <a:pt x="1588" y="4327"/>
                  </a:cubicBezTo>
                  <a:cubicBezTo>
                    <a:pt x="1750" y="5989"/>
                    <a:pt x="2575" y="7699"/>
                    <a:pt x="3912" y="9142"/>
                  </a:cubicBezTo>
                  <a:cubicBezTo>
                    <a:pt x="5293" y="10632"/>
                    <a:pt x="7052" y="11689"/>
                    <a:pt x="8255" y="12355"/>
                  </a:cubicBezTo>
                  <a:cubicBezTo>
                    <a:pt x="9065" y="12802"/>
                    <a:pt x="9844" y="13357"/>
                    <a:pt x="10597" y="13893"/>
                  </a:cubicBezTo>
                  <a:cubicBezTo>
                    <a:pt x="10955" y="14147"/>
                    <a:pt x="11318" y="14407"/>
                    <a:pt x="11687" y="14656"/>
                  </a:cubicBezTo>
                  <a:cubicBezTo>
                    <a:pt x="9899" y="13790"/>
                    <a:pt x="8001" y="13160"/>
                    <a:pt x="6154" y="12546"/>
                  </a:cubicBezTo>
                  <a:cubicBezTo>
                    <a:pt x="4120" y="11872"/>
                    <a:pt x="2018" y="11174"/>
                    <a:pt x="80" y="10169"/>
                  </a:cubicBezTo>
                  <a:cubicBezTo>
                    <a:pt x="72" y="10164"/>
                    <a:pt x="63" y="10162"/>
                    <a:pt x="55" y="10162"/>
                  </a:cubicBezTo>
                  <a:cubicBezTo>
                    <a:pt x="41" y="10162"/>
                    <a:pt x="27" y="10169"/>
                    <a:pt x="16" y="10181"/>
                  </a:cubicBezTo>
                  <a:cubicBezTo>
                    <a:pt x="0" y="10198"/>
                    <a:pt x="0" y="10225"/>
                    <a:pt x="14" y="10246"/>
                  </a:cubicBezTo>
                  <a:cubicBezTo>
                    <a:pt x="1324" y="12007"/>
                    <a:pt x="3296" y="13438"/>
                    <a:pt x="5718" y="14385"/>
                  </a:cubicBezTo>
                  <a:cubicBezTo>
                    <a:pt x="7951" y="15258"/>
                    <a:pt x="10342" y="15627"/>
                    <a:pt x="12256" y="15839"/>
                  </a:cubicBezTo>
                  <a:cubicBezTo>
                    <a:pt x="11208" y="15984"/>
                    <a:pt x="10163" y="16055"/>
                    <a:pt x="9129" y="16055"/>
                  </a:cubicBezTo>
                  <a:cubicBezTo>
                    <a:pt x="6101" y="16055"/>
                    <a:pt x="3165" y="15441"/>
                    <a:pt x="491" y="14233"/>
                  </a:cubicBezTo>
                  <a:cubicBezTo>
                    <a:pt x="484" y="14230"/>
                    <a:pt x="477" y="14228"/>
                    <a:pt x="469" y="14228"/>
                  </a:cubicBezTo>
                  <a:cubicBezTo>
                    <a:pt x="451" y="14228"/>
                    <a:pt x="433" y="14237"/>
                    <a:pt x="424" y="14255"/>
                  </a:cubicBezTo>
                  <a:cubicBezTo>
                    <a:pt x="412" y="14277"/>
                    <a:pt x="417" y="14307"/>
                    <a:pt x="439" y="14322"/>
                  </a:cubicBezTo>
                  <a:cubicBezTo>
                    <a:pt x="2313" y="15666"/>
                    <a:pt x="4576" y="16612"/>
                    <a:pt x="7561" y="17299"/>
                  </a:cubicBezTo>
                  <a:cubicBezTo>
                    <a:pt x="8530" y="17522"/>
                    <a:pt x="9388" y="17638"/>
                    <a:pt x="10216" y="17638"/>
                  </a:cubicBezTo>
                  <a:cubicBezTo>
                    <a:pt x="11676" y="17638"/>
                    <a:pt x="13045" y="17277"/>
                    <a:pt x="14774" y="16504"/>
                  </a:cubicBezTo>
                  <a:cubicBezTo>
                    <a:pt x="16016" y="18005"/>
                    <a:pt x="18026" y="18774"/>
                    <a:pt x="21770" y="19826"/>
                  </a:cubicBezTo>
                  <a:cubicBezTo>
                    <a:pt x="22978" y="20165"/>
                    <a:pt x="24459" y="20461"/>
                    <a:pt x="25954" y="20461"/>
                  </a:cubicBezTo>
                  <a:cubicBezTo>
                    <a:pt x="27231" y="20461"/>
                    <a:pt x="28517" y="20245"/>
                    <a:pt x="29650" y="19656"/>
                  </a:cubicBezTo>
                  <a:cubicBezTo>
                    <a:pt x="29670" y="19645"/>
                    <a:pt x="29681" y="19620"/>
                    <a:pt x="29675" y="19597"/>
                  </a:cubicBezTo>
                  <a:cubicBezTo>
                    <a:pt x="29670" y="19574"/>
                    <a:pt x="29651" y="19558"/>
                    <a:pt x="29624" y="19558"/>
                  </a:cubicBezTo>
                  <a:cubicBezTo>
                    <a:pt x="29408" y="19564"/>
                    <a:pt x="29191" y="19566"/>
                    <a:pt x="28975" y="19566"/>
                  </a:cubicBezTo>
                  <a:cubicBezTo>
                    <a:pt x="24731" y="19566"/>
                    <a:pt x="20569" y="18475"/>
                    <a:pt x="16876" y="16392"/>
                  </a:cubicBezTo>
                  <a:lnTo>
                    <a:pt x="16876" y="16392"/>
                  </a:lnTo>
                  <a:cubicBezTo>
                    <a:pt x="19022" y="16963"/>
                    <a:pt x="21299" y="17534"/>
                    <a:pt x="23632" y="17886"/>
                  </a:cubicBezTo>
                  <a:cubicBezTo>
                    <a:pt x="25006" y="18093"/>
                    <a:pt x="26292" y="18197"/>
                    <a:pt x="27509" y="18197"/>
                  </a:cubicBezTo>
                  <a:cubicBezTo>
                    <a:pt x="28713" y="18197"/>
                    <a:pt x="29849" y="18095"/>
                    <a:pt x="30933" y="17892"/>
                  </a:cubicBezTo>
                  <a:cubicBezTo>
                    <a:pt x="30957" y="17887"/>
                    <a:pt x="30975" y="17868"/>
                    <a:pt x="30976" y="17844"/>
                  </a:cubicBezTo>
                  <a:cubicBezTo>
                    <a:pt x="30978" y="17820"/>
                    <a:pt x="30963" y="17798"/>
                    <a:pt x="30940" y="17791"/>
                  </a:cubicBezTo>
                  <a:cubicBezTo>
                    <a:pt x="27036" y="16566"/>
                    <a:pt x="22530" y="15860"/>
                    <a:pt x="17176" y="15638"/>
                  </a:cubicBezTo>
                  <a:cubicBezTo>
                    <a:pt x="18656" y="15282"/>
                    <a:pt x="20302" y="15257"/>
                    <a:pt x="21898" y="15233"/>
                  </a:cubicBezTo>
                  <a:cubicBezTo>
                    <a:pt x="22592" y="15222"/>
                    <a:pt x="23247" y="15211"/>
                    <a:pt x="23892" y="15176"/>
                  </a:cubicBezTo>
                  <a:cubicBezTo>
                    <a:pt x="26547" y="15029"/>
                    <a:pt x="29137" y="14014"/>
                    <a:pt x="31183" y="12315"/>
                  </a:cubicBezTo>
                  <a:cubicBezTo>
                    <a:pt x="31201" y="12300"/>
                    <a:pt x="31208" y="12276"/>
                    <a:pt x="31198" y="12254"/>
                  </a:cubicBezTo>
                  <a:cubicBezTo>
                    <a:pt x="31189" y="12235"/>
                    <a:pt x="31171" y="12223"/>
                    <a:pt x="31148" y="12223"/>
                  </a:cubicBezTo>
                  <a:cubicBezTo>
                    <a:pt x="31147" y="12223"/>
                    <a:pt x="31146" y="12223"/>
                    <a:pt x="31144" y="12223"/>
                  </a:cubicBezTo>
                  <a:cubicBezTo>
                    <a:pt x="30060" y="12350"/>
                    <a:pt x="28954" y="12452"/>
                    <a:pt x="27885" y="12550"/>
                  </a:cubicBezTo>
                  <a:cubicBezTo>
                    <a:pt x="26633" y="12666"/>
                    <a:pt x="25339" y="12787"/>
                    <a:pt x="24072" y="12944"/>
                  </a:cubicBezTo>
                  <a:cubicBezTo>
                    <a:pt x="21617" y="13250"/>
                    <a:pt x="18993" y="13987"/>
                    <a:pt x="17004" y="14927"/>
                  </a:cubicBezTo>
                  <a:cubicBezTo>
                    <a:pt x="18136" y="13552"/>
                    <a:pt x="20341" y="12709"/>
                    <a:pt x="21013" y="12476"/>
                  </a:cubicBezTo>
                  <a:cubicBezTo>
                    <a:pt x="21383" y="12348"/>
                    <a:pt x="21763" y="12227"/>
                    <a:pt x="22132" y="12110"/>
                  </a:cubicBezTo>
                  <a:cubicBezTo>
                    <a:pt x="23185" y="11777"/>
                    <a:pt x="24275" y="11431"/>
                    <a:pt x="25248" y="10868"/>
                  </a:cubicBezTo>
                  <a:cubicBezTo>
                    <a:pt x="26713" y="10021"/>
                    <a:pt x="27877" y="8693"/>
                    <a:pt x="28525" y="7130"/>
                  </a:cubicBezTo>
                  <a:cubicBezTo>
                    <a:pt x="28534" y="7108"/>
                    <a:pt x="28528" y="7083"/>
                    <a:pt x="28509" y="7069"/>
                  </a:cubicBezTo>
                  <a:cubicBezTo>
                    <a:pt x="28500" y="7062"/>
                    <a:pt x="28489" y="7058"/>
                    <a:pt x="28478" y="7058"/>
                  </a:cubicBezTo>
                  <a:cubicBezTo>
                    <a:pt x="28467" y="7058"/>
                    <a:pt x="28456" y="7061"/>
                    <a:pt x="28447" y="7068"/>
                  </a:cubicBezTo>
                  <a:cubicBezTo>
                    <a:pt x="27115" y="8028"/>
                    <a:pt x="25565" y="8665"/>
                    <a:pt x="24067" y="9280"/>
                  </a:cubicBezTo>
                  <a:cubicBezTo>
                    <a:pt x="23516" y="9506"/>
                    <a:pt x="22946" y="9740"/>
                    <a:pt x="22394" y="9986"/>
                  </a:cubicBezTo>
                  <a:cubicBezTo>
                    <a:pt x="20684" y="10751"/>
                    <a:pt x="18239" y="12321"/>
                    <a:pt x="16815" y="14284"/>
                  </a:cubicBezTo>
                  <a:cubicBezTo>
                    <a:pt x="17141" y="13147"/>
                    <a:pt x="18280" y="11805"/>
                    <a:pt x="19291" y="10886"/>
                  </a:cubicBezTo>
                  <a:cubicBezTo>
                    <a:pt x="19680" y="10531"/>
                    <a:pt x="20098" y="10194"/>
                    <a:pt x="20503" y="9868"/>
                  </a:cubicBezTo>
                  <a:cubicBezTo>
                    <a:pt x="21087" y="9398"/>
                    <a:pt x="21689" y="8912"/>
                    <a:pt x="22219" y="8362"/>
                  </a:cubicBezTo>
                  <a:cubicBezTo>
                    <a:pt x="23323" y="7217"/>
                    <a:pt x="24111" y="5797"/>
                    <a:pt x="24500" y="4253"/>
                  </a:cubicBezTo>
                  <a:cubicBezTo>
                    <a:pt x="24505" y="4233"/>
                    <a:pt x="24496" y="4210"/>
                    <a:pt x="24477" y="4198"/>
                  </a:cubicBezTo>
                  <a:cubicBezTo>
                    <a:pt x="24468" y="4193"/>
                    <a:pt x="24459" y="4190"/>
                    <a:pt x="24449" y="4190"/>
                  </a:cubicBezTo>
                  <a:cubicBezTo>
                    <a:pt x="24438" y="4190"/>
                    <a:pt x="24427" y="4194"/>
                    <a:pt x="24418" y="4201"/>
                  </a:cubicBezTo>
                  <a:cubicBezTo>
                    <a:pt x="24139" y="4418"/>
                    <a:pt x="23861" y="4632"/>
                    <a:pt x="23584" y="4844"/>
                  </a:cubicBezTo>
                  <a:cubicBezTo>
                    <a:pt x="22205" y="5903"/>
                    <a:pt x="20902" y="6904"/>
                    <a:pt x="19729" y="8175"/>
                  </a:cubicBezTo>
                  <a:cubicBezTo>
                    <a:pt x="18445" y="9569"/>
                    <a:pt x="17396" y="11150"/>
                    <a:pt x="16771" y="12607"/>
                  </a:cubicBezTo>
                  <a:cubicBezTo>
                    <a:pt x="17253" y="11174"/>
                    <a:pt x="18019" y="9800"/>
                    <a:pt x="18767" y="8462"/>
                  </a:cubicBezTo>
                  <a:cubicBezTo>
                    <a:pt x="19856" y="6515"/>
                    <a:pt x="20980" y="4501"/>
                    <a:pt x="21182" y="2355"/>
                  </a:cubicBezTo>
                  <a:cubicBezTo>
                    <a:pt x="21185" y="2334"/>
                    <a:pt x="21174" y="2315"/>
                    <a:pt x="21155" y="2304"/>
                  </a:cubicBezTo>
                  <a:cubicBezTo>
                    <a:pt x="21148" y="2300"/>
                    <a:pt x="21139" y="2298"/>
                    <a:pt x="21131" y="2298"/>
                  </a:cubicBezTo>
                  <a:cubicBezTo>
                    <a:pt x="21120" y="2298"/>
                    <a:pt x="21108" y="2302"/>
                    <a:pt x="21099" y="2309"/>
                  </a:cubicBezTo>
                  <a:cubicBezTo>
                    <a:pt x="19838" y="3320"/>
                    <a:pt x="19086" y="4689"/>
                    <a:pt x="18677" y="5659"/>
                  </a:cubicBezTo>
                  <a:cubicBezTo>
                    <a:pt x="18290" y="6580"/>
                    <a:pt x="17999" y="7551"/>
                    <a:pt x="17717" y="8490"/>
                  </a:cubicBezTo>
                  <a:cubicBezTo>
                    <a:pt x="17613" y="8838"/>
                    <a:pt x="17505" y="9198"/>
                    <a:pt x="17394" y="9549"/>
                  </a:cubicBezTo>
                  <a:cubicBezTo>
                    <a:pt x="17080" y="10544"/>
                    <a:pt x="16483" y="11681"/>
                    <a:pt x="15909" y="12613"/>
                  </a:cubicBezTo>
                  <a:cubicBezTo>
                    <a:pt x="16659" y="11041"/>
                    <a:pt x="17183" y="9114"/>
                    <a:pt x="17469" y="6867"/>
                  </a:cubicBezTo>
                  <a:cubicBezTo>
                    <a:pt x="17627" y="5622"/>
                    <a:pt x="17884" y="4450"/>
                    <a:pt x="18132" y="3317"/>
                  </a:cubicBezTo>
                  <a:cubicBezTo>
                    <a:pt x="18325" y="2439"/>
                    <a:pt x="18524" y="1529"/>
                    <a:pt x="18680" y="575"/>
                  </a:cubicBezTo>
                  <a:cubicBezTo>
                    <a:pt x="18684" y="554"/>
                    <a:pt x="18675" y="534"/>
                    <a:pt x="18656" y="523"/>
                  </a:cubicBezTo>
                  <a:cubicBezTo>
                    <a:pt x="18648" y="518"/>
                    <a:pt x="18638" y="516"/>
                    <a:pt x="18629" y="516"/>
                  </a:cubicBezTo>
                  <a:cubicBezTo>
                    <a:pt x="18618" y="516"/>
                    <a:pt x="18607" y="519"/>
                    <a:pt x="18598" y="526"/>
                  </a:cubicBezTo>
                  <a:cubicBezTo>
                    <a:pt x="17382" y="1483"/>
                    <a:pt x="16786" y="2869"/>
                    <a:pt x="16501" y="3865"/>
                  </a:cubicBezTo>
                  <a:cubicBezTo>
                    <a:pt x="16132" y="5148"/>
                    <a:pt x="16050" y="6520"/>
                    <a:pt x="16018" y="7812"/>
                  </a:cubicBezTo>
                  <a:cubicBezTo>
                    <a:pt x="16014" y="7933"/>
                    <a:pt x="16011" y="8054"/>
                    <a:pt x="16008" y="8175"/>
                  </a:cubicBezTo>
                  <a:cubicBezTo>
                    <a:pt x="15991" y="8980"/>
                    <a:pt x="15972" y="9812"/>
                    <a:pt x="15839" y="10617"/>
                  </a:cubicBezTo>
                  <a:cubicBezTo>
                    <a:pt x="15704" y="11423"/>
                    <a:pt x="15120" y="12465"/>
                    <a:pt x="14551" y="13223"/>
                  </a:cubicBezTo>
                  <a:cubicBezTo>
                    <a:pt x="15025" y="11498"/>
                    <a:pt x="15596" y="8482"/>
                    <a:pt x="14738" y="5942"/>
                  </a:cubicBezTo>
                  <a:cubicBezTo>
                    <a:pt x="14400" y="4940"/>
                    <a:pt x="13936" y="3975"/>
                    <a:pt x="13488" y="3040"/>
                  </a:cubicBezTo>
                  <a:cubicBezTo>
                    <a:pt x="13024" y="2073"/>
                    <a:pt x="12543" y="1073"/>
                    <a:pt x="12205" y="36"/>
                  </a:cubicBezTo>
                  <a:cubicBezTo>
                    <a:pt x="12197" y="16"/>
                    <a:pt x="12176" y="1"/>
                    <a:pt x="1215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1231725" y="5181350"/>
              <a:ext cx="341150" cy="52600"/>
            </a:xfrm>
            <a:custGeom>
              <a:avLst/>
              <a:gdLst/>
              <a:ahLst/>
              <a:cxnLst/>
              <a:rect l="l" t="t" r="r" b="b"/>
              <a:pathLst>
                <a:path w="13646" h="2104" extrusionOk="0">
                  <a:moveTo>
                    <a:pt x="30" y="1"/>
                  </a:moveTo>
                  <a:cubicBezTo>
                    <a:pt x="22" y="1"/>
                    <a:pt x="13" y="5"/>
                    <a:pt x="8" y="13"/>
                  </a:cubicBezTo>
                  <a:cubicBezTo>
                    <a:pt x="0" y="24"/>
                    <a:pt x="4" y="40"/>
                    <a:pt x="15" y="48"/>
                  </a:cubicBezTo>
                  <a:cubicBezTo>
                    <a:pt x="1685" y="1138"/>
                    <a:pt x="3689" y="1500"/>
                    <a:pt x="5769" y="1802"/>
                  </a:cubicBezTo>
                  <a:cubicBezTo>
                    <a:pt x="6865" y="1962"/>
                    <a:pt x="7942" y="2104"/>
                    <a:pt x="9010" y="2104"/>
                  </a:cubicBezTo>
                  <a:cubicBezTo>
                    <a:pt x="9306" y="2104"/>
                    <a:pt x="9600" y="2093"/>
                    <a:pt x="9894" y="2069"/>
                  </a:cubicBezTo>
                  <a:cubicBezTo>
                    <a:pt x="11480" y="1938"/>
                    <a:pt x="12703" y="1489"/>
                    <a:pt x="13634" y="694"/>
                  </a:cubicBezTo>
                  <a:cubicBezTo>
                    <a:pt x="13644" y="684"/>
                    <a:pt x="13646" y="668"/>
                    <a:pt x="13636" y="658"/>
                  </a:cubicBezTo>
                  <a:cubicBezTo>
                    <a:pt x="13631" y="652"/>
                    <a:pt x="13624" y="649"/>
                    <a:pt x="13617" y="649"/>
                  </a:cubicBezTo>
                  <a:cubicBezTo>
                    <a:pt x="13611" y="649"/>
                    <a:pt x="13605" y="651"/>
                    <a:pt x="13600" y="655"/>
                  </a:cubicBezTo>
                  <a:cubicBezTo>
                    <a:pt x="12678" y="1442"/>
                    <a:pt x="11465" y="1887"/>
                    <a:pt x="9890" y="2018"/>
                  </a:cubicBezTo>
                  <a:cubicBezTo>
                    <a:pt x="9597" y="2042"/>
                    <a:pt x="9303" y="2053"/>
                    <a:pt x="9009" y="2053"/>
                  </a:cubicBezTo>
                  <a:cubicBezTo>
                    <a:pt x="7944" y="2053"/>
                    <a:pt x="6870" y="1911"/>
                    <a:pt x="5776" y="1751"/>
                  </a:cubicBezTo>
                  <a:cubicBezTo>
                    <a:pt x="3703" y="1450"/>
                    <a:pt x="1703" y="1088"/>
                    <a:pt x="43" y="5"/>
                  </a:cubicBezTo>
                  <a:cubicBezTo>
                    <a:pt x="39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1203175" y="5070350"/>
              <a:ext cx="370075" cy="137450"/>
            </a:xfrm>
            <a:custGeom>
              <a:avLst/>
              <a:gdLst/>
              <a:ahLst/>
              <a:cxnLst/>
              <a:rect l="l" t="t" r="r" b="b"/>
              <a:pathLst>
                <a:path w="14803" h="5498" extrusionOk="0">
                  <a:moveTo>
                    <a:pt x="29" y="1"/>
                  </a:moveTo>
                  <a:cubicBezTo>
                    <a:pt x="22" y="1"/>
                    <a:pt x="14" y="4"/>
                    <a:pt x="9" y="10"/>
                  </a:cubicBezTo>
                  <a:cubicBezTo>
                    <a:pt x="0" y="20"/>
                    <a:pt x="0" y="36"/>
                    <a:pt x="11" y="46"/>
                  </a:cubicBezTo>
                  <a:cubicBezTo>
                    <a:pt x="1392" y="1317"/>
                    <a:pt x="3155" y="2361"/>
                    <a:pt x="5403" y="3240"/>
                  </a:cubicBezTo>
                  <a:cubicBezTo>
                    <a:pt x="7005" y="3865"/>
                    <a:pt x="8687" y="4345"/>
                    <a:pt x="10313" y="4811"/>
                  </a:cubicBezTo>
                  <a:cubicBezTo>
                    <a:pt x="10678" y="4915"/>
                    <a:pt x="11042" y="5018"/>
                    <a:pt x="11407" y="5124"/>
                  </a:cubicBezTo>
                  <a:lnTo>
                    <a:pt x="11450" y="5137"/>
                  </a:lnTo>
                  <a:cubicBezTo>
                    <a:pt x="11987" y="5293"/>
                    <a:pt x="12542" y="5454"/>
                    <a:pt x="13109" y="5488"/>
                  </a:cubicBezTo>
                  <a:cubicBezTo>
                    <a:pt x="13206" y="5493"/>
                    <a:pt x="13311" y="5497"/>
                    <a:pt x="13421" y="5497"/>
                  </a:cubicBezTo>
                  <a:cubicBezTo>
                    <a:pt x="13858" y="5497"/>
                    <a:pt x="14381" y="5431"/>
                    <a:pt x="14789" y="5127"/>
                  </a:cubicBezTo>
                  <a:cubicBezTo>
                    <a:pt x="14800" y="5118"/>
                    <a:pt x="14803" y="5102"/>
                    <a:pt x="14795" y="5091"/>
                  </a:cubicBezTo>
                  <a:cubicBezTo>
                    <a:pt x="14790" y="5084"/>
                    <a:pt x="14782" y="5080"/>
                    <a:pt x="14775" y="5080"/>
                  </a:cubicBezTo>
                  <a:cubicBezTo>
                    <a:pt x="14769" y="5080"/>
                    <a:pt x="14763" y="5082"/>
                    <a:pt x="14758" y="5085"/>
                  </a:cubicBezTo>
                  <a:cubicBezTo>
                    <a:pt x="14364" y="5381"/>
                    <a:pt x="13853" y="5445"/>
                    <a:pt x="13425" y="5445"/>
                  </a:cubicBezTo>
                  <a:cubicBezTo>
                    <a:pt x="13314" y="5445"/>
                    <a:pt x="13209" y="5441"/>
                    <a:pt x="13113" y="5435"/>
                  </a:cubicBezTo>
                  <a:cubicBezTo>
                    <a:pt x="12552" y="5403"/>
                    <a:pt x="11999" y="5243"/>
                    <a:pt x="11463" y="5087"/>
                  </a:cubicBezTo>
                  <a:lnTo>
                    <a:pt x="11422" y="5075"/>
                  </a:lnTo>
                  <a:cubicBezTo>
                    <a:pt x="11057" y="4968"/>
                    <a:pt x="10693" y="4865"/>
                    <a:pt x="10328" y="4761"/>
                  </a:cubicBezTo>
                  <a:cubicBezTo>
                    <a:pt x="8702" y="4297"/>
                    <a:pt x="7021" y="3817"/>
                    <a:pt x="5422" y="3191"/>
                  </a:cubicBezTo>
                  <a:cubicBezTo>
                    <a:pt x="3180" y="2315"/>
                    <a:pt x="1422" y="1274"/>
                    <a:pt x="46" y="8"/>
                  </a:cubicBezTo>
                  <a:cubicBezTo>
                    <a:pt x="41" y="3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1242150" y="4923175"/>
              <a:ext cx="331275" cy="276650"/>
            </a:xfrm>
            <a:custGeom>
              <a:avLst/>
              <a:gdLst/>
              <a:ahLst/>
              <a:cxnLst/>
              <a:rect l="l" t="t" r="r" b="b"/>
              <a:pathLst>
                <a:path w="13251" h="11066" extrusionOk="0">
                  <a:moveTo>
                    <a:pt x="29" y="1"/>
                  </a:moveTo>
                  <a:cubicBezTo>
                    <a:pt x="26" y="1"/>
                    <a:pt x="22" y="1"/>
                    <a:pt x="19" y="3"/>
                  </a:cubicBezTo>
                  <a:cubicBezTo>
                    <a:pt x="6" y="8"/>
                    <a:pt x="0" y="24"/>
                    <a:pt x="6" y="36"/>
                  </a:cubicBezTo>
                  <a:cubicBezTo>
                    <a:pt x="929" y="2233"/>
                    <a:pt x="2776" y="3826"/>
                    <a:pt x="4281" y="4968"/>
                  </a:cubicBezTo>
                  <a:cubicBezTo>
                    <a:pt x="4815" y="5373"/>
                    <a:pt x="5372" y="5770"/>
                    <a:pt x="5910" y="6152"/>
                  </a:cubicBezTo>
                  <a:cubicBezTo>
                    <a:pt x="7134" y="7024"/>
                    <a:pt x="8400" y="7925"/>
                    <a:pt x="9489" y="8993"/>
                  </a:cubicBezTo>
                  <a:cubicBezTo>
                    <a:pt x="9611" y="9113"/>
                    <a:pt x="9734" y="9238"/>
                    <a:pt x="9852" y="9359"/>
                  </a:cubicBezTo>
                  <a:cubicBezTo>
                    <a:pt x="10245" y="9758"/>
                    <a:pt x="10651" y="10171"/>
                    <a:pt x="11119" y="10492"/>
                  </a:cubicBezTo>
                  <a:cubicBezTo>
                    <a:pt x="11457" y="10724"/>
                    <a:pt x="12074" y="11065"/>
                    <a:pt x="12773" y="11065"/>
                  </a:cubicBezTo>
                  <a:cubicBezTo>
                    <a:pt x="12922" y="11065"/>
                    <a:pt x="13074" y="11050"/>
                    <a:pt x="13227" y="11015"/>
                  </a:cubicBezTo>
                  <a:cubicBezTo>
                    <a:pt x="13242" y="11011"/>
                    <a:pt x="13250" y="10998"/>
                    <a:pt x="13248" y="10985"/>
                  </a:cubicBezTo>
                  <a:cubicBezTo>
                    <a:pt x="13244" y="10972"/>
                    <a:pt x="13233" y="10964"/>
                    <a:pt x="13222" y="10964"/>
                  </a:cubicBezTo>
                  <a:cubicBezTo>
                    <a:pt x="13220" y="10964"/>
                    <a:pt x="13218" y="10964"/>
                    <a:pt x="13217" y="10964"/>
                  </a:cubicBezTo>
                  <a:cubicBezTo>
                    <a:pt x="13066" y="10999"/>
                    <a:pt x="12918" y="11014"/>
                    <a:pt x="12773" y="11014"/>
                  </a:cubicBezTo>
                  <a:cubicBezTo>
                    <a:pt x="12088" y="11014"/>
                    <a:pt x="11482" y="10678"/>
                    <a:pt x="11149" y="10449"/>
                  </a:cubicBezTo>
                  <a:cubicBezTo>
                    <a:pt x="10685" y="10130"/>
                    <a:pt x="10280" y="9720"/>
                    <a:pt x="9890" y="9322"/>
                  </a:cubicBezTo>
                  <a:cubicBezTo>
                    <a:pt x="9770" y="9202"/>
                    <a:pt x="9648" y="9077"/>
                    <a:pt x="9525" y="8956"/>
                  </a:cubicBezTo>
                  <a:cubicBezTo>
                    <a:pt x="8434" y="7885"/>
                    <a:pt x="7165" y="6984"/>
                    <a:pt x="5940" y="6110"/>
                  </a:cubicBezTo>
                  <a:cubicBezTo>
                    <a:pt x="5402" y="5727"/>
                    <a:pt x="4846" y="5331"/>
                    <a:pt x="4313" y="4927"/>
                  </a:cubicBezTo>
                  <a:cubicBezTo>
                    <a:pt x="2812" y="3788"/>
                    <a:pt x="972" y="2202"/>
                    <a:pt x="53" y="16"/>
                  </a:cubicBezTo>
                  <a:cubicBezTo>
                    <a:pt x="49" y="7"/>
                    <a:pt x="39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1376350" y="4878200"/>
              <a:ext cx="196500" cy="320675"/>
            </a:xfrm>
            <a:custGeom>
              <a:avLst/>
              <a:gdLst/>
              <a:ahLst/>
              <a:cxnLst/>
              <a:rect l="l" t="t" r="r" b="b"/>
              <a:pathLst>
                <a:path w="7860" h="12827" extrusionOk="0">
                  <a:moveTo>
                    <a:pt x="29" y="1"/>
                  </a:moveTo>
                  <a:cubicBezTo>
                    <a:pt x="26" y="1"/>
                    <a:pt x="22" y="2"/>
                    <a:pt x="19" y="3"/>
                  </a:cubicBezTo>
                  <a:cubicBezTo>
                    <a:pt x="7" y="10"/>
                    <a:pt x="0" y="24"/>
                    <a:pt x="7" y="38"/>
                  </a:cubicBezTo>
                  <a:cubicBezTo>
                    <a:pt x="836" y="1858"/>
                    <a:pt x="1855" y="3599"/>
                    <a:pt x="3038" y="5212"/>
                  </a:cubicBezTo>
                  <a:cubicBezTo>
                    <a:pt x="3214" y="5453"/>
                    <a:pt x="3397" y="5695"/>
                    <a:pt x="3575" y="5929"/>
                  </a:cubicBezTo>
                  <a:cubicBezTo>
                    <a:pt x="4402" y="7024"/>
                    <a:pt x="5256" y="8156"/>
                    <a:pt x="5698" y="9465"/>
                  </a:cubicBezTo>
                  <a:cubicBezTo>
                    <a:pt x="5778" y="9705"/>
                    <a:pt x="5847" y="9954"/>
                    <a:pt x="5913" y="10196"/>
                  </a:cubicBezTo>
                  <a:cubicBezTo>
                    <a:pt x="6023" y="10605"/>
                    <a:pt x="6139" y="11028"/>
                    <a:pt x="6320" y="11419"/>
                  </a:cubicBezTo>
                  <a:cubicBezTo>
                    <a:pt x="6456" y="11714"/>
                    <a:pt x="6967" y="12683"/>
                    <a:pt x="7827" y="12827"/>
                  </a:cubicBezTo>
                  <a:lnTo>
                    <a:pt x="7831" y="12827"/>
                  </a:lnTo>
                  <a:cubicBezTo>
                    <a:pt x="7843" y="12827"/>
                    <a:pt x="7854" y="12817"/>
                    <a:pt x="7857" y="12805"/>
                  </a:cubicBezTo>
                  <a:cubicBezTo>
                    <a:pt x="7859" y="12790"/>
                    <a:pt x="7849" y="12777"/>
                    <a:pt x="7835" y="12775"/>
                  </a:cubicBezTo>
                  <a:cubicBezTo>
                    <a:pt x="7001" y="12636"/>
                    <a:pt x="6499" y="11686"/>
                    <a:pt x="6366" y="11398"/>
                  </a:cubicBezTo>
                  <a:cubicBezTo>
                    <a:pt x="6187" y="11010"/>
                    <a:pt x="6073" y="10591"/>
                    <a:pt x="5963" y="10183"/>
                  </a:cubicBezTo>
                  <a:cubicBezTo>
                    <a:pt x="5897" y="9941"/>
                    <a:pt x="5828" y="9689"/>
                    <a:pt x="5746" y="9447"/>
                  </a:cubicBezTo>
                  <a:cubicBezTo>
                    <a:pt x="5303" y="8131"/>
                    <a:pt x="4445" y="6996"/>
                    <a:pt x="3615" y="5898"/>
                  </a:cubicBezTo>
                  <a:cubicBezTo>
                    <a:pt x="3439" y="5664"/>
                    <a:pt x="3254" y="5422"/>
                    <a:pt x="3080" y="5181"/>
                  </a:cubicBezTo>
                  <a:cubicBezTo>
                    <a:pt x="1898" y="3571"/>
                    <a:pt x="881" y="1834"/>
                    <a:pt x="54" y="16"/>
                  </a:cubicBezTo>
                  <a:cubicBezTo>
                    <a:pt x="49" y="6"/>
                    <a:pt x="39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1504275" y="4817175"/>
              <a:ext cx="68975" cy="381500"/>
            </a:xfrm>
            <a:custGeom>
              <a:avLst/>
              <a:gdLst/>
              <a:ahLst/>
              <a:cxnLst/>
              <a:rect l="l" t="t" r="r" b="b"/>
              <a:pathLst>
                <a:path w="2759" h="15260" extrusionOk="0">
                  <a:moveTo>
                    <a:pt x="25" y="1"/>
                  </a:moveTo>
                  <a:cubicBezTo>
                    <a:pt x="11" y="2"/>
                    <a:pt x="1" y="14"/>
                    <a:pt x="1" y="28"/>
                  </a:cubicBezTo>
                  <a:cubicBezTo>
                    <a:pt x="84" y="1494"/>
                    <a:pt x="589" y="2904"/>
                    <a:pt x="1077" y="4268"/>
                  </a:cubicBezTo>
                  <a:cubicBezTo>
                    <a:pt x="1389" y="5139"/>
                    <a:pt x="1712" y="6039"/>
                    <a:pt x="1923" y="6948"/>
                  </a:cubicBezTo>
                  <a:cubicBezTo>
                    <a:pt x="2259" y="8397"/>
                    <a:pt x="2323" y="9941"/>
                    <a:pt x="2103" y="11415"/>
                  </a:cubicBezTo>
                  <a:cubicBezTo>
                    <a:pt x="2079" y="11576"/>
                    <a:pt x="2051" y="11741"/>
                    <a:pt x="2024" y="11900"/>
                  </a:cubicBezTo>
                  <a:cubicBezTo>
                    <a:pt x="1941" y="12397"/>
                    <a:pt x="1855" y="12909"/>
                    <a:pt x="1868" y="13420"/>
                  </a:cubicBezTo>
                  <a:cubicBezTo>
                    <a:pt x="1890" y="14148"/>
                    <a:pt x="2212" y="14851"/>
                    <a:pt x="2713" y="15253"/>
                  </a:cubicBezTo>
                  <a:cubicBezTo>
                    <a:pt x="2718" y="15257"/>
                    <a:pt x="2724" y="15260"/>
                    <a:pt x="2729" y="15260"/>
                  </a:cubicBezTo>
                  <a:lnTo>
                    <a:pt x="2729" y="15258"/>
                  </a:lnTo>
                  <a:cubicBezTo>
                    <a:pt x="2737" y="15258"/>
                    <a:pt x="2744" y="15255"/>
                    <a:pt x="2749" y="15249"/>
                  </a:cubicBezTo>
                  <a:cubicBezTo>
                    <a:pt x="2759" y="15238"/>
                    <a:pt x="2756" y="15222"/>
                    <a:pt x="2745" y="15212"/>
                  </a:cubicBezTo>
                  <a:cubicBezTo>
                    <a:pt x="2257" y="14820"/>
                    <a:pt x="1941" y="14132"/>
                    <a:pt x="1920" y="13419"/>
                  </a:cubicBezTo>
                  <a:cubicBezTo>
                    <a:pt x="1906" y="12913"/>
                    <a:pt x="1992" y="12402"/>
                    <a:pt x="2075" y="11908"/>
                  </a:cubicBezTo>
                  <a:cubicBezTo>
                    <a:pt x="2102" y="11750"/>
                    <a:pt x="2130" y="11584"/>
                    <a:pt x="2155" y="11421"/>
                  </a:cubicBezTo>
                  <a:cubicBezTo>
                    <a:pt x="2374" y="9943"/>
                    <a:pt x="2311" y="8392"/>
                    <a:pt x="1973" y="6936"/>
                  </a:cubicBezTo>
                  <a:cubicBezTo>
                    <a:pt x="1762" y="6024"/>
                    <a:pt x="1439" y="5123"/>
                    <a:pt x="1125" y="4249"/>
                  </a:cubicBezTo>
                  <a:cubicBezTo>
                    <a:pt x="638" y="2891"/>
                    <a:pt x="135" y="1483"/>
                    <a:pt x="53" y="25"/>
                  </a:cubicBezTo>
                  <a:cubicBezTo>
                    <a:pt x="52" y="12"/>
                    <a:pt x="40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1566400" y="4829650"/>
              <a:ext cx="99875" cy="369000"/>
            </a:xfrm>
            <a:custGeom>
              <a:avLst/>
              <a:gdLst/>
              <a:ahLst/>
              <a:cxnLst/>
              <a:rect l="l" t="t" r="r" b="b"/>
              <a:pathLst>
                <a:path w="3995" h="14760" extrusionOk="0">
                  <a:moveTo>
                    <a:pt x="3966" y="1"/>
                  </a:moveTo>
                  <a:cubicBezTo>
                    <a:pt x="3956" y="1"/>
                    <a:pt x="3947" y="6"/>
                    <a:pt x="3942" y="14"/>
                  </a:cubicBezTo>
                  <a:cubicBezTo>
                    <a:pt x="3015" y="1747"/>
                    <a:pt x="2421" y="3616"/>
                    <a:pt x="2175" y="5567"/>
                  </a:cubicBezTo>
                  <a:cubicBezTo>
                    <a:pt x="2114" y="6043"/>
                    <a:pt x="2074" y="6534"/>
                    <a:pt x="2035" y="7009"/>
                  </a:cubicBezTo>
                  <a:cubicBezTo>
                    <a:pt x="1928" y="8306"/>
                    <a:pt x="1819" y="9646"/>
                    <a:pt x="1289" y="10843"/>
                  </a:cubicBezTo>
                  <a:cubicBezTo>
                    <a:pt x="1164" y="11128"/>
                    <a:pt x="1012" y="11408"/>
                    <a:pt x="866" y="11678"/>
                  </a:cubicBezTo>
                  <a:cubicBezTo>
                    <a:pt x="696" y="11992"/>
                    <a:pt x="521" y="12315"/>
                    <a:pt x="384" y="12650"/>
                  </a:cubicBezTo>
                  <a:cubicBezTo>
                    <a:pt x="65" y="13426"/>
                    <a:pt x="0" y="14209"/>
                    <a:pt x="213" y="14742"/>
                  </a:cubicBezTo>
                  <a:cubicBezTo>
                    <a:pt x="217" y="14752"/>
                    <a:pt x="226" y="14758"/>
                    <a:pt x="237" y="14758"/>
                  </a:cubicBezTo>
                  <a:lnTo>
                    <a:pt x="237" y="14759"/>
                  </a:lnTo>
                  <a:cubicBezTo>
                    <a:pt x="240" y="14759"/>
                    <a:pt x="244" y="14758"/>
                    <a:pt x="247" y="14756"/>
                  </a:cubicBezTo>
                  <a:cubicBezTo>
                    <a:pt x="260" y="14751"/>
                    <a:pt x="267" y="14736"/>
                    <a:pt x="261" y="14723"/>
                  </a:cubicBezTo>
                  <a:cubicBezTo>
                    <a:pt x="54" y="14202"/>
                    <a:pt x="118" y="13434"/>
                    <a:pt x="432" y="12670"/>
                  </a:cubicBezTo>
                  <a:cubicBezTo>
                    <a:pt x="568" y="12338"/>
                    <a:pt x="743" y="12015"/>
                    <a:pt x="911" y="11704"/>
                  </a:cubicBezTo>
                  <a:cubicBezTo>
                    <a:pt x="1058" y="11432"/>
                    <a:pt x="1210" y="11152"/>
                    <a:pt x="1338" y="10864"/>
                  </a:cubicBezTo>
                  <a:cubicBezTo>
                    <a:pt x="1870" y="9659"/>
                    <a:pt x="1981" y="8314"/>
                    <a:pt x="2087" y="7013"/>
                  </a:cubicBezTo>
                  <a:cubicBezTo>
                    <a:pt x="2125" y="6539"/>
                    <a:pt x="2165" y="6048"/>
                    <a:pt x="2226" y="5572"/>
                  </a:cubicBezTo>
                  <a:cubicBezTo>
                    <a:pt x="2470" y="3628"/>
                    <a:pt x="3064" y="1766"/>
                    <a:pt x="3988" y="39"/>
                  </a:cubicBezTo>
                  <a:cubicBezTo>
                    <a:pt x="3995" y="27"/>
                    <a:pt x="3989" y="10"/>
                    <a:pt x="3977" y="4"/>
                  </a:cubicBezTo>
                  <a:cubicBezTo>
                    <a:pt x="3974" y="2"/>
                    <a:pt x="3970" y="1"/>
                    <a:pt x="396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1571475" y="4873500"/>
              <a:ext cx="158300" cy="324950"/>
            </a:xfrm>
            <a:custGeom>
              <a:avLst/>
              <a:gdLst/>
              <a:ahLst/>
              <a:cxnLst/>
              <a:rect l="l" t="t" r="r" b="b"/>
              <a:pathLst>
                <a:path w="6332" h="12998" extrusionOk="0">
                  <a:moveTo>
                    <a:pt x="6302" y="1"/>
                  </a:moveTo>
                  <a:cubicBezTo>
                    <a:pt x="6294" y="1"/>
                    <a:pt x="6286" y="5"/>
                    <a:pt x="6281" y="12"/>
                  </a:cubicBezTo>
                  <a:cubicBezTo>
                    <a:pt x="4890" y="1974"/>
                    <a:pt x="3961" y="4326"/>
                    <a:pt x="3064" y="6601"/>
                  </a:cubicBezTo>
                  <a:cubicBezTo>
                    <a:pt x="2202" y="8788"/>
                    <a:pt x="1310" y="11049"/>
                    <a:pt x="9" y="12955"/>
                  </a:cubicBezTo>
                  <a:cubicBezTo>
                    <a:pt x="1" y="12967"/>
                    <a:pt x="3" y="12984"/>
                    <a:pt x="15" y="12992"/>
                  </a:cubicBezTo>
                  <a:cubicBezTo>
                    <a:pt x="19" y="12996"/>
                    <a:pt x="25" y="12997"/>
                    <a:pt x="30" y="12997"/>
                  </a:cubicBezTo>
                  <a:lnTo>
                    <a:pt x="30" y="12996"/>
                  </a:lnTo>
                  <a:cubicBezTo>
                    <a:pt x="38" y="12996"/>
                    <a:pt x="46" y="12993"/>
                    <a:pt x="52" y="12985"/>
                  </a:cubicBezTo>
                  <a:cubicBezTo>
                    <a:pt x="1355" y="11073"/>
                    <a:pt x="2249" y="8809"/>
                    <a:pt x="3112" y="6620"/>
                  </a:cubicBezTo>
                  <a:cubicBezTo>
                    <a:pt x="4008" y="4348"/>
                    <a:pt x="4935" y="1999"/>
                    <a:pt x="6324" y="42"/>
                  </a:cubicBezTo>
                  <a:cubicBezTo>
                    <a:pt x="6332" y="30"/>
                    <a:pt x="6329" y="13"/>
                    <a:pt x="6317" y="5"/>
                  </a:cubicBezTo>
                  <a:cubicBezTo>
                    <a:pt x="6312" y="2"/>
                    <a:pt x="6307" y="1"/>
                    <a:pt x="630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1571975" y="4921475"/>
              <a:ext cx="239175" cy="277375"/>
            </a:xfrm>
            <a:custGeom>
              <a:avLst/>
              <a:gdLst/>
              <a:ahLst/>
              <a:cxnLst/>
              <a:rect l="l" t="t" r="r" b="b"/>
              <a:pathLst>
                <a:path w="9567" h="11095" extrusionOk="0">
                  <a:moveTo>
                    <a:pt x="9536" y="0"/>
                  </a:moveTo>
                  <a:cubicBezTo>
                    <a:pt x="9528" y="0"/>
                    <a:pt x="9521" y="4"/>
                    <a:pt x="9516" y="10"/>
                  </a:cubicBezTo>
                  <a:cubicBezTo>
                    <a:pt x="8234" y="1653"/>
                    <a:pt x="6826" y="3221"/>
                    <a:pt x="5331" y="4672"/>
                  </a:cubicBezTo>
                  <a:cubicBezTo>
                    <a:pt x="5214" y="4785"/>
                    <a:pt x="5096" y="4898"/>
                    <a:pt x="4977" y="5012"/>
                  </a:cubicBezTo>
                  <a:cubicBezTo>
                    <a:pt x="3913" y="6034"/>
                    <a:pt x="2813" y="7092"/>
                    <a:pt x="2227" y="8452"/>
                  </a:cubicBezTo>
                  <a:cubicBezTo>
                    <a:pt x="2147" y="8639"/>
                    <a:pt x="2075" y="8833"/>
                    <a:pt x="2007" y="9020"/>
                  </a:cubicBezTo>
                  <a:cubicBezTo>
                    <a:pt x="1871" y="9391"/>
                    <a:pt x="1730" y="9774"/>
                    <a:pt x="1514" y="10111"/>
                  </a:cubicBezTo>
                  <a:cubicBezTo>
                    <a:pt x="1229" y="10556"/>
                    <a:pt x="719" y="11043"/>
                    <a:pt x="172" y="11043"/>
                  </a:cubicBezTo>
                  <a:cubicBezTo>
                    <a:pt x="126" y="11043"/>
                    <a:pt x="80" y="11040"/>
                    <a:pt x="33" y="11032"/>
                  </a:cubicBezTo>
                  <a:cubicBezTo>
                    <a:pt x="31" y="11032"/>
                    <a:pt x="30" y="11032"/>
                    <a:pt x="28" y="11032"/>
                  </a:cubicBezTo>
                  <a:cubicBezTo>
                    <a:pt x="15" y="11032"/>
                    <a:pt x="5" y="11041"/>
                    <a:pt x="3" y="11054"/>
                  </a:cubicBezTo>
                  <a:cubicBezTo>
                    <a:pt x="1" y="11067"/>
                    <a:pt x="10" y="11081"/>
                    <a:pt x="25" y="11083"/>
                  </a:cubicBezTo>
                  <a:cubicBezTo>
                    <a:pt x="73" y="11092"/>
                    <a:pt x="123" y="11094"/>
                    <a:pt x="171" y="11094"/>
                  </a:cubicBezTo>
                  <a:lnTo>
                    <a:pt x="171" y="11094"/>
                  </a:lnTo>
                  <a:cubicBezTo>
                    <a:pt x="738" y="11094"/>
                    <a:pt x="1264" y="10595"/>
                    <a:pt x="1557" y="10139"/>
                  </a:cubicBezTo>
                  <a:cubicBezTo>
                    <a:pt x="1777" y="9797"/>
                    <a:pt x="1919" y="9411"/>
                    <a:pt x="2056" y="9037"/>
                  </a:cubicBezTo>
                  <a:cubicBezTo>
                    <a:pt x="2124" y="8850"/>
                    <a:pt x="2195" y="8658"/>
                    <a:pt x="2274" y="8472"/>
                  </a:cubicBezTo>
                  <a:cubicBezTo>
                    <a:pt x="2857" y="7121"/>
                    <a:pt x="3953" y="6068"/>
                    <a:pt x="5013" y="5048"/>
                  </a:cubicBezTo>
                  <a:cubicBezTo>
                    <a:pt x="5132" y="4935"/>
                    <a:pt x="5250" y="4822"/>
                    <a:pt x="5367" y="4708"/>
                  </a:cubicBezTo>
                  <a:cubicBezTo>
                    <a:pt x="6863" y="3256"/>
                    <a:pt x="8273" y="1686"/>
                    <a:pt x="9557" y="42"/>
                  </a:cubicBezTo>
                  <a:cubicBezTo>
                    <a:pt x="9566" y="30"/>
                    <a:pt x="9563" y="14"/>
                    <a:pt x="9553" y="6"/>
                  </a:cubicBezTo>
                  <a:cubicBezTo>
                    <a:pt x="9548" y="2"/>
                    <a:pt x="9542" y="0"/>
                    <a:pt x="9536" y="0"/>
                  </a:cubicBezTo>
                  <a:close/>
                  <a:moveTo>
                    <a:pt x="171" y="11094"/>
                  </a:moveTo>
                  <a:cubicBezTo>
                    <a:pt x="171" y="11094"/>
                    <a:pt x="171" y="11094"/>
                    <a:pt x="170" y="11094"/>
                  </a:cubicBezTo>
                  <a:lnTo>
                    <a:pt x="172" y="11094"/>
                  </a:lnTo>
                  <a:cubicBezTo>
                    <a:pt x="171" y="11094"/>
                    <a:pt x="171" y="11094"/>
                    <a:pt x="171" y="11094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1571575" y="4994125"/>
              <a:ext cx="339175" cy="206025"/>
            </a:xfrm>
            <a:custGeom>
              <a:avLst/>
              <a:gdLst/>
              <a:ahLst/>
              <a:cxnLst/>
              <a:rect l="l" t="t" r="r" b="b"/>
              <a:pathLst>
                <a:path w="13567" h="8241" extrusionOk="0">
                  <a:moveTo>
                    <a:pt x="13537" y="1"/>
                  </a:moveTo>
                  <a:cubicBezTo>
                    <a:pt x="13529" y="1"/>
                    <a:pt x="13522" y="4"/>
                    <a:pt x="13517" y="11"/>
                  </a:cubicBezTo>
                  <a:cubicBezTo>
                    <a:pt x="12257" y="1740"/>
                    <a:pt x="10208" y="2715"/>
                    <a:pt x="8386" y="3493"/>
                  </a:cubicBezTo>
                  <a:cubicBezTo>
                    <a:pt x="8222" y="3563"/>
                    <a:pt x="8058" y="3632"/>
                    <a:pt x="7894" y="3702"/>
                  </a:cubicBezTo>
                  <a:cubicBezTo>
                    <a:pt x="6130" y="4448"/>
                    <a:pt x="4306" y="5222"/>
                    <a:pt x="2928" y="6566"/>
                  </a:cubicBezTo>
                  <a:cubicBezTo>
                    <a:pt x="2800" y="6690"/>
                    <a:pt x="2675" y="6820"/>
                    <a:pt x="2554" y="6947"/>
                  </a:cubicBezTo>
                  <a:cubicBezTo>
                    <a:pt x="2277" y="7236"/>
                    <a:pt x="1990" y="7536"/>
                    <a:pt x="1662" y="7773"/>
                  </a:cubicBezTo>
                  <a:cubicBezTo>
                    <a:pt x="1282" y="8046"/>
                    <a:pt x="864" y="8189"/>
                    <a:pt x="468" y="8189"/>
                  </a:cubicBezTo>
                  <a:cubicBezTo>
                    <a:pt x="320" y="8189"/>
                    <a:pt x="176" y="8169"/>
                    <a:pt x="37" y="8129"/>
                  </a:cubicBezTo>
                  <a:cubicBezTo>
                    <a:pt x="35" y="8128"/>
                    <a:pt x="32" y="8128"/>
                    <a:pt x="30" y="8128"/>
                  </a:cubicBezTo>
                  <a:cubicBezTo>
                    <a:pt x="19" y="8128"/>
                    <a:pt x="8" y="8135"/>
                    <a:pt x="5" y="8147"/>
                  </a:cubicBezTo>
                  <a:cubicBezTo>
                    <a:pt x="1" y="8160"/>
                    <a:pt x="9" y="8175"/>
                    <a:pt x="22" y="8179"/>
                  </a:cubicBezTo>
                  <a:cubicBezTo>
                    <a:pt x="166" y="8221"/>
                    <a:pt x="315" y="8241"/>
                    <a:pt x="467" y="8241"/>
                  </a:cubicBezTo>
                  <a:lnTo>
                    <a:pt x="469" y="8241"/>
                  </a:lnTo>
                  <a:cubicBezTo>
                    <a:pt x="875" y="8241"/>
                    <a:pt x="1303" y="8094"/>
                    <a:pt x="1692" y="7814"/>
                  </a:cubicBezTo>
                  <a:cubicBezTo>
                    <a:pt x="2025" y="7575"/>
                    <a:pt x="2313" y="7273"/>
                    <a:pt x="2592" y="6983"/>
                  </a:cubicBezTo>
                  <a:cubicBezTo>
                    <a:pt x="2713" y="6856"/>
                    <a:pt x="2838" y="6726"/>
                    <a:pt x="2964" y="6602"/>
                  </a:cubicBezTo>
                  <a:cubicBezTo>
                    <a:pt x="4335" y="5265"/>
                    <a:pt x="6154" y="4494"/>
                    <a:pt x="7914" y="3750"/>
                  </a:cubicBezTo>
                  <a:cubicBezTo>
                    <a:pt x="8078" y="3680"/>
                    <a:pt x="8242" y="3610"/>
                    <a:pt x="8406" y="3540"/>
                  </a:cubicBezTo>
                  <a:cubicBezTo>
                    <a:pt x="10235" y="2760"/>
                    <a:pt x="12290" y="1780"/>
                    <a:pt x="13559" y="42"/>
                  </a:cubicBezTo>
                  <a:cubicBezTo>
                    <a:pt x="13567" y="30"/>
                    <a:pt x="13564" y="14"/>
                    <a:pt x="13552" y="6"/>
                  </a:cubicBezTo>
                  <a:cubicBezTo>
                    <a:pt x="13548" y="3"/>
                    <a:pt x="13542" y="1"/>
                    <a:pt x="1353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1571475" y="5122950"/>
              <a:ext cx="405975" cy="81150"/>
            </a:xfrm>
            <a:custGeom>
              <a:avLst/>
              <a:gdLst/>
              <a:ahLst/>
              <a:cxnLst/>
              <a:rect l="l" t="t" r="r" b="b"/>
              <a:pathLst>
                <a:path w="16239" h="3246" extrusionOk="0">
                  <a:moveTo>
                    <a:pt x="16209" y="1"/>
                  </a:moveTo>
                  <a:cubicBezTo>
                    <a:pt x="16205" y="1"/>
                    <a:pt x="16202" y="1"/>
                    <a:pt x="16198" y="3"/>
                  </a:cubicBezTo>
                  <a:cubicBezTo>
                    <a:pt x="13985" y="949"/>
                    <a:pt x="11543" y="1249"/>
                    <a:pt x="9182" y="1541"/>
                  </a:cubicBezTo>
                  <a:cubicBezTo>
                    <a:pt x="7216" y="1783"/>
                    <a:pt x="5181" y="2033"/>
                    <a:pt x="3278" y="2652"/>
                  </a:cubicBezTo>
                  <a:cubicBezTo>
                    <a:pt x="3158" y="2692"/>
                    <a:pt x="3037" y="2733"/>
                    <a:pt x="2917" y="2773"/>
                  </a:cubicBezTo>
                  <a:cubicBezTo>
                    <a:pt x="2514" y="2910"/>
                    <a:pt x="2097" y="3051"/>
                    <a:pt x="1673" y="3129"/>
                  </a:cubicBezTo>
                  <a:cubicBezTo>
                    <a:pt x="1442" y="3173"/>
                    <a:pt x="1223" y="3194"/>
                    <a:pt x="1015" y="3194"/>
                  </a:cubicBezTo>
                  <a:cubicBezTo>
                    <a:pt x="653" y="3194"/>
                    <a:pt x="327" y="3129"/>
                    <a:pt x="41" y="2999"/>
                  </a:cubicBezTo>
                  <a:cubicBezTo>
                    <a:pt x="37" y="2997"/>
                    <a:pt x="33" y="2996"/>
                    <a:pt x="30" y="2996"/>
                  </a:cubicBezTo>
                  <a:cubicBezTo>
                    <a:pt x="20" y="2996"/>
                    <a:pt x="10" y="3002"/>
                    <a:pt x="6" y="3011"/>
                  </a:cubicBezTo>
                  <a:cubicBezTo>
                    <a:pt x="1" y="3024"/>
                    <a:pt x="6" y="3039"/>
                    <a:pt x="19" y="3046"/>
                  </a:cubicBezTo>
                  <a:cubicBezTo>
                    <a:pt x="313" y="3179"/>
                    <a:pt x="646" y="3245"/>
                    <a:pt x="1016" y="3245"/>
                  </a:cubicBezTo>
                  <a:lnTo>
                    <a:pt x="1018" y="3245"/>
                  </a:lnTo>
                  <a:cubicBezTo>
                    <a:pt x="1228" y="3245"/>
                    <a:pt x="1450" y="3224"/>
                    <a:pt x="1682" y="3181"/>
                  </a:cubicBezTo>
                  <a:cubicBezTo>
                    <a:pt x="2110" y="3101"/>
                    <a:pt x="2528" y="2960"/>
                    <a:pt x="2933" y="2823"/>
                  </a:cubicBezTo>
                  <a:cubicBezTo>
                    <a:pt x="3055" y="2781"/>
                    <a:pt x="3174" y="2741"/>
                    <a:pt x="3294" y="2702"/>
                  </a:cubicBezTo>
                  <a:cubicBezTo>
                    <a:pt x="5194" y="2083"/>
                    <a:pt x="7224" y="1833"/>
                    <a:pt x="9188" y="1592"/>
                  </a:cubicBezTo>
                  <a:cubicBezTo>
                    <a:pt x="11553" y="1300"/>
                    <a:pt x="14000" y="998"/>
                    <a:pt x="16218" y="51"/>
                  </a:cubicBezTo>
                  <a:cubicBezTo>
                    <a:pt x="16232" y="45"/>
                    <a:pt x="16239" y="30"/>
                    <a:pt x="16233" y="16"/>
                  </a:cubicBezTo>
                  <a:cubicBezTo>
                    <a:pt x="16228" y="6"/>
                    <a:pt x="16219" y="1"/>
                    <a:pt x="1620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1571500" y="5196925"/>
              <a:ext cx="403025" cy="65175"/>
            </a:xfrm>
            <a:custGeom>
              <a:avLst/>
              <a:gdLst/>
              <a:ahLst/>
              <a:cxnLst/>
              <a:rect l="l" t="t" r="r" b="b"/>
              <a:pathLst>
                <a:path w="16121" h="2607" extrusionOk="0">
                  <a:moveTo>
                    <a:pt x="30" y="0"/>
                  </a:moveTo>
                  <a:cubicBezTo>
                    <a:pt x="25" y="0"/>
                    <a:pt x="19" y="2"/>
                    <a:pt x="14" y="5"/>
                  </a:cubicBezTo>
                  <a:cubicBezTo>
                    <a:pt x="4" y="14"/>
                    <a:pt x="1" y="30"/>
                    <a:pt x="9" y="41"/>
                  </a:cubicBezTo>
                  <a:cubicBezTo>
                    <a:pt x="796" y="1088"/>
                    <a:pt x="10757" y="2425"/>
                    <a:pt x="16094" y="2607"/>
                  </a:cubicBezTo>
                  <a:cubicBezTo>
                    <a:pt x="16109" y="2607"/>
                    <a:pt x="16119" y="2596"/>
                    <a:pt x="16121" y="2581"/>
                  </a:cubicBezTo>
                  <a:cubicBezTo>
                    <a:pt x="16121" y="2568"/>
                    <a:pt x="16110" y="2556"/>
                    <a:pt x="16095" y="2554"/>
                  </a:cubicBezTo>
                  <a:cubicBezTo>
                    <a:pt x="10768" y="2373"/>
                    <a:pt x="830" y="1048"/>
                    <a:pt x="51" y="10"/>
                  </a:cubicBezTo>
                  <a:cubicBezTo>
                    <a:pt x="46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1571500" y="5198175"/>
              <a:ext cx="367375" cy="116500"/>
            </a:xfrm>
            <a:custGeom>
              <a:avLst/>
              <a:gdLst/>
              <a:ahLst/>
              <a:cxnLst/>
              <a:rect l="l" t="t" r="r" b="b"/>
              <a:pathLst>
                <a:path w="14695" h="4660" extrusionOk="0">
                  <a:moveTo>
                    <a:pt x="30" y="0"/>
                  </a:moveTo>
                  <a:cubicBezTo>
                    <a:pt x="25" y="0"/>
                    <a:pt x="20" y="2"/>
                    <a:pt x="16" y="5"/>
                  </a:cubicBezTo>
                  <a:cubicBezTo>
                    <a:pt x="4" y="13"/>
                    <a:pt x="1" y="29"/>
                    <a:pt x="9" y="41"/>
                  </a:cubicBezTo>
                  <a:cubicBezTo>
                    <a:pt x="590" y="852"/>
                    <a:pt x="1436" y="1557"/>
                    <a:pt x="2596" y="2192"/>
                  </a:cubicBezTo>
                  <a:cubicBezTo>
                    <a:pt x="3615" y="2751"/>
                    <a:pt x="4714" y="3137"/>
                    <a:pt x="5751" y="3470"/>
                  </a:cubicBezTo>
                  <a:cubicBezTo>
                    <a:pt x="6947" y="3855"/>
                    <a:pt x="8528" y="4325"/>
                    <a:pt x="10158" y="4537"/>
                  </a:cubicBezTo>
                  <a:cubicBezTo>
                    <a:pt x="10782" y="4618"/>
                    <a:pt x="11388" y="4660"/>
                    <a:pt x="11973" y="4660"/>
                  </a:cubicBezTo>
                  <a:lnTo>
                    <a:pt x="11974" y="4660"/>
                  </a:lnTo>
                  <a:cubicBezTo>
                    <a:pt x="12932" y="4660"/>
                    <a:pt x="13835" y="4551"/>
                    <a:pt x="14673" y="4333"/>
                  </a:cubicBezTo>
                  <a:cubicBezTo>
                    <a:pt x="14686" y="4329"/>
                    <a:pt x="14695" y="4315"/>
                    <a:pt x="14692" y="4300"/>
                  </a:cubicBezTo>
                  <a:cubicBezTo>
                    <a:pt x="14689" y="4289"/>
                    <a:pt x="14678" y="4282"/>
                    <a:pt x="14667" y="4282"/>
                  </a:cubicBezTo>
                  <a:cubicBezTo>
                    <a:pt x="14664" y="4282"/>
                    <a:pt x="14662" y="4282"/>
                    <a:pt x="14660" y="4283"/>
                  </a:cubicBezTo>
                  <a:cubicBezTo>
                    <a:pt x="13826" y="4499"/>
                    <a:pt x="12927" y="4608"/>
                    <a:pt x="11973" y="4608"/>
                  </a:cubicBezTo>
                  <a:cubicBezTo>
                    <a:pt x="11390" y="4608"/>
                    <a:pt x="10786" y="4567"/>
                    <a:pt x="10165" y="4486"/>
                  </a:cubicBezTo>
                  <a:cubicBezTo>
                    <a:pt x="8540" y="4273"/>
                    <a:pt x="6960" y="3805"/>
                    <a:pt x="5767" y="3420"/>
                  </a:cubicBezTo>
                  <a:cubicBezTo>
                    <a:pt x="4732" y="3088"/>
                    <a:pt x="3636" y="2703"/>
                    <a:pt x="2622" y="2146"/>
                  </a:cubicBezTo>
                  <a:cubicBezTo>
                    <a:pt x="1469" y="1516"/>
                    <a:pt x="628" y="816"/>
                    <a:pt x="51" y="10"/>
                  </a:cubicBezTo>
                  <a:cubicBezTo>
                    <a:pt x="46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1528300" y="4938725"/>
              <a:ext cx="20950" cy="73550"/>
            </a:xfrm>
            <a:custGeom>
              <a:avLst/>
              <a:gdLst/>
              <a:ahLst/>
              <a:cxnLst/>
              <a:rect l="l" t="t" r="r" b="b"/>
              <a:pathLst>
                <a:path w="838" h="2942" extrusionOk="0">
                  <a:moveTo>
                    <a:pt x="29" y="0"/>
                  </a:moveTo>
                  <a:cubicBezTo>
                    <a:pt x="25" y="0"/>
                    <a:pt x="22" y="1"/>
                    <a:pt x="19" y="2"/>
                  </a:cubicBezTo>
                  <a:cubicBezTo>
                    <a:pt x="6" y="8"/>
                    <a:pt x="0" y="22"/>
                    <a:pt x="6" y="36"/>
                  </a:cubicBezTo>
                  <a:cubicBezTo>
                    <a:pt x="385" y="960"/>
                    <a:pt x="646" y="1931"/>
                    <a:pt x="783" y="2920"/>
                  </a:cubicBezTo>
                  <a:cubicBezTo>
                    <a:pt x="785" y="2932"/>
                    <a:pt x="797" y="2942"/>
                    <a:pt x="809" y="2942"/>
                  </a:cubicBezTo>
                  <a:lnTo>
                    <a:pt x="813" y="2942"/>
                  </a:lnTo>
                  <a:cubicBezTo>
                    <a:pt x="826" y="2940"/>
                    <a:pt x="837" y="2927"/>
                    <a:pt x="834" y="2912"/>
                  </a:cubicBezTo>
                  <a:cubicBezTo>
                    <a:pt x="697" y="1919"/>
                    <a:pt x="433" y="945"/>
                    <a:pt x="53" y="17"/>
                  </a:cubicBezTo>
                  <a:cubicBezTo>
                    <a:pt x="49" y="7"/>
                    <a:pt x="39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1521975" y="4921525"/>
              <a:ext cx="5325" cy="10400"/>
            </a:xfrm>
            <a:custGeom>
              <a:avLst/>
              <a:gdLst/>
              <a:ahLst/>
              <a:cxnLst/>
              <a:rect l="l" t="t" r="r" b="b"/>
              <a:pathLst>
                <a:path w="213" h="416" extrusionOk="0">
                  <a:moveTo>
                    <a:pt x="30" y="0"/>
                  </a:moveTo>
                  <a:cubicBezTo>
                    <a:pt x="26" y="0"/>
                    <a:pt x="23" y="1"/>
                    <a:pt x="19" y="3"/>
                  </a:cubicBezTo>
                  <a:cubicBezTo>
                    <a:pt x="6" y="8"/>
                    <a:pt x="0" y="23"/>
                    <a:pt x="6" y="36"/>
                  </a:cubicBezTo>
                  <a:lnTo>
                    <a:pt x="159" y="400"/>
                  </a:lnTo>
                  <a:cubicBezTo>
                    <a:pt x="163" y="410"/>
                    <a:pt x="174" y="416"/>
                    <a:pt x="183" y="416"/>
                  </a:cubicBezTo>
                  <a:cubicBezTo>
                    <a:pt x="187" y="416"/>
                    <a:pt x="190" y="416"/>
                    <a:pt x="194" y="414"/>
                  </a:cubicBezTo>
                  <a:cubicBezTo>
                    <a:pt x="206" y="409"/>
                    <a:pt x="213" y="393"/>
                    <a:pt x="207" y="379"/>
                  </a:cubicBezTo>
                  <a:lnTo>
                    <a:pt x="53" y="16"/>
                  </a:lnTo>
                  <a:cubicBezTo>
                    <a:pt x="49" y="6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1507550" y="4898725"/>
              <a:ext cx="29275" cy="81600"/>
            </a:xfrm>
            <a:custGeom>
              <a:avLst/>
              <a:gdLst/>
              <a:ahLst/>
              <a:cxnLst/>
              <a:rect l="l" t="t" r="r" b="b"/>
              <a:pathLst>
                <a:path w="1171" h="3264" extrusionOk="0">
                  <a:moveTo>
                    <a:pt x="29" y="0"/>
                  </a:moveTo>
                  <a:cubicBezTo>
                    <a:pt x="26" y="0"/>
                    <a:pt x="22" y="1"/>
                    <a:pt x="19" y="3"/>
                  </a:cubicBezTo>
                  <a:cubicBezTo>
                    <a:pt x="7" y="7"/>
                    <a:pt x="0" y="21"/>
                    <a:pt x="4" y="35"/>
                  </a:cubicBezTo>
                  <a:cubicBezTo>
                    <a:pt x="404" y="1090"/>
                    <a:pt x="778" y="2170"/>
                    <a:pt x="1117" y="3246"/>
                  </a:cubicBezTo>
                  <a:cubicBezTo>
                    <a:pt x="1121" y="3257"/>
                    <a:pt x="1130" y="3264"/>
                    <a:pt x="1141" y="3264"/>
                  </a:cubicBezTo>
                  <a:cubicBezTo>
                    <a:pt x="1144" y="3264"/>
                    <a:pt x="1146" y="3264"/>
                    <a:pt x="1149" y="3262"/>
                  </a:cubicBezTo>
                  <a:cubicBezTo>
                    <a:pt x="1163" y="3258"/>
                    <a:pt x="1171" y="3243"/>
                    <a:pt x="1167" y="3230"/>
                  </a:cubicBezTo>
                  <a:cubicBezTo>
                    <a:pt x="828" y="2152"/>
                    <a:pt x="452" y="1072"/>
                    <a:pt x="53" y="17"/>
                  </a:cubicBezTo>
                  <a:cubicBezTo>
                    <a:pt x="49" y="7"/>
                    <a:pt x="39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1565850" y="4989550"/>
              <a:ext cx="8475" cy="64475"/>
            </a:xfrm>
            <a:custGeom>
              <a:avLst/>
              <a:gdLst/>
              <a:ahLst/>
              <a:cxnLst/>
              <a:rect l="l" t="t" r="r" b="b"/>
              <a:pathLst>
                <a:path w="339" h="2579" extrusionOk="0">
                  <a:moveTo>
                    <a:pt x="31" y="1"/>
                  </a:moveTo>
                  <a:cubicBezTo>
                    <a:pt x="29" y="1"/>
                    <a:pt x="26" y="1"/>
                    <a:pt x="24" y="2"/>
                  </a:cubicBezTo>
                  <a:cubicBezTo>
                    <a:pt x="10" y="5"/>
                    <a:pt x="1" y="19"/>
                    <a:pt x="5" y="33"/>
                  </a:cubicBezTo>
                  <a:cubicBezTo>
                    <a:pt x="222" y="856"/>
                    <a:pt x="288" y="1702"/>
                    <a:pt x="200" y="2550"/>
                  </a:cubicBezTo>
                  <a:cubicBezTo>
                    <a:pt x="199" y="2563"/>
                    <a:pt x="209" y="2577"/>
                    <a:pt x="223" y="2578"/>
                  </a:cubicBezTo>
                  <a:lnTo>
                    <a:pt x="226" y="2578"/>
                  </a:lnTo>
                  <a:cubicBezTo>
                    <a:pt x="239" y="2578"/>
                    <a:pt x="250" y="2568"/>
                    <a:pt x="251" y="2554"/>
                  </a:cubicBezTo>
                  <a:cubicBezTo>
                    <a:pt x="339" y="1702"/>
                    <a:pt x="273" y="850"/>
                    <a:pt x="55" y="21"/>
                  </a:cubicBezTo>
                  <a:cubicBezTo>
                    <a:pt x="53" y="9"/>
                    <a:pt x="42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1570000" y="5061100"/>
              <a:ext cx="1475" cy="8150"/>
            </a:xfrm>
            <a:custGeom>
              <a:avLst/>
              <a:gdLst/>
              <a:ahLst/>
              <a:cxnLst/>
              <a:rect l="l" t="t" r="r" b="b"/>
              <a:pathLst>
                <a:path w="59" h="326" extrusionOk="0">
                  <a:moveTo>
                    <a:pt x="31" y="0"/>
                  </a:moveTo>
                  <a:cubicBezTo>
                    <a:pt x="18" y="0"/>
                    <a:pt x="6" y="11"/>
                    <a:pt x="6" y="26"/>
                  </a:cubicBezTo>
                  <a:lnTo>
                    <a:pt x="0" y="299"/>
                  </a:lnTo>
                  <a:cubicBezTo>
                    <a:pt x="0" y="314"/>
                    <a:pt x="11" y="326"/>
                    <a:pt x="26" y="326"/>
                  </a:cubicBezTo>
                  <a:cubicBezTo>
                    <a:pt x="41" y="326"/>
                    <a:pt x="52" y="315"/>
                    <a:pt x="53" y="300"/>
                  </a:cubicBezTo>
                  <a:lnTo>
                    <a:pt x="57" y="26"/>
                  </a:lnTo>
                  <a:cubicBezTo>
                    <a:pt x="58" y="12"/>
                    <a:pt x="46" y="0"/>
                    <a:pt x="3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1549925" y="5028675"/>
              <a:ext cx="3725" cy="29350"/>
            </a:xfrm>
            <a:custGeom>
              <a:avLst/>
              <a:gdLst/>
              <a:ahLst/>
              <a:cxnLst/>
              <a:rect l="l" t="t" r="r" b="b"/>
              <a:pathLst>
                <a:path w="149" h="1174" extrusionOk="0">
                  <a:moveTo>
                    <a:pt x="24" y="0"/>
                  </a:moveTo>
                  <a:cubicBezTo>
                    <a:pt x="10" y="3"/>
                    <a:pt x="0" y="15"/>
                    <a:pt x="2" y="30"/>
                  </a:cubicBezTo>
                  <a:cubicBezTo>
                    <a:pt x="53" y="398"/>
                    <a:pt x="85" y="775"/>
                    <a:pt x="96" y="1148"/>
                  </a:cubicBezTo>
                  <a:cubicBezTo>
                    <a:pt x="96" y="1161"/>
                    <a:pt x="108" y="1173"/>
                    <a:pt x="121" y="1173"/>
                  </a:cubicBezTo>
                  <a:lnTo>
                    <a:pt x="123" y="1173"/>
                  </a:lnTo>
                  <a:cubicBezTo>
                    <a:pt x="136" y="1172"/>
                    <a:pt x="148" y="1160"/>
                    <a:pt x="147" y="1146"/>
                  </a:cubicBezTo>
                  <a:cubicBezTo>
                    <a:pt x="136" y="772"/>
                    <a:pt x="105" y="394"/>
                    <a:pt x="53" y="23"/>
                  </a:cubicBezTo>
                  <a:cubicBezTo>
                    <a:pt x="51" y="8"/>
                    <a:pt x="39" y="0"/>
                    <a:pt x="2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1405275" y="4949525"/>
              <a:ext cx="36225" cy="55075"/>
            </a:xfrm>
            <a:custGeom>
              <a:avLst/>
              <a:gdLst/>
              <a:ahLst/>
              <a:cxnLst/>
              <a:rect l="l" t="t" r="r" b="b"/>
              <a:pathLst>
                <a:path w="1449" h="2203" extrusionOk="0">
                  <a:moveTo>
                    <a:pt x="31" y="0"/>
                  </a:moveTo>
                  <a:cubicBezTo>
                    <a:pt x="26" y="0"/>
                    <a:pt x="22" y="1"/>
                    <a:pt x="18" y="3"/>
                  </a:cubicBezTo>
                  <a:cubicBezTo>
                    <a:pt x="5" y="10"/>
                    <a:pt x="0" y="26"/>
                    <a:pt x="7" y="38"/>
                  </a:cubicBezTo>
                  <a:cubicBezTo>
                    <a:pt x="413" y="789"/>
                    <a:pt x="881" y="1514"/>
                    <a:pt x="1399" y="2192"/>
                  </a:cubicBezTo>
                  <a:cubicBezTo>
                    <a:pt x="1405" y="2199"/>
                    <a:pt x="1413" y="2203"/>
                    <a:pt x="1421" y="2203"/>
                  </a:cubicBezTo>
                  <a:cubicBezTo>
                    <a:pt x="1426" y="2203"/>
                    <a:pt x="1431" y="2200"/>
                    <a:pt x="1436" y="2198"/>
                  </a:cubicBezTo>
                  <a:cubicBezTo>
                    <a:pt x="1448" y="2188"/>
                    <a:pt x="1449" y="2172"/>
                    <a:pt x="1441" y="2161"/>
                  </a:cubicBezTo>
                  <a:cubicBezTo>
                    <a:pt x="924" y="1485"/>
                    <a:pt x="457" y="762"/>
                    <a:pt x="53" y="14"/>
                  </a:cubicBezTo>
                  <a:cubicBezTo>
                    <a:pt x="48" y="5"/>
                    <a:pt x="40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1445450" y="5009975"/>
              <a:ext cx="5975" cy="6875"/>
            </a:xfrm>
            <a:custGeom>
              <a:avLst/>
              <a:gdLst/>
              <a:ahLst/>
              <a:cxnLst/>
              <a:rect l="l" t="t" r="r" b="b"/>
              <a:pathLst>
                <a:path w="239" h="275" extrusionOk="0">
                  <a:moveTo>
                    <a:pt x="31" y="1"/>
                  </a:moveTo>
                  <a:cubicBezTo>
                    <a:pt x="25" y="1"/>
                    <a:pt x="18" y="3"/>
                    <a:pt x="13" y="7"/>
                  </a:cubicBezTo>
                  <a:cubicBezTo>
                    <a:pt x="2" y="15"/>
                    <a:pt x="1" y="31"/>
                    <a:pt x="9" y="43"/>
                  </a:cubicBezTo>
                  <a:lnTo>
                    <a:pt x="189" y="265"/>
                  </a:lnTo>
                  <a:cubicBezTo>
                    <a:pt x="194" y="272"/>
                    <a:pt x="201" y="275"/>
                    <a:pt x="209" y="275"/>
                  </a:cubicBezTo>
                  <a:cubicBezTo>
                    <a:pt x="215" y="275"/>
                    <a:pt x="221" y="273"/>
                    <a:pt x="225" y="269"/>
                  </a:cubicBezTo>
                  <a:cubicBezTo>
                    <a:pt x="237" y="260"/>
                    <a:pt x="239" y="244"/>
                    <a:pt x="229" y="233"/>
                  </a:cubicBezTo>
                  <a:lnTo>
                    <a:pt x="49" y="10"/>
                  </a:lnTo>
                  <a:cubicBezTo>
                    <a:pt x="45" y="4"/>
                    <a:pt x="38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1419825" y="4996725"/>
              <a:ext cx="37925" cy="55725"/>
            </a:xfrm>
            <a:custGeom>
              <a:avLst/>
              <a:gdLst/>
              <a:ahLst/>
              <a:cxnLst/>
              <a:rect l="l" t="t" r="r" b="b"/>
              <a:pathLst>
                <a:path w="1517" h="2229" extrusionOk="0">
                  <a:moveTo>
                    <a:pt x="29" y="1"/>
                  </a:moveTo>
                  <a:cubicBezTo>
                    <a:pt x="25" y="1"/>
                    <a:pt x="21" y="2"/>
                    <a:pt x="17" y="4"/>
                  </a:cubicBezTo>
                  <a:cubicBezTo>
                    <a:pt x="5" y="12"/>
                    <a:pt x="1" y="28"/>
                    <a:pt x="7" y="41"/>
                  </a:cubicBezTo>
                  <a:cubicBezTo>
                    <a:pt x="449" y="791"/>
                    <a:pt x="940" y="1524"/>
                    <a:pt x="1467" y="2219"/>
                  </a:cubicBezTo>
                  <a:cubicBezTo>
                    <a:pt x="1471" y="2225"/>
                    <a:pt x="1479" y="2228"/>
                    <a:pt x="1487" y="2228"/>
                  </a:cubicBezTo>
                  <a:cubicBezTo>
                    <a:pt x="1493" y="2228"/>
                    <a:pt x="1498" y="2227"/>
                    <a:pt x="1503" y="2223"/>
                  </a:cubicBezTo>
                  <a:cubicBezTo>
                    <a:pt x="1514" y="2215"/>
                    <a:pt x="1517" y="2198"/>
                    <a:pt x="1507" y="2186"/>
                  </a:cubicBezTo>
                  <a:cubicBezTo>
                    <a:pt x="983" y="1494"/>
                    <a:pt x="493" y="763"/>
                    <a:pt x="53" y="14"/>
                  </a:cubicBezTo>
                  <a:cubicBezTo>
                    <a:pt x="48" y="5"/>
                    <a:pt x="38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1459825" y="5056825"/>
              <a:ext cx="5275" cy="7650"/>
            </a:xfrm>
            <a:custGeom>
              <a:avLst/>
              <a:gdLst/>
              <a:ahLst/>
              <a:cxnLst/>
              <a:rect l="l" t="t" r="r" b="b"/>
              <a:pathLst>
                <a:path w="211" h="306" extrusionOk="0">
                  <a:moveTo>
                    <a:pt x="31" y="1"/>
                  </a:moveTo>
                  <a:cubicBezTo>
                    <a:pt x="27" y="1"/>
                    <a:pt x="22" y="2"/>
                    <a:pt x="18" y="4"/>
                  </a:cubicBezTo>
                  <a:cubicBezTo>
                    <a:pt x="4" y="11"/>
                    <a:pt x="0" y="27"/>
                    <a:pt x="8" y="39"/>
                  </a:cubicBezTo>
                  <a:lnTo>
                    <a:pt x="159" y="292"/>
                  </a:lnTo>
                  <a:cubicBezTo>
                    <a:pt x="163" y="300"/>
                    <a:pt x="172" y="306"/>
                    <a:pt x="180" y="306"/>
                  </a:cubicBezTo>
                  <a:cubicBezTo>
                    <a:pt x="186" y="306"/>
                    <a:pt x="190" y="304"/>
                    <a:pt x="194" y="302"/>
                  </a:cubicBezTo>
                  <a:cubicBezTo>
                    <a:pt x="206" y="295"/>
                    <a:pt x="210" y="279"/>
                    <a:pt x="203" y="267"/>
                  </a:cubicBezTo>
                  <a:lnTo>
                    <a:pt x="53" y="14"/>
                  </a:lnTo>
                  <a:cubicBezTo>
                    <a:pt x="48" y="5"/>
                    <a:pt x="40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1475825" y="5004225"/>
              <a:ext cx="31550" cy="50400"/>
            </a:xfrm>
            <a:custGeom>
              <a:avLst/>
              <a:gdLst/>
              <a:ahLst/>
              <a:cxnLst/>
              <a:rect l="l" t="t" r="r" b="b"/>
              <a:pathLst>
                <a:path w="1262" h="2016" extrusionOk="0">
                  <a:moveTo>
                    <a:pt x="28" y="1"/>
                  </a:moveTo>
                  <a:cubicBezTo>
                    <a:pt x="22" y="1"/>
                    <a:pt x="16" y="3"/>
                    <a:pt x="11" y="7"/>
                  </a:cubicBezTo>
                  <a:cubicBezTo>
                    <a:pt x="2" y="16"/>
                    <a:pt x="1" y="32"/>
                    <a:pt x="10" y="43"/>
                  </a:cubicBezTo>
                  <a:cubicBezTo>
                    <a:pt x="528" y="618"/>
                    <a:pt x="931" y="1276"/>
                    <a:pt x="1207" y="1998"/>
                  </a:cubicBezTo>
                  <a:cubicBezTo>
                    <a:pt x="1211" y="2009"/>
                    <a:pt x="1221" y="2015"/>
                    <a:pt x="1231" y="2015"/>
                  </a:cubicBezTo>
                  <a:cubicBezTo>
                    <a:pt x="1234" y="2015"/>
                    <a:pt x="1237" y="2014"/>
                    <a:pt x="1241" y="2013"/>
                  </a:cubicBezTo>
                  <a:cubicBezTo>
                    <a:pt x="1253" y="2009"/>
                    <a:pt x="1261" y="1993"/>
                    <a:pt x="1256" y="1981"/>
                  </a:cubicBezTo>
                  <a:cubicBezTo>
                    <a:pt x="977" y="1251"/>
                    <a:pt x="571" y="588"/>
                    <a:pt x="49" y="10"/>
                  </a:cubicBezTo>
                  <a:cubicBezTo>
                    <a:pt x="43" y="4"/>
                    <a:pt x="35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"/>
            <p:cNvSpPr/>
            <p:nvPr/>
          </p:nvSpPr>
          <p:spPr>
            <a:xfrm>
              <a:off x="1507750" y="5059700"/>
              <a:ext cx="4225" cy="6875"/>
            </a:xfrm>
            <a:custGeom>
              <a:avLst/>
              <a:gdLst/>
              <a:ahLst/>
              <a:cxnLst/>
              <a:rect l="l" t="t" r="r" b="b"/>
              <a:pathLst>
                <a:path w="169" h="275" extrusionOk="0">
                  <a:moveTo>
                    <a:pt x="30" y="1"/>
                  </a:moveTo>
                  <a:cubicBezTo>
                    <a:pt x="26" y="1"/>
                    <a:pt x="22" y="2"/>
                    <a:pt x="18" y="4"/>
                  </a:cubicBezTo>
                  <a:cubicBezTo>
                    <a:pt x="6" y="9"/>
                    <a:pt x="0" y="25"/>
                    <a:pt x="7" y="39"/>
                  </a:cubicBezTo>
                  <a:lnTo>
                    <a:pt x="116" y="259"/>
                  </a:lnTo>
                  <a:cubicBezTo>
                    <a:pt x="121" y="268"/>
                    <a:pt x="130" y="274"/>
                    <a:pt x="139" y="274"/>
                  </a:cubicBezTo>
                  <a:lnTo>
                    <a:pt x="139" y="274"/>
                  </a:lnTo>
                  <a:cubicBezTo>
                    <a:pt x="143" y="274"/>
                    <a:pt x="147" y="273"/>
                    <a:pt x="151" y="271"/>
                  </a:cubicBezTo>
                  <a:cubicBezTo>
                    <a:pt x="164" y="265"/>
                    <a:pt x="168" y="249"/>
                    <a:pt x="163" y="236"/>
                  </a:cubicBezTo>
                  <a:lnTo>
                    <a:pt x="53" y="14"/>
                  </a:lnTo>
                  <a:cubicBezTo>
                    <a:pt x="49" y="6"/>
                    <a:pt x="40" y="1"/>
                    <a:pt x="30" y="1"/>
                  </a:cubicBezTo>
                  <a:close/>
                  <a:moveTo>
                    <a:pt x="139" y="274"/>
                  </a:moveTo>
                  <a:cubicBezTo>
                    <a:pt x="139" y="274"/>
                    <a:pt x="139" y="274"/>
                    <a:pt x="139" y="274"/>
                  </a:cubicBezTo>
                  <a:lnTo>
                    <a:pt x="140" y="274"/>
                  </a:lnTo>
                  <a:cubicBezTo>
                    <a:pt x="140" y="274"/>
                    <a:pt x="140" y="274"/>
                    <a:pt x="139" y="274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"/>
            <p:cNvSpPr/>
            <p:nvPr/>
          </p:nvSpPr>
          <p:spPr>
            <a:xfrm>
              <a:off x="1427400" y="4943450"/>
              <a:ext cx="22450" cy="29200"/>
            </a:xfrm>
            <a:custGeom>
              <a:avLst/>
              <a:gdLst/>
              <a:ahLst/>
              <a:cxnLst/>
              <a:rect l="l" t="t" r="r" b="b"/>
              <a:pathLst>
                <a:path w="898" h="1168" extrusionOk="0">
                  <a:moveTo>
                    <a:pt x="30" y="0"/>
                  </a:moveTo>
                  <a:cubicBezTo>
                    <a:pt x="24" y="0"/>
                    <a:pt x="19" y="2"/>
                    <a:pt x="14" y="6"/>
                  </a:cubicBezTo>
                  <a:cubicBezTo>
                    <a:pt x="3" y="14"/>
                    <a:pt x="0" y="31"/>
                    <a:pt x="8" y="42"/>
                  </a:cubicBezTo>
                  <a:lnTo>
                    <a:pt x="848" y="1159"/>
                  </a:lnTo>
                  <a:cubicBezTo>
                    <a:pt x="853" y="1165"/>
                    <a:pt x="861" y="1168"/>
                    <a:pt x="869" y="1168"/>
                  </a:cubicBezTo>
                  <a:cubicBezTo>
                    <a:pt x="875" y="1168"/>
                    <a:pt x="880" y="1167"/>
                    <a:pt x="884" y="1164"/>
                  </a:cubicBezTo>
                  <a:cubicBezTo>
                    <a:pt x="896" y="1154"/>
                    <a:pt x="898" y="1138"/>
                    <a:pt x="890" y="1128"/>
                  </a:cubicBezTo>
                  <a:lnTo>
                    <a:pt x="50" y="11"/>
                  </a:lnTo>
                  <a:cubicBezTo>
                    <a:pt x="45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1290100" y="5004825"/>
              <a:ext cx="41825" cy="36150"/>
            </a:xfrm>
            <a:custGeom>
              <a:avLst/>
              <a:gdLst/>
              <a:ahLst/>
              <a:cxnLst/>
              <a:rect l="l" t="t" r="r" b="b"/>
              <a:pathLst>
                <a:path w="1673" h="1446" extrusionOk="0">
                  <a:moveTo>
                    <a:pt x="30" y="1"/>
                  </a:moveTo>
                  <a:cubicBezTo>
                    <a:pt x="24" y="1"/>
                    <a:pt x="18" y="3"/>
                    <a:pt x="13" y="7"/>
                  </a:cubicBezTo>
                  <a:cubicBezTo>
                    <a:pt x="2" y="15"/>
                    <a:pt x="1" y="33"/>
                    <a:pt x="10" y="43"/>
                  </a:cubicBezTo>
                  <a:cubicBezTo>
                    <a:pt x="476" y="590"/>
                    <a:pt x="1020" y="1061"/>
                    <a:pt x="1630" y="1441"/>
                  </a:cubicBezTo>
                  <a:cubicBezTo>
                    <a:pt x="1634" y="1444"/>
                    <a:pt x="1639" y="1445"/>
                    <a:pt x="1643" y="1445"/>
                  </a:cubicBezTo>
                  <a:cubicBezTo>
                    <a:pt x="1653" y="1445"/>
                    <a:pt x="1661" y="1441"/>
                    <a:pt x="1666" y="1433"/>
                  </a:cubicBezTo>
                  <a:cubicBezTo>
                    <a:pt x="1673" y="1421"/>
                    <a:pt x="1670" y="1405"/>
                    <a:pt x="1658" y="1398"/>
                  </a:cubicBezTo>
                  <a:cubicBezTo>
                    <a:pt x="1053" y="1019"/>
                    <a:pt x="512" y="552"/>
                    <a:pt x="50" y="10"/>
                  </a:cubicBezTo>
                  <a:cubicBezTo>
                    <a:pt x="45" y="4"/>
                    <a:pt x="38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1337900" y="5046000"/>
              <a:ext cx="9850" cy="8650"/>
            </a:xfrm>
            <a:custGeom>
              <a:avLst/>
              <a:gdLst/>
              <a:ahLst/>
              <a:cxnLst/>
              <a:rect l="l" t="t" r="r" b="b"/>
              <a:pathLst>
                <a:path w="394" h="346" extrusionOk="0">
                  <a:moveTo>
                    <a:pt x="30" y="1"/>
                  </a:moveTo>
                  <a:cubicBezTo>
                    <a:pt x="22" y="1"/>
                    <a:pt x="15" y="4"/>
                    <a:pt x="10" y="10"/>
                  </a:cubicBezTo>
                  <a:cubicBezTo>
                    <a:pt x="0" y="20"/>
                    <a:pt x="2" y="36"/>
                    <a:pt x="12" y="46"/>
                  </a:cubicBezTo>
                  <a:lnTo>
                    <a:pt x="347" y="339"/>
                  </a:lnTo>
                  <a:cubicBezTo>
                    <a:pt x="351" y="343"/>
                    <a:pt x="358" y="346"/>
                    <a:pt x="364" y="346"/>
                  </a:cubicBezTo>
                  <a:cubicBezTo>
                    <a:pt x="372" y="346"/>
                    <a:pt x="378" y="343"/>
                    <a:pt x="384" y="336"/>
                  </a:cubicBezTo>
                  <a:cubicBezTo>
                    <a:pt x="393" y="326"/>
                    <a:pt x="392" y="310"/>
                    <a:pt x="381" y="300"/>
                  </a:cubicBezTo>
                  <a:lnTo>
                    <a:pt x="47" y="7"/>
                  </a:lnTo>
                  <a:cubicBezTo>
                    <a:pt x="42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1326900" y="5055525"/>
              <a:ext cx="36650" cy="31050"/>
            </a:xfrm>
            <a:custGeom>
              <a:avLst/>
              <a:gdLst/>
              <a:ahLst/>
              <a:cxnLst/>
              <a:rect l="l" t="t" r="r" b="b"/>
              <a:pathLst>
                <a:path w="1466" h="1242" extrusionOk="0">
                  <a:moveTo>
                    <a:pt x="31" y="1"/>
                  </a:moveTo>
                  <a:cubicBezTo>
                    <a:pt x="24" y="1"/>
                    <a:pt x="18" y="3"/>
                    <a:pt x="13" y="8"/>
                  </a:cubicBezTo>
                  <a:cubicBezTo>
                    <a:pt x="2" y="17"/>
                    <a:pt x="0" y="33"/>
                    <a:pt x="11" y="44"/>
                  </a:cubicBezTo>
                  <a:cubicBezTo>
                    <a:pt x="426" y="504"/>
                    <a:pt x="900" y="905"/>
                    <a:pt x="1422" y="1238"/>
                  </a:cubicBezTo>
                  <a:cubicBezTo>
                    <a:pt x="1426" y="1240"/>
                    <a:pt x="1432" y="1242"/>
                    <a:pt x="1436" y="1242"/>
                  </a:cubicBezTo>
                  <a:cubicBezTo>
                    <a:pt x="1445" y="1242"/>
                    <a:pt x="1453" y="1238"/>
                    <a:pt x="1457" y="1229"/>
                  </a:cubicBezTo>
                  <a:cubicBezTo>
                    <a:pt x="1466" y="1217"/>
                    <a:pt x="1463" y="1201"/>
                    <a:pt x="1449" y="1194"/>
                  </a:cubicBezTo>
                  <a:cubicBezTo>
                    <a:pt x="931" y="864"/>
                    <a:pt x="461" y="465"/>
                    <a:pt x="49" y="9"/>
                  </a:cubicBezTo>
                  <a:cubicBezTo>
                    <a:pt x="44" y="4"/>
                    <a:pt x="37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1369400" y="5089950"/>
              <a:ext cx="5025" cy="4300"/>
            </a:xfrm>
            <a:custGeom>
              <a:avLst/>
              <a:gdLst/>
              <a:ahLst/>
              <a:cxnLst/>
              <a:rect l="l" t="t" r="r" b="b"/>
              <a:pathLst>
                <a:path w="201" h="172" extrusionOk="0">
                  <a:moveTo>
                    <a:pt x="30" y="1"/>
                  </a:moveTo>
                  <a:cubicBezTo>
                    <a:pt x="23" y="1"/>
                    <a:pt x="16" y="4"/>
                    <a:pt x="10" y="10"/>
                  </a:cubicBezTo>
                  <a:cubicBezTo>
                    <a:pt x="1" y="21"/>
                    <a:pt x="2" y="38"/>
                    <a:pt x="14" y="46"/>
                  </a:cubicBezTo>
                  <a:lnTo>
                    <a:pt x="154" y="165"/>
                  </a:lnTo>
                  <a:cubicBezTo>
                    <a:pt x="160" y="169"/>
                    <a:pt x="165" y="171"/>
                    <a:pt x="170" y="171"/>
                  </a:cubicBezTo>
                  <a:cubicBezTo>
                    <a:pt x="179" y="171"/>
                    <a:pt x="185" y="167"/>
                    <a:pt x="191" y="162"/>
                  </a:cubicBezTo>
                  <a:cubicBezTo>
                    <a:pt x="200" y="151"/>
                    <a:pt x="199" y="134"/>
                    <a:pt x="188" y="126"/>
                  </a:cubicBezTo>
                  <a:lnTo>
                    <a:pt x="47" y="7"/>
                  </a:lnTo>
                  <a:cubicBezTo>
                    <a:pt x="42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1396750" y="5060975"/>
              <a:ext cx="35675" cy="27550"/>
            </a:xfrm>
            <a:custGeom>
              <a:avLst/>
              <a:gdLst/>
              <a:ahLst/>
              <a:cxnLst/>
              <a:rect l="l" t="t" r="r" b="b"/>
              <a:pathLst>
                <a:path w="1427" h="1102" extrusionOk="0">
                  <a:moveTo>
                    <a:pt x="30" y="1"/>
                  </a:moveTo>
                  <a:cubicBezTo>
                    <a:pt x="21" y="1"/>
                    <a:pt x="13" y="5"/>
                    <a:pt x="9" y="12"/>
                  </a:cubicBezTo>
                  <a:cubicBezTo>
                    <a:pt x="1" y="24"/>
                    <a:pt x="3" y="40"/>
                    <a:pt x="15" y="48"/>
                  </a:cubicBezTo>
                  <a:cubicBezTo>
                    <a:pt x="498" y="356"/>
                    <a:pt x="959" y="707"/>
                    <a:pt x="1381" y="1095"/>
                  </a:cubicBezTo>
                  <a:cubicBezTo>
                    <a:pt x="1386" y="1099"/>
                    <a:pt x="1392" y="1102"/>
                    <a:pt x="1398" y="1102"/>
                  </a:cubicBezTo>
                  <a:cubicBezTo>
                    <a:pt x="1405" y="1102"/>
                    <a:pt x="1412" y="1098"/>
                    <a:pt x="1417" y="1092"/>
                  </a:cubicBezTo>
                  <a:cubicBezTo>
                    <a:pt x="1427" y="1081"/>
                    <a:pt x="1427" y="1065"/>
                    <a:pt x="1416" y="1056"/>
                  </a:cubicBezTo>
                  <a:cubicBezTo>
                    <a:pt x="991" y="668"/>
                    <a:pt x="529" y="315"/>
                    <a:pt x="44" y="5"/>
                  </a:cubicBezTo>
                  <a:cubicBezTo>
                    <a:pt x="39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1435900" y="5091650"/>
              <a:ext cx="4275" cy="4050"/>
            </a:xfrm>
            <a:custGeom>
              <a:avLst/>
              <a:gdLst/>
              <a:ahLst/>
              <a:cxnLst/>
              <a:rect l="l" t="t" r="r" b="b"/>
              <a:pathLst>
                <a:path w="171" h="162" extrusionOk="0">
                  <a:moveTo>
                    <a:pt x="30" y="1"/>
                  </a:moveTo>
                  <a:cubicBezTo>
                    <a:pt x="23" y="1"/>
                    <a:pt x="16" y="4"/>
                    <a:pt x="11" y="9"/>
                  </a:cubicBezTo>
                  <a:cubicBezTo>
                    <a:pt x="1" y="20"/>
                    <a:pt x="2" y="36"/>
                    <a:pt x="11" y="45"/>
                  </a:cubicBezTo>
                  <a:lnTo>
                    <a:pt x="123" y="154"/>
                  </a:lnTo>
                  <a:cubicBezTo>
                    <a:pt x="128" y="160"/>
                    <a:pt x="135" y="161"/>
                    <a:pt x="142" y="161"/>
                  </a:cubicBezTo>
                  <a:cubicBezTo>
                    <a:pt x="149" y="161"/>
                    <a:pt x="155" y="158"/>
                    <a:pt x="159" y="153"/>
                  </a:cubicBezTo>
                  <a:cubicBezTo>
                    <a:pt x="170" y="144"/>
                    <a:pt x="170" y="127"/>
                    <a:pt x="159" y="117"/>
                  </a:cubicBezTo>
                  <a:lnTo>
                    <a:pt x="48" y="8"/>
                  </a:lnTo>
                  <a:cubicBezTo>
                    <a:pt x="43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1417750" y="5105550"/>
              <a:ext cx="40175" cy="31600"/>
            </a:xfrm>
            <a:custGeom>
              <a:avLst/>
              <a:gdLst/>
              <a:ahLst/>
              <a:cxnLst/>
              <a:rect l="l" t="t" r="r" b="b"/>
              <a:pathLst>
                <a:path w="1607" h="1264" extrusionOk="0">
                  <a:moveTo>
                    <a:pt x="31" y="0"/>
                  </a:moveTo>
                  <a:cubicBezTo>
                    <a:pt x="22" y="0"/>
                    <a:pt x="14" y="5"/>
                    <a:pt x="8" y="13"/>
                  </a:cubicBezTo>
                  <a:cubicBezTo>
                    <a:pt x="0" y="25"/>
                    <a:pt x="4" y="41"/>
                    <a:pt x="16" y="48"/>
                  </a:cubicBezTo>
                  <a:cubicBezTo>
                    <a:pt x="573" y="391"/>
                    <a:pt x="1093" y="798"/>
                    <a:pt x="1559" y="1257"/>
                  </a:cubicBezTo>
                  <a:cubicBezTo>
                    <a:pt x="1565" y="1263"/>
                    <a:pt x="1570" y="1264"/>
                    <a:pt x="1577" y="1264"/>
                  </a:cubicBezTo>
                  <a:cubicBezTo>
                    <a:pt x="1584" y="1264"/>
                    <a:pt x="1590" y="1261"/>
                    <a:pt x="1596" y="1256"/>
                  </a:cubicBezTo>
                  <a:cubicBezTo>
                    <a:pt x="1606" y="1246"/>
                    <a:pt x="1605" y="1230"/>
                    <a:pt x="1596" y="1220"/>
                  </a:cubicBezTo>
                  <a:cubicBezTo>
                    <a:pt x="1126" y="758"/>
                    <a:pt x="604" y="349"/>
                    <a:pt x="43" y="3"/>
                  </a:cubicBezTo>
                  <a:cubicBezTo>
                    <a:pt x="39" y="1"/>
                    <a:pt x="35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1314125" y="5146525"/>
              <a:ext cx="45650" cy="18625"/>
            </a:xfrm>
            <a:custGeom>
              <a:avLst/>
              <a:gdLst/>
              <a:ahLst/>
              <a:cxnLst/>
              <a:rect l="l" t="t" r="r" b="b"/>
              <a:pathLst>
                <a:path w="1826" h="745" extrusionOk="0">
                  <a:moveTo>
                    <a:pt x="29" y="0"/>
                  </a:moveTo>
                  <a:cubicBezTo>
                    <a:pt x="20" y="0"/>
                    <a:pt x="11" y="6"/>
                    <a:pt x="6" y="15"/>
                  </a:cubicBezTo>
                  <a:cubicBezTo>
                    <a:pt x="0" y="29"/>
                    <a:pt x="6" y="45"/>
                    <a:pt x="19" y="50"/>
                  </a:cubicBezTo>
                  <a:cubicBezTo>
                    <a:pt x="595" y="308"/>
                    <a:pt x="1189" y="541"/>
                    <a:pt x="1788" y="743"/>
                  </a:cubicBezTo>
                  <a:cubicBezTo>
                    <a:pt x="1791" y="743"/>
                    <a:pt x="1794" y="744"/>
                    <a:pt x="1796" y="744"/>
                  </a:cubicBezTo>
                  <a:lnTo>
                    <a:pt x="1796" y="743"/>
                  </a:lnTo>
                  <a:cubicBezTo>
                    <a:pt x="1807" y="743"/>
                    <a:pt x="1818" y="736"/>
                    <a:pt x="1822" y="725"/>
                  </a:cubicBezTo>
                  <a:cubicBezTo>
                    <a:pt x="1826" y="712"/>
                    <a:pt x="1819" y="697"/>
                    <a:pt x="1806" y="693"/>
                  </a:cubicBezTo>
                  <a:cubicBezTo>
                    <a:pt x="1208" y="493"/>
                    <a:pt x="615" y="260"/>
                    <a:pt x="41" y="3"/>
                  </a:cubicBezTo>
                  <a:cubicBezTo>
                    <a:pt x="37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1366050" y="5166425"/>
              <a:ext cx="6150" cy="2775"/>
            </a:xfrm>
            <a:custGeom>
              <a:avLst/>
              <a:gdLst/>
              <a:ahLst/>
              <a:cxnLst/>
              <a:rect l="l" t="t" r="r" b="b"/>
              <a:pathLst>
                <a:path w="246" h="111" extrusionOk="0">
                  <a:moveTo>
                    <a:pt x="29" y="1"/>
                  </a:moveTo>
                  <a:cubicBezTo>
                    <a:pt x="18" y="1"/>
                    <a:pt x="8" y="7"/>
                    <a:pt x="4" y="18"/>
                  </a:cubicBezTo>
                  <a:cubicBezTo>
                    <a:pt x="0" y="32"/>
                    <a:pt x="8" y="46"/>
                    <a:pt x="22" y="50"/>
                  </a:cubicBezTo>
                  <a:lnTo>
                    <a:pt x="209" y="110"/>
                  </a:lnTo>
                  <a:cubicBezTo>
                    <a:pt x="210" y="110"/>
                    <a:pt x="213" y="111"/>
                    <a:pt x="216" y="111"/>
                  </a:cubicBezTo>
                  <a:cubicBezTo>
                    <a:pt x="226" y="111"/>
                    <a:pt x="237" y="103"/>
                    <a:pt x="241" y="92"/>
                  </a:cubicBezTo>
                  <a:cubicBezTo>
                    <a:pt x="245" y="79"/>
                    <a:pt x="237" y="64"/>
                    <a:pt x="224" y="60"/>
                  </a:cubicBezTo>
                  <a:lnTo>
                    <a:pt x="37" y="2"/>
                  </a:lnTo>
                  <a:cubicBezTo>
                    <a:pt x="34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1287325" y="5116150"/>
              <a:ext cx="46325" cy="16475"/>
            </a:xfrm>
            <a:custGeom>
              <a:avLst/>
              <a:gdLst/>
              <a:ahLst/>
              <a:cxnLst/>
              <a:rect l="l" t="t" r="r" b="b"/>
              <a:pathLst>
                <a:path w="1853" h="659" extrusionOk="0">
                  <a:moveTo>
                    <a:pt x="30" y="1"/>
                  </a:moveTo>
                  <a:cubicBezTo>
                    <a:pt x="19" y="1"/>
                    <a:pt x="8" y="7"/>
                    <a:pt x="4" y="18"/>
                  </a:cubicBezTo>
                  <a:cubicBezTo>
                    <a:pt x="0" y="31"/>
                    <a:pt x="7" y="46"/>
                    <a:pt x="22" y="52"/>
                  </a:cubicBezTo>
                  <a:lnTo>
                    <a:pt x="1815" y="657"/>
                  </a:lnTo>
                  <a:cubicBezTo>
                    <a:pt x="1818" y="658"/>
                    <a:pt x="1820" y="658"/>
                    <a:pt x="1823" y="658"/>
                  </a:cubicBezTo>
                  <a:cubicBezTo>
                    <a:pt x="1834" y="658"/>
                    <a:pt x="1844" y="652"/>
                    <a:pt x="1848" y="641"/>
                  </a:cubicBezTo>
                  <a:cubicBezTo>
                    <a:pt x="1853" y="627"/>
                    <a:pt x="1846" y="613"/>
                    <a:pt x="1832" y="609"/>
                  </a:cubicBezTo>
                  <a:lnTo>
                    <a:pt x="38" y="2"/>
                  </a:lnTo>
                  <a:cubicBezTo>
                    <a:pt x="35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1338375" y="5133500"/>
              <a:ext cx="8100" cy="4000"/>
            </a:xfrm>
            <a:custGeom>
              <a:avLst/>
              <a:gdLst/>
              <a:ahLst/>
              <a:cxnLst/>
              <a:rect l="l" t="t" r="r" b="b"/>
              <a:pathLst>
                <a:path w="324" h="160" extrusionOk="0">
                  <a:moveTo>
                    <a:pt x="29" y="0"/>
                  </a:moveTo>
                  <a:cubicBezTo>
                    <a:pt x="19" y="0"/>
                    <a:pt x="8" y="6"/>
                    <a:pt x="4" y="17"/>
                  </a:cubicBezTo>
                  <a:cubicBezTo>
                    <a:pt x="0" y="30"/>
                    <a:pt x="6" y="45"/>
                    <a:pt x="19" y="50"/>
                  </a:cubicBezTo>
                  <a:lnTo>
                    <a:pt x="284" y="157"/>
                  </a:lnTo>
                  <a:cubicBezTo>
                    <a:pt x="288" y="158"/>
                    <a:pt x="291" y="159"/>
                    <a:pt x="294" y="159"/>
                  </a:cubicBezTo>
                  <a:lnTo>
                    <a:pt x="294" y="159"/>
                  </a:lnTo>
                  <a:cubicBezTo>
                    <a:pt x="305" y="159"/>
                    <a:pt x="314" y="152"/>
                    <a:pt x="318" y="143"/>
                  </a:cubicBezTo>
                  <a:cubicBezTo>
                    <a:pt x="323" y="130"/>
                    <a:pt x="316" y="115"/>
                    <a:pt x="304" y="110"/>
                  </a:cubicBezTo>
                  <a:lnTo>
                    <a:pt x="38" y="2"/>
                  </a:lnTo>
                  <a:cubicBezTo>
                    <a:pt x="35" y="1"/>
                    <a:pt x="32" y="0"/>
                    <a:pt x="29" y="0"/>
                  </a:cubicBezTo>
                  <a:close/>
                  <a:moveTo>
                    <a:pt x="294" y="159"/>
                  </a:moveTo>
                  <a:cubicBezTo>
                    <a:pt x="294" y="159"/>
                    <a:pt x="294" y="159"/>
                    <a:pt x="293" y="159"/>
                  </a:cubicBezTo>
                  <a:lnTo>
                    <a:pt x="295" y="159"/>
                  </a:lnTo>
                  <a:cubicBezTo>
                    <a:pt x="295" y="159"/>
                    <a:pt x="294" y="159"/>
                    <a:pt x="294" y="159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1405425" y="5154900"/>
              <a:ext cx="36950" cy="14000"/>
            </a:xfrm>
            <a:custGeom>
              <a:avLst/>
              <a:gdLst/>
              <a:ahLst/>
              <a:cxnLst/>
              <a:rect l="l" t="t" r="r" b="b"/>
              <a:pathLst>
                <a:path w="1478" h="560" extrusionOk="0">
                  <a:moveTo>
                    <a:pt x="31" y="0"/>
                  </a:moveTo>
                  <a:cubicBezTo>
                    <a:pt x="20" y="0"/>
                    <a:pt x="9" y="7"/>
                    <a:pt x="5" y="18"/>
                  </a:cubicBezTo>
                  <a:cubicBezTo>
                    <a:pt x="1" y="31"/>
                    <a:pt x="7" y="46"/>
                    <a:pt x="21" y="50"/>
                  </a:cubicBezTo>
                  <a:lnTo>
                    <a:pt x="1440" y="559"/>
                  </a:lnTo>
                  <a:cubicBezTo>
                    <a:pt x="1443" y="560"/>
                    <a:pt x="1446" y="560"/>
                    <a:pt x="1448" y="560"/>
                  </a:cubicBezTo>
                  <a:cubicBezTo>
                    <a:pt x="1459" y="560"/>
                    <a:pt x="1469" y="555"/>
                    <a:pt x="1473" y="544"/>
                  </a:cubicBezTo>
                  <a:cubicBezTo>
                    <a:pt x="1478" y="530"/>
                    <a:pt x="1471" y="516"/>
                    <a:pt x="1458" y="510"/>
                  </a:cubicBezTo>
                  <a:lnTo>
                    <a:pt x="38" y="2"/>
                  </a:lnTo>
                  <a:cubicBezTo>
                    <a:pt x="36" y="1"/>
                    <a:pt x="33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1405800" y="5179875"/>
              <a:ext cx="38275" cy="11325"/>
            </a:xfrm>
            <a:custGeom>
              <a:avLst/>
              <a:gdLst/>
              <a:ahLst/>
              <a:cxnLst/>
              <a:rect l="l" t="t" r="r" b="b"/>
              <a:pathLst>
                <a:path w="1531" h="453" extrusionOk="0">
                  <a:moveTo>
                    <a:pt x="30" y="1"/>
                  </a:moveTo>
                  <a:cubicBezTo>
                    <a:pt x="19" y="1"/>
                    <a:pt x="9" y="7"/>
                    <a:pt x="5" y="18"/>
                  </a:cubicBezTo>
                  <a:cubicBezTo>
                    <a:pt x="1" y="32"/>
                    <a:pt x="7" y="47"/>
                    <a:pt x="21" y="52"/>
                  </a:cubicBezTo>
                  <a:cubicBezTo>
                    <a:pt x="501" y="219"/>
                    <a:pt x="997" y="353"/>
                    <a:pt x="1498" y="451"/>
                  </a:cubicBezTo>
                  <a:lnTo>
                    <a:pt x="1502" y="451"/>
                  </a:lnTo>
                  <a:lnTo>
                    <a:pt x="1502" y="453"/>
                  </a:lnTo>
                  <a:cubicBezTo>
                    <a:pt x="1514" y="453"/>
                    <a:pt x="1526" y="443"/>
                    <a:pt x="1528" y="431"/>
                  </a:cubicBezTo>
                  <a:cubicBezTo>
                    <a:pt x="1530" y="417"/>
                    <a:pt x="1522" y="403"/>
                    <a:pt x="1507" y="400"/>
                  </a:cubicBezTo>
                  <a:cubicBezTo>
                    <a:pt x="1010" y="304"/>
                    <a:pt x="516" y="169"/>
                    <a:pt x="38" y="2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1455150" y="5183475"/>
              <a:ext cx="22000" cy="7500"/>
            </a:xfrm>
            <a:custGeom>
              <a:avLst/>
              <a:gdLst/>
              <a:ahLst/>
              <a:cxnLst/>
              <a:rect l="l" t="t" r="r" b="b"/>
              <a:pathLst>
                <a:path w="880" h="300" extrusionOk="0">
                  <a:moveTo>
                    <a:pt x="28" y="0"/>
                  </a:moveTo>
                  <a:cubicBezTo>
                    <a:pt x="17" y="0"/>
                    <a:pt x="7" y="8"/>
                    <a:pt x="4" y="20"/>
                  </a:cubicBezTo>
                  <a:cubicBezTo>
                    <a:pt x="0" y="33"/>
                    <a:pt x="8" y="47"/>
                    <a:pt x="22" y="52"/>
                  </a:cubicBezTo>
                  <a:lnTo>
                    <a:pt x="842" y="298"/>
                  </a:lnTo>
                  <a:cubicBezTo>
                    <a:pt x="845" y="299"/>
                    <a:pt x="848" y="299"/>
                    <a:pt x="850" y="299"/>
                  </a:cubicBezTo>
                  <a:cubicBezTo>
                    <a:pt x="861" y="299"/>
                    <a:pt x="872" y="293"/>
                    <a:pt x="875" y="282"/>
                  </a:cubicBezTo>
                  <a:cubicBezTo>
                    <a:pt x="880" y="267"/>
                    <a:pt x="872" y="254"/>
                    <a:pt x="858" y="250"/>
                  </a:cubicBezTo>
                  <a:lnTo>
                    <a:pt x="36" y="2"/>
                  </a:lnTo>
                  <a:cubicBezTo>
                    <a:pt x="34" y="1"/>
                    <a:pt x="3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1459950" y="5224075"/>
              <a:ext cx="35500" cy="4325"/>
            </a:xfrm>
            <a:custGeom>
              <a:avLst/>
              <a:gdLst/>
              <a:ahLst/>
              <a:cxnLst/>
              <a:rect l="l" t="t" r="r" b="b"/>
              <a:pathLst>
                <a:path w="1420" h="173" extrusionOk="0">
                  <a:moveTo>
                    <a:pt x="1391" y="0"/>
                  </a:moveTo>
                  <a:cubicBezTo>
                    <a:pt x="1389" y="0"/>
                    <a:pt x="1387" y="0"/>
                    <a:pt x="1385" y="1"/>
                  </a:cubicBezTo>
                  <a:cubicBezTo>
                    <a:pt x="1038" y="82"/>
                    <a:pt x="682" y="121"/>
                    <a:pt x="327" y="121"/>
                  </a:cubicBezTo>
                  <a:cubicBezTo>
                    <a:pt x="228" y="121"/>
                    <a:pt x="129" y="118"/>
                    <a:pt x="30" y="112"/>
                  </a:cubicBezTo>
                  <a:cubicBezTo>
                    <a:pt x="28" y="112"/>
                    <a:pt x="27" y="112"/>
                    <a:pt x="25" y="112"/>
                  </a:cubicBezTo>
                  <a:cubicBezTo>
                    <a:pt x="11" y="112"/>
                    <a:pt x="3" y="123"/>
                    <a:pt x="2" y="135"/>
                  </a:cubicBezTo>
                  <a:cubicBezTo>
                    <a:pt x="1" y="150"/>
                    <a:pt x="11" y="162"/>
                    <a:pt x="26" y="163"/>
                  </a:cubicBezTo>
                  <a:cubicBezTo>
                    <a:pt x="128" y="170"/>
                    <a:pt x="231" y="173"/>
                    <a:pt x="333" y="173"/>
                  </a:cubicBezTo>
                  <a:cubicBezTo>
                    <a:pt x="691" y="173"/>
                    <a:pt x="1047" y="132"/>
                    <a:pt x="1397" y="52"/>
                  </a:cubicBezTo>
                  <a:cubicBezTo>
                    <a:pt x="1412" y="48"/>
                    <a:pt x="1420" y="34"/>
                    <a:pt x="1417" y="21"/>
                  </a:cubicBezTo>
                  <a:cubicBezTo>
                    <a:pt x="1414" y="8"/>
                    <a:pt x="1404" y="0"/>
                    <a:pt x="139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1499775" y="5221500"/>
              <a:ext cx="7250" cy="2625"/>
            </a:xfrm>
            <a:custGeom>
              <a:avLst/>
              <a:gdLst/>
              <a:ahLst/>
              <a:cxnLst/>
              <a:rect l="l" t="t" r="r" b="b"/>
              <a:pathLst>
                <a:path w="290" h="105" extrusionOk="0">
                  <a:moveTo>
                    <a:pt x="260" y="1"/>
                  </a:moveTo>
                  <a:cubicBezTo>
                    <a:pt x="258" y="1"/>
                    <a:pt x="257" y="1"/>
                    <a:pt x="255" y="1"/>
                  </a:cubicBezTo>
                  <a:lnTo>
                    <a:pt x="23" y="54"/>
                  </a:lnTo>
                  <a:cubicBezTo>
                    <a:pt x="10" y="56"/>
                    <a:pt x="0" y="70"/>
                    <a:pt x="4" y="85"/>
                  </a:cubicBezTo>
                  <a:cubicBezTo>
                    <a:pt x="7" y="97"/>
                    <a:pt x="18" y="105"/>
                    <a:pt x="30" y="105"/>
                  </a:cubicBezTo>
                  <a:cubicBezTo>
                    <a:pt x="31" y="105"/>
                    <a:pt x="33" y="105"/>
                    <a:pt x="35" y="104"/>
                  </a:cubicBezTo>
                  <a:lnTo>
                    <a:pt x="265" y="52"/>
                  </a:lnTo>
                  <a:cubicBezTo>
                    <a:pt x="280" y="48"/>
                    <a:pt x="290" y="35"/>
                    <a:pt x="286" y="22"/>
                  </a:cubicBezTo>
                  <a:cubicBezTo>
                    <a:pt x="283" y="9"/>
                    <a:pt x="273" y="1"/>
                    <a:pt x="26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1386200" y="5238025"/>
              <a:ext cx="47700" cy="10900"/>
            </a:xfrm>
            <a:custGeom>
              <a:avLst/>
              <a:gdLst/>
              <a:ahLst/>
              <a:cxnLst/>
              <a:rect l="l" t="t" r="r" b="b"/>
              <a:pathLst>
                <a:path w="1908" h="436" extrusionOk="0">
                  <a:moveTo>
                    <a:pt x="31" y="0"/>
                  </a:moveTo>
                  <a:cubicBezTo>
                    <a:pt x="19" y="0"/>
                    <a:pt x="8" y="8"/>
                    <a:pt x="4" y="20"/>
                  </a:cubicBezTo>
                  <a:cubicBezTo>
                    <a:pt x="0" y="33"/>
                    <a:pt x="8" y="48"/>
                    <a:pt x="23" y="52"/>
                  </a:cubicBezTo>
                  <a:cubicBezTo>
                    <a:pt x="630" y="220"/>
                    <a:pt x="1253" y="349"/>
                    <a:pt x="1877" y="435"/>
                  </a:cubicBezTo>
                  <a:lnTo>
                    <a:pt x="1881" y="435"/>
                  </a:lnTo>
                  <a:cubicBezTo>
                    <a:pt x="1893" y="435"/>
                    <a:pt x="1904" y="426"/>
                    <a:pt x="1907" y="414"/>
                  </a:cubicBezTo>
                  <a:cubicBezTo>
                    <a:pt x="1908" y="399"/>
                    <a:pt x="1898" y="386"/>
                    <a:pt x="1884" y="384"/>
                  </a:cubicBezTo>
                  <a:cubicBezTo>
                    <a:pt x="1262" y="298"/>
                    <a:pt x="641" y="169"/>
                    <a:pt x="37" y="1"/>
                  </a:cubicBezTo>
                  <a:cubicBezTo>
                    <a:pt x="35" y="1"/>
                    <a:pt x="33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1436975" y="5237175"/>
              <a:ext cx="12575" cy="2400"/>
            </a:xfrm>
            <a:custGeom>
              <a:avLst/>
              <a:gdLst/>
              <a:ahLst/>
              <a:cxnLst/>
              <a:rect l="l" t="t" r="r" b="b"/>
              <a:pathLst>
                <a:path w="503" h="96" extrusionOk="0">
                  <a:moveTo>
                    <a:pt x="30" y="0"/>
                  </a:moveTo>
                  <a:cubicBezTo>
                    <a:pt x="19" y="0"/>
                    <a:pt x="8" y="8"/>
                    <a:pt x="5" y="19"/>
                  </a:cubicBezTo>
                  <a:cubicBezTo>
                    <a:pt x="1" y="32"/>
                    <a:pt x="9" y="47"/>
                    <a:pt x="22" y="51"/>
                  </a:cubicBezTo>
                  <a:cubicBezTo>
                    <a:pt x="119" y="81"/>
                    <a:pt x="221" y="95"/>
                    <a:pt x="324" y="95"/>
                  </a:cubicBezTo>
                  <a:cubicBezTo>
                    <a:pt x="375" y="95"/>
                    <a:pt x="427" y="91"/>
                    <a:pt x="478" y="83"/>
                  </a:cubicBezTo>
                  <a:cubicBezTo>
                    <a:pt x="493" y="82"/>
                    <a:pt x="502" y="69"/>
                    <a:pt x="500" y="55"/>
                  </a:cubicBezTo>
                  <a:cubicBezTo>
                    <a:pt x="499" y="41"/>
                    <a:pt x="487" y="32"/>
                    <a:pt x="473" y="32"/>
                  </a:cubicBezTo>
                  <a:cubicBezTo>
                    <a:pt x="472" y="32"/>
                    <a:pt x="471" y="32"/>
                    <a:pt x="470" y="32"/>
                  </a:cubicBezTo>
                  <a:cubicBezTo>
                    <a:pt x="421" y="40"/>
                    <a:pt x="371" y="43"/>
                    <a:pt x="321" y="43"/>
                  </a:cubicBezTo>
                  <a:cubicBezTo>
                    <a:pt x="225" y="43"/>
                    <a:pt x="129" y="30"/>
                    <a:pt x="37" y="1"/>
                  </a:cubicBezTo>
                  <a:cubicBezTo>
                    <a:pt x="35" y="1"/>
                    <a:pt x="32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1507175" y="5223275"/>
              <a:ext cx="35075" cy="11650"/>
            </a:xfrm>
            <a:custGeom>
              <a:avLst/>
              <a:gdLst/>
              <a:ahLst/>
              <a:cxnLst/>
              <a:rect l="l" t="t" r="r" b="b"/>
              <a:pathLst>
                <a:path w="1403" h="466" extrusionOk="0">
                  <a:moveTo>
                    <a:pt x="1374" y="1"/>
                  </a:moveTo>
                  <a:cubicBezTo>
                    <a:pt x="1370" y="1"/>
                    <a:pt x="1367" y="2"/>
                    <a:pt x="1363" y="3"/>
                  </a:cubicBezTo>
                  <a:cubicBezTo>
                    <a:pt x="933" y="185"/>
                    <a:pt x="482" y="322"/>
                    <a:pt x="25" y="413"/>
                  </a:cubicBezTo>
                  <a:cubicBezTo>
                    <a:pt x="10" y="417"/>
                    <a:pt x="0" y="431"/>
                    <a:pt x="3" y="444"/>
                  </a:cubicBezTo>
                  <a:cubicBezTo>
                    <a:pt x="6" y="456"/>
                    <a:pt x="17" y="466"/>
                    <a:pt x="29" y="466"/>
                  </a:cubicBezTo>
                  <a:cubicBezTo>
                    <a:pt x="31" y="466"/>
                    <a:pt x="33" y="464"/>
                    <a:pt x="34" y="464"/>
                  </a:cubicBezTo>
                  <a:cubicBezTo>
                    <a:pt x="495" y="373"/>
                    <a:pt x="950" y="233"/>
                    <a:pt x="1383" y="50"/>
                  </a:cubicBezTo>
                  <a:cubicBezTo>
                    <a:pt x="1397" y="45"/>
                    <a:pt x="1402" y="30"/>
                    <a:pt x="1397" y="16"/>
                  </a:cubicBezTo>
                  <a:cubicBezTo>
                    <a:pt x="1393" y="6"/>
                    <a:pt x="1384" y="1"/>
                    <a:pt x="137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1474200" y="5245300"/>
              <a:ext cx="16000" cy="2975"/>
            </a:xfrm>
            <a:custGeom>
              <a:avLst/>
              <a:gdLst/>
              <a:ahLst/>
              <a:cxnLst/>
              <a:rect l="l" t="t" r="r" b="b"/>
              <a:pathLst>
                <a:path w="640" h="119" extrusionOk="0">
                  <a:moveTo>
                    <a:pt x="611" y="1"/>
                  </a:moveTo>
                  <a:cubicBezTo>
                    <a:pt x="609" y="1"/>
                    <a:pt x="607" y="1"/>
                    <a:pt x="605" y="2"/>
                  </a:cubicBezTo>
                  <a:cubicBezTo>
                    <a:pt x="425" y="45"/>
                    <a:pt x="240" y="68"/>
                    <a:pt x="58" y="68"/>
                  </a:cubicBezTo>
                  <a:cubicBezTo>
                    <a:pt x="48" y="68"/>
                    <a:pt x="38" y="68"/>
                    <a:pt x="28" y="68"/>
                  </a:cubicBezTo>
                  <a:lnTo>
                    <a:pt x="27" y="68"/>
                  </a:lnTo>
                  <a:cubicBezTo>
                    <a:pt x="13" y="68"/>
                    <a:pt x="1" y="78"/>
                    <a:pt x="1" y="93"/>
                  </a:cubicBezTo>
                  <a:cubicBezTo>
                    <a:pt x="1" y="107"/>
                    <a:pt x="13" y="119"/>
                    <a:pt x="27" y="119"/>
                  </a:cubicBezTo>
                  <a:lnTo>
                    <a:pt x="61" y="119"/>
                  </a:lnTo>
                  <a:cubicBezTo>
                    <a:pt x="248" y="119"/>
                    <a:pt x="435" y="97"/>
                    <a:pt x="617" y="52"/>
                  </a:cubicBezTo>
                  <a:cubicBezTo>
                    <a:pt x="631" y="49"/>
                    <a:pt x="640" y="34"/>
                    <a:pt x="636" y="21"/>
                  </a:cubicBezTo>
                  <a:cubicBezTo>
                    <a:pt x="634" y="9"/>
                    <a:pt x="623" y="1"/>
                    <a:pt x="61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1615025" y="4914925"/>
              <a:ext cx="10875" cy="47575"/>
            </a:xfrm>
            <a:custGeom>
              <a:avLst/>
              <a:gdLst/>
              <a:ahLst/>
              <a:cxnLst/>
              <a:rect l="l" t="t" r="r" b="b"/>
              <a:pathLst>
                <a:path w="435" h="1903" extrusionOk="0">
                  <a:moveTo>
                    <a:pt x="404" y="0"/>
                  </a:moveTo>
                  <a:cubicBezTo>
                    <a:pt x="393" y="0"/>
                    <a:pt x="383" y="7"/>
                    <a:pt x="380" y="18"/>
                  </a:cubicBezTo>
                  <a:cubicBezTo>
                    <a:pt x="177" y="618"/>
                    <a:pt x="49" y="1242"/>
                    <a:pt x="2" y="1874"/>
                  </a:cubicBezTo>
                  <a:cubicBezTo>
                    <a:pt x="1" y="1889"/>
                    <a:pt x="12" y="1901"/>
                    <a:pt x="26" y="1903"/>
                  </a:cubicBezTo>
                  <a:lnTo>
                    <a:pt x="28" y="1903"/>
                  </a:lnTo>
                  <a:cubicBezTo>
                    <a:pt x="41" y="1903"/>
                    <a:pt x="53" y="1892"/>
                    <a:pt x="53" y="1878"/>
                  </a:cubicBezTo>
                  <a:cubicBezTo>
                    <a:pt x="102" y="1250"/>
                    <a:pt x="227" y="630"/>
                    <a:pt x="429" y="34"/>
                  </a:cubicBezTo>
                  <a:cubicBezTo>
                    <a:pt x="434" y="21"/>
                    <a:pt x="426" y="6"/>
                    <a:pt x="412" y="2"/>
                  </a:cubicBezTo>
                  <a:cubicBezTo>
                    <a:pt x="410" y="1"/>
                    <a:pt x="407" y="0"/>
                    <a:pt x="40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1614250" y="4970250"/>
              <a:ext cx="1550" cy="7025"/>
            </a:xfrm>
            <a:custGeom>
              <a:avLst/>
              <a:gdLst/>
              <a:ahLst/>
              <a:cxnLst/>
              <a:rect l="l" t="t" r="r" b="b"/>
              <a:pathLst>
                <a:path w="62" h="281" extrusionOk="0">
                  <a:moveTo>
                    <a:pt x="36" y="0"/>
                  </a:moveTo>
                  <a:cubicBezTo>
                    <a:pt x="20" y="0"/>
                    <a:pt x="9" y="11"/>
                    <a:pt x="9" y="26"/>
                  </a:cubicBezTo>
                  <a:lnTo>
                    <a:pt x="1" y="253"/>
                  </a:lnTo>
                  <a:cubicBezTo>
                    <a:pt x="1" y="268"/>
                    <a:pt x="12" y="280"/>
                    <a:pt x="26" y="280"/>
                  </a:cubicBezTo>
                  <a:lnTo>
                    <a:pt x="28" y="280"/>
                  </a:lnTo>
                  <a:cubicBezTo>
                    <a:pt x="41" y="280"/>
                    <a:pt x="53" y="269"/>
                    <a:pt x="53" y="256"/>
                  </a:cubicBezTo>
                  <a:lnTo>
                    <a:pt x="60" y="27"/>
                  </a:lnTo>
                  <a:cubicBezTo>
                    <a:pt x="61" y="14"/>
                    <a:pt x="49" y="2"/>
                    <a:pt x="3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1640750" y="4887175"/>
              <a:ext cx="7575" cy="24950"/>
            </a:xfrm>
            <a:custGeom>
              <a:avLst/>
              <a:gdLst/>
              <a:ahLst/>
              <a:cxnLst/>
              <a:rect l="l" t="t" r="r" b="b"/>
              <a:pathLst>
                <a:path w="303" h="998" extrusionOk="0">
                  <a:moveTo>
                    <a:pt x="273" y="1"/>
                  </a:moveTo>
                  <a:cubicBezTo>
                    <a:pt x="262" y="1"/>
                    <a:pt x="252" y="8"/>
                    <a:pt x="249" y="21"/>
                  </a:cubicBezTo>
                  <a:lnTo>
                    <a:pt x="4" y="965"/>
                  </a:lnTo>
                  <a:cubicBezTo>
                    <a:pt x="1" y="979"/>
                    <a:pt x="9" y="993"/>
                    <a:pt x="23" y="997"/>
                  </a:cubicBezTo>
                  <a:lnTo>
                    <a:pt x="29" y="997"/>
                  </a:lnTo>
                  <a:cubicBezTo>
                    <a:pt x="41" y="997"/>
                    <a:pt x="52" y="989"/>
                    <a:pt x="55" y="979"/>
                  </a:cubicBezTo>
                  <a:lnTo>
                    <a:pt x="300" y="33"/>
                  </a:lnTo>
                  <a:cubicBezTo>
                    <a:pt x="302" y="19"/>
                    <a:pt x="294" y="5"/>
                    <a:pt x="281" y="2"/>
                  </a:cubicBezTo>
                  <a:cubicBezTo>
                    <a:pt x="278" y="1"/>
                    <a:pt x="276" y="1"/>
                    <a:pt x="27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1620850" y="4987775"/>
              <a:ext cx="5050" cy="35325"/>
            </a:xfrm>
            <a:custGeom>
              <a:avLst/>
              <a:gdLst/>
              <a:ahLst/>
              <a:cxnLst/>
              <a:rect l="l" t="t" r="r" b="b"/>
              <a:pathLst>
                <a:path w="202" h="1413" extrusionOk="0">
                  <a:moveTo>
                    <a:pt x="175" y="0"/>
                  </a:moveTo>
                  <a:cubicBezTo>
                    <a:pt x="162" y="0"/>
                    <a:pt x="149" y="11"/>
                    <a:pt x="149" y="26"/>
                  </a:cubicBezTo>
                  <a:cubicBezTo>
                    <a:pt x="120" y="478"/>
                    <a:pt x="72" y="934"/>
                    <a:pt x="2" y="1382"/>
                  </a:cubicBezTo>
                  <a:cubicBezTo>
                    <a:pt x="1" y="1397"/>
                    <a:pt x="10" y="1410"/>
                    <a:pt x="25" y="1412"/>
                  </a:cubicBezTo>
                  <a:cubicBezTo>
                    <a:pt x="25" y="1413"/>
                    <a:pt x="26" y="1413"/>
                    <a:pt x="27" y="1413"/>
                  </a:cubicBezTo>
                  <a:lnTo>
                    <a:pt x="29" y="1412"/>
                  </a:lnTo>
                  <a:cubicBezTo>
                    <a:pt x="41" y="1412"/>
                    <a:pt x="52" y="1402"/>
                    <a:pt x="54" y="1390"/>
                  </a:cubicBezTo>
                  <a:cubicBezTo>
                    <a:pt x="123" y="941"/>
                    <a:pt x="173" y="482"/>
                    <a:pt x="200" y="29"/>
                  </a:cubicBezTo>
                  <a:cubicBezTo>
                    <a:pt x="201" y="14"/>
                    <a:pt x="190" y="2"/>
                    <a:pt x="17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1612050" y="4987450"/>
              <a:ext cx="2200" cy="13225"/>
            </a:xfrm>
            <a:custGeom>
              <a:avLst/>
              <a:gdLst/>
              <a:ahLst/>
              <a:cxnLst/>
              <a:rect l="l" t="t" r="r" b="b"/>
              <a:pathLst>
                <a:path w="88" h="529" extrusionOk="0">
                  <a:moveTo>
                    <a:pt x="58" y="1"/>
                  </a:moveTo>
                  <a:cubicBezTo>
                    <a:pt x="46" y="1"/>
                    <a:pt x="36" y="12"/>
                    <a:pt x="35" y="25"/>
                  </a:cubicBezTo>
                  <a:lnTo>
                    <a:pt x="0" y="502"/>
                  </a:lnTo>
                  <a:cubicBezTo>
                    <a:pt x="0" y="515"/>
                    <a:pt x="11" y="529"/>
                    <a:pt x="24" y="529"/>
                  </a:cubicBezTo>
                  <a:lnTo>
                    <a:pt x="27" y="529"/>
                  </a:lnTo>
                  <a:cubicBezTo>
                    <a:pt x="40" y="529"/>
                    <a:pt x="51" y="519"/>
                    <a:pt x="53" y="504"/>
                  </a:cubicBezTo>
                  <a:lnTo>
                    <a:pt x="86" y="29"/>
                  </a:lnTo>
                  <a:cubicBezTo>
                    <a:pt x="88" y="15"/>
                    <a:pt x="77" y="3"/>
                    <a:pt x="62" y="1"/>
                  </a:cubicBezTo>
                  <a:cubicBezTo>
                    <a:pt x="61" y="1"/>
                    <a:pt x="59" y="1"/>
                    <a:pt x="5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1687150" y="4924600"/>
              <a:ext cx="18575" cy="32525"/>
            </a:xfrm>
            <a:custGeom>
              <a:avLst/>
              <a:gdLst/>
              <a:ahLst/>
              <a:cxnLst/>
              <a:rect l="l" t="t" r="r" b="b"/>
              <a:pathLst>
                <a:path w="743" h="1301" extrusionOk="0">
                  <a:moveTo>
                    <a:pt x="712" y="1"/>
                  </a:moveTo>
                  <a:cubicBezTo>
                    <a:pt x="703" y="1"/>
                    <a:pt x="694" y="6"/>
                    <a:pt x="689" y="16"/>
                  </a:cubicBezTo>
                  <a:cubicBezTo>
                    <a:pt x="490" y="443"/>
                    <a:pt x="261" y="862"/>
                    <a:pt x="8" y="1261"/>
                  </a:cubicBezTo>
                  <a:cubicBezTo>
                    <a:pt x="0" y="1272"/>
                    <a:pt x="4" y="1288"/>
                    <a:pt x="16" y="1296"/>
                  </a:cubicBezTo>
                  <a:cubicBezTo>
                    <a:pt x="20" y="1299"/>
                    <a:pt x="24" y="1300"/>
                    <a:pt x="30" y="1300"/>
                  </a:cubicBezTo>
                  <a:cubicBezTo>
                    <a:pt x="38" y="1300"/>
                    <a:pt x="46" y="1296"/>
                    <a:pt x="51" y="1288"/>
                  </a:cubicBezTo>
                  <a:cubicBezTo>
                    <a:pt x="306" y="887"/>
                    <a:pt x="537" y="468"/>
                    <a:pt x="736" y="37"/>
                  </a:cubicBezTo>
                  <a:cubicBezTo>
                    <a:pt x="743" y="25"/>
                    <a:pt x="737" y="9"/>
                    <a:pt x="724" y="4"/>
                  </a:cubicBezTo>
                  <a:cubicBezTo>
                    <a:pt x="720" y="2"/>
                    <a:pt x="716" y="1"/>
                    <a:pt x="71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1676250" y="4966700"/>
              <a:ext cx="8125" cy="13800"/>
            </a:xfrm>
            <a:custGeom>
              <a:avLst/>
              <a:gdLst/>
              <a:ahLst/>
              <a:cxnLst/>
              <a:rect l="l" t="t" r="r" b="b"/>
              <a:pathLst>
                <a:path w="325" h="552" extrusionOk="0">
                  <a:moveTo>
                    <a:pt x="296" y="0"/>
                  </a:moveTo>
                  <a:cubicBezTo>
                    <a:pt x="286" y="0"/>
                    <a:pt x="276" y="6"/>
                    <a:pt x="272" y="16"/>
                  </a:cubicBezTo>
                  <a:cubicBezTo>
                    <a:pt x="197" y="187"/>
                    <a:pt x="108" y="354"/>
                    <a:pt x="8" y="511"/>
                  </a:cubicBezTo>
                  <a:cubicBezTo>
                    <a:pt x="0" y="523"/>
                    <a:pt x="4" y="539"/>
                    <a:pt x="16" y="547"/>
                  </a:cubicBezTo>
                  <a:cubicBezTo>
                    <a:pt x="20" y="549"/>
                    <a:pt x="26" y="550"/>
                    <a:pt x="30" y="550"/>
                  </a:cubicBezTo>
                  <a:lnTo>
                    <a:pt x="30" y="551"/>
                  </a:lnTo>
                  <a:cubicBezTo>
                    <a:pt x="39" y="551"/>
                    <a:pt x="47" y="546"/>
                    <a:pt x="53" y="539"/>
                  </a:cubicBezTo>
                  <a:cubicBezTo>
                    <a:pt x="152" y="379"/>
                    <a:pt x="242" y="210"/>
                    <a:pt x="319" y="37"/>
                  </a:cubicBezTo>
                  <a:cubicBezTo>
                    <a:pt x="325" y="24"/>
                    <a:pt x="319" y="9"/>
                    <a:pt x="306" y="3"/>
                  </a:cubicBezTo>
                  <a:cubicBezTo>
                    <a:pt x="303" y="1"/>
                    <a:pt x="299" y="0"/>
                    <a:pt x="29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1709250" y="4910075"/>
              <a:ext cx="3875" cy="5175"/>
            </a:xfrm>
            <a:custGeom>
              <a:avLst/>
              <a:gdLst/>
              <a:ahLst/>
              <a:cxnLst/>
              <a:rect l="l" t="t" r="r" b="b"/>
              <a:pathLst>
                <a:path w="155" h="207" extrusionOk="0">
                  <a:moveTo>
                    <a:pt x="125" y="0"/>
                  </a:moveTo>
                  <a:cubicBezTo>
                    <a:pt x="116" y="0"/>
                    <a:pt x="108" y="5"/>
                    <a:pt x="102" y="13"/>
                  </a:cubicBezTo>
                  <a:lnTo>
                    <a:pt x="7" y="167"/>
                  </a:lnTo>
                  <a:cubicBezTo>
                    <a:pt x="0" y="180"/>
                    <a:pt x="4" y="196"/>
                    <a:pt x="16" y="204"/>
                  </a:cubicBezTo>
                  <a:cubicBezTo>
                    <a:pt x="20" y="206"/>
                    <a:pt x="24" y="206"/>
                    <a:pt x="30" y="206"/>
                  </a:cubicBezTo>
                  <a:cubicBezTo>
                    <a:pt x="38" y="206"/>
                    <a:pt x="47" y="202"/>
                    <a:pt x="51" y="194"/>
                  </a:cubicBezTo>
                  <a:lnTo>
                    <a:pt x="147" y="40"/>
                  </a:lnTo>
                  <a:cubicBezTo>
                    <a:pt x="155" y="28"/>
                    <a:pt x="151" y="11"/>
                    <a:pt x="139" y="5"/>
                  </a:cubicBezTo>
                  <a:cubicBezTo>
                    <a:pt x="134" y="2"/>
                    <a:pt x="130" y="0"/>
                    <a:pt x="12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1663575" y="4990375"/>
              <a:ext cx="16125" cy="29000"/>
            </a:xfrm>
            <a:custGeom>
              <a:avLst/>
              <a:gdLst/>
              <a:ahLst/>
              <a:cxnLst/>
              <a:rect l="l" t="t" r="r" b="b"/>
              <a:pathLst>
                <a:path w="645" h="1160" extrusionOk="0">
                  <a:moveTo>
                    <a:pt x="616" y="1"/>
                  </a:moveTo>
                  <a:cubicBezTo>
                    <a:pt x="606" y="1"/>
                    <a:pt x="596" y="6"/>
                    <a:pt x="592" y="16"/>
                  </a:cubicBezTo>
                  <a:cubicBezTo>
                    <a:pt x="420" y="393"/>
                    <a:pt x="223" y="764"/>
                    <a:pt x="7" y="1121"/>
                  </a:cubicBezTo>
                  <a:cubicBezTo>
                    <a:pt x="0" y="1133"/>
                    <a:pt x="4" y="1149"/>
                    <a:pt x="16" y="1156"/>
                  </a:cubicBezTo>
                  <a:cubicBezTo>
                    <a:pt x="20" y="1158"/>
                    <a:pt x="24" y="1160"/>
                    <a:pt x="30" y="1160"/>
                  </a:cubicBezTo>
                  <a:cubicBezTo>
                    <a:pt x="38" y="1160"/>
                    <a:pt x="47" y="1156"/>
                    <a:pt x="51" y="1147"/>
                  </a:cubicBezTo>
                  <a:cubicBezTo>
                    <a:pt x="268" y="790"/>
                    <a:pt x="466" y="416"/>
                    <a:pt x="639" y="38"/>
                  </a:cubicBezTo>
                  <a:cubicBezTo>
                    <a:pt x="645" y="24"/>
                    <a:pt x="639" y="9"/>
                    <a:pt x="626" y="3"/>
                  </a:cubicBezTo>
                  <a:cubicBezTo>
                    <a:pt x="623" y="1"/>
                    <a:pt x="619" y="1"/>
                    <a:pt x="61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1702075" y="4996350"/>
              <a:ext cx="26625" cy="27075"/>
            </a:xfrm>
            <a:custGeom>
              <a:avLst/>
              <a:gdLst/>
              <a:ahLst/>
              <a:cxnLst/>
              <a:rect l="l" t="t" r="r" b="b"/>
              <a:pathLst>
                <a:path w="1065" h="1083" extrusionOk="0">
                  <a:moveTo>
                    <a:pt x="1036" y="1"/>
                  </a:moveTo>
                  <a:cubicBezTo>
                    <a:pt x="1030" y="1"/>
                    <a:pt x="1024" y="3"/>
                    <a:pt x="1019" y="7"/>
                  </a:cubicBezTo>
                  <a:cubicBezTo>
                    <a:pt x="664" y="329"/>
                    <a:pt x="323" y="676"/>
                    <a:pt x="10" y="1039"/>
                  </a:cubicBezTo>
                  <a:cubicBezTo>
                    <a:pt x="1" y="1050"/>
                    <a:pt x="2" y="1066"/>
                    <a:pt x="13" y="1075"/>
                  </a:cubicBezTo>
                  <a:cubicBezTo>
                    <a:pt x="17" y="1079"/>
                    <a:pt x="23" y="1081"/>
                    <a:pt x="29" y="1081"/>
                  </a:cubicBezTo>
                  <a:lnTo>
                    <a:pt x="29" y="1082"/>
                  </a:lnTo>
                  <a:cubicBezTo>
                    <a:pt x="37" y="1082"/>
                    <a:pt x="44" y="1078"/>
                    <a:pt x="49" y="1073"/>
                  </a:cubicBezTo>
                  <a:cubicBezTo>
                    <a:pt x="361" y="712"/>
                    <a:pt x="700" y="366"/>
                    <a:pt x="1054" y="46"/>
                  </a:cubicBezTo>
                  <a:cubicBezTo>
                    <a:pt x="1065" y="37"/>
                    <a:pt x="1065" y="19"/>
                    <a:pt x="1055" y="10"/>
                  </a:cubicBezTo>
                  <a:cubicBezTo>
                    <a:pt x="1050" y="4"/>
                    <a:pt x="1043" y="1"/>
                    <a:pt x="103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1732825" y="4987275"/>
              <a:ext cx="6075" cy="5275"/>
            </a:xfrm>
            <a:custGeom>
              <a:avLst/>
              <a:gdLst/>
              <a:ahLst/>
              <a:cxnLst/>
              <a:rect l="l" t="t" r="r" b="b"/>
              <a:pathLst>
                <a:path w="243" h="211" extrusionOk="0">
                  <a:moveTo>
                    <a:pt x="213" y="1"/>
                  </a:moveTo>
                  <a:cubicBezTo>
                    <a:pt x="207" y="1"/>
                    <a:pt x="201" y="3"/>
                    <a:pt x="197" y="7"/>
                  </a:cubicBezTo>
                  <a:lnTo>
                    <a:pt x="12" y="164"/>
                  </a:lnTo>
                  <a:cubicBezTo>
                    <a:pt x="1" y="174"/>
                    <a:pt x="0" y="190"/>
                    <a:pt x="10" y="201"/>
                  </a:cubicBezTo>
                  <a:cubicBezTo>
                    <a:pt x="15" y="207"/>
                    <a:pt x="23" y="210"/>
                    <a:pt x="30" y="210"/>
                  </a:cubicBezTo>
                  <a:cubicBezTo>
                    <a:pt x="35" y="210"/>
                    <a:pt x="42" y="207"/>
                    <a:pt x="46" y="203"/>
                  </a:cubicBezTo>
                  <a:lnTo>
                    <a:pt x="230" y="46"/>
                  </a:lnTo>
                  <a:cubicBezTo>
                    <a:pt x="241" y="36"/>
                    <a:pt x="242" y="20"/>
                    <a:pt x="233" y="10"/>
                  </a:cubicBezTo>
                  <a:cubicBezTo>
                    <a:pt x="228" y="4"/>
                    <a:pt x="220" y="1"/>
                    <a:pt x="21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1754050" y="4969475"/>
              <a:ext cx="24900" cy="27700"/>
            </a:xfrm>
            <a:custGeom>
              <a:avLst/>
              <a:gdLst/>
              <a:ahLst/>
              <a:cxnLst/>
              <a:rect l="l" t="t" r="r" b="b"/>
              <a:pathLst>
                <a:path w="996" h="1108" extrusionOk="0">
                  <a:moveTo>
                    <a:pt x="967" y="0"/>
                  </a:moveTo>
                  <a:cubicBezTo>
                    <a:pt x="960" y="0"/>
                    <a:pt x="953" y="3"/>
                    <a:pt x="947" y="9"/>
                  </a:cubicBezTo>
                  <a:cubicBezTo>
                    <a:pt x="626" y="349"/>
                    <a:pt x="309" y="705"/>
                    <a:pt x="8" y="1066"/>
                  </a:cubicBezTo>
                  <a:cubicBezTo>
                    <a:pt x="0" y="1077"/>
                    <a:pt x="0" y="1093"/>
                    <a:pt x="12" y="1102"/>
                  </a:cubicBezTo>
                  <a:cubicBezTo>
                    <a:pt x="16" y="1106"/>
                    <a:pt x="23" y="1108"/>
                    <a:pt x="28" y="1108"/>
                  </a:cubicBezTo>
                  <a:cubicBezTo>
                    <a:pt x="35" y="1108"/>
                    <a:pt x="43" y="1105"/>
                    <a:pt x="48" y="1098"/>
                  </a:cubicBezTo>
                  <a:cubicBezTo>
                    <a:pt x="348" y="739"/>
                    <a:pt x="663" y="384"/>
                    <a:pt x="985" y="44"/>
                  </a:cubicBezTo>
                  <a:cubicBezTo>
                    <a:pt x="996" y="34"/>
                    <a:pt x="994" y="17"/>
                    <a:pt x="985" y="7"/>
                  </a:cubicBezTo>
                  <a:cubicBezTo>
                    <a:pt x="980" y="3"/>
                    <a:pt x="973" y="0"/>
                    <a:pt x="96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1781275" y="4959000"/>
              <a:ext cx="5350" cy="7075"/>
            </a:xfrm>
            <a:custGeom>
              <a:avLst/>
              <a:gdLst/>
              <a:ahLst/>
              <a:cxnLst/>
              <a:rect l="l" t="t" r="r" b="b"/>
              <a:pathLst>
                <a:path w="214" h="283" extrusionOk="0">
                  <a:moveTo>
                    <a:pt x="185" y="1"/>
                  </a:moveTo>
                  <a:cubicBezTo>
                    <a:pt x="176" y="1"/>
                    <a:pt x="167" y="5"/>
                    <a:pt x="162" y="13"/>
                  </a:cubicBezTo>
                  <a:lnTo>
                    <a:pt x="9" y="242"/>
                  </a:lnTo>
                  <a:cubicBezTo>
                    <a:pt x="1" y="254"/>
                    <a:pt x="3" y="270"/>
                    <a:pt x="16" y="278"/>
                  </a:cubicBezTo>
                  <a:cubicBezTo>
                    <a:pt x="20" y="281"/>
                    <a:pt x="25" y="282"/>
                    <a:pt x="30" y="282"/>
                  </a:cubicBezTo>
                  <a:cubicBezTo>
                    <a:pt x="38" y="282"/>
                    <a:pt x="46" y="278"/>
                    <a:pt x="52" y="271"/>
                  </a:cubicBezTo>
                  <a:lnTo>
                    <a:pt x="205" y="41"/>
                  </a:lnTo>
                  <a:cubicBezTo>
                    <a:pt x="213" y="29"/>
                    <a:pt x="209" y="13"/>
                    <a:pt x="199" y="5"/>
                  </a:cubicBezTo>
                  <a:cubicBezTo>
                    <a:pt x="194" y="2"/>
                    <a:pt x="189" y="1"/>
                    <a:pt x="18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1736550" y="5011475"/>
              <a:ext cx="20750" cy="20875"/>
            </a:xfrm>
            <a:custGeom>
              <a:avLst/>
              <a:gdLst/>
              <a:ahLst/>
              <a:cxnLst/>
              <a:rect l="l" t="t" r="r" b="b"/>
              <a:pathLst>
                <a:path w="830" h="835" extrusionOk="0">
                  <a:moveTo>
                    <a:pt x="800" y="1"/>
                  </a:moveTo>
                  <a:cubicBezTo>
                    <a:pt x="792" y="1"/>
                    <a:pt x="785" y="4"/>
                    <a:pt x="779" y="10"/>
                  </a:cubicBezTo>
                  <a:cubicBezTo>
                    <a:pt x="547" y="289"/>
                    <a:pt x="288" y="550"/>
                    <a:pt x="13" y="789"/>
                  </a:cubicBezTo>
                  <a:cubicBezTo>
                    <a:pt x="2" y="799"/>
                    <a:pt x="0" y="815"/>
                    <a:pt x="10" y="825"/>
                  </a:cubicBezTo>
                  <a:cubicBezTo>
                    <a:pt x="15" y="832"/>
                    <a:pt x="22" y="835"/>
                    <a:pt x="30" y="835"/>
                  </a:cubicBezTo>
                  <a:cubicBezTo>
                    <a:pt x="35" y="835"/>
                    <a:pt x="42" y="832"/>
                    <a:pt x="46" y="828"/>
                  </a:cubicBezTo>
                  <a:cubicBezTo>
                    <a:pt x="325" y="587"/>
                    <a:pt x="584" y="324"/>
                    <a:pt x="820" y="42"/>
                  </a:cubicBezTo>
                  <a:cubicBezTo>
                    <a:pt x="829" y="32"/>
                    <a:pt x="828" y="16"/>
                    <a:pt x="816" y="6"/>
                  </a:cubicBezTo>
                  <a:cubicBezTo>
                    <a:pt x="811" y="3"/>
                    <a:pt x="806" y="1"/>
                    <a:pt x="80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1719700" y="5036925"/>
              <a:ext cx="11650" cy="9625"/>
            </a:xfrm>
            <a:custGeom>
              <a:avLst/>
              <a:gdLst/>
              <a:ahLst/>
              <a:cxnLst/>
              <a:rect l="l" t="t" r="r" b="b"/>
              <a:pathLst>
                <a:path w="466" h="385" extrusionOk="0">
                  <a:moveTo>
                    <a:pt x="438" y="1"/>
                  </a:moveTo>
                  <a:cubicBezTo>
                    <a:pt x="431" y="1"/>
                    <a:pt x="424" y="3"/>
                    <a:pt x="419" y="8"/>
                  </a:cubicBezTo>
                  <a:cubicBezTo>
                    <a:pt x="298" y="132"/>
                    <a:pt x="162" y="242"/>
                    <a:pt x="17" y="338"/>
                  </a:cubicBezTo>
                  <a:cubicBezTo>
                    <a:pt x="4" y="344"/>
                    <a:pt x="0" y="360"/>
                    <a:pt x="9" y="373"/>
                  </a:cubicBezTo>
                  <a:cubicBezTo>
                    <a:pt x="14" y="381"/>
                    <a:pt x="22" y="385"/>
                    <a:pt x="30" y="385"/>
                  </a:cubicBezTo>
                  <a:lnTo>
                    <a:pt x="31" y="385"/>
                  </a:lnTo>
                  <a:cubicBezTo>
                    <a:pt x="35" y="385"/>
                    <a:pt x="41" y="383"/>
                    <a:pt x="45" y="381"/>
                  </a:cubicBezTo>
                  <a:cubicBezTo>
                    <a:pt x="193" y="284"/>
                    <a:pt x="331" y="171"/>
                    <a:pt x="457" y="46"/>
                  </a:cubicBezTo>
                  <a:cubicBezTo>
                    <a:pt x="466" y="35"/>
                    <a:pt x="466" y="19"/>
                    <a:pt x="457" y="8"/>
                  </a:cubicBezTo>
                  <a:cubicBezTo>
                    <a:pt x="451" y="3"/>
                    <a:pt x="444" y="1"/>
                    <a:pt x="43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1671475" y="5048625"/>
              <a:ext cx="18050" cy="17025"/>
            </a:xfrm>
            <a:custGeom>
              <a:avLst/>
              <a:gdLst/>
              <a:ahLst/>
              <a:cxnLst/>
              <a:rect l="l" t="t" r="r" b="b"/>
              <a:pathLst>
                <a:path w="722" h="681" extrusionOk="0">
                  <a:moveTo>
                    <a:pt x="692" y="1"/>
                  </a:moveTo>
                  <a:cubicBezTo>
                    <a:pt x="687" y="1"/>
                    <a:pt x="682" y="2"/>
                    <a:pt x="677" y="5"/>
                  </a:cubicBezTo>
                  <a:cubicBezTo>
                    <a:pt x="425" y="184"/>
                    <a:pt x="201" y="397"/>
                    <a:pt x="10" y="639"/>
                  </a:cubicBezTo>
                  <a:cubicBezTo>
                    <a:pt x="0" y="650"/>
                    <a:pt x="3" y="666"/>
                    <a:pt x="14" y="675"/>
                  </a:cubicBezTo>
                  <a:cubicBezTo>
                    <a:pt x="19" y="678"/>
                    <a:pt x="24" y="681"/>
                    <a:pt x="30" y="681"/>
                  </a:cubicBezTo>
                  <a:cubicBezTo>
                    <a:pt x="38" y="681"/>
                    <a:pt x="45" y="677"/>
                    <a:pt x="50" y="671"/>
                  </a:cubicBezTo>
                  <a:cubicBezTo>
                    <a:pt x="238" y="433"/>
                    <a:pt x="459" y="223"/>
                    <a:pt x="707" y="48"/>
                  </a:cubicBezTo>
                  <a:cubicBezTo>
                    <a:pt x="719" y="40"/>
                    <a:pt x="721" y="24"/>
                    <a:pt x="713" y="12"/>
                  </a:cubicBezTo>
                  <a:cubicBezTo>
                    <a:pt x="708" y="5"/>
                    <a:pt x="700" y="1"/>
                    <a:pt x="6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1794150" y="5068125"/>
              <a:ext cx="31375" cy="14075"/>
            </a:xfrm>
            <a:custGeom>
              <a:avLst/>
              <a:gdLst/>
              <a:ahLst/>
              <a:cxnLst/>
              <a:rect l="l" t="t" r="r" b="b"/>
              <a:pathLst>
                <a:path w="1255" h="563" extrusionOk="0">
                  <a:moveTo>
                    <a:pt x="1226" y="1"/>
                  </a:moveTo>
                  <a:cubicBezTo>
                    <a:pt x="1222" y="1"/>
                    <a:pt x="1219" y="2"/>
                    <a:pt x="1216" y="3"/>
                  </a:cubicBezTo>
                  <a:lnTo>
                    <a:pt x="20" y="513"/>
                  </a:lnTo>
                  <a:cubicBezTo>
                    <a:pt x="6" y="518"/>
                    <a:pt x="1" y="534"/>
                    <a:pt x="6" y="547"/>
                  </a:cubicBezTo>
                  <a:cubicBezTo>
                    <a:pt x="10" y="557"/>
                    <a:pt x="20" y="563"/>
                    <a:pt x="31" y="563"/>
                  </a:cubicBezTo>
                  <a:cubicBezTo>
                    <a:pt x="33" y="563"/>
                    <a:pt x="37" y="563"/>
                    <a:pt x="40" y="561"/>
                  </a:cubicBezTo>
                  <a:lnTo>
                    <a:pt x="1236" y="50"/>
                  </a:lnTo>
                  <a:cubicBezTo>
                    <a:pt x="1249" y="45"/>
                    <a:pt x="1255" y="30"/>
                    <a:pt x="1249" y="16"/>
                  </a:cubicBezTo>
                  <a:cubicBezTo>
                    <a:pt x="1245" y="6"/>
                    <a:pt x="1236" y="1"/>
                    <a:pt x="12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1831300" y="5058525"/>
              <a:ext cx="9500" cy="6425"/>
            </a:xfrm>
            <a:custGeom>
              <a:avLst/>
              <a:gdLst/>
              <a:ahLst/>
              <a:cxnLst/>
              <a:rect l="l" t="t" r="r" b="b"/>
              <a:pathLst>
                <a:path w="380" h="257" extrusionOk="0">
                  <a:moveTo>
                    <a:pt x="349" y="1"/>
                  </a:moveTo>
                  <a:cubicBezTo>
                    <a:pt x="344" y="1"/>
                    <a:pt x="340" y="2"/>
                    <a:pt x="335" y="5"/>
                  </a:cubicBezTo>
                  <a:lnTo>
                    <a:pt x="15" y="209"/>
                  </a:lnTo>
                  <a:cubicBezTo>
                    <a:pt x="3" y="216"/>
                    <a:pt x="0" y="232"/>
                    <a:pt x="8" y="244"/>
                  </a:cubicBezTo>
                  <a:cubicBezTo>
                    <a:pt x="12" y="252"/>
                    <a:pt x="20" y="257"/>
                    <a:pt x="30" y="257"/>
                  </a:cubicBezTo>
                  <a:cubicBezTo>
                    <a:pt x="34" y="257"/>
                    <a:pt x="39" y="255"/>
                    <a:pt x="43" y="252"/>
                  </a:cubicBezTo>
                  <a:lnTo>
                    <a:pt x="363" y="48"/>
                  </a:lnTo>
                  <a:cubicBezTo>
                    <a:pt x="376" y="41"/>
                    <a:pt x="380" y="25"/>
                    <a:pt x="372" y="13"/>
                  </a:cubicBezTo>
                  <a:cubicBezTo>
                    <a:pt x="366" y="5"/>
                    <a:pt x="358" y="1"/>
                    <a:pt x="34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1756800" y="5063075"/>
              <a:ext cx="30350" cy="13650"/>
            </a:xfrm>
            <a:custGeom>
              <a:avLst/>
              <a:gdLst/>
              <a:ahLst/>
              <a:cxnLst/>
              <a:rect l="l" t="t" r="r" b="b"/>
              <a:pathLst>
                <a:path w="1214" h="546" extrusionOk="0">
                  <a:moveTo>
                    <a:pt x="1184" y="1"/>
                  </a:moveTo>
                  <a:cubicBezTo>
                    <a:pt x="1181" y="1"/>
                    <a:pt x="1179" y="1"/>
                    <a:pt x="1176" y="2"/>
                  </a:cubicBezTo>
                  <a:cubicBezTo>
                    <a:pt x="775" y="128"/>
                    <a:pt x="386" y="295"/>
                    <a:pt x="18" y="496"/>
                  </a:cubicBezTo>
                  <a:cubicBezTo>
                    <a:pt x="6" y="504"/>
                    <a:pt x="0" y="518"/>
                    <a:pt x="7" y="532"/>
                  </a:cubicBezTo>
                  <a:cubicBezTo>
                    <a:pt x="12" y="540"/>
                    <a:pt x="22" y="545"/>
                    <a:pt x="30" y="545"/>
                  </a:cubicBezTo>
                  <a:cubicBezTo>
                    <a:pt x="35" y="545"/>
                    <a:pt x="39" y="544"/>
                    <a:pt x="43" y="541"/>
                  </a:cubicBezTo>
                  <a:cubicBezTo>
                    <a:pt x="408" y="342"/>
                    <a:pt x="795" y="177"/>
                    <a:pt x="1192" y="52"/>
                  </a:cubicBezTo>
                  <a:cubicBezTo>
                    <a:pt x="1206" y="48"/>
                    <a:pt x="1214" y="33"/>
                    <a:pt x="1208" y="19"/>
                  </a:cubicBezTo>
                  <a:cubicBezTo>
                    <a:pt x="1205" y="8"/>
                    <a:pt x="1195" y="1"/>
                    <a:pt x="118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1791450" y="5056750"/>
              <a:ext cx="10350" cy="5200"/>
            </a:xfrm>
            <a:custGeom>
              <a:avLst/>
              <a:gdLst/>
              <a:ahLst/>
              <a:cxnLst/>
              <a:rect l="l" t="t" r="r" b="b"/>
              <a:pathLst>
                <a:path w="414" h="208" extrusionOk="0">
                  <a:moveTo>
                    <a:pt x="384" y="1"/>
                  </a:moveTo>
                  <a:cubicBezTo>
                    <a:pt x="380" y="1"/>
                    <a:pt x="376" y="1"/>
                    <a:pt x="373" y="3"/>
                  </a:cubicBezTo>
                  <a:lnTo>
                    <a:pt x="20" y="158"/>
                  </a:lnTo>
                  <a:cubicBezTo>
                    <a:pt x="7" y="163"/>
                    <a:pt x="0" y="178"/>
                    <a:pt x="7" y="192"/>
                  </a:cubicBezTo>
                  <a:cubicBezTo>
                    <a:pt x="11" y="201"/>
                    <a:pt x="20" y="208"/>
                    <a:pt x="30" y="208"/>
                  </a:cubicBezTo>
                  <a:cubicBezTo>
                    <a:pt x="34" y="208"/>
                    <a:pt x="38" y="206"/>
                    <a:pt x="40" y="205"/>
                  </a:cubicBezTo>
                  <a:lnTo>
                    <a:pt x="394" y="50"/>
                  </a:lnTo>
                  <a:cubicBezTo>
                    <a:pt x="408" y="45"/>
                    <a:pt x="413" y="29"/>
                    <a:pt x="408" y="17"/>
                  </a:cubicBezTo>
                  <a:cubicBezTo>
                    <a:pt x="403" y="7"/>
                    <a:pt x="393" y="1"/>
                    <a:pt x="38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1741325" y="5101050"/>
              <a:ext cx="36825" cy="11825"/>
            </a:xfrm>
            <a:custGeom>
              <a:avLst/>
              <a:gdLst/>
              <a:ahLst/>
              <a:cxnLst/>
              <a:rect l="l" t="t" r="r" b="b"/>
              <a:pathLst>
                <a:path w="1473" h="473" extrusionOk="0">
                  <a:moveTo>
                    <a:pt x="1443" y="1"/>
                  </a:moveTo>
                  <a:cubicBezTo>
                    <a:pt x="1441" y="1"/>
                    <a:pt x="1438" y="1"/>
                    <a:pt x="1436" y="2"/>
                  </a:cubicBezTo>
                  <a:lnTo>
                    <a:pt x="22" y="421"/>
                  </a:lnTo>
                  <a:cubicBezTo>
                    <a:pt x="9" y="426"/>
                    <a:pt x="0" y="440"/>
                    <a:pt x="5" y="454"/>
                  </a:cubicBezTo>
                  <a:cubicBezTo>
                    <a:pt x="9" y="465"/>
                    <a:pt x="18" y="473"/>
                    <a:pt x="30" y="473"/>
                  </a:cubicBezTo>
                  <a:cubicBezTo>
                    <a:pt x="31" y="473"/>
                    <a:pt x="34" y="473"/>
                    <a:pt x="37" y="471"/>
                  </a:cubicBezTo>
                  <a:lnTo>
                    <a:pt x="1451" y="52"/>
                  </a:lnTo>
                  <a:cubicBezTo>
                    <a:pt x="1464" y="47"/>
                    <a:pt x="1472" y="33"/>
                    <a:pt x="1468" y="19"/>
                  </a:cubicBezTo>
                  <a:cubicBezTo>
                    <a:pt x="1465" y="8"/>
                    <a:pt x="1454" y="1"/>
                    <a:pt x="144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1782050" y="5096250"/>
              <a:ext cx="7325" cy="4075"/>
            </a:xfrm>
            <a:custGeom>
              <a:avLst/>
              <a:gdLst/>
              <a:ahLst/>
              <a:cxnLst/>
              <a:rect l="l" t="t" r="r" b="b"/>
              <a:pathLst>
                <a:path w="293" h="163" extrusionOk="0">
                  <a:moveTo>
                    <a:pt x="264" y="0"/>
                  </a:moveTo>
                  <a:cubicBezTo>
                    <a:pt x="260" y="0"/>
                    <a:pt x="256" y="1"/>
                    <a:pt x="252" y="3"/>
                  </a:cubicBezTo>
                  <a:lnTo>
                    <a:pt x="20" y="113"/>
                  </a:lnTo>
                  <a:cubicBezTo>
                    <a:pt x="6" y="120"/>
                    <a:pt x="1" y="135"/>
                    <a:pt x="7" y="148"/>
                  </a:cubicBezTo>
                  <a:cubicBezTo>
                    <a:pt x="11" y="157"/>
                    <a:pt x="21" y="163"/>
                    <a:pt x="30" y="163"/>
                  </a:cubicBezTo>
                  <a:cubicBezTo>
                    <a:pt x="34" y="163"/>
                    <a:pt x="37" y="161"/>
                    <a:pt x="41" y="160"/>
                  </a:cubicBezTo>
                  <a:lnTo>
                    <a:pt x="275" y="50"/>
                  </a:lnTo>
                  <a:cubicBezTo>
                    <a:pt x="287" y="43"/>
                    <a:pt x="293" y="28"/>
                    <a:pt x="287" y="15"/>
                  </a:cubicBezTo>
                  <a:cubicBezTo>
                    <a:pt x="283" y="5"/>
                    <a:pt x="274" y="0"/>
                    <a:pt x="26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1858275" y="5037200"/>
              <a:ext cx="15950" cy="12375"/>
            </a:xfrm>
            <a:custGeom>
              <a:avLst/>
              <a:gdLst/>
              <a:ahLst/>
              <a:cxnLst/>
              <a:rect l="l" t="t" r="r" b="b"/>
              <a:pathLst>
                <a:path w="638" h="495" extrusionOk="0">
                  <a:moveTo>
                    <a:pt x="609" y="0"/>
                  </a:moveTo>
                  <a:cubicBezTo>
                    <a:pt x="602" y="0"/>
                    <a:pt x="596" y="2"/>
                    <a:pt x="591" y="8"/>
                  </a:cubicBezTo>
                  <a:cubicBezTo>
                    <a:pt x="419" y="177"/>
                    <a:pt x="226" y="325"/>
                    <a:pt x="16" y="446"/>
                  </a:cubicBezTo>
                  <a:cubicBezTo>
                    <a:pt x="4" y="453"/>
                    <a:pt x="0" y="469"/>
                    <a:pt x="7" y="481"/>
                  </a:cubicBezTo>
                  <a:cubicBezTo>
                    <a:pt x="12" y="489"/>
                    <a:pt x="20" y="495"/>
                    <a:pt x="30" y="495"/>
                  </a:cubicBezTo>
                  <a:cubicBezTo>
                    <a:pt x="34" y="495"/>
                    <a:pt x="39" y="493"/>
                    <a:pt x="43" y="491"/>
                  </a:cubicBezTo>
                  <a:cubicBezTo>
                    <a:pt x="256" y="367"/>
                    <a:pt x="452" y="218"/>
                    <a:pt x="627" y="44"/>
                  </a:cubicBezTo>
                  <a:cubicBezTo>
                    <a:pt x="638" y="35"/>
                    <a:pt x="638" y="18"/>
                    <a:pt x="628" y="8"/>
                  </a:cubicBezTo>
                  <a:cubicBezTo>
                    <a:pt x="623" y="3"/>
                    <a:pt x="616" y="0"/>
                    <a:pt x="60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1709475" y="5086450"/>
              <a:ext cx="25950" cy="15600"/>
            </a:xfrm>
            <a:custGeom>
              <a:avLst/>
              <a:gdLst/>
              <a:ahLst/>
              <a:cxnLst/>
              <a:rect l="l" t="t" r="r" b="b"/>
              <a:pathLst>
                <a:path w="1038" h="624" extrusionOk="0">
                  <a:moveTo>
                    <a:pt x="1008" y="0"/>
                  </a:moveTo>
                  <a:cubicBezTo>
                    <a:pt x="1004" y="0"/>
                    <a:pt x="1000" y="1"/>
                    <a:pt x="996" y="3"/>
                  </a:cubicBezTo>
                  <a:cubicBezTo>
                    <a:pt x="662" y="178"/>
                    <a:pt x="331" y="370"/>
                    <a:pt x="15" y="576"/>
                  </a:cubicBezTo>
                  <a:cubicBezTo>
                    <a:pt x="3" y="583"/>
                    <a:pt x="0" y="599"/>
                    <a:pt x="7" y="611"/>
                  </a:cubicBezTo>
                  <a:cubicBezTo>
                    <a:pt x="13" y="619"/>
                    <a:pt x="21" y="623"/>
                    <a:pt x="30" y="623"/>
                  </a:cubicBezTo>
                  <a:cubicBezTo>
                    <a:pt x="34" y="623"/>
                    <a:pt x="39" y="622"/>
                    <a:pt x="44" y="619"/>
                  </a:cubicBezTo>
                  <a:cubicBezTo>
                    <a:pt x="358" y="415"/>
                    <a:pt x="687" y="224"/>
                    <a:pt x="1020" y="49"/>
                  </a:cubicBezTo>
                  <a:cubicBezTo>
                    <a:pt x="1032" y="42"/>
                    <a:pt x="1038" y="27"/>
                    <a:pt x="1031" y="14"/>
                  </a:cubicBezTo>
                  <a:cubicBezTo>
                    <a:pt x="1026" y="5"/>
                    <a:pt x="1018" y="0"/>
                    <a:pt x="100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1806975" y="5162000"/>
              <a:ext cx="44275" cy="6550"/>
            </a:xfrm>
            <a:custGeom>
              <a:avLst/>
              <a:gdLst/>
              <a:ahLst/>
              <a:cxnLst/>
              <a:rect l="l" t="t" r="r" b="b"/>
              <a:pathLst>
                <a:path w="1771" h="262" extrusionOk="0">
                  <a:moveTo>
                    <a:pt x="1742" y="1"/>
                  </a:moveTo>
                  <a:cubicBezTo>
                    <a:pt x="1741" y="1"/>
                    <a:pt x="1739" y="1"/>
                    <a:pt x="1737" y="1"/>
                  </a:cubicBezTo>
                  <a:cubicBezTo>
                    <a:pt x="1174" y="109"/>
                    <a:pt x="598" y="180"/>
                    <a:pt x="26" y="210"/>
                  </a:cubicBezTo>
                  <a:cubicBezTo>
                    <a:pt x="11" y="211"/>
                    <a:pt x="1" y="223"/>
                    <a:pt x="2" y="237"/>
                  </a:cubicBezTo>
                  <a:cubicBezTo>
                    <a:pt x="2" y="250"/>
                    <a:pt x="14" y="261"/>
                    <a:pt x="27" y="261"/>
                  </a:cubicBezTo>
                  <a:lnTo>
                    <a:pt x="29" y="261"/>
                  </a:lnTo>
                  <a:cubicBezTo>
                    <a:pt x="603" y="232"/>
                    <a:pt x="1182" y="162"/>
                    <a:pt x="1747" y="53"/>
                  </a:cubicBezTo>
                  <a:cubicBezTo>
                    <a:pt x="1762" y="50"/>
                    <a:pt x="1771" y="36"/>
                    <a:pt x="1768" y="22"/>
                  </a:cubicBezTo>
                  <a:cubicBezTo>
                    <a:pt x="1766" y="10"/>
                    <a:pt x="1755" y="1"/>
                    <a:pt x="174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1857450" y="5158750"/>
              <a:ext cx="9450" cy="3225"/>
            </a:xfrm>
            <a:custGeom>
              <a:avLst/>
              <a:gdLst/>
              <a:ahLst/>
              <a:cxnLst/>
              <a:rect l="l" t="t" r="r" b="b"/>
              <a:pathLst>
                <a:path w="378" h="129" extrusionOk="0">
                  <a:moveTo>
                    <a:pt x="348" y="0"/>
                  </a:moveTo>
                  <a:cubicBezTo>
                    <a:pt x="346" y="0"/>
                    <a:pt x="344" y="1"/>
                    <a:pt x="343" y="1"/>
                  </a:cubicBezTo>
                  <a:lnTo>
                    <a:pt x="24" y="78"/>
                  </a:lnTo>
                  <a:cubicBezTo>
                    <a:pt x="9" y="82"/>
                    <a:pt x="1" y="95"/>
                    <a:pt x="4" y="109"/>
                  </a:cubicBezTo>
                  <a:cubicBezTo>
                    <a:pt x="8" y="121"/>
                    <a:pt x="17" y="129"/>
                    <a:pt x="29" y="129"/>
                  </a:cubicBezTo>
                  <a:cubicBezTo>
                    <a:pt x="32" y="129"/>
                    <a:pt x="33" y="129"/>
                    <a:pt x="36" y="127"/>
                  </a:cubicBezTo>
                  <a:lnTo>
                    <a:pt x="355" y="52"/>
                  </a:lnTo>
                  <a:cubicBezTo>
                    <a:pt x="370" y="48"/>
                    <a:pt x="378" y="35"/>
                    <a:pt x="375" y="21"/>
                  </a:cubicBezTo>
                  <a:cubicBezTo>
                    <a:pt x="371" y="8"/>
                    <a:pt x="361" y="0"/>
                    <a:pt x="34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1879025" y="5155375"/>
              <a:ext cx="38800" cy="14975"/>
            </a:xfrm>
            <a:custGeom>
              <a:avLst/>
              <a:gdLst/>
              <a:ahLst/>
              <a:cxnLst/>
              <a:rect l="l" t="t" r="r" b="b"/>
              <a:pathLst>
                <a:path w="1552" h="599" extrusionOk="0">
                  <a:moveTo>
                    <a:pt x="1522" y="0"/>
                  </a:moveTo>
                  <a:cubicBezTo>
                    <a:pt x="1518" y="0"/>
                    <a:pt x="1515" y="1"/>
                    <a:pt x="1511" y="3"/>
                  </a:cubicBezTo>
                  <a:cubicBezTo>
                    <a:pt x="1031" y="219"/>
                    <a:pt x="529" y="402"/>
                    <a:pt x="22" y="548"/>
                  </a:cubicBezTo>
                  <a:cubicBezTo>
                    <a:pt x="8" y="552"/>
                    <a:pt x="0" y="566"/>
                    <a:pt x="4" y="580"/>
                  </a:cubicBezTo>
                  <a:cubicBezTo>
                    <a:pt x="8" y="592"/>
                    <a:pt x="18" y="599"/>
                    <a:pt x="30" y="599"/>
                  </a:cubicBezTo>
                  <a:cubicBezTo>
                    <a:pt x="31" y="599"/>
                    <a:pt x="34" y="599"/>
                    <a:pt x="37" y="597"/>
                  </a:cubicBezTo>
                  <a:cubicBezTo>
                    <a:pt x="546" y="452"/>
                    <a:pt x="1050" y="268"/>
                    <a:pt x="1533" y="50"/>
                  </a:cubicBezTo>
                  <a:cubicBezTo>
                    <a:pt x="1546" y="44"/>
                    <a:pt x="1551" y="28"/>
                    <a:pt x="1546" y="15"/>
                  </a:cubicBezTo>
                  <a:cubicBezTo>
                    <a:pt x="1541" y="6"/>
                    <a:pt x="1532" y="0"/>
                    <a:pt x="152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1746775" y="5147625"/>
              <a:ext cx="40725" cy="9850"/>
            </a:xfrm>
            <a:custGeom>
              <a:avLst/>
              <a:gdLst/>
              <a:ahLst/>
              <a:cxnLst/>
              <a:rect l="l" t="t" r="r" b="b"/>
              <a:pathLst>
                <a:path w="1629" h="394" extrusionOk="0">
                  <a:moveTo>
                    <a:pt x="1601" y="0"/>
                  </a:moveTo>
                  <a:cubicBezTo>
                    <a:pt x="1599" y="0"/>
                    <a:pt x="1598" y="0"/>
                    <a:pt x="1596" y="1"/>
                  </a:cubicBezTo>
                  <a:cubicBezTo>
                    <a:pt x="1070" y="91"/>
                    <a:pt x="540" y="206"/>
                    <a:pt x="23" y="342"/>
                  </a:cubicBezTo>
                  <a:cubicBezTo>
                    <a:pt x="10" y="345"/>
                    <a:pt x="0" y="360"/>
                    <a:pt x="4" y="373"/>
                  </a:cubicBezTo>
                  <a:cubicBezTo>
                    <a:pt x="7" y="385"/>
                    <a:pt x="18" y="392"/>
                    <a:pt x="30" y="392"/>
                  </a:cubicBezTo>
                  <a:lnTo>
                    <a:pt x="30" y="393"/>
                  </a:lnTo>
                  <a:cubicBezTo>
                    <a:pt x="31" y="393"/>
                    <a:pt x="34" y="392"/>
                    <a:pt x="37" y="392"/>
                  </a:cubicBezTo>
                  <a:cubicBezTo>
                    <a:pt x="552" y="256"/>
                    <a:pt x="1079" y="142"/>
                    <a:pt x="1604" y="52"/>
                  </a:cubicBezTo>
                  <a:cubicBezTo>
                    <a:pt x="1619" y="49"/>
                    <a:pt x="1628" y="36"/>
                    <a:pt x="1626" y="22"/>
                  </a:cubicBezTo>
                  <a:cubicBezTo>
                    <a:pt x="1623" y="9"/>
                    <a:pt x="1612" y="0"/>
                    <a:pt x="160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1792550" y="5145875"/>
              <a:ext cx="5675" cy="2150"/>
            </a:xfrm>
            <a:custGeom>
              <a:avLst/>
              <a:gdLst/>
              <a:ahLst/>
              <a:cxnLst/>
              <a:rect l="l" t="t" r="r" b="b"/>
              <a:pathLst>
                <a:path w="227" h="86" extrusionOk="0">
                  <a:moveTo>
                    <a:pt x="199" y="0"/>
                  </a:moveTo>
                  <a:cubicBezTo>
                    <a:pt x="197" y="0"/>
                    <a:pt x="196" y="0"/>
                    <a:pt x="194" y="1"/>
                  </a:cubicBezTo>
                  <a:lnTo>
                    <a:pt x="23" y="33"/>
                  </a:lnTo>
                  <a:cubicBezTo>
                    <a:pt x="10" y="37"/>
                    <a:pt x="0" y="50"/>
                    <a:pt x="3" y="64"/>
                  </a:cubicBezTo>
                  <a:cubicBezTo>
                    <a:pt x="6" y="76"/>
                    <a:pt x="17" y="85"/>
                    <a:pt x="29" y="85"/>
                  </a:cubicBezTo>
                  <a:cubicBezTo>
                    <a:pt x="30" y="85"/>
                    <a:pt x="31" y="85"/>
                    <a:pt x="34" y="84"/>
                  </a:cubicBezTo>
                  <a:lnTo>
                    <a:pt x="204" y="52"/>
                  </a:lnTo>
                  <a:cubicBezTo>
                    <a:pt x="217" y="49"/>
                    <a:pt x="226" y="36"/>
                    <a:pt x="224" y="22"/>
                  </a:cubicBezTo>
                  <a:cubicBezTo>
                    <a:pt x="221" y="9"/>
                    <a:pt x="211" y="0"/>
                    <a:pt x="19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1780275" y="5167375"/>
              <a:ext cx="10625" cy="2875"/>
            </a:xfrm>
            <a:custGeom>
              <a:avLst/>
              <a:gdLst/>
              <a:ahLst/>
              <a:cxnLst/>
              <a:rect l="l" t="t" r="r" b="b"/>
              <a:pathLst>
                <a:path w="425" h="115" extrusionOk="0">
                  <a:moveTo>
                    <a:pt x="398" y="1"/>
                  </a:moveTo>
                  <a:cubicBezTo>
                    <a:pt x="396" y="1"/>
                    <a:pt x="394" y="1"/>
                    <a:pt x="392" y="2"/>
                  </a:cubicBezTo>
                  <a:lnTo>
                    <a:pt x="23" y="64"/>
                  </a:lnTo>
                  <a:cubicBezTo>
                    <a:pt x="10" y="66"/>
                    <a:pt x="0" y="78"/>
                    <a:pt x="2" y="93"/>
                  </a:cubicBezTo>
                  <a:cubicBezTo>
                    <a:pt x="4" y="105"/>
                    <a:pt x="15" y="115"/>
                    <a:pt x="27" y="115"/>
                  </a:cubicBezTo>
                  <a:lnTo>
                    <a:pt x="33" y="115"/>
                  </a:lnTo>
                  <a:lnTo>
                    <a:pt x="400" y="53"/>
                  </a:lnTo>
                  <a:cubicBezTo>
                    <a:pt x="415" y="50"/>
                    <a:pt x="424" y="37"/>
                    <a:pt x="421" y="23"/>
                  </a:cubicBezTo>
                  <a:cubicBezTo>
                    <a:pt x="419" y="11"/>
                    <a:pt x="409" y="1"/>
                    <a:pt x="39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1763025" y="5184450"/>
              <a:ext cx="45500" cy="3325"/>
            </a:xfrm>
            <a:custGeom>
              <a:avLst/>
              <a:gdLst/>
              <a:ahLst/>
              <a:cxnLst/>
              <a:rect l="l" t="t" r="r" b="b"/>
              <a:pathLst>
                <a:path w="1820" h="133" extrusionOk="0">
                  <a:moveTo>
                    <a:pt x="1792" y="1"/>
                  </a:moveTo>
                  <a:lnTo>
                    <a:pt x="26" y="82"/>
                  </a:lnTo>
                  <a:cubicBezTo>
                    <a:pt x="11" y="82"/>
                    <a:pt x="0" y="94"/>
                    <a:pt x="2" y="108"/>
                  </a:cubicBezTo>
                  <a:cubicBezTo>
                    <a:pt x="2" y="122"/>
                    <a:pt x="14" y="133"/>
                    <a:pt x="27" y="133"/>
                  </a:cubicBezTo>
                  <a:lnTo>
                    <a:pt x="28" y="133"/>
                  </a:lnTo>
                  <a:lnTo>
                    <a:pt x="1794" y="53"/>
                  </a:lnTo>
                  <a:cubicBezTo>
                    <a:pt x="1808" y="52"/>
                    <a:pt x="1819" y="40"/>
                    <a:pt x="1819" y="25"/>
                  </a:cubicBezTo>
                  <a:cubicBezTo>
                    <a:pt x="1819" y="12"/>
                    <a:pt x="1804" y="2"/>
                    <a:pt x="17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1858075" y="5137425"/>
              <a:ext cx="29975" cy="4400"/>
            </a:xfrm>
            <a:custGeom>
              <a:avLst/>
              <a:gdLst/>
              <a:ahLst/>
              <a:cxnLst/>
              <a:rect l="l" t="t" r="r" b="b"/>
              <a:pathLst>
                <a:path w="1199" h="176" extrusionOk="0">
                  <a:moveTo>
                    <a:pt x="1171" y="1"/>
                  </a:moveTo>
                  <a:cubicBezTo>
                    <a:pt x="1171" y="1"/>
                    <a:pt x="1170" y="1"/>
                    <a:pt x="1169" y="1"/>
                  </a:cubicBezTo>
                  <a:lnTo>
                    <a:pt x="24" y="123"/>
                  </a:lnTo>
                  <a:cubicBezTo>
                    <a:pt x="11" y="125"/>
                    <a:pt x="0" y="138"/>
                    <a:pt x="1" y="152"/>
                  </a:cubicBezTo>
                  <a:cubicBezTo>
                    <a:pt x="3" y="165"/>
                    <a:pt x="15" y="176"/>
                    <a:pt x="27" y="176"/>
                  </a:cubicBezTo>
                  <a:lnTo>
                    <a:pt x="27" y="175"/>
                  </a:lnTo>
                  <a:lnTo>
                    <a:pt x="30" y="175"/>
                  </a:lnTo>
                  <a:lnTo>
                    <a:pt x="1175" y="52"/>
                  </a:lnTo>
                  <a:cubicBezTo>
                    <a:pt x="1188" y="51"/>
                    <a:pt x="1199" y="39"/>
                    <a:pt x="1197" y="24"/>
                  </a:cubicBezTo>
                  <a:cubicBezTo>
                    <a:pt x="1196" y="11"/>
                    <a:pt x="1183" y="1"/>
                    <a:pt x="117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1768300" y="5237225"/>
              <a:ext cx="42475" cy="6025"/>
            </a:xfrm>
            <a:custGeom>
              <a:avLst/>
              <a:gdLst/>
              <a:ahLst/>
              <a:cxnLst/>
              <a:rect l="l" t="t" r="r" b="b"/>
              <a:pathLst>
                <a:path w="1699" h="241" extrusionOk="0">
                  <a:moveTo>
                    <a:pt x="27" y="0"/>
                  </a:moveTo>
                  <a:cubicBezTo>
                    <a:pt x="14" y="0"/>
                    <a:pt x="3" y="10"/>
                    <a:pt x="2" y="23"/>
                  </a:cubicBezTo>
                  <a:cubicBezTo>
                    <a:pt x="0" y="37"/>
                    <a:pt x="10" y="50"/>
                    <a:pt x="25" y="52"/>
                  </a:cubicBezTo>
                  <a:lnTo>
                    <a:pt x="1669" y="240"/>
                  </a:lnTo>
                  <a:lnTo>
                    <a:pt x="1671" y="240"/>
                  </a:lnTo>
                  <a:cubicBezTo>
                    <a:pt x="1683" y="240"/>
                    <a:pt x="1696" y="231"/>
                    <a:pt x="1697" y="217"/>
                  </a:cubicBezTo>
                  <a:cubicBezTo>
                    <a:pt x="1698" y="202"/>
                    <a:pt x="1689" y="190"/>
                    <a:pt x="1674" y="189"/>
                  </a:cubicBezTo>
                  <a:lnTo>
                    <a:pt x="30" y="1"/>
                  </a:lnTo>
                  <a:cubicBezTo>
                    <a:pt x="29" y="1"/>
                    <a:pt x="28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1814975" y="5242500"/>
              <a:ext cx="6750" cy="1725"/>
            </a:xfrm>
            <a:custGeom>
              <a:avLst/>
              <a:gdLst/>
              <a:ahLst/>
              <a:cxnLst/>
              <a:rect l="l" t="t" r="r" b="b"/>
              <a:pathLst>
                <a:path w="270" h="69" extrusionOk="0">
                  <a:moveTo>
                    <a:pt x="25" y="0"/>
                  </a:moveTo>
                  <a:cubicBezTo>
                    <a:pt x="11" y="0"/>
                    <a:pt x="2" y="12"/>
                    <a:pt x="2" y="25"/>
                  </a:cubicBezTo>
                  <a:cubicBezTo>
                    <a:pt x="1" y="40"/>
                    <a:pt x="12" y="52"/>
                    <a:pt x="25" y="53"/>
                  </a:cubicBezTo>
                  <a:lnTo>
                    <a:pt x="242" y="68"/>
                  </a:lnTo>
                  <a:lnTo>
                    <a:pt x="243" y="68"/>
                  </a:lnTo>
                  <a:cubicBezTo>
                    <a:pt x="256" y="68"/>
                    <a:pt x="268" y="57"/>
                    <a:pt x="268" y="44"/>
                  </a:cubicBezTo>
                  <a:cubicBezTo>
                    <a:pt x="270" y="30"/>
                    <a:pt x="259" y="18"/>
                    <a:pt x="246" y="17"/>
                  </a:cubicBezTo>
                  <a:lnTo>
                    <a:pt x="29" y="1"/>
                  </a:lnTo>
                  <a:cubicBezTo>
                    <a:pt x="27" y="1"/>
                    <a:pt x="26" y="0"/>
                    <a:pt x="2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1836225" y="5254550"/>
              <a:ext cx="28450" cy="3950"/>
            </a:xfrm>
            <a:custGeom>
              <a:avLst/>
              <a:gdLst/>
              <a:ahLst/>
              <a:cxnLst/>
              <a:rect l="l" t="t" r="r" b="b"/>
              <a:pathLst>
                <a:path w="1138" h="158" extrusionOk="0">
                  <a:moveTo>
                    <a:pt x="30" y="0"/>
                  </a:moveTo>
                  <a:cubicBezTo>
                    <a:pt x="17" y="0"/>
                    <a:pt x="6" y="8"/>
                    <a:pt x="4" y="22"/>
                  </a:cubicBezTo>
                  <a:cubicBezTo>
                    <a:pt x="1" y="35"/>
                    <a:pt x="10" y="49"/>
                    <a:pt x="25" y="52"/>
                  </a:cubicBezTo>
                  <a:cubicBezTo>
                    <a:pt x="383" y="111"/>
                    <a:pt x="748" y="147"/>
                    <a:pt x="1111" y="158"/>
                  </a:cubicBezTo>
                  <a:cubicBezTo>
                    <a:pt x="1126" y="158"/>
                    <a:pt x="1136" y="147"/>
                    <a:pt x="1136" y="132"/>
                  </a:cubicBezTo>
                  <a:cubicBezTo>
                    <a:pt x="1138" y="117"/>
                    <a:pt x="1126" y="107"/>
                    <a:pt x="1112" y="105"/>
                  </a:cubicBezTo>
                  <a:cubicBezTo>
                    <a:pt x="752" y="95"/>
                    <a:pt x="388" y="60"/>
                    <a:pt x="33" y="0"/>
                  </a:cubicBezTo>
                  <a:cubicBezTo>
                    <a:pt x="32" y="0"/>
                    <a:pt x="31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1871025" y="5258000"/>
              <a:ext cx="6950" cy="2000"/>
            </a:xfrm>
            <a:custGeom>
              <a:avLst/>
              <a:gdLst/>
              <a:ahLst/>
              <a:cxnLst/>
              <a:rect l="l" t="t" r="r" b="b"/>
              <a:pathLst>
                <a:path w="278" h="80" extrusionOk="0">
                  <a:moveTo>
                    <a:pt x="28" y="1"/>
                  </a:moveTo>
                  <a:cubicBezTo>
                    <a:pt x="14" y="1"/>
                    <a:pt x="4" y="10"/>
                    <a:pt x="3" y="24"/>
                  </a:cubicBezTo>
                  <a:cubicBezTo>
                    <a:pt x="0" y="37"/>
                    <a:pt x="11" y="51"/>
                    <a:pt x="24" y="52"/>
                  </a:cubicBezTo>
                  <a:lnTo>
                    <a:pt x="248" y="79"/>
                  </a:lnTo>
                  <a:lnTo>
                    <a:pt x="250" y="79"/>
                  </a:lnTo>
                  <a:cubicBezTo>
                    <a:pt x="264" y="79"/>
                    <a:pt x="275" y="68"/>
                    <a:pt x="276" y="56"/>
                  </a:cubicBezTo>
                  <a:cubicBezTo>
                    <a:pt x="277" y="41"/>
                    <a:pt x="268" y="29"/>
                    <a:pt x="253" y="27"/>
                  </a:cubicBezTo>
                  <a:lnTo>
                    <a:pt x="31" y="1"/>
                  </a:lnTo>
                  <a:cubicBezTo>
                    <a:pt x="30" y="1"/>
                    <a:pt x="2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1716750" y="5219925"/>
              <a:ext cx="42000" cy="5225"/>
            </a:xfrm>
            <a:custGeom>
              <a:avLst/>
              <a:gdLst/>
              <a:ahLst/>
              <a:cxnLst/>
              <a:rect l="l" t="t" r="r" b="b"/>
              <a:pathLst>
                <a:path w="1680" h="209" extrusionOk="0">
                  <a:moveTo>
                    <a:pt x="27" y="1"/>
                  </a:moveTo>
                  <a:cubicBezTo>
                    <a:pt x="14" y="1"/>
                    <a:pt x="3" y="11"/>
                    <a:pt x="1" y="25"/>
                  </a:cubicBezTo>
                  <a:cubicBezTo>
                    <a:pt x="0" y="39"/>
                    <a:pt x="11" y="52"/>
                    <a:pt x="26" y="54"/>
                  </a:cubicBezTo>
                  <a:lnTo>
                    <a:pt x="1649" y="207"/>
                  </a:lnTo>
                  <a:lnTo>
                    <a:pt x="1651" y="207"/>
                  </a:lnTo>
                  <a:lnTo>
                    <a:pt x="1652" y="208"/>
                  </a:lnTo>
                  <a:cubicBezTo>
                    <a:pt x="1664" y="208"/>
                    <a:pt x="1676" y="198"/>
                    <a:pt x="1678" y="184"/>
                  </a:cubicBezTo>
                  <a:cubicBezTo>
                    <a:pt x="1679" y="169"/>
                    <a:pt x="1668" y="157"/>
                    <a:pt x="1653" y="156"/>
                  </a:cubicBezTo>
                  <a:lnTo>
                    <a:pt x="30" y="1"/>
                  </a:lnTo>
                  <a:cubicBezTo>
                    <a:pt x="29" y="1"/>
                    <a:pt x="28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1762850" y="5224700"/>
              <a:ext cx="6950" cy="1925"/>
            </a:xfrm>
            <a:custGeom>
              <a:avLst/>
              <a:gdLst/>
              <a:ahLst/>
              <a:cxnLst/>
              <a:rect l="l" t="t" r="r" b="b"/>
              <a:pathLst>
                <a:path w="278" h="77" extrusionOk="0">
                  <a:moveTo>
                    <a:pt x="26" y="0"/>
                  </a:moveTo>
                  <a:cubicBezTo>
                    <a:pt x="12" y="0"/>
                    <a:pt x="3" y="12"/>
                    <a:pt x="2" y="24"/>
                  </a:cubicBezTo>
                  <a:cubicBezTo>
                    <a:pt x="1" y="39"/>
                    <a:pt x="11" y="51"/>
                    <a:pt x="25" y="52"/>
                  </a:cubicBezTo>
                  <a:lnTo>
                    <a:pt x="248" y="76"/>
                  </a:lnTo>
                  <a:lnTo>
                    <a:pt x="251" y="76"/>
                  </a:lnTo>
                  <a:cubicBezTo>
                    <a:pt x="264" y="76"/>
                    <a:pt x="275" y="67"/>
                    <a:pt x="276" y="54"/>
                  </a:cubicBezTo>
                  <a:cubicBezTo>
                    <a:pt x="278" y="40"/>
                    <a:pt x="268" y="27"/>
                    <a:pt x="253" y="25"/>
                  </a:cubicBezTo>
                  <a:lnTo>
                    <a:pt x="31" y="1"/>
                  </a:lnTo>
                  <a:cubicBezTo>
                    <a:pt x="29" y="1"/>
                    <a:pt x="28" y="0"/>
                    <a:pt x="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1847375" y="5235600"/>
              <a:ext cx="36475" cy="7750"/>
            </a:xfrm>
            <a:custGeom>
              <a:avLst/>
              <a:gdLst/>
              <a:ahLst/>
              <a:cxnLst/>
              <a:rect l="l" t="t" r="r" b="b"/>
              <a:pathLst>
                <a:path w="1459" h="310" extrusionOk="0">
                  <a:moveTo>
                    <a:pt x="27" y="1"/>
                  </a:moveTo>
                  <a:cubicBezTo>
                    <a:pt x="14" y="1"/>
                    <a:pt x="5" y="9"/>
                    <a:pt x="3" y="21"/>
                  </a:cubicBezTo>
                  <a:cubicBezTo>
                    <a:pt x="0" y="36"/>
                    <a:pt x="10" y="49"/>
                    <a:pt x="23" y="52"/>
                  </a:cubicBezTo>
                  <a:lnTo>
                    <a:pt x="1426" y="308"/>
                  </a:lnTo>
                  <a:cubicBezTo>
                    <a:pt x="1428" y="309"/>
                    <a:pt x="1429" y="309"/>
                    <a:pt x="1431" y="309"/>
                  </a:cubicBezTo>
                  <a:lnTo>
                    <a:pt x="1431" y="309"/>
                  </a:lnTo>
                  <a:cubicBezTo>
                    <a:pt x="1444" y="309"/>
                    <a:pt x="1455" y="300"/>
                    <a:pt x="1456" y="288"/>
                  </a:cubicBezTo>
                  <a:cubicBezTo>
                    <a:pt x="1459" y="273"/>
                    <a:pt x="1449" y="259"/>
                    <a:pt x="1436" y="257"/>
                  </a:cubicBezTo>
                  <a:lnTo>
                    <a:pt x="33" y="1"/>
                  </a:lnTo>
                  <a:cubicBezTo>
                    <a:pt x="31" y="1"/>
                    <a:pt x="29" y="1"/>
                    <a:pt x="27" y="1"/>
                  </a:cubicBezTo>
                  <a:close/>
                  <a:moveTo>
                    <a:pt x="1431" y="309"/>
                  </a:moveTo>
                  <a:cubicBezTo>
                    <a:pt x="1431" y="309"/>
                    <a:pt x="1431" y="309"/>
                    <a:pt x="1430" y="309"/>
                  </a:cubicBezTo>
                  <a:lnTo>
                    <a:pt x="1432" y="309"/>
                  </a:lnTo>
                  <a:cubicBezTo>
                    <a:pt x="1431" y="309"/>
                    <a:pt x="1431" y="309"/>
                    <a:pt x="1431" y="309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1742425" y="5245575"/>
              <a:ext cx="42450" cy="8300"/>
            </a:xfrm>
            <a:custGeom>
              <a:avLst/>
              <a:gdLst/>
              <a:ahLst/>
              <a:cxnLst/>
              <a:rect l="l" t="t" r="r" b="b"/>
              <a:pathLst>
                <a:path w="1698" h="332" extrusionOk="0">
                  <a:moveTo>
                    <a:pt x="28" y="1"/>
                  </a:moveTo>
                  <a:cubicBezTo>
                    <a:pt x="16" y="1"/>
                    <a:pt x="6" y="9"/>
                    <a:pt x="4" y="22"/>
                  </a:cubicBezTo>
                  <a:cubicBezTo>
                    <a:pt x="1" y="35"/>
                    <a:pt x="10" y="49"/>
                    <a:pt x="24" y="51"/>
                  </a:cubicBezTo>
                  <a:cubicBezTo>
                    <a:pt x="566" y="167"/>
                    <a:pt x="1119" y="261"/>
                    <a:pt x="1668" y="330"/>
                  </a:cubicBezTo>
                  <a:cubicBezTo>
                    <a:pt x="1668" y="331"/>
                    <a:pt x="1669" y="331"/>
                    <a:pt x="1670" y="331"/>
                  </a:cubicBezTo>
                  <a:cubicBezTo>
                    <a:pt x="1684" y="331"/>
                    <a:pt x="1695" y="320"/>
                    <a:pt x="1696" y="308"/>
                  </a:cubicBezTo>
                  <a:cubicBezTo>
                    <a:pt x="1697" y="294"/>
                    <a:pt x="1688" y="281"/>
                    <a:pt x="1673" y="279"/>
                  </a:cubicBezTo>
                  <a:cubicBezTo>
                    <a:pt x="1127" y="210"/>
                    <a:pt x="575" y="116"/>
                    <a:pt x="35" y="2"/>
                  </a:cubicBezTo>
                  <a:cubicBezTo>
                    <a:pt x="32" y="1"/>
                    <a:pt x="3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1690650" y="5282050"/>
              <a:ext cx="38750" cy="13075"/>
            </a:xfrm>
            <a:custGeom>
              <a:avLst/>
              <a:gdLst/>
              <a:ahLst/>
              <a:cxnLst/>
              <a:rect l="l" t="t" r="r" b="b"/>
              <a:pathLst>
                <a:path w="1550" h="523" extrusionOk="0">
                  <a:moveTo>
                    <a:pt x="27" y="1"/>
                  </a:moveTo>
                  <a:cubicBezTo>
                    <a:pt x="16" y="1"/>
                    <a:pt x="7" y="8"/>
                    <a:pt x="4" y="18"/>
                  </a:cubicBezTo>
                  <a:cubicBezTo>
                    <a:pt x="0" y="33"/>
                    <a:pt x="7" y="47"/>
                    <a:pt x="20" y="52"/>
                  </a:cubicBezTo>
                  <a:lnTo>
                    <a:pt x="1512" y="522"/>
                  </a:lnTo>
                  <a:cubicBezTo>
                    <a:pt x="1515" y="523"/>
                    <a:pt x="1518" y="523"/>
                    <a:pt x="1520" y="523"/>
                  </a:cubicBezTo>
                  <a:cubicBezTo>
                    <a:pt x="1531" y="523"/>
                    <a:pt x="1542" y="516"/>
                    <a:pt x="1545" y="505"/>
                  </a:cubicBezTo>
                  <a:cubicBezTo>
                    <a:pt x="1550" y="491"/>
                    <a:pt x="1542" y="477"/>
                    <a:pt x="1528" y="472"/>
                  </a:cubicBezTo>
                  <a:lnTo>
                    <a:pt x="36" y="2"/>
                  </a:lnTo>
                  <a:cubicBezTo>
                    <a:pt x="33" y="1"/>
                    <a:pt x="30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1737325" y="5297000"/>
              <a:ext cx="5850" cy="2700"/>
            </a:xfrm>
            <a:custGeom>
              <a:avLst/>
              <a:gdLst/>
              <a:ahLst/>
              <a:cxnLst/>
              <a:rect l="l" t="t" r="r" b="b"/>
              <a:pathLst>
                <a:path w="234" h="108" extrusionOk="0">
                  <a:moveTo>
                    <a:pt x="30" y="0"/>
                  </a:moveTo>
                  <a:cubicBezTo>
                    <a:pt x="19" y="0"/>
                    <a:pt x="9" y="7"/>
                    <a:pt x="6" y="19"/>
                  </a:cubicBezTo>
                  <a:cubicBezTo>
                    <a:pt x="0" y="33"/>
                    <a:pt x="8" y="47"/>
                    <a:pt x="22" y="51"/>
                  </a:cubicBezTo>
                  <a:lnTo>
                    <a:pt x="195" y="107"/>
                  </a:lnTo>
                  <a:cubicBezTo>
                    <a:pt x="198" y="108"/>
                    <a:pt x="201" y="108"/>
                    <a:pt x="204" y="108"/>
                  </a:cubicBezTo>
                  <a:cubicBezTo>
                    <a:pt x="214" y="108"/>
                    <a:pt x="225" y="101"/>
                    <a:pt x="228" y="90"/>
                  </a:cubicBezTo>
                  <a:cubicBezTo>
                    <a:pt x="233" y="76"/>
                    <a:pt x="225" y="62"/>
                    <a:pt x="212" y="57"/>
                  </a:cubicBezTo>
                  <a:lnTo>
                    <a:pt x="38" y="2"/>
                  </a:lnTo>
                  <a:cubicBezTo>
                    <a:pt x="35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1769375" y="5294075"/>
              <a:ext cx="23575" cy="6175"/>
            </a:xfrm>
            <a:custGeom>
              <a:avLst/>
              <a:gdLst/>
              <a:ahLst/>
              <a:cxnLst/>
              <a:rect l="l" t="t" r="r" b="b"/>
              <a:pathLst>
                <a:path w="943" h="247" extrusionOk="0">
                  <a:moveTo>
                    <a:pt x="29" y="1"/>
                  </a:moveTo>
                  <a:cubicBezTo>
                    <a:pt x="17" y="1"/>
                    <a:pt x="7" y="9"/>
                    <a:pt x="5" y="22"/>
                  </a:cubicBezTo>
                  <a:cubicBezTo>
                    <a:pt x="0" y="35"/>
                    <a:pt x="10" y="49"/>
                    <a:pt x="23" y="53"/>
                  </a:cubicBezTo>
                  <a:lnTo>
                    <a:pt x="909" y="246"/>
                  </a:lnTo>
                  <a:lnTo>
                    <a:pt x="914" y="246"/>
                  </a:lnTo>
                  <a:cubicBezTo>
                    <a:pt x="926" y="246"/>
                    <a:pt x="937" y="238"/>
                    <a:pt x="940" y="226"/>
                  </a:cubicBezTo>
                  <a:cubicBezTo>
                    <a:pt x="942" y="213"/>
                    <a:pt x="934" y="198"/>
                    <a:pt x="919" y="195"/>
                  </a:cubicBezTo>
                  <a:lnTo>
                    <a:pt x="35" y="2"/>
                  </a:lnTo>
                  <a:cubicBezTo>
                    <a:pt x="33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1797250" y="5299975"/>
              <a:ext cx="5875" cy="2200"/>
            </a:xfrm>
            <a:custGeom>
              <a:avLst/>
              <a:gdLst/>
              <a:ahLst/>
              <a:cxnLst/>
              <a:rect l="l" t="t" r="r" b="b"/>
              <a:pathLst>
                <a:path w="235" h="88" extrusionOk="0">
                  <a:moveTo>
                    <a:pt x="29" y="1"/>
                  </a:moveTo>
                  <a:cubicBezTo>
                    <a:pt x="17" y="1"/>
                    <a:pt x="6" y="9"/>
                    <a:pt x="3" y="22"/>
                  </a:cubicBezTo>
                  <a:cubicBezTo>
                    <a:pt x="1" y="36"/>
                    <a:pt x="10" y="49"/>
                    <a:pt x="25" y="52"/>
                  </a:cubicBezTo>
                  <a:lnTo>
                    <a:pt x="203" y="87"/>
                  </a:lnTo>
                  <a:lnTo>
                    <a:pt x="208" y="87"/>
                  </a:lnTo>
                  <a:cubicBezTo>
                    <a:pt x="220" y="87"/>
                    <a:pt x="231" y="79"/>
                    <a:pt x="232" y="67"/>
                  </a:cubicBezTo>
                  <a:cubicBezTo>
                    <a:pt x="235" y="52"/>
                    <a:pt x="227" y="39"/>
                    <a:pt x="212" y="36"/>
                  </a:cubicBezTo>
                  <a:lnTo>
                    <a:pt x="34" y="1"/>
                  </a:lnTo>
                  <a:cubicBezTo>
                    <a:pt x="33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1808725" y="5313625"/>
              <a:ext cx="22100" cy="3675"/>
            </a:xfrm>
            <a:custGeom>
              <a:avLst/>
              <a:gdLst/>
              <a:ahLst/>
              <a:cxnLst/>
              <a:rect l="l" t="t" r="r" b="b"/>
              <a:pathLst>
                <a:path w="884" h="147" extrusionOk="0">
                  <a:moveTo>
                    <a:pt x="28" y="1"/>
                  </a:moveTo>
                  <a:cubicBezTo>
                    <a:pt x="15" y="1"/>
                    <a:pt x="4" y="11"/>
                    <a:pt x="3" y="23"/>
                  </a:cubicBezTo>
                  <a:cubicBezTo>
                    <a:pt x="1" y="37"/>
                    <a:pt x="10" y="51"/>
                    <a:pt x="23" y="52"/>
                  </a:cubicBezTo>
                  <a:cubicBezTo>
                    <a:pt x="298" y="101"/>
                    <a:pt x="578" y="132"/>
                    <a:pt x="855" y="146"/>
                  </a:cubicBezTo>
                  <a:lnTo>
                    <a:pt x="856" y="146"/>
                  </a:lnTo>
                  <a:cubicBezTo>
                    <a:pt x="870" y="146"/>
                    <a:pt x="882" y="136"/>
                    <a:pt x="882" y="121"/>
                  </a:cubicBezTo>
                  <a:cubicBezTo>
                    <a:pt x="883" y="107"/>
                    <a:pt x="872" y="95"/>
                    <a:pt x="857" y="94"/>
                  </a:cubicBezTo>
                  <a:cubicBezTo>
                    <a:pt x="582" y="81"/>
                    <a:pt x="305" y="48"/>
                    <a:pt x="33" y="1"/>
                  </a:cubicBezTo>
                  <a:cubicBezTo>
                    <a:pt x="31" y="1"/>
                    <a:pt x="3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1656425" y="5255650"/>
              <a:ext cx="33600" cy="14450"/>
            </a:xfrm>
            <a:custGeom>
              <a:avLst/>
              <a:gdLst/>
              <a:ahLst/>
              <a:cxnLst/>
              <a:rect l="l" t="t" r="r" b="b"/>
              <a:pathLst>
                <a:path w="1344" h="578" extrusionOk="0">
                  <a:moveTo>
                    <a:pt x="29" y="1"/>
                  </a:moveTo>
                  <a:cubicBezTo>
                    <a:pt x="19" y="1"/>
                    <a:pt x="10" y="7"/>
                    <a:pt x="6" y="17"/>
                  </a:cubicBezTo>
                  <a:cubicBezTo>
                    <a:pt x="1" y="30"/>
                    <a:pt x="6" y="45"/>
                    <a:pt x="20" y="51"/>
                  </a:cubicBezTo>
                  <a:lnTo>
                    <a:pt x="1305" y="575"/>
                  </a:lnTo>
                  <a:cubicBezTo>
                    <a:pt x="1307" y="577"/>
                    <a:pt x="1310" y="578"/>
                    <a:pt x="1314" y="578"/>
                  </a:cubicBezTo>
                  <a:cubicBezTo>
                    <a:pt x="1323" y="578"/>
                    <a:pt x="1334" y="571"/>
                    <a:pt x="1338" y="562"/>
                  </a:cubicBezTo>
                  <a:cubicBezTo>
                    <a:pt x="1344" y="548"/>
                    <a:pt x="1337" y="534"/>
                    <a:pt x="1323" y="528"/>
                  </a:cubicBezTo>
                  <a:lnTo>
                    <a:pt x="40" y="4"/>
                  </a:lnTo>
                  <a:cubicBezTo>
                    <a:pt x="36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" name="Google Shape;490;p2"/>
          <p:cNvGrpSpPr/>
          <p:nvPr/>
        </p:nvGrpSpPr>
        <p:grpSpPr>
          <a:xfrm rot="6065758">
            <a:off x="258842" y="-355411"/>
            <a:ext cx="2448802" cy="1575102"/>
            <a:chOff x="3355375" y="3411325"/>
            <a:chExt cx="526275" cy="338500"/>
          </a:xfrm>
        </p:grpSpPr>
        <p:sp>
          <p:nvSpPr>
            <p:cNvPr id="491" name="Google Shape;491;p2"/>
            <p:cNvSpPr/>
            <p:nvPr/>
          </p:nvSpPr>
          <p:spPr>
            <a:xfrm>
              <a:off x="3561750" y="3412625"/>
              <a:ext cx="202325" cy="111350"/>
            </a:xfrm>
            <a:custGeom>
              <a:avLst/>
              <a:gdLst/>
              <a:ahLst/>
              <a:cxnLst/>
              <a:rect l="l" t="t" r="r" b="b"/>
              <a:pathLst>
                <a:path w="8093" h="4454" extrusionOk="0">
                  <a:moveTo>
                    <a:pt x="4807" y="0"/>
                  </a:moveTo>
                  <a:cubicBezTo>
                    <a:pt x="4645" y="0"/>
                    <a:pt x="4484" y="11"/>
                    <a:pt x="4324" y="32"/>
                  </a:cubicBezTo>
                  <a:cubicBezTo>
                    <a:pt x="2964" y="215"/>
                    <a:pt x="1713" y="1088"/>
                    <a:pt x="1073" y="2303"/>
                  </a:cubicBezTo>
                  <a:cubicBezTo>
                    <a:pt x="779" y="2858"/>
                    <a:pt x="525" y="3590"/>
                    <a:pt x="0" y="3936"/>
                  </a:cubicBezTo>
                  <a:cubicBezTo>
                    <a:pt x="530" y="4151"/>
                    <a:pt x="1073" y="4349"/>
                    <a:pt x="1640" y="4424"/>
                  </a:cubicBezTo>
                  <a:cubicBezTo>
                    <a:pt x="1787" y="4443"/>
                    <a:pt x="1936" y="4454"/>
                    <a:pt x="2085" y="4454"/>
                  </a:cubicBezTo>
                  <a:cubicBezTo>
                    <a:pt x="2510" y="4454"/>
                    <a:pt x="2934" y="4370"/>
                    <a:pt x="3307" y="4167"/>
                  </a:cubicBezTo>
                  <a:cubicBezTo>
                    <a:pt x="4046" y="3765"/>
                    <a:pt x="4471" y="2970"/>
                    <a:pt x="5084" y="2396"/>
                  </a:cubicBezTo>
                  <a:cubicBezTo>
                    <a:pt x="5746" y="1778"/>
                    <a:pt x="6649" y="1427"/>
                    <a:pt x="7553" y="1427"/>
                  </a:cubicBezTo>
                  <a:cubicBezTo>
                    <a:pt x="7733" y="1427"/>
                    <a:pt x="7914" y="1441"/>
                    <a:pt x="8092" y="1470"/>
                  </a:cubicBezTo>
                  <a:cubicBezTo>
                    <a:pt x="7265" y="584"/>
                    <a:pt x="6023" y="0"/>
                    <a:pt x="4807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3560425" y="3411325"/>
              <a:ext cx="205050" cy="113950"/>
            </a:xfrm>
            <a:custGeom>
              <a:avLst/>
              <a:gdLst/>
              <a:ahLst/>
              <a:cxnLst/>
              <a:rect l="l" t="t" r="r" b="b"/>
              <a:pathLst>
                <a:path w="8202" h="4558" extrusionOk="0">
                  <a:moveTo>
                    <a:pt x="4861" y="105"/>
                  </a:moveTo>
                  <a:cubicBezTo>
                    <a:pt x="5978" y="105"/>
                    <a:pt x="7159" y="604"/>
                    <a:pt x="8004" y="1451"/>
                  </a:cubicBezTo>
                  <a:cubicBezTo>
                    <a:pt x="7874" y="1436"/>
                    <a:pt x="7743" y="1428"/>
                    <a:pt x="7612" y="1428"/>
                  </a:cubicBezTo>
                  <a:cubicBezTo>
                    <a:pt x="6699" y="1428"/>
                    <a:pt x="5774" y="1783"/>
                    <a:pt x="5102" y="2410"/>
                  </a:cubicBezTo>
                  <a:cubicBezTo>
                    <a:pt x="4874" y="2624"/>
                    <a:pt x="4669" y="2870"/>
                    <a:pt x="4471" y="3108"/>
                  </a:cubicBezTo>
                  <a:cubicBezTo>
                    <a:pt x="4138" y="3509"/>
                    <a:pt x="3793" y="3925"/>
                    <a:pt x="3335" y="4174"/>
                  </a:cubicBezTo>
                  <a:cubicBezTo>
                    <a:pt x="2939" y="4389"/>
                    <a:pt x="2513" y="4454"/>
                    <a:pt x="2145" y="4454"/>
                  </a:cubicBezTo>
                  <a:cubicBezTo>
                    <a:pt x="1983" y="4454"/>
                    <a:pt x="1832" y="4442"/>
                    <a:pt x="1700" y="4424"/>
                  </a:cubicBezTo>
                  <a:cubicBezTo>
                    <a:pt x="1196" y="4358"/>
                    <a:pt x="715" y="4198"/>
                    <a:pt x="161" y="3976"/>
                  </a:cubicBezTo>
                  <a:cubicBezTo>
                    <a:pt x="538" y="3687"/>
                    <a:pt x="766" y="3210"/>
                    <a:pt x="987" y="2750"/>
                  </a:cubicBezTo>
                  <a:cubicBezTo>
                    <a:pt x="1050" y="2620"/>
                    <a:pt x="1109" y="2496"/>
                    <a:pt x="1171" y="2379"/>
                  </a:cubicBezTo>
                  <a:cubicBezTo>
                    <a:pt x="1805" y="1176"/>
                    <a:pt x="3037" y="317"/>
                    <a:pt x="4384" y="136"/>
                  </a:cubicBezTo>
                  <a:cubicBezTo>
                    <a:pt x="4541" y="115"/>
                    <a:pt x="4701" y="105"/>
                    <a:pt x="4861" y="105"/>
                  </a:cubicBezTo>
                  <a:close/>
                  <a:moveTo>
                    <a:pt x="4859" y="1"/>
                  </a:moveTo>
                  <a:cubicBezTo>
                    <a:pt x="4694" y="1"/>
                    <a:pt x="4531" y="11"/>
                    <a:pt x="4370" y="33"/>
                  </a:cubicBezTo>
                  <a:cubicBezTo>
                    <a:pt x="2990" y="217"/>
                    <a:pt x="1728" y="1098"/>
                    <a:pt x="1080" y="2329"/>
                  </a:cubicBezTo>
                  <a:cubicBezTo>
                    <a:pt x="1017" y="2449"/>
                    <a:pt x="957" y="2573"/>
                    <a:pt x="894" y="2705"/>
                  </a:cubicBezTo>
                  <a:cubicBezTo>
                    <a:pt x="664" y="3183"/>
                    <a:pt x="426" y="3680"/>
                    <a:pt x="25" y="3945"/>
                  </a:cubicBezTo>
                  <a:cubicBezTo>
                    <a:pt x="9" y="3956"/>
                    <a:pt x="1" y="3973"/>
                    <a:pt x="2" y="3993"/>
                  </a:cubicBezTo>
                  <a:cubicBezTo>
                    <a:pt x="4" y="4012"/>
                    <a:pt x="16" y="4028"/>
                    <a:pt x="35" y="4036"/>
                  </a:cubicBezTo>
                  <a:cubicBezTo>
                    <a:pt x="635" y="4280"/>
                    <a:pt x="1144" y="4456"/>
                    <a:pt x="1687" y="4527"/>
                  </a:cubicBezTo>
                  <a:cubicBezTo>
                    <a:pt x="1821" y="4545"/>
                    <a:pt x="1976" y="4557"/>
                    <a:pt x="2143" y="4557"/>
                  </a:cubicBezTo>
                  <a:cubicBezTo>
                    <a:pt x="2525" y="4557"/>
                    <a:pt x="2970" y="4490"/>
                    <a:pt x="3384" y="4265"/>
                  </a:cubicBezTo>
                  <a:cubicBezTo>
                    <a:pt x="3861" y="4005"/>
                    <a:pt x="4212" y="3583"/>
                    <a:pt x="4551" y="3174"/>
                  </a:cubicBezTo>
                  <a:cubicBezTo>
                    <a:pt x="4747" y="2939"/>
                    <a:pt x="4949" y="2695"/>
                    <a:pt x="5174" y="2485"/>
                  </a:cubicBezTo>
                  <a:cubicBezTo>
                    <a:pt x="5826" y="1876"/>
                    <a:pt x="6724" y="1532"/>
                    <a:pt x="7611" y="1532"/>
                  </a:cubicBezTo>
                  <a:cubicBezTo>
                    <a:pt x="7787" y="1532"/>
                    <a:pt x="7964" y="1545"/>
                    <a:pt x="8137" y="1573"/>
                  </a:cubicBezTo>
                  <a:cubicBezTo>
                    <a:pt x="8140" y="1573"/>
                    <a:pt x="8142" y="1574"/>
                    <a:pt x="8145" y="1574"/>
                  </a:cubicBezTo>
                  <a:cubicBezTo>
                    <a:pt x="8164" y="1574"/>
                    <a:pt x="8183" y="1564"/>
                    <a:pt x="8191" y="1546"/>
                  </a:cubicBezTo>
                  <a:cubicBezTo>
                    <a:pt x="8202" y="1527"/>
                    <a:pt x="8199" y="1503"/>
                    <a:pt x="8183" y="1487"/>
                  </a:cubicBezTo>
                  <a:cubicBezTo>
                    <a:pt x="7312" y="554"/>
                    <a:pt x="6051" y="1"/>
                    <a:pt x="485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3561075" y="3438900"/>
              <a:ext cx="201950" cy="72775"/>
            </a:xfrm>
            <a:custGeom>
              <a:avLst/>
              <a:gdLst/>
              <a:ahLst/>
              <a:cxnLst/>
              <a:rect l="l" t="t" r="r" b="b"/>
              <a:pathLst>
                <a:path w="8078" h="2911" extrusionOk="0">
                  <a:moveTo>
                    <a:pt x="6350" y="0"/>
                  </a:moveTo>
                  <a:cubicBezTo>
                    <a:pt x="5984" y="0"/>
                    <a:pt x="5619" y="50"/>
                    <a:pt x="5269" y="150"/>
                  </a:cubicBezTo>
                  <a:cubicBezTo>
                    <a:pt x="4389" y="401"/>
                    <a:pt x="3627" y="948"/>
                    <a:pt x="2890" y="1475"/>
                  </a:cubicBezTo>
                  <a:cubicBezTo>
                    <a:pt x="2812" y="1530"/>
                    <a:pt x="2735" y="1585"/>
                    <a:pt x="2657" y="1641"/>
                  </a:cubicBezTo>
                  <a:cubicBezTo>
                    <a:pt x="1841" y="2222"/>
                    <a:pt x="1024" y="2752"/>
                    <a:pt x="25" y="2859"/>
                  </a:cubicBezTo>
                  <a:cubicBezTo>
                    <a:pt x="11" y="2861"/>
                    <a:pt x="0" y="2874"/>
                    <a:pt x="2" y="2888"/>
                  </a:cubicBezTo>
                  <a:cubicBezTo>
                    <a:pt x="3" y="2901"/>
                    <a:pt x="15" y="2911"/>
                    <a:pt x="27" y="2911"/>
                  </a:cubicBezTo>
                  <a:lnTo>
                    <a:pt x="31" y="2911"/>
                  </a:lnTo>
                  <a:cubicBezTo>
                    <a:pt x="1043" y="2803"/>
                    <a:pt x="1865" y="2269"/>
                    <a:pt x="2688" y="1684"/>
                  </a:cubicBezTo>
                  <a:cubicBezTo>
                    <a:pt x="2765" y="1628"/>
                    <a:pt x="2843" y="1573"/>
                    <a:pt x="2921" y="1517"/>
                  </a:cubicBezTo>
                  <a:cubicBezTo>
                    <a:pt x="3654" y="992"/>
                    <a:pt x="4413" y="449"/>
                    <a:pt x="5282" y="200"/>
                  </a:cubicBezTo>
                  <a:cubicBezTo>
                    <a:pt x="5628" y="101"/>
                    <a:pt x="5988" y="52"/>
                    <a:pt x="6349" y="52"/>
                  </a:cubicBezTo>
                  <a:cubicBezTo>
                    <a:pt x="6931" y="52"/>
                    <a:pt x="7513" y="179"/>
                    <a:pt x="8036" y="427"/>
                  </a:cubicBezTo>
                  <a:cubicBezTo>
                    <a:pt x="8040" y="428"/>
                    <a:pt x="8043" y="429"/>
                    <a:pt x="8047" y="429"/>
                  </a:cubicBezTo>
                  <a:cubicBezTo>
                    <a:pt x="8057" y="429"/>
                    <a:pt x="8066" y="424"/>
                    <a:pt x="8071" y="415"/>
                  </a:cubicBezTo>
                  <a:cubicBezTo>
                    <a:pt x="8078" y="401"/>
                    <a:pt x="8071" y="387"/>
                    <a:pt x="8059" y="380"/>
                  </a:cubicBezTo>
                  <a:cubicBezTo>
                    <a:pt x="7529" y="129"/>
                    <a:pt x="6939" y="0"/>
                    <a:pt x="635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3604775" y="3415225"/>
              <a:ext cx="51375" cy="80175"/>
            </a:xfrm>
            <a:custGeom>
              <a:avLst/>
              <a:gdLst/>
              <a:ahLst/>
              <a:cxnLst/>
              <a:rect l="l" t="t" r="r" b="b"/>
              <a:pathLst>
                <a:path w="2055" h="3207" extrusionOk="0">
                  <a:moveTo>
                    <a:pt x="2026" y="1"/>
                  </a:moveTo>
                  <a:cubicBezTo>
                    <a:pt x="2018" y="1"/>
                    <a:pt x="2011" y="4"/>
                    <a:pt x="2006" y="10"/>
                  </a:cubicBezTo>
                  <a:cubicBezTo>
                    <a:pt x="1187" y="960"/>
                    <a:pt x="514" y="2024"/>
                    <a:pt x="5" y="3170"/>
                  </a:cubicBezTo>
                  <a:cubicBezTo>
                    <a:pt x="0" y="3184"/>
                    <a:pt x="5" y="3198"/>
                    <a:pt x="19" y="3204"/>
                  </a:cubicBezTo>
                  <a:cubicBezTo>
                    <a:pt x="22" y="3206"/>
                    <a:pt x="26" y="3206"/>
                    <a:pt x="30" y="3206"/>
                  </a:cubicBezTo>
                  <a:cubicBezTo>
                    <a:pt x="39" y="3206"/>
                    <a:pt x="48" y="3201"/>
                    <a:pt x="52" y="3192"/>
                  </a:cubicBezTo>
                  <a:cubicBezTo>
                    <a:pt x="558" y="2049"/>
                    <a:pt x="1228" y="991"/>
                    <a:pt x="2045" y="44"/>
                  </a:cubicBezTo>
                  <a:cubicBezTo>
                    <a:pt x="2054" y="33"/>
                    <a:pt x="2053" y="17"/>
                    <a:pt x="2042" y="7"/>
                  </a:cubicBezTo>
                  <a:cubicBezTo>
                    <a:pt x="2037" y="3"/>
                    <a:pt x="2031" y="1"/>
                    <a:pt x="20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3657925" y="3413375"/>
              <a:ext cx="40000" cy="46000"/>
            </a:xfrm>
            <a:custGeom>
              <a:avLst/>
              <a:gdLst/>
              <a:ahLst/>
              <a:cxnLst/>
              <a:rect l="l" t="t" r="r" b="b"/>
              <a:pathLst>
                <a:path w="1600" h="1840" extrusionOk="0">
                  <a:moveTo>
                    <a:pt x="1570" y="0"/>
                  </a:moveTo>
                  <a:cubicBezTo>
                    <a:pt x="1564" y="0"/>
                    <a:pt x="1558" y="3"/>
                    <a:pt x="1553" y="7"/>
                  </a:cubicBezTo>
                  <a:cubicBezTo>
                    <a:pt x="994" y="563"/>
                    <a:pt x="476" y="1166"/>
                    <a:pt x="10" y="1799"/>
                  </a:cubicBezTo>
                  <a:cubicBezTo>
                    <a:pt x="1" y="1810"/>
                    <a:pt x="4" y="1826"/>
                    <a:pt x="16" y="1834"/>
                  </a:cubicBezTo>
                  <a:cubicBezTo>
                    <a:pt x="20" y="1838"/>
                    <a:pt x="25" y="1840"/>
                    <a:pt x="31" y="1840"/>
                  </a:cubicBezTo>
                  <a:cubicBezTo>
                    <a:pt x="39" y="1840"/>
                    <a:pt x="47" y="1836"/>
                    <a:pt x="52" y="1829"/>
                  </a:cubicBezTo>
                  <a:cubicBezTo>
                    <a:pt x="515" y="1198"/>
                    <a:pt x="1033" y="598"/>
                    <a:pt x="1590" y="45"/>
                  </a:cubicBezTo>
                  <a:cubicBezTo>
                    <a:pt x="1599" y="34"/>
                    <a:pt x="1599" y="18"/>
                    <a:pt x="1590" y="9"/>
                  </a:cubicBezTo>
                  <a:cubicBezTo>
                    <a:pt x="1584" y="3"/>
                    <a:pt x="1577" y="0"/>
                    <a:pt x="157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3584475" y="3504475"/>
              <a:ext cx="46550" cy="18325"/>
            </a:xfrm>
            <a:custGeom>
              <a:avLst/>
              <a:gdLst/>
              <a:ahLst/>
              <a:cxnLst/>
              <a:rect l="l" t="t" r="r" b="b"/>
              <a:pathLst>
                <a:path w="1862" h="733" extrusionOk="0">
                  <a:moveTo>
                    <a:pt x="30" y="0"/>
                  </a:moveTo>
                  <a:cubicBezTo>
                    <a:pt x="21" y="0"/>
                    <a:pt x="12" y="5"/>
                    <a:pt x="8" y="14"/>
                  </a:cubicBezTo>
                  <a:cubicBezTo>
                    <a:pt x="1" y="27"/>
                    <a:pt x="5" y="43"/>
                    <a:pt x="17" y="49"/>
                  </a:cubicBezTo>
                  <a:cubicBezTo>
                    <a:pt x="582" y="372"/>
                    <a:pt x="1191" y="601"/>
                    <a:pt x="1828" y="733"/>
                  </a:cubicBezTo>
                  <a:lnTo>
                    <a:pt x="1833" y="733"/>
                  </a:lnTo>
                  <a:cubicBezTo>
                    <a:pt x="1845" y="733"/>
                    <a:pt x="1856" y="725"/>
                    <a:pt x="1859" y="713"/>
                  </a:cubicBezTo>
                  <a:cubicBezTo>
                    <a:pt x="1861" y="698"/>
                    <a:pt x="1852" y="684"/>
                    <a:pt x="1839" y="682"/>
                  </a:cubicBezTo>
                  <a:cubicBezTo>
                    <a:pt x="1208" y="551"/>
                    <a:pt x="604" y="324"/>
                    <a:pt x="43" y="4"/>
                  </a:cubicBezTo>
                  <a:cubicBezTo>
                    <a:pt x="39" y="2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3628175" y="3479650"/>
              <a:ext cx="47150" cy="8350"/>
            </a:xfrm>
            <a:custGeom>
              <a:avLst/>
              <a:gdLst/>
              <a:ahLst/>
              <a:cxnLst/>
              <a:rect l="l" t="t" r="r" b="b"/>
              <a:pathLst>
                <a:path w="1886" h="334" extrusionOk="0">
                  <a:moveTo>
                    <a:pt x="28" y="1"/>
                  </a:moveTo>
                  <a:cubicBezTo>
                    <a:pt x="17" y="1"/>
                    <a:pt x="8" y="8"/>
                    <a:pt x="4" y="19"/>
                  </a:cubicBezTo>
                  <a:cubicBezTo>
                    <a:pt x="0" y="33"/>
                    <a:pt x="8" y="47"/>
                    <a:pt x="22" y="52"/>
                  </a:cubicBezTo>
                  <a:cubicBezTo>
                    <a:pt x="617" y="239"/>
                    <a:pt x="1235" y="333"/>
                    <a:pt x="1858" y="333"/>
                  </a:cubicBezTo>
                  <a:cubicBezTo>
                    <a:pt x="1873" y="333"/>
                    <a:pt x="1885" y="323"/>
                    <a:pt x="1885" y="308"/>
                  </a:cubicBezTo>
                  <a:cubicBezTo>
                    <a:pt x="1885" y="294"/>
                    <a:pt x="1873" y="282"/>
                    <a:pt x="1858" y="282"/>
                  </a:cubicBezTo>
                  <a:cubicBezTo>
                    <a:pt x="1241" y="282"/>
                    <a:pt x="627" y="188"/>
                    <a:pt x="37" y="2"/>
                  </a:cubicBezTo>
                  <a:cubicBezTo>
                    <a:pt x="34" y="1"/>
                    <a:pt x="3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3621450" y="3483900"/>
              <a:ext cx="33450" cy="10550"/>
            </a:xfrm>
            <a:custGeom>
              <a:avLst/>
              <a:gdLst/>
              <a:ahLst/>
              <a:cxnLst/>
              <a:rect l="l" t="t" r="r" b="b"/>
              <a:pathLst>
                <a:path w="1338" h="422" extrusionOk="0">
                  <a:moveTo>
                    <a:pt x="30" y="0"/>
                  </a:moveTo>
                  <a:cubicBezTo>
                    <a:pt x="19" y="0"/>
                    <a:pt x="10" y="6"/>
                    <a:pt x="6" y="17"/>
                  </a:cubicBezTo>
                  <a:cubicBezTo>
                    <a:pt x="0" y="29"/>
                    <a:pt x="6" y="45"/>
                    <a:pt x="19" y="50"/>
                  </a:cubicBezTo>
                  <a:cubicBezTo>
                    <a:pt x="432" y="223"/>
                    <a:pt x="864" y="348"/>
                    <a:pt x="1305" y="422"/>
                  </a:cubicBezTo>
                  <a:lnTo>
                    <a:pt x="1309" y="422"/>
                  </a:lnTo>
                  <a:cubicBezTo>
                    <a:pt x="1323" y="422"/>
                    <a:pt x="1334" y="414"/>
                    <a:pt x="1335" y="400"/>
                  </a:cubicBezTo>
                  <a:cubicBezTo>
                    <a:pt x="1338" y="387"/>
                    <a:pt x="1328" y="373"/>
                    <a:pt x="1315" y="371"/>
                  </a:cubicBezTo>
                  <a:cubicBezTo>
                    <a:pt x="877" y="297"/>
                    <a:pt x="448" y="173"/>
                    <a:pt x="39" y="2"/>
                  </a:cubicBezTo>
                  <a:cubicBezTo>
                    <a:pt x="36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3657700" y="3493925"/>
              <a:ext cx="11100" cy="2000"/>
            </a:xfrm>
            <a:custGeom>
              <a:avLst/>
              <a:gdLst/>
              <a:ahLst/>
              <a:cxnLst/>
              <a:rect l="l" t="t" r="r" b="b"/>
              <a:pathLst>
                <a:path w="444" h="80" extrusionOk="0">
                  <a:moveTo>
                    <a:pt x="25" y="0"/>
                  </a:moveTo>
                  <a:cubicBezTo>
                    <a:pt x="13" y="0"/>
                    <a:pt x="2" y="11"/>
                    <a:pt x="1" y="23"/>
                  </a:cubicBezTo>
                  <a:cubicBezTo>
                    <a:pt x="1" y="38"/>
                    <a:pt x="11" y="50"/>
                    <a:pt x="25" y="52"/>
                  </a:cubicBezTo>
                  <a:lnTo>
                    <a:pt x="415" y="80"/>
                  </a:lnTo>
                  <a:lnTo>
                    <a:pt x="418" y="80"/>
                  </a:lnTo>
                  <a:cubicBezTo>
                    <a:pt x="431" y="80"/>
                    <a:pt x="442" y="69"/>
                    <a:pt x="443" y="56"/>
                  </a:cubicBezTo>
                  <a:cubicBezTo>
                    <a:pt x="443" y="41"/>
                    <a:pt x="432" y="29"/>
                    <a:pt x="419" y="27"/>
                  </a:cubicBezTo>
                  <a:lnTo>
                    <a:pt x="29" y="1"/>
                  </a:lnTo>
                  <a:cubicBezTo>
                    <a:pt x="28" y="0"/>
                    <a:pt x="26" y="0"/>
                    <a:pt x="2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3641300" y="3497125"/>
              <a:ext cx="15625" cy="3125"/>
            </a:xfrm>
            <a:custGeom>
              <a:avLst/>
              <a:gdLst/>
              <a:ahLst/>
              <a:cxnLst/>
              <a:rect l="l" t="t" r="r" b="b"/>
              <a:pathLst>
                <a:path w="625" h="125" extrusionOk="0">
                  <a:moveTo>
                    <a:pt x="28" y="0"/>
                  </a:moveTo>
                  <a:cubicBezTo>
                    <a:pt x="13" y="0"/>
                    <a:pt x="3" y="9"/>
                    <a:pt x="1" y="23"/>
                  </a:cubicBezTo>
                  <a:cubicBezTo>
                    <a:pt x="0" y="37"/>
                    <a:pt x="9" y="50"/>
                    <a:pt x="24" y="51"/>
                  </a:cubicBezTo>
                  <a:lnTo>
                    <a:pt x="593" y="124"/>
                  </a:lnTo>
                  <a:lnTo>
                    <a:pt x="597" y="124"/>
                  </a:lnTo>
                  <a:cubicBezTo>
                    <a:pt x="609" y="124"/>
                    <a:pt x="622" y="115"/>
                    <a:pt x="623" y="101"/>
                  </a:cubicBezTo>
                  <a:cubicBezTo>
                    <a:pt x="624" y="88"/>
                    <a:pt x="615" y="74"/>
                    <a:pt x="600" y="73"/>
                  </a:cubicBezTo>
                  <a:lnTo>
                    <a:pt x="31" y="0"/>
                  </a:lnTo>
                  <a:cubicBezTo>
                    <a:pt x="30" y="0"/>
                    <a:pt x="29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3597225" y="3498750"/>
              <a:ext cx="23650" cy="11075"/>
            </a:xfrm>
            <a:custGeom>
              <a:avLst/>
              <a:gdLst/>
              <a:ahLst/>
              <a:cxnLst/>
              <a:rect l="l" t="t" r="r" b="b"/>
              <a:pathLst>
                <a:path w="946" h="443" extrusionOk="0">
                  <a:moveTo>
                    <a:pt x="30" y="0"/>
                  </a:moveTo>
                  <a:cubicBezTo>
                    <a:pt x="21" y="0"/>
                    <a:pt x="12" y="5"/>
                    <a:pt x="7" y="13"/>
                  </a:cubicBezTo>
                  <a:cubicBezTo>
                    <a:pt x="1" y="27"/>
                    <a:pt x="5" y="43"/>
                    <a:pt x="18" y="48"/>
                  </a:cubicBezTo>
                  <a:cubicBezTo>
                    <a:pt x="303" y="202"/>
                    <a:pt x="602" y="334"/>
                    <a:pt x="907" y="441"/>
                  </a:cubicBezTo>
                  <a:cubicBezTo>
                    <a:pt x="910" y="443"/>
                    <a:pt x="913" y="443"/>
                    <a:pt x="915" y="443"/>
                  </a:cubicBezTo>
                  <a:cubicBezTo>
                    <a:pt x="926" y="443"/>
                    <a:pt x="937" y="436"/>
                    <a:pt x="941" y="425"/>
                  </a:cubicBezTo>
                  <a:cubicBezTo>
                    <a:pt x="945" y="412"/>
                    <a:pt x="938" y="397"/>
                    <a:pt x="925" y="393"/>
                  </a:cubicBezTo>
                  <a:cubicBezTo>
                    <a:pt x="622" y="286"/>
                    <a:pt x="325" y="155"/>
                    <a:pt x="42" y="3"/>
                  </a:cubicBezTo>
                  <a:cubicBezTo>
                    <a:pt x="38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3622500" y="3509850"/>
              <a:ext cx="7725" cy="2900"/>
            </a:xfrm>
            <a:custGeom>
              <a:avLst/>
              <a:gdLst/>
              <a:ahLst/>
              <a:cxnLst/>
              <a:rect l="l" t="t" r="r" b="b"/>
              <a:pathLst>
                <a:path w="309" h="116" extrusionOk="0">
                  <a:moveTo>
                    <a:pt x="27" y="0"/>
                  </a:moveTo>
                  <a:cubicBezTo>
                    <a:pt x="16" y="0"/>
                    <a:pt x="6" y="8"/>
                    <a:pt x="3" y="19"/>
                  </a:cubicBezTo>
                  <a:cubicBezTo>
                    <a:pt x="0" y="34"/>
                    <a:pt x="8" y="47"/>
                    <a:pt x="22" y="51"/>
                  </a:cubicBezTo>
                  <a:lnTo>
                    <a:pt x="273" y="116"/>
                  </a:lnTo>
                  <a:lnTo>
                    <a:pt x="278" y="116"/>
                  </a:lnTo>
                  <a:cubicBezTo>
                    <a:pt x="291" y="116"/>
                    <a:pt x="301" y="107"/>
                    <a:pt x="304" y="97"/>
                  </a:cubicBezTo>
                  <a:cubicBezTo>
                    <a:pt x="308" y="82"/>
                    <a:pt x="299" y="68"/>
                    <a:pt x="285" y="64"/>
                  </a:cubicBezTo>
                  <a:lnTo>
                    <a:pt x="35" y="1"/>
                  </a:lnTo>
                  <a:cubicBezTo>
                    <a:pt x="32" y="1"/>
                    <a:pt x="30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3613275" y="3420450"/>
              <a:ext cx="29275" cy="38700"/>
            </a:xfrm>
            <a:custGeom>
              <a:avLst/>
              <a:gdLst/>
              <a:ahLst/>
              <a:cxnLst/>
              <a:rect l="l" t="t" r="r" b="b"/>
              <a:pathLst>
                <a:path w="1171" h="1548" extrusionOk="0">
                  <a:moveTo>
                    <a:pt x="1143" y="0"/>
                  </a:moveTo>
                  <a:cubicBezTo>
                    <a:pt x="1135" y="0"/>
                    <a:pt x="1128" y="3"/>
                    <a:pt x="1122" y="8"/>
                  </a:cubicBezTo>
                  <a:cubicBezTo>
                    <a:pt x="700" y="467"/>
                    <a:pt x="325" y="971"/>
                    <a:pt x="8" y="1508"/>
                  </a:cubicBezTo>
                  <a:cubicBezTo>
                    <a:pt x="0" y="1520"/>
                    <a:pt x="4" y="1536"/>
                    <a:pt x="17" y="1543"/>
                  </a:cubicBezTo>
                  <a:cubicBezTo>
                    <a:pt x="21" y="1546"/>
                    <a:pt x="26" y="1547"/>
                    <a:pt x="30" y="1547"/>
                  </a:cubicBezTo>
                  <a:cubicBezTo>
                    <a:pt x="39" y="1547"/>
                    <a:pt x="47" y="1543"/>
                    <a:pt x="53" y="1535"/>
                  </a:cubicBezTo>
                  <a:cubicBezTo>
                    <a:pt x="368" y="1001"/>
                    <a:pt x="740" y="499"/>
                    <a:pt x="1161" y="44"/>
                  </a:cubicBezTo>
                  <a:cubicBezTo>
                    <a:pt x="1171" y="34"/>
                    <a:pt x="1169" y="17"/>
                    <a:pt x="1160" y="7"/>
                  </a:cubicBezTo>
                  <a:cubicBezTo>
                    <a:pt x="1155" y="2"/>
                    <a:pt x="1149" y="0"/>
                    <a:pt x="114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3602400" y="3456075"/>
              <a:ext cx="7075" cy="12000"/>
            </a:xfrm>
            <a:custGeom>
              <a:avLst/>
              <a:gdLst/>
              <a:ahLst/>
              <a:cxnLst/>
              <a:rect l="l" t="t" r="r" b="b"/>
              <a:pathLst>
                <a:path w="283" h="480" extrusionOk="0">
                  <a:moveTo>
                    <a:pt x="253" y="0"/>
                  </a:moveTo>
                  <a:cubicBezTo>
                    <a:pt x="244" y="0"/>
                    <a:pt x="234" y="5"/>
                    <a:pt x="230" y="14"/>
                  </a:cubicBezTo>
                  <a:lnTo>
                    <a:pt x="8" y="442"/>
                  </a:lnTo>
                  <a:cubicBezTo>
                    <a:pt x="1" y="454"/>
                    <a:pt x="5" y="471"/>
                    <a:pt x="18" y="477"/>
                  </a:cubicBezTo>
                  <a:cubicBezTo>
                    <a:pt x="22" y="479"/>
                    <a:pt x="26" y="480"/>
                    <a:pt x="30" y="480"/>
                  </a:cubicBezTo>
                  <a:cubicBezTo>
                    <a:pt x="40" y="480"/>
                    <a:pt x="48" y="475"/>
                    <a:pt x="53" y="465"/>
                  </a:cubicBezTo>
                  <a:lnTo>
                    <a:pt x="275" y="37"/>
                  </a:lnTo>
                  <a:cubicBezTo>
                    <a:pt x="282" y="25"/>
                    <a:pt x="278" y="9"/>
                    <a:pt x="265" y="2"/>
                  </a:cubicBezTo>
                  <a:cubicBezTo>
                    <a:pt x="261" y="1"/>
                    <a:pt x="257" y="0"/>
                    <a:pt x="25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3584075" y="3477700"/>
              <a:ext cx="9375" cy="18700"/>
            </a:xfrm>
            <a:custGeom>
              <a:avLst/>
              <a:gdLst/>
              <a:ahLst/>
              <a:cxnLst/>
              <a:rect l="l" t="t" r="r" b="b"/>
              <a:pathLst>
                <a:path w="375" h="748" extrusionOk="0">
                  <a:moveTo>
                    <a:pt x="346" y="1"/>
                  </a:moveTo>
                  <a:cubicBezTo>
                    <a:pt x="336" y="1"/>
                    <a:pt x="328" y="5"/>
                    <a:pt x="324" y="15"/>
                  </a:cubicBezTo>
                  <a:cubicBezTo>
                    <a:pt x="202" y="239"/>
                    <a:pt x="95" y="473"/>
                    <a:pt x="6" y="713"/>
                  </a:cubicBezTo>
                  <a:cubicBezTo>
                    <a:pt x="1" y="726"/>
                    <a:pt x="7" y="741"/>
                    <a:pt x="21" y="746"/>
                  </a:cubicBezTo>
                  <a:cubicBezTo>
                    <a:pt x="24" y="748"/>
                    <a:pt x="26" y="748"/>
                    <a:pt x="30" y="748"/>
                  </a:cubicBezTo>
                  <a:cubicBezTo>
                    <a:pt x="40" y="748"/>
                    <a:pt x="50" y="741"/>
                    <a:pt x="54" y="730"/>
                  </a:cubicBezTo>
                  <a:cubicBezTo>
                    <a:pt x="143" y="493"/>
                    <a:pt x="248" y="261"/>
                    <a:pt x="368" y="39"/>
                  </a:cubicBezTo>
                  <a:cubicBezTo>
                    <a:pt x="375" y="27"/>
                    <a:pt x="371" y="11"/>
                    <a:pt x="359" y="4"/>
                  </a:cubicBezTo>
                  <a:cubicBezTo>
                    <a:pt x="354" y="2"/>
                    <a:pt x="350" y="1"/>
                    <a:pt x="34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3594175" y="3461200"/>
              <a:ext cx="7950" cy="12900"/>
            </a:xfrm>
            <a:custGeom>
              <a:avLst/>
              <a:gdLst/>
              <a:ahLst/>
              <a:cxnLst/>
              <a:rect l="l" t="t" r="r" b="b"/>
              <a:pathLst>
                <a:path w="318" h="516" extrusionOk="0">
                  <a:moveTo>
                    <a:pt x="288" y="0"/>
                  </a:moveTo>
                  <a:cubicBezTo>
                    <a:pt x="279" y="0"/>
                    <a:pt x="270" y="5"/>
                    <a:pt x="265" y="14"/>
                  </a:cubicBezTo>
                  <a:lnTo>
                    <a:pt x="7" y="477"/>
                  </a:lnTo>
                  <a:cubicBezTo>
                    <a:pt x="0" y="490"/>
                    <a:pt x="4" y="505"/>
                    <a:pt x="16" y="513"/>
                  </a:cubicBezTo>
                  <a:cubicBezTo>
                    <a:pt x="20" y="514"/>
                    <a:pt x="24" y="516"/>
                    <a:pt x="30" y="516"/>
                  </a:cubicBezTo>
                  <a:cubicBezTo>
                    <a:pt x="38" y="516"/>
                    <a:pt x="47" y="512"/>
                    <a:pt x="51" y="502"/>
                  </a:cubicBezTo>
                  <a:lnTo>
                    <a:pt x="311" y="38"/>
                  </a:lnTo>
                  <a:cubicBezTo>
                    <a:pt x="318" y="26"/>
                    <a:pt x="312" y="10"/>
                    <a:pt x="300" y="3"/>
                  </a:cubicBezTo>
                  <a:cubicBezTo>
                    <a:pt x="296" y="1"/>
                    <a:pt x="292" y="0"/>
                    <a:pt x="28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3636400" y="3414075"/>
              <a:ext cx="29325" cy="38025"/>
            </a:xfrm>
            <a:custGeom>
              <a:avLst/>
              <a:gdLst/>
              <a:ahLst/>
              <a:cxnLst/>
              <a:rect l="l" t="t" r="r" b="b"/>
              <a:pathLst>
                <a:path w="1173" h="1521" extrusionOk="0">
                  <a:moveTo>
                    <a:pt x="1143" y="1"/>
                  </a:moveTo>
                  <a:cubicBezTo>
                    <a:pt x="1136" y="1"/>
                    <a:pt x="1129" y="3"/>
                    <a:pt x="1124" y="9"/>
                  </a:cubicBezTo>
                  <a:cubicBezTo>
                    <a:pt x="713" y="465"/>
                    <a:pt x="337" y="961"/>
                    <a:pt x="9" y="1481"/>
                  </a:cubicBezTo>
                  <a:cubicBezTo>
                    <a:pt x="1" y="1493"/>
                    <a:pt x="5" y="1509"/>
                    <a:pt x="17" y="1517"/>
                  </a:cubicBezTo>
                  <a:cubicBezTo>
                    <a:pt x="21" y="1520"/>
                    <a:pt x="27" y="1521"/>
                    <a:pt x="31" y="1521"/>
                  </a:cubicBezTo>
                  <a:cubicBezTo>
                    <a:pt x="40" y="1521"/>
                    <a:pt x="48" y="1517"/>
                    <a:pt x="53" y="1509"/>
                  </a:cubicBezTo>
                  <a:cubicBezTo>
                    <a:pt x="379" y="991"/>
                    <a:pt x="753" y="499"/>
                    <a:pt x="1162" y="44"/>
                  </a:cubicBezTo>
                  <a:cubicBezTo>
                    <a:pt x="1173" y="33"/>
                    <a:pt x="1171" y="17"/>
                    <a:pt x="1161" y="7"/>
                  </a:cubicBezTo>
                  <a:cubicBezTo>
                    <a:pt x="1155" y="3"/>
                    <a:pt x="1149" y="1"/>
                    <a:pt x="114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3655050" y="3413175"/>
              <a:ext cx="28100" cy="32275"/>
            </a:xfrm>
            <a:custGeom>
              <a:avLst/>
              <a:gdLst/>
              <a:ahLst/>
              <a:cxnLst/>
              <a:rect l="l" t="t" r="r" b="b"/>
              <a:pathLst>
                <a:path w="1124" h="1291" extrusionOk="0">
                  <a:moveTo>
                    <a:pt x="1095" y="0"/>
                  </a:moveTo>
                  <a:cubicBezTo>
                    <a:pt x="1088" y="0"/>
                    <a:pt x="1081" y="3"/>
                    <a:pt x="1077" y="8"/>
                  </a:cubicBezTo>
                  <a:cubicBezTo>
                    <a:pt x="703" y="401"/>
                    <a:pt x="343" y="820"/>
                    <a:pt x="8" y="1249"/>
                  </a:cubicBezTo>
                  <a:cubicBezTo>
                    <a:pt x="0" y="1260"/>
                    <a:pt x="2" y="1276"/>
                    <a:pt x="14" y="1285"/>
                  </a:cubicBezTo>
                  <a:cubicBezTo>
                    <a:pt x="18" y="1289"/>
                    <a:pt x="23" y="1291"/>
                    <a:pt x="29" y="1291"/>
                  </a:cubicBezTo>
                  <a:cubicBezTo>
                    <a:pt x="37" y="1291"/>
                    <a:pt x="45" y="1287"/>
                    <a:pt x="50" y="1281"/>
                  </a:cubicBezTo>
                  <a:cubicBezTo>
                    <a:pt x="382" y="852"/>
                    <a:pt x="740" y="436"/>
                    <a:pt x="1114" y="43"/>
                  </a:cubicBezTo>
                  <a:cubicBezTo>
                    <a:pt x="1124" y="33"/>
                    <a:pt x="1124" y="17"/>
                    <a:pt x="1113" y="7"/>
                  </a:cubicBezTo>
                  <a:cubicBezTo>
                    <a:pt x="1108" y="3"/>
                    <a:pt x="1101" y="0"/>
                    <a:pt x="109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3647375" y="3448300"/>
              <a:ext cx="6325" cy="7950"/>
            </a:xfrm>
            <a:custGeom>
              <a:avLst/>
              <a:gdLst/>
              <a:ahLst/>
              <a:cxnLst/>
              <a:rect l="l" t="t" r="r" b="b"/>
              <a:pathLst>
                <a:path w="253" h="318" extrusionOk="0">
                  <a:moveTo>
                    <a:pt x="223" y="0"/>
                  </a:moveTo>
                  <a:cubicBezTo>
                    <a:pt x="216" y="0"/>
                    <a:pt x="208" y="4"/>
                    <a:pt x="202" y="11"/>
                  </a:cubicBezTo>
                  <a:lnTo>
                    <a:pt x="9" y="277"/>
                  </a:lnTo>
                  <a:cubicBezTo>
                    <a:pt x="1" y="288"/>
                    <a:pt x="3" y="304"/>
                    <a:pt x="14" y="312"/>
                  </a:cubicBezTo>
                  <a:cubicBezTo>
                    <a:pt x="19" y="316"/>
                    <a:pt x="25" y="317"/>
                    <a:pt x="30" y="317"/>
                  </a:cubicBezTo>
                  <a:cubicBezTo>
                    <a:pt x="37" y="317"/>
                    <a:pt x="45" y="313"/>
                    <a:pt x="50" y="307"/>
                  </a:cubicBezTo>
                  <a:lnTo>
                    <a:pt x="244" y="40"/>
                  </a:lnTo>
                  <a:cubicBezTo>
                    <a:pt x="252" y="30"/>
                    <a:pt x="251" y="13"/>
                    <a:pt x="239" y="5"/>
                  </a:cubicBezTo>
                  <a:cubicBezTo>
                    <a:pt x="234" y="2"/>
                    <a:pt x="229" y="0"/>
                    <a:pt x="22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3656125" y="3446675"/>
              <a:ext cx="5850" cy="6925"/>
            </a:xfrm>
            <a:custGeom>
              <a:avLst/>
              <a:gdLst/>
              <a:ahLst/>
              <a:cxnLst/>
              <a:rect l="l" t="t" r="r" b="b"/>
              <a:pathLst>
                <a:path w="234" h="277" extrusionOk="0">
                  <a:moveTo>
                    <a:pt x="203" y="1"/>
                  </a:moveTo>
                  <a:cubicBezTo>
                    <a:pt x="196" y="1"/>
                    <a:pt x="189" y="4"/>
                    <a:pt x="183" y="11"/>
                  </a:cubicBezTo>
                  <a:lnTo>
                    <a:pt x="8" y="234"/>
                  </a:lnTo>
                  <a:cubicBezTo>
                    <a:pt x="0" y="245"/>
                    <a:pt x="2" y="261"/>
                    <a:pt x="12" y="271"/>
                  </a:cubicBezTo>
                  <a:cubicBezTo>
                    <a:pt x="18" y="273"/>
                    <a:pt x="23" y="276"/>
                    <a:pt x="29" y="276"/>
                  </a:cubicBezTo>
                  <a:cubicBezTo>
                    <a:pt x="37" y="276"/>
                    <a:pt x="45" y="272"/>
                    <a:pt x="49" y="265"/>
                  </a:cubicBezTo>
                  <a:lnTo>
                    <a:pt x="224" y="43"/>
                  </a:lnTo>
                  <a:cubicBezTo>
                    <a:pt x="233" y="31"/>
                    <a:pt x="230" y="15"/>
                    <a:pt x="220" y="7"/>
                  </a:cubicBezTo>
                  <a:cubicBezTo>
                    <a:pt x="215" y="3"/>
                    <a:pt x="209" y="1"/>
                    <a:pt x="20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3632925" y="3453325"/>
              <a:ext cx="9150" cy="15275"/>
            </a:xfrm>
            <a:custGeom>
              <a:avLst/>
              <a:gdLst/>
              <a:ahLst/>
              <a:cxnLst/>
              <a:rect l="l" t="t" r="r" b="b"/>
              <a:pathLst>
                <a:path w="366" h="611" extrusionOk="0">
                  <a:moveTo>
                    <a:pt x="337" y="1"/>
                  </a:moveTo>
                  <a:cubicBezTo>
                    <a:pt x="328" y="1"/>
                    <a:pt x="319" y="6"/>
                    <a:pt x="315" y="14"/>
                  </a:cubicBezTo>
                  <a:lnTo>
                    <a:pt x="7" y="572"/>
                  </a:lnTo>
                  <a:cubicBezTo>
                    <a:pt x="0" y="585"/>
                    <a:pt x="4" y="601"/>
                    <a:pt x="16" y="607"/>
                  </a:cubicBezTo>
                  <a:cubicBezTo>
                    <a:pt x="20" y="610"/>
                    <a:pt x="24" y="610"/>
                    <a:pt x="29" y="610"/>
                  </a:cubicBezTo>
                  <a:lnTo>
                    <a:pt x="29" y="610"/>
                  </a:lnTo>
                  <a:cubicBezTo>
                    <a:pt x="38" y="610"/>
                    <a:pt x="47" y="606"/>
                    <a:pt x="51" y="597"/>
                  </a:cubicBezTo>
                  <a:lnTo>
                    <a:pt x="359" y="40"/>
                  </a:lnTo>
                  <a:cubicBezTo>
                    <a:pt x="366" y="28"/>
                    <a:pt x="362" y="11"/>
                    <a:pt x="350" y="5"/>
                  </a:cubicBezTo>
                  <a:cubicBezTo>
                    <a:pt x="345" y="2"/>
                    <a:pt x="341" y="1"/>
                    <a:pt x="337" y="1"/>
                  </a:cubicBezTo>
                  <a:close/>
                  <a:moveTo>
                    <a:pt x="29" y="610"/>
                  </a:moveTo>
                  <a:cubicBezTo>
                    <a:pt x="28" y="610"/>
                    <a:pt x="28" y="610"/>
                    <a:pt x="28" y="610"/>
                  </a:cubicBezTo>
                  <a:lnTo>
                    <a:pt x="30" y="610"/>
                  </a:lnTo>
                  <a:cubicBezTo>
                    <a:pt x="29" y="610"/>
                    <a:pt x="29" y="610"/>
                    <a:pt x="29" y="61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3676700" y="3429225"/>
              <a:ext cx="17950" cy="20025"/>
            </a:xfrm>
            <a:custGeom>
              <a:avLst/>
              <a:gdLst/>
              <a:ahLst/>
              <a:cxnLst/>
              <a:rect l="l" t="t" r="r" b="b"/>
              <a:pathLst>
                <a:path w="718" h="801" extrusionOk="0">
                  <a:moveTo>
                    <a:pt x="690" y="1"/>
                  </a:moveTo>
                  <a:cubicBezTo>
                    <a:pt x="683" y="1"/>
                    <a:pt x="676" y="4"/>
                    <a:pt x="671" y="10"/>
                  </a:cubicBezTo>
                  <a:lnTo>
                    <a:pt x="10" y="758"/>
                  </a:lnTo>
                  <a:cubicBezTo>
                    <a:pt x="1" y="768"/>
                    <a:pt x="2" y="784"/>
                    <a:pt x="13" y="794"/>
                  </a:cubicBezTo>
                  <a:cubicBezTo>
                    <a:pt x="18" y="798"/>
                    <a:pt x="25" y="801"/>
                    <a:pt x="30" y="801"/>
                  </a:cubicBezTo>
                  <a:cubicBezTo>
                    <a:pt x="37" y="801"/>
                    <a:pt x="44" y="797"/>
                    <a:pt x="49" y="791"/>
                  </a:cubicBezTo>
                  <a:lnTo>
                    <a:pt x="708" y="43"/>
                  </a:lnTo>
                  <a:cubicBezTo>
                    <a:pt x="718" y="32"/>
                    <a:pt x="718" y="16"/>
                    <a:pt x="707" y="7"/>
                  </a:cubicBezTo>
                  <a:cubicBezTo>
                    <a:pt x="702" y="3"/>
                    <a:pt x="696" y="1"/>
                    <a:pt x="69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3696675" y="3415600"/>
              <a:ext cx="11300" cy="11375"/>
            </a:xfrm>
            <a:custGeom>
              <a:avLst/>
              <a:gdLst/>
              <a:ahLst/>
              <a:cxnLst/>
              <a:rect l="l" t="t" r="r" b="b"/>
              <a:pathLst>
                <a:path w="452" h="455" extrusionOk="0">
                  <a:moveTo>
                    <a:pt x="422" y="1"/>
                  </a:moveTo>
                  <a:cubicBezTo>
                    <a:pt x="416" y="1"/>
                    <a:pt x="410" y="3"/>
                    <a:pt x="406" y="7"/>
                  </a:cubicBezTo>
                  <a:cubicBezTo>
                    <a:pt x="259" y="127"/>
                    <a:pt x="126" y="263"/>
                    <a:pt x="10" y="413"/>
                  </a:cubicBezTo>
                  <a:cubicBezTo>
                    <a:pt x="1" y="424"/>
                    <a:pt x="3" y="440"/>
                    <a:pt x="14" y="450"/>
                  </a:cubicBezTo>
                  <a:cubicBezTo>
                    <a:pt x="20" y="452"/>
                    <a:pt x="25" y="455"/>
                    <a:pt x="30" y="455"/>
                  </a:cubicBezTo>
                  <a:cubicBezTo>
                    <a:pt x="38" y="455"/>
                    <a:pt x="47" y="451"/>
                    <a:pt x="52" y="444"/>
                  </a:cubicBezTo>
                  <a:cubicBezTo>
                    <a:pt x="164" y="298"/>
                    <a:pt x="294" y="164"/>
                    <a:pt x="438" y="47"/>
                  </a:cubicBezTo>
                  <a:cubicBezTo>
                    <a:pt x="450" y="38"/>
                    <a:pt x="451" y="22"/>
                    <a:pt x="442" y="11"/>
                  </a:cubicBezTo>
                  <a:cubicBezTo>
                    <a:pt x="437" y="4"/>
                    <a:pt x="429" y="1"/>
                    <a:pt x="42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3696000" y="3429125"/>
              <a:ext cx="5475" cy="5725"/>
            </a:xfrm>
            <a:custGeom>
              <a:avLst/>
              <a:gdLst/>
              <a:ahLst/>
              <a:cxnLst/>
              <a:rect l="l" t="t" r="r" b="b"/>
              <a:pathLst>
                <a:path w="219" h="229" extrusionOk="0">
                  <a:moveTo>
                    <a:pt x="190" y="1"/>
                  </a:moveTo>
                  <a:cubicBezTo>
                    <a:pt x="183" y="1"/>
                    <a:pt x="176" y="4"/>
                    <a:pt x="170" y="10"/>
                  </a:cubicBezTo>
                  <a:lnTo>
                    <a:pt x="10" y="186"/>
                  </a:lnTo>
                  <a:cubicBezTo>
                    <a:pt x="1" y="197"/>
                    <a:pt x="2" y="213"/>
                    <a:pt x="13" y="222"/>
                  </a:cubicBezTo>
                  <a:cubicBezTo>
                    <a:pt x="17" y="227"/>
                    <a:pt x="24" y="229"/>
                    <a:pt x="30" y="229"/>
                  </a:cubicBezTo>
                  <a:cubicBezTo>
                    <a:pt x="37" y="229"/>
                    <a:pt x="44" y="226"/>
                    <a:pt x="49" y="221"/>
                  </a:cubicBezTo>
                  <a:lnTo>
                    <a:pt x="209" y="44"/>
                  </a:lnTo>
                  <a:cubicBezTo>
                    <a:pt x="219" y="34"/>
                    <a:pt x="217" y="18"/>
                    <a:pt x="207" y="7"/>
                  </a:cubicBezTo>
                  <a:cubicBezTo>
                    <a:pt x="202" y="3"/>
                    <a:pt x="196" y="1"/>
                    <a:pt x="19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3644950" y="3467450"/>
              <a:ext cx="24175" cy="4200"/>
            </a:xfrm>
            <a:custGeom>
              <a:avLst/>
              <a:gdLst/>
              <a:ahLst/>
              <a:cxnLst/>
              <a:rect l="l" t="t" r="r" b="b"/>
              <a:pathLst>
                <a:path w="967" h="168" extrusionOk="0">
                  <a:moveTo>
                    <a:pt x="30" y="0"/>
                  </a:moveTo>
                  <a:cubicBezTo>
                    <a:pt x="18" y="0"/>
                    <a:pt x="7" y="8"/>
                    <a:pt x="3" y="21"/>
                  </a:cubicBezTo>
                  <a:cubicBezTo>
                    <a:pt x="1" y="34"/>
                    <a:pt x="9" y="48"/>
                    <a:pt x="24" y="52"/>
                  </a:cubicBezTo>
                  <a:cubicBezTo>
                    <a:pt x="324" y="123"/>
                    <a:pt x="632" y="162"/>
                    <a:pt x="940" y="168"/>
                  </a:cubicBezTo>
                  <a:lnTo>
                    <a:pt x="941" y="168"/>
                  </a:lnTo>
                  <a:cubicBezTo>
                    <a:pt x="955" y="168"/>
                    <a:pt x="967" y="155"/>
                    <a:pt x="967" y="142"/>
                  </a:cubicBezTo>
                  <a:cubicBezTo>
                    <a:pt x="967" y="127"/>
                    <a:pt x="956" y="116"/>
                    <a:pt x="941" y="115"/>
                  </a:cubicBezTo>
                  <a:cubicBezTo>
                    <a:pt x="636" y="110"/>
                    <a:pt x="332" y="72"/>
                    <a:pt x="36" y="1"/>
                  </a:cubicBezTo>
                  <a:cubicBezTo>
                    <a:pt x="34" y="0"/>
                    <a:pt x="32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3671650" y="3470125"/>
              <a:ext cx="6825" cy="1450"/>
            </a:xfrm>
            <a:custGeom>
              <a:avLst/>
              <a:gdLst/>
              <a:ahLst/>
              <a:cxnLst/>
              <a:rect l="l" t="t" r="r" b="b"/>
              <a:pathLst>
                <a:path w="273" h="58" extrusionOk="0">
                  <a:moveTo>
                    <a:pt x="246" y="0"/>
                  </a:moveTo>
                  <a:lnTo>
                    <a:pt x="26" y="7"/>
                  </a:lnTo>
                  <a:cubicBezTo>
                    <a:pt x="13" y="7"/>
                    <a:pt x="1" y="19"/>
                    <a:pt x="2" y="34"/>
                  </a:cubicBezTo>
                  <a:cubicBezTo>
                    <a:pt x="2" y="47"/>
                    <a:pt x="13" y="58"/>
                    <a:pt x="28" y="58"/>
                  </a:cubicBezTo>
                  <a:lnTo>
                    <a:pt x="247" y="51"/>
                  </a:lnTo>
                  <a:cubicBezTo>
                    <a:pt x="261" y="51"/>
                    <a:pt x="273" y="39"/>
                    <a:pt x="271" y="26"/>
                  </a:cubicBezTo>
                  <a:cubicBezTo>
                    <a:pt x="271" y="11"/>
                    <a:pt x="261" y="0"/>
                    <a:pt x="24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3665100" y="3465025"/>
              <a:ext cx="12200" cy="1650"/>
            </a:xfrm>
            <a:custGeom>
              <a:avLst/>
              <a:gdLst/>
              <a:ahLst/>
              <a:cxnLst/>
              <a:rect l="l" t="t" r="r" b="b"/>
              <a:pathLst>
                <a:path w="488" h="66" extrusionOk="0">
                  <a:moveTo>
                    <a:pt x="461" y="1"/>
                  </a:moveTo>
                  <a:cubicBezTo>
                    <a:pt x="460" y="1"/>
                    <a:pt x="459" y="1"/>
                    <a:pt x="458" y="1"/>
                  </a:cubicBezTo>
                  <a:cubicBezTo>
                    <a:pt x="383" y="9"/>
                    <a:pt x="307" y="14"/>
                    <a:pt x="231" y="14"/>
                  </a:cubicBezTo>
                  <a:cubicBezTo>
                    <a:pt x="164" y="14"/>
                    <a:pt x="97" y="11"/>
                    <a:pt x="30" y="4"/>
                  </a:cubicBezTo>
                  <a:cubicBezTo>
                    <a:pt x="29" y="4"/>
                    <a:pt x="29" y="3"/>
                    <a:pt x="28" y="3"/>
                  </a:cubicBezTo>
                  <a:cubicBezTo>
                    <a:pt x="15" y="3"/>
                    <a:pt x="3" y="14"/>
                    <a:pt x="2" y="26"/>
                  </a:cubicBezTo>
                  <a:cubicBezTo>
                    <a:pt x="1" y="41"/>
                    <a:pt x="10" y="53"/>
                    <a:pt x="25" y="55"/>
                  </a:cubicBezTo>
                  <a:cubicBezTo>
                    <a:pt x="93" y="63"/>
                    <a:pt x="161" y="65"/>
                    <a:pt x="229" y="65"/>
                  </a:cubicBezTo>
                  <a:cubicBezTo>
                    <a:pt x="307" y="65"/>
                    <a:pt x="387" y="61"/>
                    <a:pt x="463" y="52"/>
                  </a:cubicBezTo>
                  <a:cubicBezTo>
                    <a:pt x="478" y="51"/>
                    <a:pt x="488" y="37"/>
                    <a:pt x="486" y="22"/>
                  </a:cubicBezTo>
                  <a:cubicBezTo>
                    <a:pt x="485" y="10"/>
                    <a:pt x="474" y="1"/>
                    <a:pt x="46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3666200" y="3454175"/>
              <a:ext cx="28825" cy="2500"/>
            </a:xfrm>
            <a:custGeom>
              <a:avLst/>
              <a:gdLst/>
              <a:ahLst/>
              <a:cxnLst/>
              <a:rect l="l" t="t" r="r" b="b"/>
              <a:pathLst>
                <a:path w="1153" h="100" extrusionOk="0">
                  <a:moveTo>
                    <a:pt x="29" y="0"/>
                  </a:moveTo>
                  <a:cubicBezTo>
                    <a:pt x="17" y="0"/>
                    <a:pt x="4" y="9"/>
                    <a:pt x="2" y="22"/>
                  </a:cubicBezTo>
                  <a:cubicBezTo>
                    <a:pt x="1" y="37"/>
                    <a:pt x="10" y="49"/>
                    <a:pt x="25" y="51"/>
                  </a:cubicBezTo>
                  <a:cubicBezTo>
                    <a:pt x="271" y="84"/>
                    <a:pt x="522" y="100"/>
                    <a:pt x="770" y="100"/>
                  </a:cubicBezTo>
                  <a:cubicBezTo>
                    <a:pt x="890" y="100"/>
                    <a:pt x="1009" y="96"/>
                    <a:pt x="1127" y="88"/>
                  </a:cubicBezTo>
                  <a:cubicBezTo>
                    <a:pt x="1142" y="88"/>
                    <a:pt x="1153" y="74"/>
                    <a:pt x="1151" y="61"/>
                  </a:cubicBezTo>
                  <a:cubicBezTo>
                    <a:pt x="1151" y="46"/>
                    <a:pt x="1142" y="37"/>
                    <a:pt x="1124" y="37"/>
                  </a:cubicBezTo>
                  <a:cubicBezTo>
                    <a:pt x="1008" y="44"/>
                    <a:pt x="891" y="48"/>
                    <a:pt x="774" y="48"/>
                  </a:cubicBezTo>
                  <a:cubicBezTo>
                    <a:pt x="526" y="48"/>
                    <a:pt x="277" y="31"/>
                    <a:pt x="32" y="0"/>
                  </a:cubicBezTo>
                  <a:cubicBezTo>
                    <a:pt x="31" y="0"/>
                    <a:pt x="3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3697750" y="3453775"/>
              <a:ext cx="11325" cy="2350"/>
            </a:xfrm>
            <a:custGeom>
              <a:avLst/>
              <a:gdLst/>
              <a:ahLst/>
              <a:cxnLst/>
              <a:rect l="l" t="t" r="r" b="b"/>
              <a:pathLst>
                <a:path w="453" h="94" extrusionOk="0">
                  <a:moveTo>
                    <a:pt x="426" y="0"/>
                  </a:moveTo>
                  <a:cubicBezTo>
                    <a:pt x="425" y="0"/>
                    <a:pt x="424" y="0"/>
                    <a:pt x="423" y="0"/>
                  </a:cubicBezTo>
                  <a:lnTo>
                    <a:pt x="25" y="42"/>
                  </a:lnTo>
                  <a:cubicBezTo>
                    <a:pt x="10" y="43"/>
                    <a:pt x="1" y="55"/>
                    <a:pt x="2" y="70"/>
                  </a:cubicBezTo>
                  <a:cubicBezTo>
                    <a:pt x="4" y="84"/>
                    <a:pt x="14" y="93"/>
                    <a:pt x="28" y="93"/>
                  </a:cubicBezTo>
                  <a:lnTo>
                    <a:pt x="30" y="93"/>
                  </a:lnTo>
                  <a:lnTo>
                    <a:pt x="429" y="53"/>
                  </a:lnTo>
                  <a:cubicBezTo>
                    <a:pt x="442" y="51"/>
                    <a:pt x="453" y="38"/>
                    <a:pt x="452" y="24"/>
                  </a:cubicBezTo>
                  <a:cubicBezTo>
                    <a:pt x="450" y="10"/>
                    <a:pt x="439" y="0"/>
                    <a:pt x="4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3690700" y="3449425"/>
              <a:ext cx="11225" cy="1675"/>
            </a:xfrm>
            <a:custGeom>
              <a:avLst/>
              <a:gdLst/>
              <a:ahLst/>
              <a:cxnLst/>
              <a:rect l="l" t="t" r="r" b="b"/>
              <a:pathLst>
                <a:path w="449" h="67" extrusionOk="0">
                  <a:moveTo>
                    <a:pt x="27" y="0"/>
                  </a:moveTo>
                  <a:cubicBezTo>
                    <a:pt x="15" y="0"/>
                    <a:pt x="4" y="9"/>
                    <a:pt x="2" y="22"/>
                  </a:cubicBezTo>
                  <a:cubicBezTo>
                    <a:pt x="0" y="37"/>
                    <a:pt x="10" y="49"/>
                    <a:pt x="25" y="52"/>
                  </a:cubicBezTo>
                  <a:cubicBezTo>
                    <a:pt x="90" y="61"/>
                    <a:pt x="156" y="67"/>
                    <a:pt x="224" y="67"/>
                  </a:cubicBezTo>
                  <a:cubicBezTo>
                    <a:pt x="291" y="67"/>
                    <a:pt x="358" y="61"/>
                    <a:pt x="424" y="52"/>
                  </a:cubicBezTo>
                  <a:cubicBezTo>
                    <a:pt x="439" y="49"/>
                    <a:pt x="448" y="36"/>
                    <a:pt x="446" y="22"/>
                  </a:cubicBezTo>
                  <a:cubicBezTo>
                    <a:pt x="444" y="9"/>
                    <a:pt x="435" y="0"/>
                    <a:pt x="421" y="0"/>
                  </a:cubicBezTo>
                  <a:cubicBezTo>
                    <a:pt x="420" y="0"/>
                    <a:pt x="418" y="0"/>
                    <a:pt x="416" y="1"/>
                  </a:cubicBezTo>
                  <a:cubicBezTo>
                    <a:pt x="353" y="10"/>
                    <a:pt x="289" y="15"/>
                    <a:pt x="225" y="15"/>
                  </a:cubicBezTo>
                  <a:cubicBezTo>
                    <a:pt x="160" y="15"/>
                    <a:pt x="96" y="10"/>
                    <a:pt x="31" y="1"/>
                  </a:cubicBezTo>
                  <a:cubicBezTo>
                    <a:pt x="30" y="0"/>
                    <a:pt x="28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3474850" y="3479350"/>
              <a:ext cx="205725" cy="107100"/>
            </a:xfrm>
            <a:custGeom>
              <a:avLst/>
              <a:gdLst/>
              <a:ahLst/>
              <a:cxnLst/>
              <a:rect l="l" t="t" r="r" b="b"/>
              <a:pathLst>
                <a:path w="8229" h="4284" extrusionOk="0">
                  <a:moveTo>
                    <a:pt x="262" y="0"/>
                  </a:moveTo>
                  <a:cubicBezTo>
                    <a:pt x="53" y="0"/>
                    <a:pt x="1" y="349"/>
                    <a:pt x="235" y="415"/>
                  </a:cubicBezTo>
                  <a:cubicBezTo>
                    <a:pt x="644" y="531"/>
                    <a:pt x="1051" y="660"/>
                    <a:pt x="1454" y="796"/>
                  </a:cubicBezTo>
                  <a:cubicBezTo>
                    <a:pt x="1820" y="1867"/>
                    <a:pt x="2096" y="2967"/>
                    <a:pt x="2271" y="4087"/>
                  </a:cubicBezTo>
                  <a:cubicBezTo>
                    <a:pt x="2288" y="4193"/>
                    <a:pt x="2361" y="4284"/>
                    <a:pt x="2475" y="4284"/>
                  </a:cubicBezTo>
                  <a:cubicBezTo>
                    <a:pt x="2479" y="4284"/>
                    <a:pt x="2483" y="4283"/>
                    <a:pt x="2488" y="4283"/>
                  </a:cubicBezTo>
                  <a:cubicBezTo>
                    <a:pt x="2590" y="4279"/>
                    <a:pt x="2703" y="4178"/>
                    <a:pt x="2685" y="4067"/>
                  </a:cubicBezTo>
                  <a:cubicBezTo>
                    <a:pt x="2520" y="3016"/>
                    <a:pt x="2276" y="1979"/>
                    <a:pt x="1949" y="966"/>
                  </a:cubicBezTo>
                  <a:lnTo>
                    <a:pt x="1949" y="966"/>
                  </a:lnTo>
                  <a:cubicBezTo>
                    <a:pt x="3453" y="1506"/>
                    <a:pt x="4908" y="2183"/>
                    <a:pt x="6289" y="2990"/>
                  </a:cubicBezTo>
                  <a:cubicBezTo>
                    <a:pt x="6824" y="3302"/>
                    <a:pt x="7348" y="3635"/>
                    <a:pt x="7859" y="3985"/>
                  </a:cubicBezTo>
                  <a:cubicBezTo>
                    <a:pt x="7905" y="4015"/>
                    <a:pt x="7956" y="4034"/>
                    <a:pt x="8007" y="4034"/>
                  </a:cubicBezTo>
                  <a:cubicBezTo>
                    <a:pt x="8059" y="4034"/>
                    <a:pt x="8111" y="4014"/>
                    <a:pt x="8153" y="3967"/>
                  </a:cubicBezTo>
                  <a:cubicBezTo>
                    <a:pt x="8220" y="3892"/>
                    <a:pt x="8228" y="3738"/>
                    <a:pt x="8135" y="3675"/>
                  </a:cubicBezTo>
                  <a:cubicBezTo>
                    <a:pt x="6279" y="2401"/>
                    <a:pt x="4269" y="1361"/>
                    <a:pt x="2150" y="597"/>
                  </a:cubicBezTo>
                  <a:cubicBezTo>
                    <a:pt x="2015" y="549"/>
                    <a:pt x="1881" y="501"/>
                    <a:pt x="1746" y="456"/>
                  </a:cubicBezTo>
                  <a:cubicBezTo>
                    <a:pt x="1709" y="425"/>
                    <a:pt x="1664" y="410"/>
                    <a:pt x="1618" y="410"/>
                  </a:cubicBezTo>
                  <a:cubicBezTo>
                    <a:pt x="1616" y="410"/>
                    <a:pt x="1614" y="410"/>
                    <a:pt x="1612" y="410"/>
                  </a:cubicBezTo>
                  <a:cubicBezTo>
                    <a:pt x="1185" y="266"/>
                    <a:pt x="755" y="132"/>
                    <a:pt x="322" y="9"/>
                  </a:cubicBezTo>
                  <a:cubicBezTo>
                    <a:pt x="301" y="3"/>
                    <a:pt x="281" y="0"/>
                    <a:pt x="262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3474950" y="3478050"/>
              <a:ext cx="206500" cy="109700"/>
            </a:xfrm>
            <a:custGeom>
              <a:avLst/>
              <a:gdLst/>
              <a:ahLst/>
              <a:cxnLst/>
              <a:rect l="l" t="t" r="r" b="b"/>
              <a:pathLst>
                <a:path w="8260" h="4388" extrusionOk="0">
                  <a:moveTo>
                    <a:pt x="260" y="104"/>
                  </a:moveTo>
                  <a:cubicBezTo>
                    <a:pt x="273" y="104"/>
                    <a:pt x="288" y="107"/>
                    <a:pt x="304" y="111"/>
                  </a:cubicBezTo>
                  <a:cubicBezTo>
                    <a:pt x="723" y="229"/>
                    <a:pt x="1156" y="364"/>
                    <a:pt x="1592" y="510"/>
                  </a:cubicBezTo>
                  <a:cubicBezTo>
                    <a:pt x="1596" y="512"/>
                    <a:pt x="1599" y="514"/>
                    <a:pt x="1604" y="514"/>
                  </a:cubicBezTo>
                  <a:cubicBezTo>
                    <a:pt x="1606" y="514"/>
                    <a:pt x="1607" y="513"/>
                    <a:pt x="1609" y="513"/>
                  </a:cubicBezTo>
                  <a:cubicBezTo>
                    <a:pt x="1637" y="514"/>
                    <a:pt x="1675" y="518"/>
                    <a:pt x="1710" y="547"/>
                  </a:cubicBezTo>
                  <a:cubicBezTo>
                    <a:pt x="1714" y="551"/>
                    <a:pt x="1721" y="555"/>
                    <a:pt x="1726" y="556"/>
                  </a:cubicBezTo>
                  <a:cubicBezTo>
                    <a:pt x="1861" y="602"/>
                    <a:pt x="1995" y="649"/>
                    <a:pt x="2128" y="697"/>
                  </a:cubicBezTo>
                  <a:cubicBezTo>
                    <a:pt x="4222" y="1452"/>
                    <a:pt x="6232" y="2487"/>
                    <a:pt x="8103" y="3769"/>
                  </a:cubicBezTo>
                  <a:cubicBezTo>
                    <a:pt x="8134" y="3790"/>
                    <a:pt x="8145" y="3827"/>
                    <a:pt x="8147" y="3852"/>
                  </a:cubicBezTo>
                  <a:cubicBezTo>
                    <a:pt x="8153" y="3901"/>
                    <a:pt x="8138" y="3953"/>
                    <a:pt x="8110" y="3985"/>
                  </a:cubicBezTo>
                  <a:cubicBezTo>
                    <a:pt x="8079" y="4020"/>
                    <a:pt x="8041" y="4034"/>
                    <a:pt x="8004" y="4034"/>
                  </a:cubicBezTo>
                  <a:cubicBezTo>
                    <a:pt x="7961" y="4034"/>
                    <a:pt x="7919" y="4017"/>
                    <a:pt x="7885" y="3993"/>
                  </a:cubicBezTo>
                  <a:cubicBezTo>
                    <a:pt x="7382" y="3649"/>
                    <a:pt x="6853" y="3314"/>
                    <a:pt x="6311" y="2998"/>
                  </a:cubicBezTo>
                  <a:cubicBezTo>
                    <a:pt x="4936" y="2193"/>
                    <a:pt x="3474" y="1511"/>
                    <a:pt x="1963" y="969"/>
                  </a:cubicBezTo>
                  <a:cubicBezTo>
                    <a:pt x="1957" y="967"/>
                    <a:pt x="1951" y="966"/>
                    <a:pt x="1945" y="966"/>
                  </a:cubicBezTo>
                  <a:cubicBezTo>
                    <a:pt x="1932" y="966"/>
                    <a:pt x="1919" y="971"/>
                    <a:pt x="1909" y="980"/>
                  </a:cubicBezTo>
                  <a:cubicBezTo>
                    <a:pt x="1896" y="995"/>
                    <a:pt x="1890" y="1015"/>
                    <a:pt x="1896" y="1034"/>
                  </a:cubicBezTo>
                  <a:cubicBezTo>
                    <a:pt x="2219" y="2031"/>
                    <a:pt x="2465" y="3072"/>
                    <a:pt x="2630" y="4127"/>
                  </a:cubicBezTo>
                  <a:cubicBezTo>
                    <a:pt x="2637" y="4168"/>
                    <a:pt x="2614" y="4202"/>
                    <a:pt x="2601" y="4219"/>
                  </a:cubicBezTo>
                  <a:cubicBezTo>
                    <a:pt x="2570" y="4257"/>
                    <a:pt x="2524" y="4281"/>
                    <a:pt x="2481" y="4284"/>
                  </a:cubicBezTo>
                  <a:cubicBezTo>
                    <a:pt x="2478" y="4284"/>
                    <a:pt x="2476" y="4284"/>
                    <a:pt x="2474" y="4284"/>
                  </a:cubicBezTo>
                  <a:cubicBezTo>
                    <a:pt x="2383" y="4284"/>
                    <a:pt x="2330" y="4208"/>
                    <a:pt x="2318" y="4129"/>
                  </a:cubicBezTo>
                  <a:cubicBezTo>
                    <a:pt x="2146" y="3029"/>
                    <a:pt x="1871" y="1919"/>
                    <a:pt x="1500" y="831"/>
                  </a:cubicBezTo>
                  <a:cubicBezTo>
                    <a:pt x="1495" y="816"/>
                    <a:pt x="1483" y="804"/>
                    <a:pt x="1468" y="798"/>
                  </a:cubicBezTo>
                  <a:cubicBezTo>
                    <a:pt x="1018" y="646"/>
                    <a:pt x="619" y="523"/>
                    <a:pt x="245" y="416"/>
                  </a:cubicBezTo>
                  <a:cubicBezTo>
                    <a:pt x="131" y="384"/>
                    <a:pt x="117" y="275"/>
                    <a:pt x="136" y="208"/>
                  </a:cubicBezTo>
                  <a:cubicBezTo>
                    <a:pt x="151" y="154"/>
                    <a:pt x="191" y="104"/>
                    <a:pt x="258" y="104"/>
                  </a:cubicBezTo>
                  <a:close/>
                  <a:moveTo>
                    <a:pt x="258" y="1"/>
                  </a:moveTo>
                  <a:cubicBezTo>
                    <a:pt x="141" y="1"/>
                    <a:pt x="62" y="86"/>
                    <a:pt x="36" y="179"/>
                  </a:cubicBezTo>
                  <a:cubicBezTo>
                    <a:pt x="0" y="309"/>
                    <a:pt x="51" y="470"/>
                    <a:pt x="217" y="517"/>
                  </a:cubicBezTo>
                  <a:cubicBezTo>
                    <a:pt x="583" y="619"/>
                    <a:pt x="973" y="742"/>
                    <a:pt x="1410" y="888"/>
                  </a:cubicBezTo>
                  <a:cubicBezTo>
                    <a:pt x="1775" y="1963"/>
                    <a:pt x="2046" y="3058"/>
                    <a:pt x="2216" y="4145"/>
                  </a:cubicBezTo>
                  <a:cubicBezTo>
                    <a:pt x="2239" y="4289"/>
                    <a:pt x="2344" y="4388"/>
                    <a:pt x="2474" y="4388"/>
                  </a:cubicBezTo>
                  <a:lnTo>
                    <a:pt x="2486" y="4388"/>
                  </a:lnTo>
                  <a:cubicBezTo>
                    <a:pt x="2558" y="4384"/>
                    <a:pt x="2632" y="4345"/>
                    <a:pt x="2681" y="4285"/>
                  </a:cubicBezTo>
                  <a:cubicBezTo>
                    <a:pt x="2723" y="4233"/>
                    <a:pt x="2742" y="4171"/>
                    <a:pt x="2732" y="4110"/>
                  </a:cubicBezTo>
                  <a:cubicBezTo>
                    <a:pt x="2572" y="3085"/>
                    <a:pt x="2334" y="2074"/>
                    <a:pt x="2026" y="1102"/>
                  </a:cubicBezTo>
                  <a:lnTo>
                    <a:pt x="2026" y="1102"/>
                  </a:lnTo>
                  <a:cubicBezTo>
                    <a:pt x="3497" y="1636"/>
                    <a:pt x="4920" y="2305"/>
                    <a:pt x="6259" y="3087"/>
                  </a:cubicBezTo>
                  <a:cubicBezTo>
                    <a:pt x="6798" y="3402"/>
                    <a:pt x="7325" y="3736"/>
                    <a:pt x="7826" y="4080"/>
                  </a:cubicBezTo>
                  <a:cubicBezTo>
                    <a:pt x="7883" y="4118"/>
                    <a:pt x="7944" y="4138"/>
                    <a:pt x="8001" y="4138"/>
                  </a:cubicBezTo>
                  <a:cubicBezTo>
                    <a:pt x="8072" y="4138"/>
                    <a:pt x="8138" y="4109"/>
                    <a:pt x="8188" y="4054"/>
                  </a:cubicBezTo>
                  <a:cubicBezTo>
                    <a:pt x="8235" y="4000"/>
                    <a:pt x="8259" y="3918"/>
                    <a:pt x="8250" y="3840"/>
                  </a:cubicBezTo>
                  <a:cubicBezTo>
                    <a:pt x="8242" y="3773"/>
                    <a:pt x="8211" y="3718"/>
                    <a:pt x="8161" y="3684"/>
                  </a:cubicBezTo>
                  <a:cubicBezTo>
                    <a:pt x="6283" y="2397"/>
                    <a:pt x="4265" y="1358"/>
                    <a:pt x="2163" y="601"/>
                  </a:cubicBezTo>
                  <a:cubicBezTo>
                    <a:pt x="2032" y="553"/>
                    <a:pt x="1900" y="506"/>
                    <a:pt x="1768" y="462"/>
                  </a:cubicBezTo>
                  <a:cubicBezTo>
                    <a:pt x="1725" y="428"/>
                    <a:pt x="1672" y="411"/>
                    <a:pt x="1616" y="410"/>
                  </a:cubicBezTo>
                  <a:cubicBezTo>
                    <a:pt x="1181" y="263"/>
                    <a:pt x="749" y="130"/>
                    <a:pt x="332" y="11"/>
                  </a:cubicBezTo>
                  <a:cubicBezTo>
                    <a:pt x="306" y="4"/>
                    <a:pt x="281" y="1"/>
                    <a:pt x="25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3642325" y="3516350"/>
              <a:ext cx="237350" cy="213475"/>
            </a:xfrm>
            <a:custGeom>
              <a:avLst/>
              <a:gdLst/>
              <a:ahLst/>
              <a:cxnLst/>
              <a:rect l="l" t="t" r="r" b="b"/>
              <a:pathLst>
                <a:path w="9494" h="8539" extrusionOk="0">
                  <a:moveTo>
                    <a:pt x="4450" y="1"/>
                  </a:moveTo>
                  <a:cubicBezTo>
                    <a:pt x="3266" y="1"/>
                    <a:pt x="2073" y="383"/>
                    <a:pt x="1174" y="1116"/>
                  </a:cubicBezTo>
                  <a:cubicBezTo>
                    <a:pt x="742" y="1469"/>
                    <a:pt x="482" y="2100"/>
                    <a:pt x="372" y="2647"/>
                  </a:cubicBezTo>
                  <a:cubicBezTo>
                    <a:pt x="1" y="4492"/>
                    <a:pt x="836" y="6547"/>
                    <a:pt x="2367" y="7642"/>
                  </a:cubicBezTo>
                  <a:cubicBezTo>
                    <a:pt x="3198" y="8237"/>
                    <a:pt x="4220" y="8539"/>
                    <a:pt x="5241" y="8539"/>
                  </a:cubicBezTo>
                  <a:cubicBezTo>
                    <a:pt x="6101" y="8539"/>
                    <a:pt x="6959" y="8325"/>
                    <a:pt x="7703" y="7891"/>
                  </a:cubicBezTo>
                  <a:cubicBezTo>
                    <a:pt x="8386" y="7493"/>
                    <a:pt x="8985" y="6791"/>
                    <a:pt x="9127" y="6013"/>
                  </a:cubicBezTo>
                  <a:cubicBezTo>
                    <a:pt x="9493" y="4015"/>
                    <a:pt x="8718" y="1693"/>
                    <a:pt x="6971" y="659"/>
                  </a:cubicBezTo>
                  <a:cubicBezTo>
                    <a:pt x="6221" y="216"/>
                    <a:pt x="5338" y="1"/>
                    <a:pt x="4450" y="1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3641025" y="3515175"/>
              <a:ext cx="240625" cy="215850"/>
            </a:xfrm>
            <a:custGeom>
              <a:avLst/>
              <a:gdLst/>
              <a:ahLst/>
              <a:cxnLst/>
              <a:rect l="l" t="t" r="r" b="b"/>
              <a:pathLst>
                <a:path w="9625" h="8634" extrusionOk="0">
                  <a:moveTo>
                    <a:pt x="4504" y="103"/>
                  </a:moveTo>
                  <a:cubicBezTo>
                    <a:pt x="5386" y="103"/>
                    <a:pt x="6260" y="316"/>
                    <a:pt x="6996" y="751"/>
                  </a:cubicBezTo>
                  <a:cubicBezTo>
                    <a:pt x="8618" y="1711"/>
                    <a:pt x="9516" y="3940"/>
                    <a:pt x="9128" y="6051"/>
                  </a:cubicBezTo>
                  <a:cubicBezTo>
                    <a:pt x="8999" y="6760"/>
                    <a:pt x="8462" y="7466"/>
                    <a:pt x="7728" y="7894"/>
                  </a:cubicBezTo>
                  <a:cubicBezTo>
                    <a:pt x="6996" y="8320"/>
                    <a:pt x="6146" y="8530"/>
                    <a:pt x="5294" y="8530"/>
                  </a:cubicBezTo>
                  <a:cubicBezTo>
                    <a:pt x="4282" y="8530"/>
                    <a:pt x="3267" y="8233"/>
                    <a:pt x="2449" y="7648"/>
                  </a:cubicBezTo>
                  <a:cubicBezTo>
                    <a:pt x="920" y="6555"/>
                    <a:pt x="109" y="4521"/>
                    <a:pt x="475" y="2704"/>
                  </a:cubicBezTo>
                  <a:cubicBezTo>
                    <a:pt x="604" y="2059"/>
                    <a:pt x="898" y="1498"/>
                    <a:pt x="1258" y="1203"/>
                  </a:cubicBezTo>
                  <a:cubicBezTo>
                    <a:pt x="2147" y="478"/>
                    <a:pt x="3333" y="103"/>
                    <a:pt x="4504" y="103"/>
                  </a:cubicBezTo>
                  <a:close/>
                  <a:moveTo>
                    <a:pt x="4504" y="1"/>
                  </a:moveTo>
                  <a:cubicBezTo>
                    <a:pt x="3308" y="1"/>
                    <a:pt x="2099" y="383"/>
                    <a:pt x="1192" y="1123"/>
                  </a:cubicBezTo>
                  <a:cubicBezTo>
                    <a:pt x="646" y="1568"/>
                    <a:pt x="438" y="2363"/>
                    <a:pt x="373" y="2683"/>
                  </a:cubicBezTo>
                  <a:cubicBezTo>
                    <a:pt x="0" y="4540"/>
                    <a:pt x="829" y="6616"/>
                    <a:pt x="2388" y="7731"/>
                  </a:cubicBezTo>
                  <a:cubicBezTo>
                    <a:pt x="3225" y="8330"/>
                    <a:pt x="4261" y="8634"/>
                    <a:pt x="5295" y="8634"/>
                  </a:cubicBezTo>
                  <a:cubicBezTo>
                    <a:pt x="6165" y="8634"/>
                    <a:pt x="7034" y="8418"/>
                    <a:pt x="7780" y="7983"/>
                  </a:cubicBezTo>
                  <a:cubicBezTo>
                    <a:pt x="8539" y="7541"/>
                    <a:pt x="9095" y="6808"/>
                    <a:pt x="9231" y="6070"/>
                  </a:cubicBezTo>
                  <a:cubicBezTo>
                    <a:pt x="9625" y="3917"/>
                    <a:pt x="8707" y="1642"/>
                    <a:pt x="7048" y="661"/>
                  </a:cubicBezTo>
                  <a:cubicBezTo>
                    <a:pt x="6297" y="218"/>
                    <a:pt x="5404" y="1"/>
                    <a:pt x="450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3706775" y="3679175"/>
              <a:ext cx="105550" cy="28475"/>
            </a:xfrm>
            <a:custGeom>
              <a:avLst/>
              <a:gdLst/>
              <a:ahLst/>
              <a:cxnLst/>
              <a:rect l="l" t="t" r="r" b="b"/>
              <a:pathLst>
                <a:path w="4222" h="1139" extrusionOk="0">
                  <a:moveTo>
                    <a:pt x="30" y="1"/>
                  </a:moveTo>
                  <a:cubicBezTo>
                    <a:pt x="23" y="1"/>
                    <a:pt x="15" y="4"/>
                    <a:pt x="10" y="10"/>
                  </a:cubicBezTo>
                  <a:cubicBezTo>
                    <a:pt x="0" y="21"/>
                    <a:pt x="2" y="37"/>
                    <a:pt x="12" y="46"/>
                  </a:cubicBezTo>
                  <a:cubicBezTo>
                    <a:pt x="809" y="755"/>
                    <a:pt x="1873" y="1139"/>
                    <a:pt x="2936" y="1139"/>
                  </a:cubicBezTo>
                  <a:cubicBezTo>
                    <a:pt x="3364" y="1139"/>
                    <a:pt x="3792" y="1077"/>
                    <a:pt x="4200" y="949"/>
                  </a:cubicBezTo>
                  <a:cubicBezTo>
                    <a:pt x="4214" y="944"/>
                    <a:pt x="4222" y="930"/>
                    <a:pt x="4218" y="917"/>
                  </a:cubicBezTo>
                  <a:cubicBezTo>
                    <a:pt x="4215" y="905"/>
                    <a:pt x="4204" y="898"/>
                    <a:pt x="4194" y="898"/>
                  </a:cubicBezTo>
                  <a:cubicBezTo>
                    <a:pt x="4191" y="898"/>
                    <a:pt x="4188" y="898"/>
                    <a:pt x="4186" y="899"/>
                  </a:cubicBezTo>
                  <a:cubicBezTo>
                    <a:pt x="3781" y="1025"/>
                    <a:pt x="3359" y="1087"/>
                    <a:pt x="2937" y="1087"/>
                  </a:cubicBezTo>
                  <a:cubicBezTo>
                    <a:pt x="1886" y="1087"/>
                    <a:pt x="834" y="708"/>
                    <a:pt x="46" y="7"/>
                  </a:cubicBezTo>
                  <a:cubicBezTo>
                    <a:pt x="42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"/>
            <p:cNvSpPr/>
            <p:nvPr/>
          </p:nvSpPr>
          <p:spPr>
            <a:xfrm>
              <a:off x="3680500" y="3664975"/>
              <a:ext cx="80725" cy="51500"/>
            </a:xfrm>
            <a:custGeom>
              <a:avLst/>
              <a:gdLst/>
              <a:ahLst/>
              <a:cxnLst/>
              <a:rect l="l" t="t" r="r" b="b"/>
              <a:pathLst>
                <a:path w="3229" h="2060" extrusionOk="0">
                  <a:moveTo>
                    <a:pt x="31" y="0"/>
                  </a:moveTo>
                  <a:cubicBezTo>
                    <a:pt x="26" y="0"/>
                    <a:pt x="20" y="2"/>
                    <a:pt x="15" y="5"/>
                  </a:cubicBezTo>
                  <a:cubicBezTo>
                    <a:pt x="3" y="13"/>
                    <a:pt x="1" y="29"/>
                    <a:pt x="9" y="40"/>
                  </a:cubicBezTo>
                  <a:cubicBezTo>
                    <a:pt x="753" y="1107"/>
                    <a:pt x="1914" y="1843"/>
                    <a:pt x="3196" y="2059"/>
                  </a:cubicBezTo>
                  <a:lnTo>
                    <a:pt x="3200" y="2059"/>
                  </a:lnTo>
                  <a:cubicBezTo>
                    <a:pt x="3212" y="2059"/>
                    <a:pt x="3224" y="2051"/>
                    <a:pt x="3225" y="2038"/>
                  </a:cubicBezTo>
                  <a:cubicBezTo>
                    <a:pt x="3228" y="2024"/>
                    <a:pt x="3219" y="2011"/>
                    <a:pt x="3204" y="2008"/>
                  </a:cubicBezTo>
                  <a:cubicBezTo>
                    <a:pt x="1937" y="1794"/>
                    <a:pt x="788" y="1066"/>
                    <a:pt x="52" y="10"/>
                  </a:cubicBezTo>
                  <a:cubicBezTo>
                    <a:pt x="47" y="4"/>
                    <a:pt x="39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"/>
            <p:cNvSpPr/>
            <p:nvPr/>
          </p:nvSpPr>
          <p:spPr>
            <a:xfrm>
              <a:off x="3821925" y="3694375"/>
              <a:ext cx="9775" cy="4675"/>
            </a:xfrm>
            <a:custGeom>
              <a:avLst/>
              <a:gdLst/>
              <a:ahLst/>
              <a:cxnLst/>
              <a:rect l="l" t="t" r="r" b="b"/>
              <a:pathLst>
                <a:path w="391" h="187" extrusionOk="0">
                  <a:moveTo>
                    <a:pt x="360" y="1"/>
                  </a:moveTo>
                  <a:cubicBezTo>
                    <a:pt x="357" y="1"/>
                    <a:pt x="355" y="1"/>
                    <a:pt x="352" y="2"/>
                  </a:cubicBezTo>
                  <a:lnTo>
                    <a:pt x="21" y="135"/>
                  </a:lnTo>
                  <a:cubicBezTo>
                    <a:pt x="7" y="141"/>
                    <a:pt x="1" y="157"/>
                    <a:pt x="6" y="169"/>
                  </a:cubicBezTo>
                  <a:cubicBezTo>
                    <a:pt x="10" y="180"/>
                    <a:pt x="20" y="186"/>
                    <a:pt x="30" y="186"/>
                  </a:cubicBezTo>
                  <a:cubicBezTo>
                    <a:pt x="33" y="186"/>
                    <a:pt x="36" y="185"/>
                    <a:pt x="40" y="184"/>
                  </a:cubicBezTo>
                  <a:lnTo>
                    <a:pt x="371" y="50"/>
                  </a:lnTo>
                  <a:cubicBezTo>
                    <a:pt x="384" y="45"/>
                    <a:pt x="391" y="30"/>
                    <a:pt x="386" y="17"/>
                  </a:cubicBezTo>
                  <a:cubicBezTo>
                    <a:pt x="381" y="6"/>
                    <a:pt x="371" y="1"/>
                    <a:pt x="36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"/>
            <p:cNvSpPr/>
            <p:nvPr/>
          </p:nvSpPr>
          <p:spPr>
            <a:xfrm>
              <a:off x="3676525" y="3630575"/>
              <a:ext cx="65075" cy="58850"/>
            </a:xfrm>
            <a:custGeom>
              <a:avLst/>
              <a:gdLst/>
              <a:ahLst/>
              <a:cxnLst/>
              <a:rect l="l" t="t" r="r" b="b"/>
              <a:pathLst>
                <a:path w="2603" h="2354" extrusionOk="0">
                  <a:moveTo>
                    <a:pt x="31" y="0"/>
                  </a:moveTo>
                  <a:cubicBezTo>
                    <a:pt x="27" y="0"/>
                    <a:pt x="23" y="1"/>
                    <a:pt x="20" y="3"/>
                  </a:cubicBezTo>
                  <a:cubicBezTo>
                    <a:pt x="6" y="9"/>
                    <a:pt x="1" y="25"/>
                    <a:pt x="8" y="38"/>
                  </a:cubicBezTo>
                  <a:cubicBezTo>
                    <a:pt x="539" y="1084"/>
                    <a:pt x="1470" y="1927"/>
                    <a:pt x="2564" y="2351"/>
                  </a:cubicBezTo>
                  <a:cubicBezTo>
                    <a:pt x="2568" y="2352"/>
                    <a:pt x="2571" y="2354"/>
                    <a:pt x="2573" y="2354"/>
                  </a:cubicBezTo>
                  <a:cubicBezTo>
                    <a:pt x="2584" y="2354"/>
                    <a:pt x="2593" y="2347"/>
                    <a:pt x="2597" y="2336"/>
                  </a:cubicBezTo>
                  <a:cubicBezTo>
                    <a:pt x="2603" y="2323"/>
                    <a:pt x="2596" y="2308"/>
                    <a:pt x="2583" y="2302"/>
                  </a:cubicBezTo>
                  <a:cubicBezTo>
                    <a:pt x="1501" y="1883"/>
                    <a:pt x="579" y="1049"/>
                    <a:pt x="53" y="14"/>
                  </a:cubicBezTo>
                  <a:cubicBezTo>
                    <a:pt x="50" y="6"/>
                    <a:pt x="41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"/>
            <p:cNvSpPr/>
            <p:nvPr/>
          </p:nvSpPr>
          <p:spPr>
            <a:xfrm>
              <a:off x="3661400" y="3602025"/>
              <a:ext cx="20375" cy="52825"/>
            </a:xfrm>
            <a:custGeom>
              <a:avLst/>
              <a:gdLst/>
              <a:ahLst/>
              <a:cxnLst/>
              <a:rect l="l" t="t" r="r" b="b"/>
              <a:pathLst>
                <a:path w="815" h="2113" extrusionOk="0">
                  <a:moveTo>
                    <a:pt x="26" y="0"/>
                  </a:moveTo>
                  <a:cubicBezTo>
                    <a:pt x="13" y="0"/>
                    <a:pt x="1" y="13"/>
                    <a:pt x="2" y="27"/>
                  </a:cubicBezTo>
                  <a:cubicBezTo>
                    <a:pt x="46" y="770"/>
                    <a:pt x="318" y="1507"/>
                    <a:pt x="765" y="2103"/>
                  </a:cubicBezTo>
                  <a:cubicBezTo>
                    <a:pt x="770" y="2110"/>
                    <a:pt x="777" y="2113"/>
                    <a:pt x="785" y="2113"/>
                  </a:cubicBezTo>
                  <a:cubicBezTo>
                    <a:pt x="790" y="2113"/>
                    <a:pt x="796" y="2111"/>
                    <a:pt x="801" y="2109"/>
                  </a:cubicBezTo>
                  <a:cubicBezTo>
                    <a:pt x="812" y="2099"/>
                    <a:pt x="814" y="2083"/>
                    <a:pt x="806" y="2072"/>
                  </a:cubicBezTo>
                  <a:cubicBezTo>
                    <a:pt x="365" y="1484"/>
                    <a:pt x="97" y="756"/>
                    <a:pt x="54" y="25"/>
                  </a:cubicBezTo>
                  <a:cubicBezTo>
                    <a:pt x="53" y="10"/>
                    <a:pt x="41" y="0"/>
                    <a:pt x="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"/>
            <p:cNvSpPr/>
            <p:nvPr/>
          </p:nvSpPr>
          <p:spPr>
            <a:xfrm>
              <a:off x="3666050" y="3589625"/>
              <a:ext cx="6375" cy="30225"/>
            </a:xfrm>
            <a:custGeom>
              <a:avLst/>
              <a:gdLst/>
              <a:ahLst/>
              <a:cxnLst/>
              <a:rect l="l" t="t" r="r" b="b"/>
              <a:pathLst>
                <a:path w="255" h="1209" extrusionOk="0">
                  <a:moveTo>
                    <a:pt x="49" y="1"/>
                  </a:moveTo>
                  <a:cubicBezTo>
                    <a:pt x="35" y="1"/>
                    <a:pt x="27" y="12"/>
                    <a:pt x="26" y="26"/>
                  </a:cubicBezTo>
                  <a:cubicBezTo>
                    <a:pt x="0" y="418"/>
                    <a:pt x="61" y="822"/>
                    <a:pt x="201" y="1192"/>
                  </a:cubicBezTo>
                  <a:cubicBezTo>
                    <a:pt x="205" y="1201"/>
                    <a:pt x="215" y="1208"/>
                    <a:pt x="225" y="1208"/>
                  </a:cubicBezTo>
                  <a:cubicBezTo>
                    <a:pt x="229" y="1208"/>
                    <a:pt x="232" y="1208"/>
                    <a:pt x="234" y="1207"/>
                  </a:cubicBezTo>
                  <a:cubicBezTo>
                    <a:pt x="248" y="1201"/>
                    <a:pt x="254" y="1187"/>
                    <a:pt x="249" y="1173"/>
                  </a:cubicBezTo>
                  <a:cubicBezTo>
                    <a:pt x="112" y="811"/>
                    <a:pt x="51" y="416"/>
                    <a:pt x="78" y="28"/>
                  </a:cubicBezTo>
                  <a:cubicBezTo>
                    <a:pt x="78" y="15"/>
                    <a:pt x="67" y="1"/>
                    <a:pt x="54" y="1"/>
                  </a:cubicBezTo>
                  <a:cubicBezTo>
                    <a:pt x="52" y="1"/>
                    <a:pt x="51" y="1"/>
                    <a:pt x="4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"/>
            <p:cNvSpPr/>
            <p:nvPr/>
          </p:nvSpPr>
          <p:spPr>
            <a:xfrm>
              <a:off x="3767875" y="3714750"/>
              <a:ext cx="27175" cy="3050"/>
            </a:xfrm>
            <a:custGeom>
              <a:avLst/>
              <a:gdLst/>
              <a:ahLst/>
              <a:cxnLst/>
              <a:rect l="l" t="t" r="r" b="b"/>
              <a:pathLst>
                <a:path w="1087" h="122" extrusionOk="0">
                  <a:moveTo>
                    <a:pt x="1058" y="0"/>
                  </a:moveTo>
                  <a:cubicBezTo>
                    <a:pt x="1057" y="0"/>
                    <a:pt x="1056" y="1"/>
                    <a:pt x="1054" y="1"/>
                  </a:cubicBezTo>
                  <a:cubicBezTo>
                    <a:pt x="780" y="47"/>
                    <a:pt x="499" y="71"/>
                    <a:pt x="220" y="71"/>
                  </a:cubicBezTo>
                  <a:cubicBezTo>
                    <a:pt x="156" y="71"/>
                    <a:pt x="92" y="69"/>
                    <a:pt x="28" y="67"/>
                  </a:cubicBezTo>
                  <a:cubicBezTo>
                    <a:pt x="17" y="68"/>
                    <a:pt x="2" y="78"/>
                    <a:pt x="1" y="91"/>
                  </a:cubicBezTo>
                  <a:cubicBezTo>
                    <a:pt x="1" y="106"/>
                    <a:pt x="12" y="118"/>
                    <a:pt x="26" y="118"/>
                  </a:cubicBezTo>
                  <a:cubicBezTo>
                    <a:pt x="91" y="121"/>
                    <a:pt x="157" y="122"/>
                    <a:pt x="221" y="122"/>
                  </a:cubicBezTo>
                  <a:lnTo>
                    <a:pt x="223" y="122"/>
                  </a:lnTo>
                  <a:cubicBezTo>
                    <a:pt x="504" y="122"/>
                    <a:pt x="785" y="99"/>
                    <a:pt x="1064" y="52"/>
                  </a:cubicBezTo>
                  <a:cubicBezTo>
                    <a:pt x="1077" y="51"/>
                    <a:pt x="1087" y="37"/>
                    <a:pt x="1084" y="22"/>
                  </a:cubicBezTo>
                  <a:cubicBezTo>
                    <a:pt x="1083" y="10"/>
                    <a:pt x="1071" y="0"/>
                    <a:pt x="105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"/>
            <p:cNvSpPr/>
            <p:nvPr/>
          </p:nvSpPr>
          <p:spPr>
            <a:xfrm>
              <a:off x="3751175" y="3692075"/>
              <a:ext cx="25825" cy="4200"/>
            </a:xfrm>
            <a:custGeom>
              <a:avLst/>
              <a:gdLst/>
              <a:ahLst/>
              <a:cxnLst/>
              <a:rect l="l" t="t" r="r" b="b"/>
              <a:pathLst>
                <a:path w="1033" h="168" extrusionOk="0">
                  <a:moveTo>
                    <a:pt x="29" y="0"/>
                  </a:moveTo>
                  <a:cubicBezTo>
                    <a:pt x="18" y="0"/>
                    <a:pt x="8" y="8"/>
                    <a:pt x="4" y="19"/>
                  </a:cubicBezTo>
                  <a:cubicBezTo>
                    <a:pt x="0" y="32"/>
                    <a:pt x="8" y="47"/>
                    <a:pt x="22" y="51"/>
                  </a:cubicBezTo>
                  <a:cubicBezTo>
                    <a:pt x="291" y="129"/>
                    <a:pt x="568" y="168"/>
                    <a:pt x="846" y="168"/>
                  </a:cubicBezTo>
                  <a:cubicBezTo>
                    <a:pt x="900" y="168"/>
                    <a:pt x="953" y="167"/>
                    <a:pt x="1007" y="164"/>
                  </a:cubicBezTo>
                  <a:cubicBezTo>
                    <a:pt x="1021" y="164"/>
                    <a:pt x="1032" y="150"/>
                    <a:pt x="1031" y="137"/>
                  </a:cubicBezTo>
                  <a:cubicBezTo>
                    <a:pt x="1031" y="124"/>
                    <a:pt x="1019" y="113"/>
                    <a:pt x="1005" y="113"/>
                  </a:cubicBezTo>
                  <a:lnTo>
                    <a:pt x="1004" y="113"/>
                  </a:lnTo>
                  <a:cubicBezTo>
                    <a:pt x="952" y="116"/>
                    <a:pt x="900" y="117"/>
                    <a:pt x="849" y="117"/>
                  </a:cubicBezTo>
                  <a:cubicBezTo>
                    <a:pt x="575" y="117"/>
                    <a:pt x="301" y="78"/>
                    <a:pt x="37" y="1"/>
                  </a:cubicBezTo>
                  <a:cubicBezTo>
                    <a:pt x="34" y="0"/>
                    <a:pt x="3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"/>
            <p:cNvSpPr/>
            <p:nvPr/>
          </p:nvSpPr>
          <p:spPr>
            <a:xfrm>
              <a:off x="3717525" y="3663350"/>
              <a:ext cx="42250" cy="20525"/>
            </a:xfrm>
            <a:custGeom>
              <a:avLst/>
              <a:gdLst/>
              <a:ahLst/>
              <a:cxnLst/>
              <a:rect l="l" t="t" r="r" b="b"/>
              <a:pathLst>
                <a:path w="1690" h="821" extrusionOk="0">
                  <a:moveTo>
                    <a:pt x="31" y="1"/>
                  </a:moveTo>
                  <a:cubicBezTo>
                    <a:pt x="23" y="1"/>
                    <a:pt x="15" y="4"/>
                    <a:pt x="9" y="11"/>
                  </a:cubicBezTo>
                  <a:cubicBezTo>
                    <a:pt x="1" y="23"/>
                    <a:pt x="4" y="39"/>
                    <a:pt x="14" y="47"/>
                  </a:cubicBezTo>
                  <a:cubicBezTo>
                    <a:pt x="497" y="414"/>
                    <a:pt x="1065" y="681"/>
                    <a:pt x="1656" y="821"/>
                  </a:cubicBezTo>
                  <a:lnTo>
                    <a:pt x="1661" y="821"/>
                  </a:lnTo>
                  <a:cubicBezTo>
                    <a:pt x="1673" y="821"/>
                    <a:pt x="1684" y="812"/>
                    <a:pt x="1687" y="802"/>
                  </a:cubicBezTo>
                  <a:cubicBezTo>
                    <a:pt x="1689" y="787"/>
                    <a:pt x="1681" y="773"/>
                    <a:pt x="1666" y="769"/>
                  </a:cubicBezTo>
                  <a:cubicBezTo>
                    <a:pt x="1084" y="632"/>
                    <a:pt x="523" y="369"/>
                    <a:pt x="45" y="5"/>
                  </a:cubicBez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"/>
            <p:cNvSpPr/>
            <p:nvPr/>
          </p:nvSpPr>
          <p:spPr>
            <a:xfrm>
              <a:off x="3676425" y="3611375"/>
              <a:ext cx="32750" cy="46025"/>
            </a:xfrm>
            <a:custGeom>
              <a:avLst/>
              <a:gdLst/>
              <a:ahLst/>
              <a:cxnLst/>
              <a:rect l="l" t="t" r="r" b="b"/>
              <a:pathLst>
                <a:path w="1310" h="1841" extrusionOk="0">
                  <a:moveTo>
                    <a:pt x="30" y="1"/>
                  </a:moveTo>
                  <a:cubicBezTo>
                    <a:pt x="27" y="1"/>
                    <a:pt x="25" y="1"/>
                    <a:pt x="22" y="2"/>
                  </a:cubicBezTo>
                  <a:cubicBezTo>
                    <a:pt x="9" y="6"/>
                    <a:pt x="1" y="21"/>
                    <a:pt x="5" y="34"/>
                  </a:cubicBezTo>
                  <a:cubicBezTo>
                    <a:pt x="222" y="747"/>
                    <a:pt x="670" y="1387"/>
                    <a:pt x="1266" y="1835"/>
                  </a:cubicBezTo>
                  <a:cubicBezTo>
                    <a:pt x="1270" y="1838"/>
                    <a:pt x="1275" y="1841"/>
                    <a:pt x="1280" y="1841"/>
                  </a:cubicBezTo>
                  <a:lnTo>
                    <a:pt x="1282" y="1839"/>
                  </a:lnTo>
                  <a:cubicBezTo>
                    <a:pt x="1288" y="1839"/>
                    <a:pt x="1296" y="1837"/>
                    <a:pt x="1302" y="1830"/>
                  </a:cubicBezTo>
                  <a:cubicBezTo>
                    <a:pt x="1310" y="1818"/>
                    <a:pt x="1307" y="1802"/>
                    <a:pt x="1296" y="1794"/>
                  </a:cubicBezTo>
                  <a:cubicBezTo>
                    <a:pt x="710" y="1352"/>
                    <a:pt x="269" y="721"/>
                    <a:pt x="55" y="19"/>
                  </a:cubicBezTo>
                  <a:cubicBezTo>
                    <a:pt x="51" y="8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"/>
            <p:cNvSpPr/>
            <p:nvPr/>
          </p:nvSpPr>
          <p:spPr>
            <a:xfrm>
              <a:off x="3761200" y="3526350"/>
              <a:ext cx="85975" cy="49925"/>
            </a:xfrm>
            <a:custGeom>
              <a:avLst/>
              <a:gdLst/>
              <a:ahLst/>
              <a:cxnLst/>
              <a:rect l="l" t="t" r="r" b="b"/>
              <a:pathLst>
                <a:path w="3439" h="1997" extrusionOk="0">
                  <a:moveTo>
                    <a:pt x="28" y="0"/>
                  </a:moveTo>
                  <a:cubicBezTo>
                    <a:pt x="14" y="0"/>
                    <a:pt x="1" y="11"/>
                    <a:pt x="1" y="25"/>
                  </a:cubicBezTo>
                  <a:cubicBezTo>
                    <a:pt x="0" y="39"/>
                    <a:pt x="11" y="52"/>
                    <a:pt x="26" y="52"/>
                  </a:cubicBezTo>
                  <a:cubicBezTo>
                    <a:pt x="1370" y="113"/>
                    <a:pt x="2658" y="855"/>
                    <a:pt x="3388" y="1985"/>
                  </a:cubicBezTo>
                  <a:cubicBezTo>
                    <a:pt x="3393" y="1993"/>
                    <a:pt x="3401" y="1997"/>
                    <a:pt x="3410" y="1997"/>
                  </a:cubicBezTo>
                  <a:lnTo>
                    <a:pt x="3410" y="1997"/>
                  </a:lnTo>
                  <a:cubicBezTo>
                    <a:pt x="3415" y="1997"/>
                    <a:pt x="3420" y="1995"/>
                    <a:pt x="3424" y="1993"/>
                  </a:cubicBezTo>
                  <a:cubicBezTo>
                    <a:pt x="3436" y="1985"/>
                    <a:pt x="3439" y="1969"/>
                    <a:pt x="3432" y="1957"/>
                  </a:cubicBezTo>
                  <a:cubicBezTo>
                    <a:pt x="2692" y="813"/>
                    <a:pt x="1388" y="64"/>
                    <a:pt x="28" y="0"/>
                  </a:cubicBezTo>
                  <a:close/>
                  <a:moveTo>
                    <a:pt x="3410" y="1997"/>
                  </a:moveTo>
                  <a:lnTo>
                    <a:pt x="3410" y="1997"/>
                  </a:lnTo>
                  <a:cubicBezTo>
                    <a:pt x="3410" y="1997"/>
                    <a:pt x="3409" y="1997"/>
                    <a:pt x="3409" y="1997"/>
                  </a:cubicBezTo>
                  <a:lnTo>
                    <a:pt x="3411" y="1997"/>
                  </a:lnTo>
                  <a:cubicBezTo>
                    <a:pt x="3410" y="1997"/>
                    <a:pt x="3410" y="1997"/>
                    <a:pt x="3410" y="1997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"/>
            <p:cNvSpPr/>
            <p:nvPr/>
          </p:nvSpPr>
          <p:spPr>
            <a:xfrm>
              <a:off x="3791300" y="3540725"/>
              <a:ext cx="62275" cy="64675"/>
            </a:xfrm>
            <a:custGeom>
              <a:avLst/>
              <a:gdLst/>
              <a:ahLst/>
              <a:cxnLst/>
              <a:rect l="l" t="t" r="r" b="b"/>
              <a:pathLst>
                <a:path w="2491" h="2587" extrusionOk="0">
                  <a:moveTo>
                    <a:pt x="30" y="1"/>
                  </a:moveTo>
                  <a:cubicBezTo>
                    <a:pt x="19" y="1"/>
                    <a:pt x="10" y="7"/>
                    <a:pt x="6" y="16"/>
                  </a:cubicBezTo>
                  <a:cubicBezTo>
                    <a:pt x="0" y="29"/>
                    <a:pt x="6" y="46"/>
                    <a:pt x="19" y="51"/>
                  </a:cubicBezTo>
                  <a:cubicBezTo>
                    <a:pt x="1126" y="503"/>
                    <a:pt x="2030" y="1445"/>
                    <a:pt x="2437" y="2569"/>
                  </a:cubicBezTo>
                  <a:cubicBezTo>
                    <a:pt x="2441" y="2580"/>
                    <a:pt x="2450" y="2587"/>
                    <a:pt x="2461" y="2587"/>
                  </a:cubicBezTo>
                  <a:cubicBezTo>
                    <a:pt x="2463" y="2586"/>
                    <a:pt x="2466" y="2586"/>
                    <a:pt x="2469" y="2584"/>
                  </a:cubicBezTo>
                  <a:cubicBezTo>
                    <a:pt x="2482" y="2580"/>
                    <a:pt x="2490" y="2565"/>
                    <a:pt x="2485" y="2552"/>
                  </a:cubicBezTo>
                  <a:cubicBezTo>
                    <a:pt x="2075" y="1412"/>
                    <a:pt x="1160" y="460"/>
                    <a:pt x="39" y="3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"/>
            <p:cNvSpPr/>
            <p:nvPr/>
          </p:nvSpPr>
          <p:spPr>
            <a:xfrm>
              <a:off x="3850250" y="3582225"/>
              <a:ext cx="15675" cy="47850"/>
            </a:xfrm>
            <a:custGeom>
              <a:avLst/>
              <a:gdLst/>
              <a:ahLst/>
              <a:cxnLst/>
              <a:rect l="l" t="t" r="r" b="b"/>
              <a:pathLst>
                <a:path w="627" h="1914" extrusionOk="0">
                  <a:moveTo>
                    <a:pt x="31" y="1"/>
                  </a:moveTo>
                  <a:cubicBezTo>
                    <a:pt x="26" y="1"/>
                    <a:pt x="22" y="2"/>
                    <a:pt x="18" y="4"/>
                  </a:cubicBezTo>
                  <a:cubicBezTo>
                    <a:pt x="5" y="12"/>
                    <a:pt x="1" y="28"/>
                    <a:pt x="9" y="40"/>
                  </a:cubicBezTo>
                  <a:cubicBezTo>
                    <a:pt x="337" y="601"/>
                    <a:pt x="533" y="1240"/>
                    <a:pt x="574" y="1889"/>
                  </a:cubicBezTo>
                  <a:cubicBezTo>
                    <a:pt x="574" y="1902"/>
                    <a:pt x="586" y="1913"/>
                    <a:pt x="599" y="1913"/>
                  </a:cubicBezTo>
                  <a:lnTo>
                    <a:pt x="601" y="1913"/>
                  </a:lnTo>
                  <a:cubicBezTo>
                    <a:pt x="615" y="1912"/>
                    <a:pt x="626" y="1900"/>
                    <a:pt x="625" y="1886"/>
                  </a:cubicBezTo>
                  <a:cubicBezTo>
                    <a:pt x="584" y="1228"/>
                    <a:pt x="387" y="581"/>
                    <a:pt x="53" y="13"/>
                  </a:cubicBezTo>
                  <a:cubicBezTo>
                    <a:pt x="48" y="5"/>
                    <a:pt x="40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"/>
            <p:cNvSpPr/>
            <p:nvPr/>
          </p:nvSpPr>
          <p:spPr>
            <a:xfrm>
              <a:off x="3865350" y="3637150"/>
              <a:ext cx="2450" cy="13150"/>
            </a:xfrm>
            <a:custGeom>
              <a:avLst/>
              <a:gdLst/>
              <a:ahLst/>
              <a:cxnLst/>
              <a:rect l="l" t="t" r="r" b="b"/>
              <a:pathLst>
                <a:path w="98" h="526" extrusionOk="0">
                  <a:moveTo>
                    <a:pt x="29" y="1"/>
                  </a:moveTo>
                  <a:cubicBezTo>
                    <a:pt x="27" y="1"/>
                    <a:pt x="25" y="1"/>
                    <a:pt x="23" y="1"/>
                  </a:cubicBezTo>
                  <a:cubicBezTo>
                    <a:pt x="9" y="4"/>
                    <a:pt x="1" y="17"/>
                    <a:pt x="3" y="32"/>
                  </a:cubicBezTo>
                  <a:cubicBezTo>
                    <a:pt x="37" y="184"/>
                    <a:pt x="46" y="340"/>
                    <a:pt x="32" y="496"/>
                  </a:cubicBezTo>
                  <a:cubicBezTo>
                    <a:pt x="30" y="511"/>
                    <a:pt x="40" y="523"/>
                    <a:pt x="54" y="525"/>
                  </a:cubicBezTo>
                  <a:lnTo>
                    <a:pt x="57" y="525"/>
                  </a:lnTo>
                  <a:lnTo>
                    <a:pt x="57" y="526"/>
                  </a:lnTo>
                  <a:cubicBezTo>
                    <a:pt x="71" y="526"/>
                    <a:pt x="81" y="515"/>
                    <a:pt x="83" y="502"/>
                  </a:cubicBezTo>
                  <a:cubicBezTo>
                    <a:pt x="97" y="340"/>
                    <a:pt x="88" y="179"/>
                    <a:pt x="54" y="21"/>
                  </a:cubicBezTo>
                  <a:cubicBezTo>
                    <a:pt x="51" y="9"/>
                    <a:pt x="40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"/>
            <p:cNvSpPr/>
            <p:nvPr/>
          </p:nvSpPr>
          <p:spPr>
            <a:xfrm>
              <a:off x="3714250" y="3526875"/>
              <a:ext cx="33975" cy="5850"/>
            </a:xfrm>
            <a:custGeom>
              <a:avLst/>
              <a:gdLst/>
              <a:ahLst/>
              <a:cxnLst/>
              <a:rect l="l" t="t" r="r" b="b"/>
              <a:pathLst>
                <a:path w="1359" h="234" extrusionOk="0">
                  <a:moveTo>
                    <a:pt x="1152" y="0"/>
                  </a:moveTo>
                  <a:cubicBezTo>
                    <a:pt x="769" y="0"/>
                    <a:pt x="381" y="62"/>
                    <a:pt x="20" y="183"/>
                  </a:cubicBezTo>
                  <a:cubicBezTo>
                    <a:pt x="7" y="187"/>
                    <a:pt x="0" y="201"/>
                    <a:pt x="4" y="215"/>
                  </a:cubicBezTo>
                  <a:cubicBezTo>
                    <a:pt x="8" y="226"/>
                    <a:pt x="18" y="234"/>
                    <a:pt x="28" y="234"/>
                  </a:cubicBezTo>
                  <a:cubicBezTo>
                    <a:pt x="31" y="234"/>
                    <a:pt x="34" y="232"/>
                    <a:pt x="36" y="232"/>
                  </a:cubicBezTo>
                  <a:cubicBezTo>
                    <a:pt x="390" y="114"/>
                    <a:pt x="769" y="52"/>
                    <a:pt x="1144" y="52"/>
                  </a:cubicBezTo>
                  <a:cubicBezTo>
                    <a:pt x="1207" y="52"/>
                    <a:pt x="1269" y="54"/>
                    <a:pt x="1332" y="57"/>
                  </a:cubicBezTo>
                  <a:cubicBezTo>
                    <a:pt x="1348" y="57"/>
                    <a:pt x="1357" y="47"/>
                    <a:pt x="1359" y="33"/>
                  </a:cubicBezTo>
                  <a:cubicBezTo>
                    <a:pt x="1359" y="18"/>
                    <a:pt x="1348" y="6"/>
                    <a:pt x="1335" y="5"/>
                  </a:cubicBezTo>
                  <a:cubicBezTo>
                    <a:pt x="1274" y="2"/>
                    <a:pt x="1213" y="0"/>
                    <a:pt x="115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"/>
            <p:cNvSpPr/>
            <p:nvPr/>
          </p:nvSpPr>
          <p:spPr>
            <a:xfrm>
              <a:off x="3691775" y="3535400"/>
              <a:ext cx="89825" cy="13800"/>
            </a:xfrm>
            <a:custGeom>
              <a:avLst/>
              <a:gdLst/>
              <a:ahLst/>
              <a:cxnLst/>
              <a:rect l="l" t="t" r="r" b="b"/>
              <a:pathLst>
                <a:path w="3593" h="552" extrusionOk="0">
                  <a:moveTo>
                    <a:pt x="2595" y="1"/>
                  </a:moveTo>
                  <a:cubicBezTo>
                    <a:pt x="1715" y="1"/>
                    <a:pt x="840" y="170"/>
                    <a:pt x="19" y="502"/>
                  </a:cubicBezTo>
                  <a:cubicBezTo>
                    <a:pt x="6" y="507"/>
                    <a:pt x="0" y="522"/>
                    <a:pt x="4" y="536"/>
                  </a:cubicBezTo>
                  <a:cubicBezTo>
                    <a:pt x="10" y="547"/>
                    <a:pt x="19" y="552"/>
                    <a:pt x="29" y="552"/>
                  </a:cubicBezTo>
                  <a:cubicBezTo>
                    <a:pt x="33" y="552"/>
                    <a:pt x="35" y="552"/>
                    <a:pt x="39" y="551"/>
                  </a:cubicBezTo>
                  <a:cubicBezTo>
                    <a:pt x="852" y="221"/>
                    <a:pt x="1719" y="53"/>
                    <a:pt x="2591" y="53"/>
                  </a:cubicBezTo>
                  <a:cubicBezTo>
                    <a:pt x="2915" y="53"/>
                    <a:pt x="3239" y="76"/>
                    <a:pt x="3561" y="123"/>
                  </a:cubicBezTo>
                  <a:cubicBezTo>
                    <a:pt x="3562" y="123"/>
                    <a:pt x="3563" y="123"/>
                    <a:pt x="3564" y="123"/>
                  </a:cubicBezTo>
                  <a:cubicBezTo>
                    <a:pt x="3578" y="123"/>
                    <a:pt x="3588" y="114"/>
                    <a:pt x="3590" y="100"/>
                  </a:cubicBezTo>
                  <a:cubicBezTo>
                    <a:pt x="3592" y="86"/>
                    <a:pt x="3583" y="73"/>
                    <a:pt x="3568" y="70"/>
                  </a:cubicBezTo>
                  <a:cubicBezTo>
                    <a:pt x="3245" y="24"/>
                    <a:pt x="2920" y="1"/>
                    <a:pt x="259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"/>
            <p:cNvSpPr/>
            <p:nvPr/>
          </p:nvSpPr>
          <p:spPr>
            <a:xfrm>
              <a:off x="3736600" y="3544550"/>
              <a:ext cx="61100" cy="10550"/>
            </a:xfrm>
            <a:custGeom>
              <a:avLst/>
              <a:gdLst/>
              <a:ahLst/>
              <a:cxnLst/>
              <a:rect l="l" t="t" r="r" b="b"/>
              <a:pathLst>
                <a:path w="2444" h="422" extrusionOk="0">
                  <a:moveTo>
                    <a:pt x="657" y="0"/>
                  </a:moveTo>
                  <a:cubicBezTo>
                    <a:pt x="445" y="0"/>
                    <a:pt x="233" y="16"/>
                    <a:pt x="25" y="47"/>
                  </a:cubicBezTo>
                  <a:cubicBezTo>
                    <a:pt x="10" y="50"/>
                    <a:pt x="1" y="63"/>
                    <a:pt x="3" y="77"/>
                  </a:cubicBezTo>
                  <a:cubicBezTo>
                    <a:pt x="5" y="89"/>
                    <a:pt x="14" y="99"/>
                    <a:pt x="28" y="99"/>
                  </a:cubicBezTo>
                  <a:cubicBezTo>
                    <a:pt x="30" y="99"/>
                    <a:pt x="31" y="99"/>
                    <a:pt x="33" y="98"/>
                  </a:cubicBezTo>
                  <a:cubicBezTo>
                    <a:pt x="238" y="67"/>
                    <a:pt x="447" y="52"/>
                    <a:pt x="657" y="52"/>
                  </a:cubicBezTo>
                  <a:cubicBezTo>
                    <a:pt x="1256" y="52"/>
                    <a:pt x="1860" y="178"/>
                    <a:pt x="2405" y="420"/>
                  </a:cubicBezTo>
                  <a:cubicBezTo>
                    <a:pt x="2407" y="421"/>
                    <a:pt x="2412" y="421"/>
                    <a:pt x="2414" y="421"/>
                  </a:cubicBezTo>
                  <a:cubicBezTo>
                    <a:pt x="2425" y="421"/>
                    <a:pt x="2434" y="416"/>
                    <a:pt x="2438" y="407"/>
                  </a:cubicBezTo>
                  <a:cubicBezTo>
                    <a:pt x="2444" y="393"/>
                    <a:pt x="2438" y="378"/>
                    <a:pt x="2425" y="372"/>
                  </a:cubicBezTo>
                  <a:cubicBezTo>
                    <a:pt x="1875" y="127"/>
                    <a:pt x="1264" y="0"/>
                    <a:pt x="65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"/>
            <p:cNvSpPr/>
            <p:nvPr/>
          </p:nvSpPr>
          <p:spPr>
            <a:xfrm>
              <a:off x="3803525" y="3558025"/>
              <a:ext cx="30275" cy="30225"/>
            </a:xfrm>
            <a:custGeom>
              <a:avLst/>
              <a:gdLst/>
              <a:ahLst/>
              <a:cxnLst/>
              <a:rect l="l" t="t" r="r" b="b"/>
              <a:pathLst>
                <a:path w="1211" h="1209" extrusionOk="0">
                  <a:moveTo>
                    <a:pt x="30" y="1"/>
                  </a:moveTo>
                  <a:cubicBezTo>
                    <a:pt x="22" y="1"/>
                    <a:pt x="14" y="5"/>
                    <a:pt x="9" y="11"/>
                  </a:cubicBezTo>
                  <a:cubicBezTo>
                    <a:pt x="1" y="24"/>
                    <a:pt x="4" y="40"/>
                    <a:pt x="16" y="48"/>
                  </a:cubicBezTo>
                  <a:cubicBezTo>
                    <a:pt x="460" y="364"/>
                    <a:pt x="846" y="750"/>
                    <a:pt x="1159" y="1197"/>
                  </a:cubicBezTo>
                  <a:cubicBezTo>
                    <a:pt x="1165" y="1205"/>
                    <a:pt x="1173" y="1209"/>
                    <a:pt x="1181" y="1209"/>
                  </a:cubicBezTo>
                  <a:cubicBezTo>
                    <a:pt x="1186" y="1209"/>
                    <a:pt x="1190" y="1206"/>
                    <a:pt x="1196" y="1203"/>
                  </a:cubicBezTo>
                  <a:cubicBezTo>
                    <a:pt x="1208" y="1195"/>
                    <a:pt x="1210" y="1179"/>
                    <a:pt x="1202" y="1167"/>
                  </a:cubicBezTo>
                  <a:cubicBezTo>
                    <a:pt x="885" y="715"/>
                    <a:pt x="495" y="325"/>
                    <a:pt x="45" y="6"/>
                  </a:cubicBezTo>
                  <a:cubicBezTo>
                    <a:pt x="41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"/>
            <p:cNvSpPr/>
            <p:nvPr/>
          </p:nvSpPr>
          <p:spPr>
            <a:xfrm>
              <a:off x="3837675" y="3594075"/>
              <a:ext cx="17350" cy="38000"/>
            </a:xfrm>
            <a:custGeom>
              <a:avLst/>
              <a:gdLst/>
              <a:ahLst/>
              <a:cxnLst/>
              <a:rect l="l" t="t" r="r" b="b"/>
              <a:pathLst>
                <a:path w="694" h="1520" extrusionOk="0">
                  <a:moveTo>
                    <a:pt x="30" y="1"/>
                  </a:moveTo>
                  <a:cubicBezTo>
                    <a:pt x="26" y="1"/>
                    <a:pt x="21" y="2"/>
                    <a:pt x="17" y="5"/>
                  </a:cubicBezTo>
                  <a:cubicBezTo>
                    <a:pt x="4" y="12"/>
                    <a:pt x="0" y="28"/>
                    <a:pt x="8" y="40"/>
                  </a:cubicBezTo>
                  <a:cubicBezTo>
                    <a:pt x="290" y="495"/>
                    <a:pt x="502" y="986"/>
                    <a:pt x="639" y="1501"/>
                  </a:cubicBezTo>
                  <a:cubicBezTo>
                    <a:pt x="642" y="1513"/>
                    <a:pt x="653" y="1520"/>
                    <a:pt x="664" y="1520"/>
                  </a:cubicBezTo>
                  <a:lnTo>
                    <a:pt x="670" y="1520"/>
                  </a:lnTo>
                  <a:cubicBezTo>
                    <a:pt x="685" y="1516"/>
                    <a:pt x="693" y="1501"/>
                    <a:pt x="689" y="1487"/>
                  </a:cubicBezTo>
                  <a:cubicBezTo>
                    <a:pt x="551" y="968"/>
                    <a:pt x="337" y="472"/>
                    <a:pt x="52" y="13"/>
                  </a:cubicBezTo>
                  <a:cubicBezTo>
                    <a:pt x="47" y="5"/>
                    <a:pt x="39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"/>
            <p:cNvSpPr/>
            <p:nvPr/>
          </p:nvSpPr>
          <p:spPr>
            <a:xfrm>
              <a:off x="3776625" y="3556975"/>
              <a:ext cx="32625" cy="16325"/>
            </a:xfrm>
            <a:custGeom>
              <a:avLst/>
              <a:gdLst/>
              <a:ahLst/>
              <a:cxnLst/>
              <a:rect l="l" t="t" r="r" b="b"/>
              <a:pathLst>
                <a:path w="1305" h="653" extrusionOk="0">
                  <a:moveTo>
                    <a:pt x="29" y="0"/>
                  </a:moveTo>
                  <a:cubicBezTo>
                    <a:pt x="18" y="0"/>
                    <a:pt x="7" y="8"/>
                    <a:pt x="5" y="21"/>
                  </a:cubicBezTo>
                  <a:cubicBezTo>
                    <a:pt x="1" y="35"/>
                    <a:pt x="10" y="48"/>
                    <a:pt x="25" y="51"/>
                  </a:cubicBezTo>
                  <a:cubicBezTo>
                    <a:pt x="477" y="144"/>
                    <a:pt x="905" y="349"/>
                    <a:pt x="1258" y="645"/>
                  </a:cubicBezTo>
                  <a:cubicBezTo>
                    <a:pt x="1264" y="649"/>
                    <a:pt x="1269" y="652"/>
                    <a:pt x="1276" y="652"/>
                  </a:cubicBezTo>
                  <a:cubicBezTo>
                    <a:pt x="1283" y="652"/>
                    <a:pt x="1291" y="649"/>
                    <a:pt x="1295" y="643"/>
                  </a:cubicBezTo>
                  <a:cubicBezTo>
                    <a:pt x="1304" y="632"/>
                    <a:pt x="1303" y="616"/>
                    <a:pt x="1292" y="606"/>
                  </a:cubicBezTo>
                  <a:cubicBezTo>
                    <a:pt x="932" y="304"/>
                    <a:pt x="496" y="94"/>
                    <a:pt x="34" y="1"/>
                  </a:cubicBezTo>
                  <a:cubicBezTo>
                    <a:pt x="33" y="1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"/>
            <p:cNvSpPr/>
            <p:nvPr/>
          </p:nvSpPr>
          <p:spPr>
            <a:xfrm>
              <a:off x="3682550" y="3548825"/>
              <a:ext cx="42050" cy="14600"/>
            </a:xfrm>
            <a:custGeom>
              <a:avLst/>
              <a:gdLst/>
              <a:ahLst/>
              <a:cxnLst/>
              <a:rect l="l" t="t" r="r" b="b"/>
              <a:pathLst>
                <a:path w="1682" h="584" extrusionOk="0">
                  <a:moveTo>
                    <a:pt x="1653" y="1"/>
                  </a:moveTo>
                  <a:cubicBezTo>
                    <a:pt x="1652" y="1"/>
                    <a:pt x="1650" y="1"/>
                    <a:pt x="1649" y="1"/>
                  </a:cubicBezTo>
                  <a:cubicBezTo>
                    <a:pt x="1082" y="101"/>
                    <a:pt x="535" y="281"/>
                    <a:pt x="20" y="536"/>
                  </a:cubicBezTo>
                  <a:cubicBezTo>
                    <a:pt x="6" y="541"/>
                    <a:pt x="1" y="557"/>
                    <a:pt x="7" y="569"/>
                  </a:cubicBezTo>
                  <a:cubicBezTo>
                    <a:pt x="12" y="579"/>
                    <a:pt x="21" y="584"/>
                    <a:pt x="30" y="584"/>
                  </a:cubicBezTo>
                  <a:cubicBezTo>
                    <a:pt x="34" y="584"/>
                    <a:pt x="38" y="584"/>
                    <a:pt x="42" y="581"/>
                  </a:cubicBezTo>
                  <a:cubicBezTo>
                    <a:pt x="554" y="330"/>
                    <a:pt x="1097" y="151"/>
                    <a:pt x="1658" y="53"/>
                  </a:cubicBezTo>
                  <a:cubicBezTo>
                    <a:pt x="1672" y="50"/>
                    <a:pt x="1681" y="36"/>
                    <a:pt x="1678" y="22"/>
                  </a:cubicBezTo>
                  <a:cubicBezTo>
                    <a:pt x="1676" y="10"/>
                    <a:pt x="1665" y="1"/>
                    <a:pt x="165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"/>
            <p:cNvSpPr/>
            <p:nvPr/>
          </p:nvSpPr>
          <p:spPr>
            <a:xfrm>
              <a:off x="3706000" y="3569350"/>
              <a:ext cx="70825" cy="17025"/>
            </a:xfrm>
            <a:custGeom>
              <a:avLst/>
              <a:gdLst/>
              <a:ahLst/>
              <a:cxnLst/>
              <a:rect l="l" t="t" r="r" b="b"/>
              <a:pathLst>
                <a:path w="2833" h="681" extrusionOk="0">
                  <a:moveTo>
                    <a:pt x="23" y="0"/>
                  </a:moveTo>
                  <a:cubicBezTo>
                    <a:pt x="11" y="0"/>
                    <a:pt x="2" y="12"/>
                    <a:pt x="2" y="25"/>
                  </a:cubicBezTo>
                  <a:cubicBezTo>
                    <a:pt x="0" y="39"/>
                    <a:pt x="11" y="51"/>
                    <a:pt x="26" y="52"/>
                  </a:cubicBezTo>
                  <a:cubicBezTo>
                    <a:pt x="977" y="113"/>
                    <a:pt x="1908" y="323"/>
                    <a:pt x="2793" y="679"/>
                  </a:cubicBezTo>
                  <a:cubicBezTo>
                    <a:pt x="2796" y="680"/>
                    <a:pt x="2800" y="680"/>
                    <a:pt x="2803" y="680"/>
                  </a:cubicBezTo>
                  <a:cubicBezTo>
                    <a:pt x="2814" y="680"/>
                    <a:pt x="2823" y="674"/>
                    <a:pt x="2827" y="664"/>
                  </a:cubicBezTo>
                  <a:cubicBezTo>
                    <a:pt x="2832" y="651"/>
                    <a:pt x="2826" y="636"/>
                    <a:pt x="2812" y="631"/>
                  </a:cubicBezTo>
                  <a:cubicBezTo>
                    <a:pt x="1923" y="273"/>
                    <a:pt x="985" y="60"/>
                    <a:pt x="29" y="1"/>
                  </a:cubicBezTo>
                  <a:cubicBezTo>
                    <a:pt x="27" y="1"/>
                    <a:pt x="25" y="0"/>
                    <a:pt x="2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"/>
            <p:cNvSpPr/>
            <p:nvPr/>
          </p:nvSpPr>
          <p:spPr>
            <a:xfrm>
              <a:off x="3785100" y="3590225"/>
              <a:ext cx="27650" cy="16575"/>
            </a:xfrm>
            <a:custGeom>
              <a:avLst/>
              <a:gdLst/>
              <a:ahLst/>
              <a:cxnLst/>
              <a:rect l="l" t="t" r="r" b="b"/>
              <a:pathLst>
                <a:path w="1106" h="663" extrusionOk="0">
                  <a:moveTo>
                    <a:pt x="30" y="1"/>
                  </a:moveTo>
                  <a:cubicBezTo>
                    <a:pt x="21" y="1"/>
                    <a:pt x="11" y="6"/>
                    <a:pt x="7" y="16"/>
                  </a:cubicBezTo>
                  <a:cubicBezTo>
                    <a:pt x="1" y="30"/>
                    <a:pt x="7" y="45"/>
                    <a:pt x="19" y="51"/>
                  </a:cubicBezTo>
                  <a:cubicBezTo>
                    <a:pt x="387" y="214"/>
                    <a:pt x="737" y="419"/>
                    <a:pt x="1059" y="657"/>
                  </a:cubicBezTo>
                  <a:cubicBezTo>
                    <a:pt x="1065" y="659"/>
                    <a:pt x="1070" y="662"/>
                    <a:pt x="1076" y="662"/>
                  </a:cubicBezTo>
                  <a:cubicBezTo>
                    <a:pt x="1082" y="662"/>
                    <a:pt x="1090" y="658"/>
                    <a:pt x="1096" y="651"/>
                  </a:cubicBezTo>
                  <a:cubicBezTo>
                    <a:pt x="1105" y="639"/>
                    <a:pt x="1102" y="623"/>
                    <a:pt x="1090" y="615"/>
                  </a:cubicBezTo>
                  <a:cubicBezTo>
                    <a:pt x="765" y="374"/>
                    <a:pt x="411" y="170"/>
                    <a:pt x="41" y="3"/>
                  </a:cubicBezTo>
                  <a:cubicBezTo>
                    <a:pt x="38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"/>
            <p:cNvSpPr/>
            <p:nvPr/>
          </p:nvSpPr>
          <p:spPr>
            <a:xfrm>
              <a:off x="3759875" y="3593350"/>
              <a:ext cx="89925" cy="60250"/>
            </a:xfrm>
            <a:custGeom>
              <a:avLst/>
              <a:gdLst/>
              <a:ahLst/>
              <a:cxnLst/>
              <a:rect l="l" t="t" r="r" b="b"/>
              <a:pathLst>
                <a:path w="3597" h="2410" extrusionOk="0">
                  <a:moveTo>
                    <a:pt x="29" y="1"/>
                  </a:moveTo>
                  <a:cubicBezTo>
                    <a:pt x="17" y="1"/>
                    <a:pt x="7" y="8"/>
                    <a:pt x="3" y="19"/>
                  </a:cubicBezTo>
                  <a:cubicBezTo>
                    <a:pt x="1" y="33"/>
                    <a:pt x="9" y="47"/>
                    <a:pt x="22" y="51"/>
                  </a:cubicBezTo>
                  <a:cubicBezTo>
                    <a:pt x="1409" y="432"/>
                    <a:pt x="2660" y="1266"/>
                    <a:pt x="3547" y="2400"/>
                  </a:cubicBezTo>
                  <a:cubicBezTo>
                    <a:pt x="3552" y="2406"/>
                    <a:pt x="3559" y="2410"/>
                    <a:pt x="3567" y="2410"/>
                  </a:cubicBezTo>
                  <a:cubicBezTo>
                    <a:pt x="3572" y="2410"/>
                    <a:pt x="3579" y="2408"/>
                    <a:pt x="3583" y="2404"/>
                  </a:cubicBezTo>
                  <a:cubicBezTo>
                    <a:pt x="3594" y="2395"/>
                    <a:pt x="3597" y="2379"/>
                    <a:pt x="3587" y="2368"/>
                  </a:cubicBezTo>
                  <a:cubicBezTo>
                    <a:pt x="2695" y="1226"/>
                    <a:pt x="1433" y="385"/>
                    <a:pt x="36" y="2"/>
                  </a:cubicBezTo>
                  <a:cubicBezTo>
                    <a:pt x="33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"/>
            <p:cNvSpPr/>
            <p:nvPr/>
          </p:nvSpPr>
          <p:spPr>
            <a:xfrm>
              <a:off x="3682075" y="3585925"/>
              <a:ext cx="75675" cy="59575"/>
            </a:xfrm>
            <a:custGeom>
              <a:avLst/>
              <a:gdLst/>
              <a:ahLst/>
              <a:cxnLst/>
              <a:rect l="l" t="t" r="r" b="b"/>
              <a:pathLst>
                <a:path w="3027" h="2383" extrusionOk="0">
                  <a:moveTo>
                    <a:pt x="30" y="1"/>
                  </a:moveTo>
                  <a:cubicBezTo>
                    <a:pt x="25" y="1"/>
                    <a:pt x="19" y="2"/>
                    <a:pt x="14" y="5"/>
                  </a:cubicBezTo>
                  <a:cubicBezTo>
                    <a:pt x="4" y="13"/>
                    <a:pt x="1" y="30"/>
                    <a:pt x="9" y="42"/>
                  </a:cubicBezTo>
                  <a:cubicBezTo>
                    <a:pt x="770" y="1078"/>
                    <a:pt x="1800" y="1886"/>
                    <a:pt x="2988" y="2380"/>
                  </a:cubicBezTo>
                  <a:cubicBezTo>
                    <a:pt x="2990" y="2381"/>
                    <a:pt x="2994" y="2383"/>
                    <a:pt x="2997" y="2383"/>
                  </a:cubicBezTo>
                  <a:cubicBezTo>
                    <a:pt x="3008" y="2383"/>
                    <a:pt x="3017" y="2376"/>
                    <a:pt x="3021" y="2366"/>
                  </a:cubicBezTo>
                  <a:cubicBezTo>
                    <a:pt x="3027" y="2353"/>
                    <a:pt x="3020" y="2338"/>
                    <a:pt x="3008" y="2333"/>
                  </a:cubicBezTo>
                  <a:cubicBezTo>
                    <a:pt x="1828" y="1843"/>
                    <a:pt x="807" y="1040"/>
                    <a:pt x="51" y="11"/>
                  </a:cubicBezTo>
                  <a:cubicBezTo>
                    <a:pt x="46" y="4"/>
                    <a:pt x="38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"/>
            <p:cNvSpPr/>
            <p:nvPr/>
          </p:nvSpPr>
          <p:spPr>
            <a:xfrm>
              <a:off x="3767625" y="3648825"/>
              <a:ext cx="40950" cy="13400"/>
            </a:xfrm>
            <a:custGeom>
              <a:avLst/>
              <a:gdLst/>
              <a:ahLst/>
              <a:cxnLst/>
              <a:rect l="l" t="t" r="r" b="b"/>
              <a:pathLst>
                <a:path w="1638" h="536" extrusionOk="0">
                  <a:moveTo>
                    <a:pt x="30" y="0"/>
                  </a:moveTo>
                  <a:cubicBezTo>
                    <a:pt x="20" y="0"/>
                    <a:pt x="11" y="6"/>
                    <a:pt x="7" y="16"/>
                  </a:cubicBezTo>
                  <a:cubicBezTo>
                    <a:pt x="0" y="28"/>
                    <a:pt x="7" y="44"/>
                    <a:pt x="19" y="50"/>
                  </a:cubicBezTo>
                  <a:cubicBezTo>
                    <a:pt x="526" y="274"/>
                    <a:pt x="1059" y="437"/>
                    <a:pt x="1605" y="535"/>
                  </a:cubicBezTo>
                  <a:lnTo>
                    <a:pt x="1609" y="535"/>
                  </a:lnTo>
                  <a:cubicBezTo>
                    <a:pt x="1621" y="535"/>
                    <a:pt x="1632" y="527"/>
                    <a:pt x="1635" y="514"/>
                  </a:cubicBezTo>
                  <a:cubicBezTo>
                    <a:pt x="1637" y="500"/>
                    <a:pt x="1628" y="487"/>
                    <a:pt x="1613" y="484"/>
                  </a:cubicBezTo>
                  <a:cubicBezTo>
                    <a:pt x="1072" y="387"/>
                    <a:pt x="544" y="224"/>
                    <a:pt x="40" y="2"/>
                  </a:cubicBezTo>
                  <a:cubicBezTo>
                    <a:pt x="37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"/>
            <p:cNvSpPr/>
            <p:nvPr/>
          </p:nvSpPr>
          <p:spPr>
            <a:xfrm>
              <a:off x="3721775" y="3636975"/>
              <a:ext cx="54975" cy="26450"/>
            </a:xfrm>
            <a:custGeom>
              <a:avLst/>
              <a:gdLst/>
              <a:ahLst/>
              <a:cxnLst/>
              <a:rect l="l" t="t" r="r" b="b"/>
              <a:pathLst>
                <a:path w="2199" h="1058" extrusionOk="0">
                  <a:moveTo>
                    <a:pt x="30" y="1"/>
                  </a:moveTo>
                  <a:cubicBezTo>
                    <a:pt x="21" y="1"/>
                    <a:pt x="13" y="5"/>
                    <a:pt x="8" y="12"/>
                  </a:cubicBezTo>
                  <a:cubicBezTo>
                    <a:pt x="0" y="24"/>
                    <a:pt x="3" y="41"/>
                    <a:pt x="15" y="49"/>
                  </a:cubicBezTo>
                  <a:cubicBezTo>
                    <a:pt x="672" y="502"/>
                    <a:pt x="1394" y="841"/>
                    <a:pt x="2164" y="1058"/>
                  </a:cubicBezTo>
                  <a:lnTo>
                    <a:pt x="2170" y="1058"/>
                  </a:lnTo>
                  <a:cubicBezTo>
                    <a:pt x="2181" y="1058"/>
                    <a:pt x="2192" y="1051"/>
                    <a:pt x="2195" y="1039"/>
                  </a:cubicBezTo>
                  <a:cubicBezTo>
                    <a:pt x="2199" y="1025"/>
                    <a:pt x="2191" y="1011"/>
                    <a:pt x="2177" y="1008"/>
                  </a:cubicBezTo>
                  <a:cubicBezTo>
                    <a:pt x="1414" y="793"/>
                    <a:pt x="696" y="456"/>
                    <a:pt x="45" y="6"/>
                  </a:cubicBezTo>
                  <a:cubicBezTo>
                    <a:pt x="40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"/>
            <p:cNvSpPr/>
            <p:nvPr/>
          </p:nvSpPr>
          <p:spPr>
            <a:xfrm>
              <a:off x="3809625" y="3670550"/>
              <a:ext cx="20275" cy="5025"/>
            </a:xfrm>
            <a:custGeom>
              <a:avLst/>
              <a:gdLst/>
              <a:ahLst/>
              <a:cxnLst/>
              <a:rect l="l" t="t" r="r" b="b"/>
              <a:pathLst>
                <a:path w="811" h="201" extrusionOk="0">
                  <a:moveTo>
                    <a:pt x="29" y="1"/>
                  </a:moveTo>
                  <a:cubicBezTo>
                    <a:pt x="18" y="1"/>
                    <a:pt x="9" y="7"/>
                    <a:pt x="4" y="17"/>
                  </a:cubicBezTo>
                  <a:cubicBezTo>
                    <a:pt x="0" y="31"/>
                    <a:pt x="7" y="46"/>
                    <a:pt x="21" y="51"/>
                  </a:cubicBezTo>
                  <a:cubicBezTo>
                    <a:pt x="265" y="142"/>
                    <a:pt x="522" y="192"/>
                    <a:pt x="783" y="200"/>
                  </a:cubicBezTo>
                  <a:lnTo>
                    <a:pt x="785" y="200"/>
                  </a:lnTo>
                  <a:cubicBezTo>
                    <a:pt x="798" y="200"/>
                    <a:pt x="810" y="190"/>
                    <a:pt x="810" y="175"/>
                  </a:cubicBezTo>
                  <a:cubicBezTo>
                    <a:pt x="810" y="161"/>
                    <a:pt x="800" y="149"/>
                    <a:pt x="785" y="149"/>
                  </a:cubicBezTo>
                  <a:cubicBezTo>
                    <a:pt x="529" y="141"/>
                    <a:pt x="278" y="93"/>
                    <a:pt x="38" y="3"/>
                  </a:cubicBezTo>
                  <a:cubicBezTo>
                    <a:pt x="35" y="1"/>
                    <a:pt x="32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"/>
            <p:cNvSpPr/>
            <p:nvPr/>
          </p:nvSpPr>
          <p:spPr>
            <a:xfrm>
              <a:off x="3695800" y="3584050"/>
              <a:ext cx="113100" cy="62025"/>
            </a:xfrm>
            <a:custGeom>
              <a:avLst/>
              <a:gdLst/>
              <a:ahLst/>
              <a:cxnLst/>
              <a:rect l="l" t="t" r="r" b="b"/>
              <a:pathLst>
                <a:path w="4524" h="2481" extrusionOk="0">
                  <a:moveTo>
                    <a:pt x="31" y="0"/>
                  </a:moveTo>
                  <a:cubicBezTo>
                    <a:pt x="23" y="0"/>
                    <a:pt x="14" y="4"/>
                    <a:pt x="9" y="12"/>
                  </a:cubicBezTo>
                  <a:cubicBezTo>
                    <a:pt x="1" y="24"/>
                    <a:pt x="5" y="40"/>
                    <a:pt x="17" y="48"/>
                  </a:cubicBezTo>
                  <a:cubicBezTo>
                    <a:pt x="1431" y="979"/>
                    <a:pt x="2934" y="1796"/>
                    <a:pt x="4483" y="2478"/>
                  </a:cubicBezTo>
                  <a:cubicBezTo>
                    <a:pt x="4487" y="2479"/>
                    <a:pt x="4490" y="2480"/>
                    <a:pt x="4494" y="2480"/>
                  </a:cubicBezTo>
                  <a:cubicBezTo>
                    <a:pt x="4504" y="2480"/>
                    <a:pt x="4513" y="2474"/>
                    <a:pt x="4518" y="2464"/>
                  </a:cubicBezTo>
                  <a:cubicBezTo>
                    <a:pt x="4524" y="2451"/>
                    <a:pt x="4517" y="2436"/>
                    <a:pt x="4505" y="2431"/>
                  </a:cubicBezTo>
                  <a:cubicBezTo>
                    <a:pt x="2958" y="1750"/>
                    <a:pt x="1458" y="933"/>
                    <a:pt x="45" y="4"/>
                  </a:cubicBezTo>
                  <a:cubicBezTo>
                    <a:pt x="41" y="1"/>
                    <a:pt x="3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"/>
            <p:cNvSpPr/>
            <p:nvPr/>
          </p:nvSpPr>
          <p:spPr>
            <a:xfrm>
              <a:off x="3486675" y="3573050"/>
              <a:ext cx="175400" cy="175500"/>
            </a:xfrm>
            <a:custGeom>
              <a:avLst/>
              <a:gdLst/>
              <a:ahLst/>
              <a:cxnLst/>
              <a:rect l="l" t="t" r="r" b="b"/>
              <a:pathLst>
                <a:path w="7016" h="7020" extrusionOk="0">
                  <a:moveTo>
                    <a:pt x="2831" y="1"/>
                  </a:moveTo>
                  <a:cubicBezTo>
                    <a:pt x="2701" y="1"/>
                    <a:pt x="2572" y="8"/>
                    <a:pt x="2444" y="23"/>
                  </a:cubicBezTo>
                  <a:cubicBezTo>
                    <a:pt x="2024" y="70"/>
                    <a:pt x="1600" y="366"/>
                    <a:pt x="1306" y="668"/>
                  </a:cubicBezTo>
                  <a:cubicBezTo>
                    <a:pt x="313" y="1692"/>
                    <a:pt x="1" y="3344"/>
                    <a:pt x="528" y="4669"/>
                  </a:cubicBezTo>
                  <a:cubicBezTo>
                    <a:pt x="1054" y="5996"/>
                    <a:pt x="2401" y="6954"/>
                    <a:pt x="3825" y="7017"/>
                  </a:cubicBezTo>
                  <a:cubicBezTo>
                    <a:pt x="3861" y="7019"/>
                    <a:pt x="3896" y="7019"/>
                    <a:pt x="3932" y="7019"/>
                  </a:cubicBezTo>
                  <a:cubicBezTo>
                    <a:pt x="4502" y="7019"/>
                    <a:pt x="5118" y="6816"/>
                    <a:pt x="5504" y="6405"/>
                  </a:cubicBezTo>
                  <a:cubicBezTo>
                    <a:pt x="6556" y="5281"/>
                    <a:pt x="7015" y="3484"/>
                    <a:pt x="6325" y="2108"/>
                  </a:cubicBezTo>
                  <a:cubicBezTo>
                    <a:pt x="5693" y="848"/>
                    <a:pt x="4245" y="1"/>
                    <a:pt x="2831" y="1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"/>
            <p:cNvSpPr/>
            <p:nvPr/>
          </p:nvSpPr>
          <p:spPr>
            <a:xfrm>
              <a:off x="3485200" y="3571750"/>
              <a:ext cx="177200" cy="178075"/>
            </a:xfrm>
            <a:custGeom>
              <a:avLst/>
              <a:gdLst/>
              <a:ahLst/>
              <a:cxnLst/>
              <a:rect l="l" t="t" r="r" b="b"/>
              <a:pathLst>
                <a:path w="7088" h="7123" extrusionOk="0">
                  <a:moveTo>
                    <a:pt x="2885" y="105"/>
                  </a:moveTo>
                  <a:cubicBezTo>
                    <a:pt x="4284" y="105"/>
                    <a:pt x="5720" y="951"/>
                    <a:pt x="6338" y="2184"/>
                  </a:cubicBezTo>
                  <a:cubicBezTo>
                    <a:pt x="6976" y="3455"/>
                    <a:pt x="6634" y="5238"/>
                    <a:pt x="5526" y="6420"/>
                  </a:cubicBezTo>
                  <a:cubicBezTo>
                    <a:pt x="5175" y="6795"/>
                    <a:pt x="4595" y="7019"/>
                    <a:pt x="3994" y="7019"/>
                  </a:cubicBezTo>
                  <a:cubicBezTo>
                    <a:pt x="3958" y="7019"/>
                    <a:pt x="3923" y="7018"/>
                    <a:pt x="3887" y="7016"/>
                  </a:cubicBezTo>
                  <a:cubicBezTo>
                    <a:pt x="2489" y="6955"/>
                    <a:pt x="1152" y="6003"/>
                    <a:pt x="635" y="4703"/>
                  </a:cubicBezTo>
                  <a:cubicBezTo>
                    <a:pt x="111" y="3384"/>
                    <a:pt x="427" y="1762"/>
                    <a:pt x="1402" y="757"/>
                  </a:cubicBezTo>
                  <a:cubicBezTo>
                    <a:pt x="1748" y="400"/>
                    <a:pt x="2161" y="165"/>
                    <a:pt x="2508" y="126"/>
                  </a:cubicBezTo>
                  <a:cubicBezTo>
                    <a:pt x="2633" y="112"/>
                    <a:pt x="2759" y="105"/>
                    <a:pt x="2885" y="105"/>
                  </a:cubicBezTo>
                  <a:close/>
                  <a:moveTo>
                    <a:pt x="2883" y="1"/>
                  </a:moveTo>
                  <a:cubicBezTo>
                    <a:pt x="2754" y="1"/>
                    <a:pt x="2625" y="8"/>
                    <a:pt x="2497" y="22"/>
                  </a:cubicBezTo>
                  <a:cubicBezTo>
                    <a:pt x="1963" y="83"/>
                    <a:pt x="1502" y="505"/>
                    <a:pt x="1328" y="684"/>
                  </a:cubicBezTo>
                  <a:cubicBezTo>
                    <a:pt x="325" y="1717"/>
                    <a:pt x="0" y="3385"/>
                    <a:pt x="539" y="4742"/>
                  </a:cubicBezTo>
                  <a:cubicBezTo>
                    <a:pt x="1070" y="6079"/>
                    <a:pt x="2445" y="7057"/>
                    <a:pt x="3882" y="7120"/>
                  </a:cubicBezTo>
                  <a:cubicBezTo>
                    <a:pt x="3919" y="7123"/>
                    <a:pt x="3956" y="7123"/>
                    <a:pt x="3993" y="7123"/>
                  </a:cubicBezTo>
                  <a:cubicBezTo>
                    <a:pt x="4623" y="7123"/>
                    <a:pt x="5231" y="6886"/>
                    <a:pt x="5601" y="6492"/>
                  </a:cubicBezTo>
                  <a:cubicBezTo>
                    <a:pt x="6739" y="5278"/>
                    <a:pt x="7088" y="3447"/>
                    <a:pt x="6431" y="2137"/>
                  </a:cubicBezTo>
                  <a:cubicBezTo>
                    <a:pt x="5795" y="871"/>
                    <a:pt x="4318" y="1"/>
                    <a:pt x="288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"/>
            <p:cNvSpPr/>
            <p:nvPr/>
          </p:nvSpPr>
          <p:spPr>
            <a:xfrm>
              <a:off x="3514300" y="3674050"/>
              <a:ext cx="58575" cy="58300"/>
            </a:xfrm>
            <a:custGeom>
              <a:avLst/>
              <a:gdLst/>
              <a:ahLst/>
              <a:cxnLst/>
              <a:rect l="l" t="t" r="r" b="b"/>
              <a:pathLst>
                <a:path w="2343" h="2332" extrusionOk="0">
                  <a:moveTo>
                    <a:pt x="28" y="0"/>
                  </a:moveTo>
                  <a:cubicBezTo>
                    <a:pt x="26" y="0"/>
                    <a:pt x="24" y="1"/>
                    <a:pt x="22" y="1"/>
                  </a:cubicBezTo>
                  <a:cubicBezTo>
                    <a:pt x="8" y="5"/>
                    <a:pt x="0" y="20"/>
                    <a:pt x="3" y="33"/>
                  </a:cubicBezTo>
                  <a:cubicBezTo>
                    <a:pt x="308" y="1127"/>
                    <a:pt x="1212" y="2028"/>
                    <a:pt x="2307" y="2330"/>
                  </a:cubicBezTo>
                  <a:cubicBezTo>
                    <a:pt x="2309" y="2331"/>
                    <a:pt x="2311" y="2331"/>
                    <a:pt x="2314" y="2331"/>
                  </a:cubicBezTo>
                  <a:cubicBezTo>
                    <a:pt x="2325" y="2331"/>
                    <a:pt x="2336" y="2324"/>
                    <a:pt x="2338" y="2312"/>
                  </a:cubicBezTo>
                  <a:cubicBezTo>
                    <a:pt x="2342" y="2299"/>
                    <a:pt x="2334" y="2284"/>
                    <a:pt x="2321" y="2280"/>
                  </a:cubicBezTo>
                  <a:cubicBezTo>
                    <a:pt x="1243" y="1983"/>
                    <a:pt x="353" y="1096"/>
                    <a:pt x="54" y="19"/>
                  </a:cubicBezTo>
                  <a:cubicBezTo>
                    <a:pt x="50" y="7"/>
                    <a:pt x="39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"/>
            <p:cNvSpPr/>
            <p:nvPr/>
          </p:nvSpPr>
          <p:spPr>
            <a:xfrm>
              <a:off x="3503450" y="3654175"/>
              <a:ext cx="31325" cy="65850"/>
            </a:xfrm>
            <a:custGeom>
              <a:avLst/>
              <a:gdLst/>
              <a:ahLst/>
              <a:cxnLst/>
              <a:rect l="l" t="t" r="r" b="b"/>
              <a:pathLst>
                <a:path w="1253" h="2634" extrusionOk="0">
                  <a:moveTo>
                    <a:pt x="26" y="1"/>
                  </a:moveTo>
                  <a:cubicBezTo>
                    <a:pt x="12" y="2"/>
                    <a:pt x="1" y="14"/>
                    <a:pt x="1" y="28"/>
                  </a:cubicBezTo>
                  <a:cubicBezTo>
                    <a:pt x="37" y="1014"/>
                    <a:pt x="476" y="1961"/>
                    <a:pt x="1205" y="2626"/>
                  </a:cubicBezTo>
                  <a:cubicBezTo>
                    <a:pt x="1210" y="2631"/>
                    <a:pt x="1217" y="2632"/>
                    <a:pt x="1222" y="2632"/>
                  </a:cubicBezTo>
                  <a:lnTo>
                    <a:pt x="1222" y="2634"/>
                  </a:lnTo>
                  <a:cubicBezTo>
                    <a:pt x="1231" y="2634"/>
                    <a:pt x="1237" y="2630"/>
                    <a:pt x="1243" y="2624"/>
                  </a:cubicBezTo>
                  <a:cubicBezTo>
                    <a:pt x="1252" y="2614"/>
                    <a:pt x="1251" y="2597"/>
                    <a:pt x="1240" y="2588"/>
                  </a:cubicBezTo>
                  <a:cubicBezTo>
                    <a:pt x="522" y="1933"/>
                    <a:pt x="88" y="999"/>
                    <a:pt x="53" y="27"/>
                  </a:cubicBezTo>
                  <a:cubicBezTo>
                    <a:pt x="52" y="12"/>
                    <a:pt x="43" y="2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"/>
            <p:cNvSpPr/>
            <p:nvPr/>
          </p:nvSpPr>
          <p:spPr>
            <a:xfrm>
              <a:off x="3580075" y="3733075"/>
              <a:ext cx="8075" cy="2600"/>
            </a:xfrm>
            <a:custGeom>
              <a:avLst/>
              <a:gdLst/>
              <a:ahLst/>
              <a:cxnLst/>
              <a:rect l="l" t="t" r="r" b="b"/>
              <a:pathLst>
                <a:path w="323" h="104" extrusionOk="0">
                  <a:moveTo>
                    <a:pt x="27" y="0"/>
                  </a:moveTo>
                  <a:cubicBezTo>
                    <a:pt x="16" y="0"/>
                    <a:pt x="6" y="10"/>
                    <a:pt x="3" y="21"/>
                  </a:cubicBezTo>
                  <a:cubicBezTo>
                    <a:pt x="1" y="36"/>
                    <a:pt x="10" y="48"/>
                    <a:pt x="23" y="51"/>
                  </a:cubicBezTo>
                  <a:lnTo>
                    <a:pt x="290" y="103"/>
                  </a:lnTo>
                  <a:lnTo>
                    <a:pt x="294" y="103"/>
                  </a:lnTo>
                  <a:cubicBezTo>
                    <a:pt x="307" y="103"/>
                    <a:pt x="318" y="95"/>
                    <a:pt x="319" y="82"/>
                  </a:cubicBezTo>
                  <a:cubicBezTo>
                    <a:pt x="322" y="68"/>
                    <a:pt x="314" y="55"/>
                    <a:pt x="299" y="52"/>
                  </a:cubicBezTo>
                  <a:lnTo>
                    <a:pt x="33" y="1"/>
                  </a:lnTo>
                  <a:cubicBezTo>
                    <a:pt x="31" y="1"/>
                    <a:pt x="29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"/>
            <p:cNvSpPr/>
            <p:nvPr/>
          </p:nvSpPr>
          <p:spPr>
            <a:xfrm>
              <a:off x="3512775" y="3630675"/>
              <a:ext cx="20575" cy="64025"/>
            </a:xfrm>
            <a:custGeom>
              <a:avLst/>
              <a:gdLst/>
              <a:ahLst/>
              <a:cxnLst/>
              <a:rect l="l" t="t" r="r" b="b"/>
              <a:pathLst>
                <a:path w="823" h="2561" extrusionOk="0">
                  <a:moveTo>
                    <a:pt x="114" y="0"/>
                  </a:moveTo>
                  <a:cubicBezTo>
                    <a:pt x="101" y="0"/>
                    <a:pt x="92" y="10"/>
                    <a:pt x="91" y="23"/>
                  </a:cubicBezTo>
                  <a:cubicBezTo>
                    <a:pt x="1" y="909"/>
                    <a:pt x="248" y="1830"/>
                    <a:pt x="773" y="2550"/>
                  </a:cubicBezTo>
                  <a:cubicBezTo>
                    <a:pt x="778" y="2557"/>
                    <a:pt x="785" y="2561"/>
                    <a:pt x="793" y="2561"/>
                  </a:cubicBezTo>
                  <a:cubicBezTo>
                    <a:pt x="798" y="2561"/>
                    <a:pt x="804" y="2559"/>
                    <a:pt x="808" y="2555"/>
                  </a:cubicBezTo>
                  <a:cubicBezTo>
                    <a:pt x="820" y="2547"/>
                    <a:pt x="823" y="2531"/>
                    <a:pt x="814" y="2519"/>
                  </a:cubicBezTo>
                  <a:cubicBezTo>
                    <a:pt x="298" y="1810"/>
                    <a:pt x="53" y="902"/>
                    <a:pt x="143" y="29"/>
                  </a:cubicBezTo>
                  <a:cubicBezTo>
                    <a:pt x="145" y="14"/>
                    <a:pt x="134" y="2"/>
                    <a:pt x="119" y="1"/>
                  </a:cubicBezTo>
                  <a:cubicBezTo>
                    <a:pt x="117" y="0"/>
                    <a:pt x="116" y="0"/>
                    <a:pt x="11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"/>
            <p:cNvSpPr/>
            <p:nvPr/>
          </p:nvSpPr>
          <p:spPr>
            <a:xfrm>
              <a:off x="3507000" y="3606225"/>
              <a:ext cx="11475" cy="41925"/>
            </a:xfrm>
            <a:custGeom>
              <a:avLst/>
              <a:gdLst/>
              <a:ahLst/>
              <a:cxnLst/>
              <a:rect l="l" t="t" r="r" b="b"/>
              <a:pathLst>
                <a:path w="459" h="1677" extrusionOk="0">
                  <a:moveTo>
                    <a:pt x="429" y="1"/>
                  </a:moveTo>
                  <a:cubicBezTo>
                    <a:pt x="420" y="1"/>
                    <a:pt x="411" y="6"/>
                    <a:pt x="406" y="14"/>
                  </a:cubicBezTo>
                  <a:cubicBezTo>
                    <a:pt x="129" y="506"/>
                    <a:pt x="0" y="1089"/>
                    <a:pt x="41" y="1653"/>
                  </a:cubicBezTo>
                  <a:cubicBezTo>
                    <a:pt x="42" y="1666"/>
                    <a:pt x="53" y="1677"/>
                    <a:pt x="66" y="1677"/>
                  </a:cubicBezTo>
                  <a:lnTo>
                    <a:pt x="67" y="1677"/>
                  </a:lnTo>
                  <a:cubicBezTo>
                    <a:pt x="82" y="1675"/>
                    <a:pt x="93" y="1663"/>
                    <a:pt x="92" y="1649"/>
                  </a:cubicBezTo>
                  <a:cubicBezTo>
                    <a:pt x="53" y="1096"/>
                    <a:pt x="179" y="524"/>
                    <a:pt x="451" y="40"/>
                  </a:cubicBezTo>
                  <a:cubicBezTo>
                    <a:pt x="459" y="27"/>
                    <a:pt x="454" y="11"/>
                    <a:pt x="441" y="5"/>
                  </a:cubicBezTo>
                  <a:cubicBezTo>
                    <a:pt x="437" y="2"/>
                    <a:pt x="433" y="1"/>
                    <a:pt x="4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"/>
            <p:cNvSpPr/>
            <p:nvPr/>
          </p:nvSpPr>
          <p:spPr>
            <a:xfrm>
              <a:off x="3516350" y="3600500"/>
              <a:ext cx="10550" cy="21500"/>
            </a:xfrm>
            <a:custGeom>
              <a:avLst/>
              <a:gdLst/>
              <a:ahLst/>
              <a:cxnLst/>
              <a:rect l="l" t="t" r="r" b="b"/>
              <a:pathLst>
                <a:path w="422" h="860" extrusionOk="0">
                  <a:moveTo>
                    <a:pt x="392" y="0"/>
                  </a:moveTo>
                  <a:cubicBezTo>
                    <a:pt x="384" y="0"/>
                    <a:pt x="376" y="4"/>
                    <a:pt x="371" y="10"/>
                  </a:cubicBezTo>
                  <a:cubicBezTo>
                    <a:pt x="193" y="252"/>
                    <a:pt x="65" y="535"/>
                    <a:pt x="3" y="828"/>
                  </a:cubicBezTo>
                  <a:cubicBezTo>
                    <a:pt x="0" y="843"/>
                    <a:pt x="10" y="856"/>
                    <a:pt x="23" y="859"/>
                  </a:cubicBezTo>
                  <a:lnTo>
                    <a:pt x="28" y="859"/>
                  </a:lnTo>
                  <a:cubicBezTo>
                    <a:pt x="41" y="859"/>
                    <a:pt x="51" y="851"/>
                    <a:pt x="54" y="839"/>
                  </a:cubicBezTo>
                  <a:cubicBezTo>
                    <a:pt x="115" y="552"/>
                    <a:pt x="238" y="277"/>
                    <a:pt x="413" y="41"/>
                  </a:cubicBezTo>
                  <a:cubicBezTo>
                    <a:pt x="421" y="30"/>
                    <a:pt x="419" y="14"/>
                    <a:pt x="408" y="5"/>
                  </a:cubicBezTo>
                  <a:cubicBezTo>
                    <a:pt x="403" y="2"/>
                    <a:pt x="398" y="0"/>
                    <a:pt x="39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"/>
            <p:cNvSpPr/>
            <p:nvPr/>
          </p:nvSpPr>
          <p:spPr>
            <a:xfrm>
              <a:off x="3537900" y="3722775"/>
              <a:ext cx="18600" cy="10875"/>
            </a:xfrm>
            <a:custGeom>
              <a:avLst/>
              <a:gdLst/>
              <a:ahLst/>
              <a:cxnLst/>
              <a:rect l="l" t="t" r="r" b="b"/>
              <a:pathLst>
                <a:path w="744" h="435" extrusionOk="0">
                  <a:moveTo>
                    <a:pt x="30" y="1"/>
                  </a:moveTo>
                  <a:cubicBezTo>
                    <a:pt x="22" y="1"/>
                    <a:pt x="14" y="5"/>
                    <a:pt x="9" y="12"/>
                  </a:cubicBezTo>
                  <a:cubicBezTo>
                    <a:pt x="1" y="24"/>
                    <a:pt x="3" y="40"/>
                    <a:pt x="14" y="49"/>
                  </a:cubicBezTo>
                  <a:cubicBezTo>
                    <a:pt x="231" y="199"/>
                    <a:pt x="462" y="328"/>
                    <a:pt x="704" y="432"/>
                  </a:cubicBezTo>
                  <a:cubicBezTo>
                    <a:pt x="707" y="433"/>
                    <a:pt x="711" y="435"/>
                    <a:pt x="714" y="435"/>
                  </a:cubicBezTo>
                  <a:cubicBezTo>
                    <a:pt x="724" y="435"/>
                    <a:pt x="734" y="428"/>
                    <a:pt x="738" y="418"/>
                  </a:cubicBezTo>
                  <a:cubicBezTo>
                    <a:pt x="743" y="405"/>
                    <a:pt x="738" y="390"/>
                    <a:pt x="724" y="385"/>
                  </a:cubicBezTo>
                  <a:cubicBezTo>
                    <a:pt x="486" y="283"/>
                    <a:pt x="257" y="155"/>
                    <a:pt x="45" y="5"/>
                  </a:cubicBezTo>
                  <a:cubicBezTo>
                    <a:pt x="40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"/>
            <p:cNvSpPr/>
            <p:nvPr/>
          </p:nvSpPr>
          <p:spPr>
            <a:xfrm>
              <a:off x="3537250" y="3700450"/>
              <a:ext cx="15900" cy="13125"/>
            </a:xfrm>
            <a:custGeom>
              <a:avLst/>
              <a:gdLst/>
              <a:ahLst/>
              <a:cxnLst/>
              <a:rect l="l" t="t" r="r" b="b"/>
              <a:pathLst>
                <a:path w="636" h="525" extrusionOk="0">
                  <a:moveTo>
                    <a:pt x="30" y="0"/>
                  </a:moveTo>
                  <a:cubicBezTo>
                    <a:pt x="24" y="0"/>
                    <a:pt x="18" y="2"/>
                    <a:pt x="13" y="7"/>
                  </a:cubicBezTo>
                  <a:cubicBezTo>
                    <a:pt x="2" y="16"/>
                    <a:pt x="1" y="32"/>
                    <a:pt x="10" y="43"/>
                  </a:cubicBezTo>
                  <a:cubicBezTo>
                    <a:pt x="177" y="234"/>
                    <a:pt x="374" y="395"/>
                    <a:pt x="594" y="520"/>
                  </a:cubicBezTo>
                  <a:cubicBezTo>
                    <a:pt x="598" y="523"/>
                    <a:pt x="602" y="524"/>
                    <a:pt x="606" y="524"/>
                  </a:cubicBezTo>
                  <a:cubicBezTo>
                    <a:pt x="616" y="524"/>
                    <a:pt x="624" y="519"/>
                    <a:pt x="629" y="511"/>
                  </a:cubicBezTo>
                  <a:cubicBezTo>
                    <a:pt x="636" y="499"/>
                    <a:pt x="632" y="483"/>
                    <a:pt x="620" y="476"/>
                  </a:cubicBezTo>
                  <a:cubicBezTo>
                    <a:pt x="405" y="354"/>
                    <a:pt x="212" y="196"/>
                    <a:pt x="49" y="9"/>
                  </a:cubicBezTo>
                  <a:cubicBezTo>
                    <a:pt x="44" y="3"/>
                    <a:pt x="37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"/>
            <p:cNvSpPr/>
            <p:nvPr/>
          </p:nvSpPr>
          <p:spPr>
            <a:xfrm>
              <a:off x="3527600" y="3668375"/>
              <a:ext cx="19575" cy="30275"/>
            </a:xfrm>
            <a:custGeom>
              <a:avLst/>
              <a:gdLst/>
              <a:ahLst/>
              <a:cxnLst/>
              <a:rect l="l" t="t" r="r" b="b"/>
              <a:pathLst>
                <a:path w="783" h="1211" extrusionOk="0">
                  <a:moveTo>
                    <a:pt x="32" y="0"/>
                  </a:moveTo>
                  <a:cubicBezTo>
                    <a:pt x="29" y="0"/>
                    <a:pt x="26" y="1"/>
                    <a:pt x="22" y="2"/>
                  </a:cubicBezTo>
                  <a:cubicBezTo>
                    <a:pt x="9" y="7"/>
                    <a:pt x="1" y="22"/>
                    <a:pt x="6" y="36"/>
                  </a:cubicBezTo>
                  <a:cubicBezTo>
                    <a:pt x="164" y="468"/>
                    <a:pt x="417" y="871"/>
                    <a:pt x="735" y="1203"/>
                  </a:cubicBezTo>
                  <a:cubicBezTo>
                    <a:pt x="741" y="1207"/>
                    <a:pt x="748" y="1210"/>
                    <a:pt x="754" y="1210"/>
                  </a:cubicBezTo>
                  <a:cubicBezTo>
                    <a:pt x="761" y="1210"/>
                    <a:pt x="768" y="1209"/>
                    <a:pt x="773" y="1203"/>
                  </a:cubicBezTo>
                  <a:cubicBezTo>
                    <a:pt x="782" y="1194"/>
                    <a:pt x="782" y="1177"/>
                    <a:pt x="773" y="1167"/>
                  </a:cubicBezTo>
                  <a:cubicBezTo>
                    <a:pt x="458" y="840"/>
                    <a:pt x="211" y="443"/>
                    <a:pt x="55" y="17"/>
                  </a:cubicBezTo>
                  <a:cubicBezTo>
                    <a:pt x="52" y="7"/>
                    <a:pt x="42" y="0"/>
                    <a:pt x="3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"/>
            <p:cNvSpPr/>
            <p:nvPr/>
          </p:nvSpPr>
          <p:spPr>
            <a:xfrm>
              <a:off x="3519000" y="3618400"/>
              <a:ext cx="6825" cy="42600"/>
            </a:xfrm>
            <a:custGeom>
              <a:avLst/>
              <a:gdLst/>
              <a:ahLst/>
              <a:cxnLst/>
              <a:rect l="l" t="t" r="r" b="b"/>
              <a:pathLst>
                <a:path w="273" h="1704" extrusionOk="0">
                  <a:moveTo>
                    <a:pt x="179" y="0"/>
                  </a:moveTo>
                  <a:cubicBezTo>
                    <a:pt x="169" y="0"/>
                    <a:pt x="158" y="9"/>
                    <a:pt x="155" y="19"/>
                  </a:cubicBezTo>
                  <a:cubicBezTo>
                    <a:pt x="0" y="563"/>
                    <a:pt x="23" y="1156"/>
                    <a:pt x="220" y="1688"/>
                  </a:cubicBezTo>
                  <a:cubicBezTo>
                    <a:pt x="222" y="1697"/>
                    <a:pt x="233" y="1704"/>
                    <a:pt x="244" y="1704"/>
                  </a:cubicBezTo>
                  <a:cubicBezTo>
                    <a:pt x="247" y="1704"/>
                    <a:pt x="249" y="1704"/>
                    <a:pt x="252" y="1702"/>
                  </a:cubicBezTo>
                  <a:cubicBezTo>
                    <a:pt x="265" y="1697"/>
                    <a:pt x="272" y="1682"/>
                    <a:pt x="268" y="1669"/>
                  </a:cubicBezTo>
                  <a:cubicBezTo>
                    <a:pt x="76" y="1148"/>
                    <a:pt x="53" y="567"/>
                    <a:pt x="205" y="33"/>
                  </a:cubicBezTo>
                  <a:cubicBezTo>
                    <a:pt x="209" y="19"/>
                    <a:pt x="201" y="5"/>
                    <a:pt x="187" y="2"/>
                  </a:cubicBezTo>
                  <a:cubicBezTo>
                    <a:pt x="185" y="1"/>
                    <a:pt x="182" y="0"/>
                    <a:pt x="17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"/>
            <p:cNvSpPr/>
            <p:nvPr/>
          </p:nvSpPr>
          <p:spPr>
            <a:xfrm>
              <a:off x="3611600" y="3598950"/>
              <a:ext cx="35325" cy="66975"/>
            </a:xfrm>
            <a:custGeom>
              <a:avLst/>
              <a:gdLst/>
              <a:ahLst/>
              <a:cxnLst/>
              <a:rect l="l" t="t" r="r" b="b"/>
              <a:pathLst>
                <a:path w="1413" h="2679" extrusionOk="0">
                  <a:moveTo>
                    <a:pt x="29" y="0"/>
                  </a:moveTo>
                  <a:cubicBezTo>
                    <a:pt x="21" y="0"/>
                    <a:pt x="13" y="4"/>
                    <a:pt x="8" y="10"/>
                  </a:cubicBezTo>
                  <a:cubicBezTo>
                    <a:pt x="0" y="22"/>
                    <a:pt x="3" y="39"/>
                    <a:pt x="15" y="47"/>
                  </a:cubicBezTo>
                  <a:cubicBezTo>
                    <a:pt x="844" y="637"/>
                    <a:pt x="1360" y="1636"/>
                    <a:pt x="1362" y="2653"/>
                  </a:cubicBezTo>
                  <a:cubicBezTo>
                    <a:pt x="1362" y="2667"/>
                    <a:pt x="1374" y="2678"/>
                    <a:pt x="1387" y="2678"/>
                  </a:cubicBezTo>
                  <a:cubicBezTo>
                    <a:pt x="1402" y="2678"/>
                    <a:pt x="1413" y="2667"/>
                    <a:pt x="1413" y="2653"/>
                  </a:cubicBezTo>
                  <a:cubicBezTo>
                    <a:pt x="1411" y="1618"/>
                    <a:pt x="887" y="604"/>
                    <a:pt x="45" y="5"/>
                  </a:cubicBezTo>
                  <a:cubicBezTo>
                    <a:pt x="40" y="2"/>
                    <a:pt x="34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"/>
            <p:cNvSpPr/>
            <p:nvPr/>
          </p:nvSpPr>
          <p:spPr>
            <a:xfrm>
              <a:off x="3624900" y="3620475"/>
              <a:ext cx="19300" cy="66625"/>
            </a:xfrm>
            <a:custGeom>
              <a:avLst/>
              <a:gdLst/>
              <a:ahLst/>
              <a:cxnLst/>
              <a:rect l="l" t="t" r="r" b="b"/>
              <a:pathLst>
                <a:path w="772" h="2665" extrusionOk="0">
                  <a:moveTo>
                    <a:pt x="30" y="0"/>
                  </a:moveTo>
                  <a:cubicBezTo>
                    <a:pt x="25" y="0"/>
                    <a:pt x="20" y="2"/>
                    <a:pt x="16" y="5"/>
                  </a:cubicBezTo>
                  <a:cubicBezTo>
                    <a:pt x="4" y="13"/>
                    <a:pt x="1" y="29"/>
                    <a:pt x="9" y="41"/>
                  </a:cubicBezTo>
                  <a:cubicBezTo>
                    <a:pt x="528" y="783"/>
                    <a:pt x="718" y="1751"/>
                    <a:pt x="515" y="2632"/>
                  </a:cubicBezTo>
                  <a:cubicBezTo>
                    <a:pt x="512" y="2646"/>
                    <a:pt x="520" y="2661"/>
                    <a:pt x="535" y="2663"/>
                  </a:cubicBezTo>
                  <a:cubicBezTo>
                    <a:pt x="536" y="2663"/>
                    <a:pt x="538" y="2665"/>
                    <a:pt x="540" y="2665"/>
                  </a:cubicBezTo>
                  <a:lnTo>
                    <a:pt x="540" y="2663"/>
                  </a:lnTo>
                  <a:cubicBezTo>
                    <a:pt x="552" y="2663"/>
                    <a:pt x="562" y="2655"/>
                    <a:pt x="566" y="2643"/>
                  </a:cubicBezTo>
                  <a:cubicBezTo>
                    <a:pt x="772" y="1749"/>
                    <a:pt x="579" y="764"/>
                    <a:pt x="52" y="12"/>
                  </a:cubicBezTo>
                  <a:cubicBezTo>
                    <a:pt x="46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"/>
            <p:cNvSpPr/>
            <p:nvPr/>
          </p:nvSpPr>
          <p:spPr>
            <a:xfrm>
              <a:off x="3635425" y="3671100"/>
              <a:ext cx="11475" cy="36825"/>
            </a:xfrm>
            <a:custGeom>
              <a:avLst/>
              <a:gdLst/>
              <a:ahLst/>
              <a:cxnLst/>
              <a:rect l="l" t="t" r="r" b="b"/>
              <a:pathLst>
                <a:path w="459" h="1473" extrusionOk="0">
                  <a:moveTo>
                    <a:pt x="431" y="1"/>
                  </a:moveTo>
                  <a:cubicBezTo>
                    <a:pt x="418" y="1"/>
                    <a:pt x="406" y="13"/>
                    <a:pt x="406" y="26"/>
                  </a:cubicBezTo>
                  <a:cubicBezTo>
                    <a:pt x="386" y="517"/>
                    <a:pt x="249" y="1004"/>
                    <a:pt x="8" y="1433"/>
                  </a:cubicBezTo>
                  <a:cubicBezTo>
                    <a:pt x="1" y="1446"/>
                    <a:pt x="6" y="1462"/>
                    <a:pt x="18" y="1468"/>
                  </a:cubicBezTo>
                  <a:cubicBezTo>
                    <a:pt x="22" y="1471"/>
                    <a:pt x="27" y="1472"/>
                    <a:pt x="31" y="1472"/>
                  </a:cubicBezTo>
                  <a:cubicBezTo>
                    <a:pt x="40" y="1472"/>
                    <a:pt x="49" y="1467"/>
                    <a:pt x="53" y="1459"/>
                  </a:cubicBezTo>
                  <a:cubicBezTo>
                    <a:pt x="297" y="1022"/>
                    <a:pt x="437" y="528"/>
                    <a:pt x="457" y="29"/>
                  </a:cubicBezTo>
                  <a:cubicBezTo>
                    <a:pt x="458" y="14"/>
                    <a:pt x="448" y="2"/>
                    <a:pt x="43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"/>
            <p:cNvSpPr/>
            <p:nvPr/>
          </p:nvSpPr>
          <p:spPr>
            <a:xfrm>
              <a:off x="3628150" y="3712300"/>
              <a:ext cx="5875" cy="9150"/>
            </a:xfrm>
            <a:custGeom>
              <a:avLst/>
              <a:gdLst/>
              <a:ahLst/>
              <a:cxnLst/>
              <a:rect l="l" t="t" r="r" b="b"/>
              <a:pathLst>
                <a:path w="235" h="366" extrusionOk="0">
                  <a:moveTo>
                    <a:pt x="204" y="0"/>
                  </a:moveTo>
                  <a:cubicBezTo>
                    <a:pt x="194" y="0"/>
                    <a:pt x="185" y="7"/>
                    <a:pt x="182" y="17"/>
                  </a:cubicBezTo>
                  <a:cubicBezTo>
                    <a:pt x="140" y="127"/>
                    <a:pt x="82" y="229"/>
                    <a:pt x="9" y="322"/>
                  </a:cubicBezTo>
                  <a:cubicBezTo>
                    <a:pt x="0" y="334"/>
                    <a:pt x="1" y="350"/>
                    <a:pt x="13" y="359"/>
                  </a:cubicBezTo>
                  <a:cubicBezTo>
                    <a:pt x="18" y="363"/>
                    <a:pt x="23" y="365"/>
                    <a:pt x="30" y="365"/>
                  </a:cubicBezTo>
                  <a:cubicBezTo>
                    <a:pt x="36" y="365"/>
                    <a:pt x="44" y="361"/>
                    <a:pt x="50" y="355"/>
                  </a:cubicBezTo>
                  <a:cubicBezTo>
                    <a:pt x="126" y="258"/>
                    <a:pt x="187" y="150"/>
                    <a:pt x="230" y="34"/>
                  </a:cubicBezTo>
                  <a:cubicBezTo>
                    <a:pt x="234" y="22"/>
                    <a:pt x="227" y="6"/>
                    <a:pt x="214" y="2"/>
                  </a:cubicBezTo>
                  <a:cubicBezTo>
                    <a:pt x="211" y="1"/>
                    <a:pt x="208" y="0"/>
                    <a:pt x="20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"/>
            <p:cNvSpPr/>
            <p:nvPr/>
          </p:nvSpPr>
          <p:spPr>
            <a:xfrm>
              <a:off x="3579650" y="3582950"/>
              <a:ext cx="24050" cy="11875"/>
            </a:xfrm>
            <a:custGeom>
              <a:avLst/>
              <a:gdLst/>
              <a:ahLst/>
              <a:cxnLst/>
              <a:rect l="l" t="t" r="r" b="b"/>
              <a:pathLst>
                <a:path w="962" h="475" extrusionOk="0">
                  <a:moveTo>
                    <a:pt x="29" y="0"/>
                  </a:moveTo>
                  <a:cubicBezTo>
                    <a:pt x="18" y="0"/>
                    <a:pt x="8" y="7"/>
                    <a:pt x="4" y="19"/>
                  </a:cubicBezTo>
                  <a:cubicBezTo>
                    <a:pt x="0" y="33"/>
                    <a:pt x="9" y="46"/>
                    <a:pt x="23" y="50"/>
                  </a:cubicBezTo>
                  <a:cubicBezTo>
                    <a:pt x="342" y="131"/>
                    <a:pt x="651" y="276"/>
                    <a:pt x="918" y="469"/>
                  </a:cubicBezTo>
                  <a:cubicBezTo>
                    <a:pt x="922" y="473"/>
                    <a:pt x="927" y="474"/>
                    <a:pt x="932" y="474"/>
                  </a:cubicBezTo>
                  <a:cubicBezTo>
                    <a:pt x="940" y="474"/>
                    <a:pt x="949" y="470"/>
                    <a:pt x="954" y="463"/>
                  </a:cubicBezTo>
                  <a:cubicBezTo>
                    <a:pt x="962" y="451"/>
                    <a:pt x="959" y="435"/>
                    <a:pt x="947" y="427"/>
                  </a:cubicBezTo>
                  <a:cubicBezTo>
                    <a:pt x="675" y="231"/>
                    <a:pt x="361" y="83"/>
                    <a:pt x="35" y="1"/>
                  </a:cubicBezTo>
                  <a:cubicBezTo>
                    <a:pt x="33" y="0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"/>
            <p:cNvSpPr/>
            <p:nvPr/>
          </p:nvSpPr>
          <p:spPr>
            <a:xfrm>
              <a:off x="3558575" y="3584225"/>
              <a:ext cx="62200" cy="30725"/>
            </a:xfrm>
            <a:custGeom>
              <a:avLst/>
              <a:gdLst/>
              <a:ahLst/>
              <a:cxnLst/>
              <a:rect l="l" t="t" r="r" b="b"/>
              <a:pathLst>
                <a:path w="2488" h="1229" extrusionOk="0">
                  <a:moveTo>
                    <a:pt x="29" y="0"/>
                  </a:moveTo>
                  <a:cubicBezTo>
                    <a:pt x="16" y="0"/>
                    <a:pt x="6" y="9"/>
                    <a:pt x="4" y="21"/>
                  </a:cubicBezTo>
                  <a:cubicBezTo>
                    <a:pt x="1" y="36"/>
                    <a:pt x="10" y="49"/>
                    <a:pt x="24" y="52"/>
                  </a:cubicBezTo>
                  <a:cubicBezTo>
                    <a:pt x="918" y="220"/>
                    <a:pt x="1754" y="625"/>
                    <a:pt x="2441" y="1222"/>
                  </a:cubicBezTo>
                  <a:cubicBezTo>
                    <a:pt x="2445" y="1226"/>
                    <a:pt x="2452" y="1229"/>
                    <a:pt x="2457" y="1229"/>
                  </a:cubicBezTo>
                  <a:lnTo>
                    <a:pt x="2457" y="1228"/>
                  </a:lnTo>
                  <a:cubicBezTo>
                    <a:pt x="2466" y="1228"/>
                    <a:pt x="2472" y="1225"/>
                    <a:pt x="2478" y="1220"/>
                  </a:cubicBezTo>
                  <a:cubicBezTo>
                    <a:pt x="2487" y="1209"/>
                    <a:pt x="2486" y="1193"/>
                    <a:pt x="2475" y="1183"/>
                  </a:cubicBezTo>
                  <a:cubicBezTo>
                    <a:pt x="1781" y="581"/>
                    <a:pt x="937" y="172"/>
                    <a:pt x="35" y="1"/>
                  </a:cubicBezTo>
                  <a:cubicBezTo>
                    <a:pt x="33" y="0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"/>
            <p:cNvSpPr/>
            <p:nvPr/>
          </p:nvSpPr>
          <p:spPr>
            <a:xfrm>
              <a:off x="3587975" y="3601225"/>
              <a:ext cx="36225" cy="30925"/>
            </a:xfrm>
            <a:custGeom>
              <a:avLst/>
              <a:gdLst/>
              <a:ahLst/>
              <a:cxnLst/>
              <a:rect l="l" t="t" r="r" b="b"/>
              <a:pathLst>
                <a:path w="1449" h="1237" extrusionOk="0">
                  <a:moveTo>
                    <a:pt x="30" y="0"/>
                  </a:moveTo>
                  <a:cubicBezTo>
                    <a:pt x="20" y="0"/>
                    <a:pt x="11" y="6"/>
                    <a:pt x="7" y="15"/>
                  </a:cubicBezTo>
                  <a:cubicBezTo>
                    <a:pt x="1" y="28"/>
                    <a:pt x="6" y="43"/>
                    <a:pt x="20" y="50"/>
                  </a:cubicBezTo>
                  <a:cubicBezTo>
                    <a:pt x="574" y="299"/>
                    <a:pt x="1064" y="716"/>
                    <a:pt x="1397" y="1224"/>
                  </a:cubicBezTo>
                  <a:cubicBezTo>
                    <a:pt x="1403" y="1232"/>
                    <a:pt x="1411" y="1236"/>
                    <a:pt x="1419" y="1236"/>
                  </a:cubicBezTo>
                  <a:cubicBezTo>
                    <a:pt x="1424" y="1236"/>
                    <a:pt x="1428" y="1235"/>
                    <a:pt x="1432" y="1232"/>
                  </a:cubicBezTo>
                  <a:cubicBezTo>
                    <a:pt x="1444" y="1224"/>
                    <a:pt x="1448" y="1208"/>
                    <a:pt x="1440" y="1196"/>
                  </a:cubicBezTo>
                  <a:cubicBezTo>
                    <a:pt x="1101" y="679"/>
                    <a:pt x="605" y="256"/>
                    <a:pt x="41" y="3"/>
                  </a:cubicBezTo>
                  <a:cubicBezTo>
                    <a:pt x="37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"/>
            <p:cNvSpPr/>
            <p:nvPr/>
          </p:nvSpPr>
          <p:spPr>
            <a:xfrm>
              <a:off x="3625625" y="3636525"/>
              <a:ext cx="7875" cy="31550"/>
            </a:xfrm>
            <a:custGeom>
              <a:avLst/>
              <a:gdLst/>
              <a:ahLst/>
              <a:cxnLst/>
              <a:rect l="l" t="t" r="r" b="b"/>
              <a:pathLst>
                <a:path w="315" h="1262" extrusionOk="0">
                  <a:moveTo>
                    <a:pt x="29" y="1"/>
                  </a:moveTo>
                  <a:cubicBezTo>
                    <a:pt x="26" y="1"/>
                    <a:pt x="23" y="1"/>
                    <a:pt x="20" y="2"/>
                  </a:cubicBezTo>
                  <a:cubicBezTo>
                    <a:pt x="7" y="7"/>
                    <a:pt x="0" y="24"/>
                    <a:pt x="6" y="37"/>
                  </a:cubicBezTo>
                  <a:cubicBezTo>
                    <a:pt x="159" y="419"/>
                    <a:pt x="246" y="823"/>
                    <a:pt x="262" y="1236"/>
                  </a:cubicBezTo>
                  <a:cubicBezTo>
                    <a:pt x="264" y="1249"/>
                    <a:pt x="275" y="1261"/>
                    <a:pt x="288" y="1261"/>
                  </a:cubicBezTo>
                  <a:lnTo>
                    <a:pt x="289" y="1261"/>
                  </a:lnTo>
                  <a:cubicBezTo>
                    <a:pt x="304" y="1260"/>
                    <a:pt x="315" y="1248"/>
                    <a:pt x="315" y="1234"/>
                  </a:cubicBezTo>
                  <a:cubicBezTo>
                    <a:pt x="297" y="815"/>
                    <a:pt x="210" y="406"/>
                    <a:pt x="54" y="17"/>
                  </a:cubicBezTo>
                  <a:cubicBezTo>
                    <a:pt x="50" y="6"/>
                    <a:pt x="39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"/>
            <p:cNvSpPr/>
            <p:nvPr/>
          </p:nvSpPr>
          <p:spPr>
            <a:xfrm>
              <a:off x="3627625" y="3673500"/>
              <a:ext cx="6350" cy="31200"/>
            </a:xfrm>
            <a:custGeom>
              <a:avLst/>
              <a:gdLst/>
              <a:ahLst/>
              <a:cxnLst/>
              <a:rect l="l" t="t" r="r" b="b"/>
              <a:pathLst>
                <a:path w="254" h="1248" extrusionOk="0">
                  <a:moveTo>
                    <a:pt x="228" y="0"/>
                  </a:moveTo>
                  <a:cubicBezTo>
                    <a:pt x="215" y="0"/>
                    <a:pt x="203" y="12"/>
                    <a:pt x="203" y="26"/>
                  </a:cubicBezTo>
                  <a:cubicBezTo>
                    <a:pt x="196" y="429"/>
                    <a:pt x="130" y="829"/>
                    <a:pt x="6" y="1214"/>
                  </a:cubicBezTo>
                  <a:cubicBezTo>
                    <a:pt x="1" y="1227"/>
                    <a:pt x="9" y="1242"/>
                    <a:pt x="22" y="1246"/>
                  </a:cubicBezTo>
                  <a:cubicBezTo>
                    <a:pt x="25" y="1247"/>
                    <a:pt x="28" y="1247"/>
                    <a:pt x="30" y="1247"/>
                  </a:cubicBezTo>
                  <a:cubicBezTo>
                    <a:pt x="41" y="1247"/>
                    <a:pt x="52" y="1241"/>
                    <a:pt x="55" y="1230"/>
                  </a:cubicBezTo>
                  <a:cubicBezTo>
                    <a:pt x="180" y="841"/>
                    <a:pt x="247" y="436"/>
                    <a:pt x="254" y="27"/>
                  </a:cubicBezTo>
                  <a:cubicBezTo>
                    <a:pt x="254" y="12"/>
                    <a:pt x="243" y="0"/>
                    <a:pt x="2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"/>
            <p:cNvSpPr/>
            <p:nvPr/>
          </p:nvSpPr>
          <p:spPr>
            <a:xfrm>
              <a:off x="3608925" y="3624800"/>
              <a:ext cx="15175" cy="23650"/>
            </a:xfrm>
            <a:custGeom>
              <a:avLst/>
              <a:gdLst/>
              <a:ahLst/>
              <a:cxnLst/>
              <a:rect l="l" t="t" r="r" b="b"/>
              <a:pathLst>
                <a:path w="607" h="946" extrusionOk="0">
                  <a:moveTo>
                    <a:pt x="30" y="1"/>
                  </a:moveTo>
                  <a:cubicBezTo>
                    <a:pt x="23" y="1"/>
                    <a:pt x="16" y="3"/>
                    <a:pt x="10" y="8"/>
                  </a:cubicBezTo>
                  <a:cubicBezTo>
                    <a:pt x="1" y="19"/>
                    <a:pt x="1" y="35"/>
                    <a:pt x="10" y="45"/>
                  </a:cubicBezTo>
                  <a:cubicBezTo>
                    <a:pt x="260" y="289"/>
                    <a:pt x="449" y="593"/>
                    <a:pt x="552" y="928"/>
                  </a:cubicBezTo>
                  <a:cubicBezTo>
                    <a:pt x="555" y="939"/>
                    <a:pt x="566" y="946"/>
                    <a:pt x="577" y="946"/>
                  </a:cubicBezTo>
                  <a:cubicBezTo>
                    <a:pt x="579" y="946"/>
                    <a:pt x="582" y="946"/>
                    <a:pt x="585" y="945"/>
                  </a:cubicBezTo>
                  <a:cubicBezTo>
                    <a:pt x="598" y="941"/>
                    <a:pt x="606" y="926"/>
                    <a:pt x="602" y="912"/>
                  </a:cubicBezTo>
                  <a:cubicBezTo>
                    <a:pt x="495" y="571"/>
                    <a:pt x="304" y="257"/>
                    <a:pt x="47" y="8"/>
                  </a:cubicBezTo>
                  <a:cubicBezTo>
                    <a:pt x="42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"/>
            <p:cNvSpPr/>
            <p:nvPr/>
          </p:nvSpPr>
          <p:spPr>
            <a:xfrm>
              <a:off x="3546925" y="3589500"/>
              <a:ext cx="32750" cy="9525"/>
            </a:xfrm>
            <a:custGeom>
              <a:avLst/>
              <a:gdLst/>
              <a:ahLst/>
              <a:cxnLst/>
              <a:rect l="l" t="t" r="r" b="b"/>
              <a:pathLst>
                <a:path w="1310" h="381" extrusionOk="0">
                  <a:moveTo>
                    <a:pt x="27" y="1"/>
                  </a:moveTo>
                  <a:cubicBezTo>
                    <a:pt x="14" y="1"/>
                    <a:pt x="3" y="11"/>
                    <a:pt x="1" y="24"/>
                  </a:cubicBezTo>
                  <a:cubicBezTo>
                    <a:pt x="0" y="39"/>
                    <a:pt x="9" y="51"/>
                    <a:pt x="24" y="53"/>
                  </a:cubicBezTo>
                  <a:cubicBezTo>
                    <a:pt x="453" y="102"/>
                    <a:pt x="872" y="211"/>
                    <a:pt x="1269" y="378"/>
                  </a:cubicBezTo>
                  <a:cubicBezTo>
                    <a:pt x="1273" y="379"/>
                    <a:pt x="1275" y="380"/>
                    <a:pt x="1279" y="380"/>
                  </a:cubicBezTo>
                  <a:cubicBezTo>
                    <a:pt x="1289" y="380"/>
                    <a:pt x="1298" y="374"/>
                    <a:pt x="1302" y="364"/>
                  </a:cubicBezTo>
                  <a:cubicBezTo>
                    <a:pt x="1309" y="351"/>
                    <a:pt x="1302" y="336"/>
                    <a:pt x="1289" y="331"/>
                  </a:cubicBezTo>
                  <a:cubicBezTo>
                    <a:pt x="887" y="161"/>
                    <a:pt x="464" y="51"/>
                    <a:pt x="30" y="1"/>
                  </a:cubicBezTo>
                  <a:cubicBezTo>
                    <a:pt x="29" y="1"/>
                    <a:pt x="28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"/>
            <p:cNvSpPr/>
            <p:nvPr/>
          </p:nvSpPr>
          <p:spPr>
            <a:xfrm>
              <a:off x="3558775" y="3603700"/>
              <a:ext cx="39250" cy="39775"/>
            </a:xfrm>
            <a:custGeom>
              <a:avLst/>
              <a:gdLst/>
              <a:ahLst/>
              <a:cxnLst/>
              <a:rect l="l" t="t" r="r" b="b"/>
              <a:pathLst>
                <a:path w="1570" h="1591" extrusionOk="0">
                  <a:moveTo>
                    <a:pt x="29" y="1"/>
                  </a:moveTo>
                  <a:cubicBezTo>
                    <a:pt x="21" y="1"/>
                    <a:pt x="14" y="4"/>
                    <a:pt x="9" y="11"/>
                  </a:cubicBezTo>
                  <a:cubicBezTo>
                    <a:pt x="1" y="22"/>
                    <a:pt x="4" y="38"/>
                    <a:pt x="14" y="48"/>
                  </a:cubicBezTo>
                  <a:cubicBezTo>
                    <a:pt x="596" y="476"/>
                    <a:pt x="1101" y="991"/>
                    <a:pt x="1520" y="1580"/>
                  </a:cubicBezTo>
                  <a:cubicBezTo>
                    <a:pt x="1525" y="1588"/>
                    <a:pt x="1533" y="1591"/>
                    <a:pt x="1541" y="1591"/>
                  </a:cubicBezTo>
                  <a:lnTo>
                    <a:pt x="1541" y="1591"/>
                  </a:lnTo>
                  <a:cubicBezTo>
                    <a:pt x="1546" y="1591"/>
                    <a:pt x="1551" y="1589"/>
                    <a:pt x="1556" y="1587"/>
                  </a:cubicBezTo>
                  <a:cubicBezTo>
                    <a:pt x="1567" y="1579"/>
                    <a:pt x="1570" y="1563"/>
                    <a:pt x="1562" y="1550"/>
                  </a:cubicBezTo>
                  <a:cubicBezTo>
                    <a:pt x="1140" y="957"/>
                    <a:pt x="631" y="438"/>
                    <a:pt x="45" y="6"/>
                  </a:cubicBezTo>
                  <a:cubicBezTo>
                    <a:pt x="40" y="3"/>
                    <a:pt x="35" y="1"/>
                    <a:pt x="29" y="1"/>
                  </a:cubicBezTo>
                  <a:close/>
                  <a:moveTo>
                    <a:pt x="1541" y="1591"/>
                  </a:moveTo>
                  <a:lnTo>
                    <a:pt x="1541" y="1591"/>
                  </a:lnTo>
                  <a:cubicBezTo>
                    <a:pt x="1540" y="1591"/>
                    <a:pt x="1540" y="1591"/>
                    <a:pt x="1540" y="1591"/>
                  </a:cubicBezTo>
                  <a:lnTo>
                    <a:pt x="1541" y="1591"/>
                  </a:lnTo>
                  <a:cubicBezTo>
                    <a:pt x="1541" y="1591"/>
                    <a:pt x="1541" y="1591"/>
                    <a:pt x="1541" y="159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"/>
            <p:cNvSpPr/>
            <p:nvPr/>
          </p:nvSpPr>
          <p:spPr>
            <a:xfrm>
              <a:off x="3600650" y="3649500"/>
              <a:ext cx="11900" cy="21725"/>
            </a:xfrm>
            <a:custGeom>
              <a:avLst/>
              <a:gdLst/>
              <a:ahLst/>
              <a:cxnLst/>
              <a:rect l="l" t="t" r="r" b="b"/>
              <a:pathLst>
                <a:path w="476" h="869" extrusionOk="0">
                  <a:moveTo>
                    <a:pt x="31" y="0"/>
                  </a:moveTo>
                  <a:cubicBezTo>
                    <a:pt x="26" y="0"/>
                    <a:pt x="20" y="2"/>
                    <a:pt x="16" y="5"/>
                  </a:cubicBezTo>
                  <a:cubicBezTo>
                    <a:pt x="5" y="13"/>
                    <a:pt x="1" y="29"/>
                    <a:pt x="9" y="40"/>
                  </a:cubicBezTo>
                  <a:cubicBezTo>
                    <a:pt x="174" y="296"/>
                    <a:pt x="314" y="567"/>
                    <a:pt x="422" y="853"/>
                  </a:cubicBezTo>
                  <a:cubicBezTo>
                    <a:pt x="426" y="862"/>
                    <a:pt x="435" y="869"/>
                    <a:pt x="446" y="869"/>
                  </a:cubicBezTo>
                  <a:cubicBezTo>
                    <a:pt x="449" y="869"/>
                    <a:pt x="453" y="869"/>
                    <a:pt x="456" y="867"/>
                  </a:cubicBezTo>
                  <a:cubicBezTo>
                    <a:pt x="469" y="862"/>
                    <a:pt x="476" y="847"/>
                    <a:pt x="470" y="834"/>
                  </a:cubicBezTo>
                  <a:cubicBezTo>
                    <a:pt x="361" y="546"/>
                    <a:pt x="220" y="270"/>
                    <a:pt x="52" y="12"/>
                  </a:cubicBezTo>
                  <a:cubicBezTo>
                    <a:pt x="47" y="4"/>
                    <a:pt x="39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"/>
            <p:cNvSpPr/>
            <p:nvPr/>
          </p:nvSpPr>
          <p:spPr>
            <a:xfrm>
              <a:off x="3583300" y="3641125"/>
              <a:ext cx="33625" cy="75150"/>
            </a:xfrm>
            <a:custGeom>
              <a:avLst/>
              <a:gdLst/>
              <a:ahLst/>
              <a:cxnLst/>
              <a:rect l="l" t="t" r="r" b="b"/>
              <a:pathLst>
                <a:path w="1345" h="3006" extrusionOk="0">
                  <a:moveTo>
                    <a:pt x="29" y="0"/>
                  </a:moveTo>
                  <a:cubicBezTo>
                    <a:pt x="23" y="0"/>
                    <a:pt x="17" y="2"/>
                    <a:pt x="13" y="6"/>
                  </a:cubicBezTo>
                  <a:cubicBezTo>
                    <a:pt x="2" y="16"/>
                    <a:pt x="1" y="33"/>
                    <a:pt x="10" y="44"/>
                  </a:cubicBezTo>
                  <a:cubicBezTo>
                    <a:pt x="737" y="854"/>
                    <a:pt x="1191" y="1898"/>
                    <a:pt x="1292" y="2982"/>
                  </a:cubicBezTo>
                  <a:cubicBezTo>
                    <a:pt x="1292" y="2996"/>
                    <a:pt x="1304" y="3005"/>
                    <a:pt x="1318" y="3005"/>
                  </a:cubicBezTo>
                  <a:lnTo>
                    <a:pt x="1319" y="3005"/>
                  </a:lnTo>
                  <a:cubicBezTo>
                    <a:pt x="1334" y="3004"/>
                    <a:pt x="1345" y="2992"/>
                    <a:pt x="1343" y="2977"/>
                  </a:cubicBezTo>
                  <a:cubicBezTo>
                    <a:pt x="1242" y="1882"/>
                    <a:pt x="782" y="828"/>
                    <a:pt x="49" y="9"/>
                  </a:cubicBezTo>
                  <a:cubicBezTo>
                    <a:pt x="44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"/>
            <p:cNvSpPr/>
            <p:nvPr/>
          </p:nvSpPr>
          <p:spPr>
            <a:xfrm>
              <a:off x="3536850" y="3604475"/>
              <a:ext cx="24775" cy="68875"/>
            </a:xfrm>
            <a:custGeom>
              <a:avLst/>
              <a:gdLst/>
              <a:ahLst/>
              <a:cxnLst/>
              <a:rect l="l" t="t" r="r" b="b"/>
              <a:pathLst>
                <a:path w="991" h="2755" extrusionOk="0">
                  <a:moveTo>
                    <a:pt x="25" y="1"/>
                  </a:moveTo>
                  <a:cubicBezTo>
                    <a:pt x="12" y="2"/>
                    <a:pt x="1" y="14"/>
                    <a:pt x="1" y="29"/>
                  </a:cubicBezTo>
                  <a:cubicBezTo>
                    <a:pt x="61" y="1003"/>
                    <a:pt x="386" y="1941"/>
                    <a:pt x="941" y="2744"/>
                  </a:cubicBezTo>
                  <a:cubicBezTo>
                    <a:pt x="947" y="2750"/>
                    <a:pt x="955" y="2754"/>
                    <a:pt x="963" y="2754"/>
                  </a:cubicBezTo>
                  <a:cubicBezTo>
                    <a:pt x="967" y="2754"/>
                    <a:pt x="972" y="2753"/>
                    <a:pt x="978" y="2749"/>
                  </a:cubicBezTo>
                  <a:cubicBezTo>
                    <a:pt x="988" y="2741"/>
                    <a:pt x="991" y="2725"/>
                    <a:pt x="984" y="2713"/>
                  </a:cubicBezTo>
                  <a:cubicBezTo>
                    <a:pt x="434" y="1919"/>
                    <a:pt x="112" y="989"/>
                    <a:pt x="53" y="25"/>
                  </a:cubicBezTo>
                  <a:cubicBezTo>
                    <a:pt x="52" y="11"/>
                    <a:pt x="4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"/>
            <p:cNvSpPr/>
            <p:nvPr/>
          </p:nvSpPr>
          <p:spPr>
            <a:xfrm>
              <a:off x="3565475" y="3679625"/>
              <a:ext cx="21700" cy="25250"/>
            </a:xfrm>
            <a:custGeom>
              <a:avLst/>
              <a:gdLst/>
              <a:ahLst/>
              <a:cxnLst/>
              <a:rect l="l" t="t" r="r" b="b"/>
              <a:pathLst>
                <a:path w="868" h="1010" extrusionOk="0">
                  <a:moveTo>
                    <a:pt x="32" y="1"/>
                  </a:moveTo>
                  <a:cubicBezTo>
                    <a:pt x="27" y="1"/>
                    <a:pt x="21" y="2"/>
                    <a:pt x="17" y="5"/>
                  </a:cubicBezTo>
                  <a:cubicBezTo>
                    <a:pt x="5" y="14"/>
                    <a:pt x="1" y="30"/>
                    <a:pt x="9" y="42"/>
                  </a:cubicBezTo>
                  <a:cubicBezTo>
                    <a:pt x="240" y="393"/>
                    <a:pt x="513" y="716"/>
                    <a:pt x="821" y="1002"/>
                  </a:cubicBezTo>
                  <a:cubicBezTo>
                    <a:pt x="827" y="1006"/>
                    <a:pt x="832" y="1009"/>
                    <a:pt x="839" y="1009"/>
                  </a:cubicBezTo>
                  <a:cubicBezTo>
                    <a:pt x="846" y="1009"/>
                    <a:pt x="852" y="1006"/>
                    <a:pt x="858" y="1001"/>
                  </a:cubicBezTo>
                  <a:cubicBezTo>
                    <a:pt x="867" y="990"/>
                    <a:pt x="867" y="974"/>
                    <a:pt x="856" y="963"/>
                  </a:cubicBezTo>
                  <a:cubicBezTo>
                    <a:pt x="552" y="681"/>
                    <a:pt x="282" y="361"/>
                    <a:pt x="53" y="12"/>
                  </a:cubicBezTo>
                  <a:cubicBezTo>
                    <a:pt x="48" y="5"/>
                    <a:pt x="40" y="1"/>
                    <a:pt x="3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"/>
            <p:cNvSpPr/>
            <p:nvPr/>
          </p:nvSpPr>
          <p:spPr>
            <a:xfrm>
              <a:off x="3541125" y="3653300"/>
              <a:ext cx="25300" cy="39275"/>
            </a:xfrm>
            <a:custGeom>
              <a:avLst/>
              <a:gdLst/>
              <a:ahLst/>
              <a:cxnLst/>
              <a:rect l="l" t="t" r="r" b="b"/>
              <a:pathLst>
                <a:path w="1012" h="1571" extrusionOk="0">
                  <a:moveTo>
                    <a:pt x="30" y="0"/>
                  </a:moveTo>
                  <a:cubicBezTo>
                    <a:pt x="27" y="0"/>
                    <a:pt x="24" y="1"/>
                    <a:pt x="21" y="2"/>
                  </a:cubicBezTo>
                  <a:cubicBezTo>
                    <a:pt x="7" y="8"/>
                    <a:pt x="1" y="24"/>
                    <a:pt x="6" y="36"/>
                  </a:cubicBezTo>
                  <a:cubicBezTo>
                    <a:pt x="239" y="596"/>
                    <a:pt x="560" y="1108"/>
                    <a:pt x="963" y="1562"/>
                  </a:cubicBezTo>
                  <a:cubicBezTo>
                    <a:pt x="967" y="1568"/>
                    <a:pt x="975" y="1571"/>
                    <a:pt x="981" y="1571"/>
                  </a:cubicBezTo>
                  <a:cubicBezTo>
                    <a:pt x="988" y="1571"/>
                    <a:pt x="994" y="1568"/>
                    <a:pt x="999" y="1564"/>
                  </a:cubicBezTo>
                  <a:cubicBezTo>
                    <a:pt x="1010" y="1555"/>
                    <a:pt x="1011" y="1539"/>
                    <a:pt x="1002" y="1528"/>
                  </a:cubicBezTo>
                  <a:cubicBezTo>
                    <a:pt x="603" y="1079"/>
                    <a:pt x="285" y="570"/>
                    <a:pt x="54" y="17"/>
                  </a:cubicBezTo>
                  <a:cubicBezTo>
                    <a:pt x="50" y="7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"/>
            <p:cNvSpPr/>
            <p:nvPr/>
          </p:nvSpPr>
          <p:spPr>
            <a:xfrm>
              <a:off x="3583350" y="3710725"/>
              <a:ext cx="11975" cy="11425"/>
            </a:xfrm>
            <a:custGeom>
              <a:avLst/>
              <a:gdLst/>
              <a:ahLst/>
              <a:cxnLst/>
              <a:rect l="l" t="t" r="r" b="b"/>
              <a:pathLst>
                <a:path w="479" h="457" extrusionOk="0">
                  <a:moveTo>
                    <a:pt x="29" y="0"/>
                  </a:moveTo>
                  <a:cubicBezTo>
                    <a:pt x="24" y="0"/>
                    <a:pt x="18" y="2"/>
                    <a:pt x="14" y="6"/>
                  </a:cubicBezTo>
                  <a:cubicBezTo>
                    <a:pt x="3" y="14"/>
                    <a:pt x="0" y="30"/>
                    <a:pt x="8" y="42"/>
                  </a:cubicBezTo>
                  <a:cubicBezTo>
                    <a:pt x="128" y="201"/>
                    <a:pt x="270" y="339"/>
                    <a:pt x="435" y="451"/>
                  </a:cubicBezTo>
                  <a:cubicBezTo>
                    <a:pt x="440" y="455"/>
                    <a:pt x="445" y="457"/>
                    <a:pt x="449" y="457"/>
                  </a:cubicBezTo>
                  <a:cubicBezTo>
                    <a:pt x="457" y="457"/>
                    <a:pt x="466" y="453"/>
                    <a:pt x="471" y="444"/>
                  </a:cubicBezTo>
                  <a:cubicBezTo>
                    <a:pt x="479" y="432"/>
                    <a:pt x="476" y="416"/>
                    <a:pt x="464" y="408"/>
                  </a:cubicBezTo>
                  <a:cubicBezTo>
                    <a:pt x="305" y="299"/>
                    <a:pt x="166" y="166"/>
                    <a:pt x="50" y="11"/>
                  </a:cubicBezTo>
                  <a:cubicBezTo>
                    <a:pt x="45" y="4"/>
                    <a:pt x="37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"/>
            <p:cNvSpPr/>
            <p:nvPr/>
          </p:nvSpPr>
          <p:spPr>
            <a:xfrm>
              <a:off x="3546300" y="3608925"/>
              <a:ext cx="47725" cy="85750"/>
            </a:xfrm>
            <a:custGeom>
              <a:avLst/>
              <a:gdLst/>
              <a:ahLst/>
              <a:cxnLst/>
              <a:rect l="l" t="t" r="r" b="b"/>
              <a:pathLst>
                <a:path w="1909" h="3430" extrusionOk="0">
                  <a:moveTo>
                    <a:pt x="31" y="0"/>
                  </a:moveTo>
                  <a:cubicBezTo>
                    <a:pt x="27" y="0"/>
                    <a:pt x="23" y="1"/>
                    <a:pt x="20" y="3"/>
                  </a:cubicBezTo>
                  <a:cubicBezTo>
                    <a:pt x="8" y="8"/>
                    <a:pt x="1" y="23"/>
                    <a:pt x="8" y="37"/>
                  </a:cubicBezTo>
                  <a:cubicBezTo>
                    <a:pt x="527" y="1211"/>
                    <a:pt x="1148" y="2348"/>
                    <a:pt x="1857" y="3419"/>
                  </a:cubicBezTo>
                  <a:cubicBezTo>
                    <a:pt x="1861" y="3425"/>
                    <a:pt x="1871" y="3429"/>
                    <a:pt x="1879" y="3429"/>
                  </a:cubicBezTo>
                  <a:cubicBezTo>
                    <a:pt x="1884" y="3429"/>
                    <a:pt x="1888" y="3428"/>
                    <a:pt x="1892" y="3425"/>
                  </a:cubicBezTo>
                  <a:cubicBezTo>
                    <a:pt x="1904" y="3417"/>
                    <a:pt x="1909" y="3401"/>
                    <a:pt x="1900" y="3389"/>
                  </a:cubicBezTo>
                  <a:cubicBezTo>
                    <a:pt x="1194" y="2322"/>
                    <a:pt x="573" y="1187"/>
                    <a:pt x="55" y="16"/>
                  </a:cubicBezTo>
                  <a:cubicBezTo>
                    <a:pt x="50" y="6"/>
                    <a:pt x="40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"/>
            <p:cNvSpPr/>
            <p:nvPr/>
          </p:nvSpPr>
          <p:spPr>
            <a:xfrm>
              <a:off x="3356675" y="3500250"/>
              <a:ext cx="157450" cy="149675"/>
            </a:xfrm>
            <a:custGeom>
              <a:avLst/>
              <a:gdLst/>
              <a:ahLst/>
              <a:cxnLst/>
              <a:rect l="l" t="t" r="r" b="b"/>
              <a:pathLst>
                <a:path w="6298" h="5987" extrusionOk="0">
                  <a:moveTo>
                    <a:pt x="6297" y="0"/>
                  </a:moveTo>
                  <a:lnTo>
                    <a:pt x="6297" y="0"/>
                  </a:lnTo>
                  <a:cubicBezTo>
                    <a:pt x="5727" y="30"/>
                    <a:pt x="5151" y="78"/>
                    <a:pt x="4606" y="251"/>
                  </a:cubicBezTo>
                  <a:cubicBezTo>
                    <a:pt x="4061" y="422"/>
                    <a:pt x="3542" y="726"/>
                    <a:pt x="3203" y="1186"/>
                  </a:cubicBezTo>
                  <a:cubicBezTo>
                    <a:pt x="2702" y="1862"/>
                    <a:pt x="2653" y="2762"/>
                    <a:pt x="2338" y="3541"/>
                  </a:cubicBezTo>
                  <a:cubicBezTo>
                    <a:pt x="1932" y="4548"/>
                    <a:pt x="1047" y="5352"/>
                    <a:pt x="3" y="5650"/>
                  </a:cubicBezTo>
                  <a:lnTo>
                    <a:pt x="3" y="5650"/>
                  </a:lnTo>
                  <a:cubicBezTo>
                    <a:pt x="2" y="5650"/>
                    <a:pt x="2" y="5650"/>
                    <a:pt x="1" y="5649"/>
                  </a:cubicBezTo>
                  <a:lnTo>
                    <a:pt x="1" y="5651"/>
                  </a:lnTo>
                  <a:cubicBezTo>
                    <a:pt x="2" y="5651"/>
                    <a:pt x="2" y="5650"/>
                    <a:pt x="3" y="5650"/>
                  </a:cubicBezTo>
                  <a:lnTo>
                    <a:pt x="3" y="5650"/>
                  </a:lnTo>
                  <a:cubicBezTo>
                    <a:pt x="551" y="5872"/>
                    <a:pt x="1158" y="5987"/>
                    <a:pt x="1764" y="5987"/>
                  </a:cubicBezTo>
                  <a:cubicBezTo>
                    <a:pt x="2565" y="5987"/>
                    <a:pt x="3365" y="5785"/>
                    <a:pt x="4023" y="5364"/>
                  </a:cubicBezTo>
                  <a:cubicBezTo>
                    <a:pt x="5182" y="4624"/>
                    <a:pt x="5947" y="3306"/>
                    <a:pt x="6015" y="1934"/>
                  </a:cubicBezTo>
                  <a:cubicBezTo>
                    <a:pt x="6047" y="1307"/>
                    <a:pt x="5969" y="536"/>
                    <a:pt x="6297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"/>
            <p:cNvSpPr/>
            <p:nvPr/>
          </p:nvSpPr>
          <p:spPr>
            <a:xfrm>
              <a:off x="3355375" y="3498975"/>
              <a:ext cx="160075" cy="152275"/>
            </a:xfrm>
            <a:custGeom>
              <a:avLst/>
              <a:gdLst/>
              <a:ahLst/>
              <a:cxnLst/>
              <a:rect l="l" t="t" r="r" b="b"/>
              <a:pathLst>
                <a:path w="6403" h="6091" extrusionOk="0">
                  <a:moveTo>
                    <a:pt x="6258" y="108"/>
                  </a:moveTo>
                  <a:cubicBezTo>
                    <a:pt x="6038" y="529"/>
                    <a:pt x="6032" y="1058"/>
                    <a:pt x="6025" y="1569"/>
                  </a:cubicBezTo>
                  <a:cubicBezTo>
                    <a:pt x="6023" y="1713"/>
                    <a:pt x="6022" y="1850"/>
                    <a:pt x="6015" y="1983"/>
                  </a:cubicBezTo>
                  <a:cubicBezTo>
                    <a:pt x="5948" y="3341"/>
                    <a:pt x="5193" y="4639"/>
                    <a:pt x="4049" y="5372"/>
                  </a:cubicBezTo>
                  <a:cubicBezTo>
                    <a:pt x="3412" y="5779"/>
                    <a:pt x="2620" y="5987"/>
                    <a:pt x="1811" y="5987"/>
                  </a:cubicBezTo>
                  <a:cubicBezTo>
                    <a:pt x="1272" y="5987"/>
                    <a:pt x="725" y="5895"/>
                    <a:pt x="212" y="5707"/>
                  </a:cubicBezTo>
                  <a:cubicBezTo>
                    <a:pt x="1200" y="5378"/>
                    <a:pt x="2044" y="4587"/>
                    <a:pt x="2438" y="3613"/>
                  </a:cubicBezTo>
                  <a:cubicBezTo>
                    <a:pt x="2555" y="3322"/>
                    <a:pt x="2636" y="3014"/>
                    <a:pt x="2715" y="2714"/>
                  </a:cubicBezTo>
                  <a:cubicBezTo>
                    <a:pt x="2849" y="2209"/>
                    <a:pt x="2986" y="1687"/>
                    <a:pt x="3297" y="1268"/>
                  </a:cubicBezTo>
                  <a:cubicBezTo>
                    <a:pt x="3681" y="747"/>
                    <a:pt x="4257" y="482"/>
                    <a:pt x="4673" y="350"/>
                  </a:cubicBezTo>
                  <a:cubicBezTo>
                    <a:pt x="5157" y="198"/>
                    <a:pt x="5660" y="142"/>
                    <a:pt x="6258" y="108"/>
                  </a:cubicBezTo>
                  <a:close/>
                  <a:moveTo>
                    <a:pt x="6350" y="0"/>
                  </a:moveTo>
                  <a:cubicBezTo>
                    <a:pt x="6349" y="0"/>
                    <a:pt x="6348" y="0"/>
                    <a:pt x="6346" y="0"/>
                  </a:cubicBezTo>
                  <a:cubicBezTo>
                    <a:pt x="5699" y="33"/>
                    <a:pt x="5162" y="88"/>
                    <a:pt x="4642" y="252"/>
                  </a:cubicBezTo>
                  <a:cubicBezTo>
                    <a:pt x="4211" y="388"/>
                    <a:pt x="3614" y="662"/>
                    <a:pt x="3213" y="1206"/>
                  </a:cubicBezTo>
                  <a:cubicBezTo>
                    <a:pt x="2890" y="1642"/>
                    <a:pt x="2750" y="2173"/>
                    <a:pt x="2614" y="2687"/>
                  </a:cubicBezTo>
                  <a:cubicBezTo>
                    <a:pt x="2536" y="2984"/>
                    <a:pt x="2456" y="3290"/>
                    <a:pt x="2341" y="3574"/>
                  </a:cubicBezTo>
                  <a:cubicBezTo>
                    <a:pt x="1940" y="4566"/>
                    <a:pt x="1058" y="5363"/>
                    <a:pt x="38" y="5652"/>
                  </a:cubicBezTo>
                  <a:cubicBezTo>
                    <a:pt x="18" y="5657"/>
                    <a:pt x="2" y="5676"/>
                    <a:pt x="0" y="5699"/>
                  </a:cubicBezTo>
                  <a:cubicBezTo>
                    <a:pt x="0" y="5721"/>
                    <a:pt x="13" y="5741"/>
                    <a:pt x="33" y="5749"/>
                  </a:cubicBezTo>
                  <a:cubicBezTo>
                    <a:pt x="599" y="5978"/>
                    <a:pt x="1210" y="6091"/>
                    <a:pt x="1810" y="6091"/>
                  </a:cubicBezTo>
                  <a:cubicBezTo>
                    <a:pt x="2639" y="6091"/>
                    <a:pt x="3450" y="5877"/>
                    <a:pt x="4104" y="5458"/>
                  </a:cubicBezTo>
                  <a:cubicBezTo>
                    <a:pt x="5277" y="4709"/>
                    <a:pt x="6049" y="3378"/>
                    <a:pt x="6118" y="1987"/>
                  </a:cubicBezTo>
                  <a:cubicBezTo>
                    <a:pt x="6124" y="1853"/>
                    <a:pt x="6127" y="1716"/>
                    <a:pt x="6128" y="1570"/>
                  </a:cubicBezTo>
                  <a:cubicBezTo>
                    <a:pt x="6135" y="1038"/>
                    <a:pt x="6142" y="489"/>
                    <a:pt x="6393" y="78"/>
                  </a:cubicBezTo>
                  <a:cubicBezTo>
                    <a:pt x="6403" y="62"/>
                    <a:pt x="6403" y="42"/>
                    <a:pt x="6393" y="26"/>
                  </a:cubicBezTo>
                  <a:cubicBezTo>
                    <a:pt x="6385" y="10"/>
                    <a:pt x="6368" y="0"/>
                    <a:pt x="635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"/>
            <p:cNvSpPr/>
            <p:nvPr/>
          </p:nvSpPr>
          <p:spPr>
            <a:xfrm>
              <a:off x="3357825" y="3499600"/>
              <a:ext cx="157025" cy="142175"/>
            </a:xfrm>
            <a:custGeom>
              <a:avLst/>
              <a:gdLst/>
              <a:ahLst/>
              <a:cxnLst/>
              <a:rect l="l" t="t" r="r" b="b"/>
              <a:pathLst>
                <a:path w="6281" h="5687" extrusionOk="0">
                  <a:moveTo>
                    <a:pt x="6251" y="1"/>
                  </a:moveTo>
                  <a:cubicBezTo>
                    <a:pt x="6247" y="1"/>
                    <a:pt x="6242" y="2"/>
                    <a:pt x="6238" y="5"/>
                  </a:cubicBezTo>
                  <a:cubicBezTo>
                    <a:pt x="5366" y="530"/>
                    <a:pt x="4847" y="1361"/>
                    <a:pt x="4346" y="2238"/>
                  </a:cubicBezTo>
                  <a:cubicBezTo>
                    <a:pt x="4300" y="2322"/>
                    <a:pt x="4253" y="2404"/>
                    <a:pt x="4206" y="2487"/>
                  </a:cubicBezTo>
                  <a:cubicBezTo>
                    <a:pt x="3762" y="3273"/>
                    <a:pt x="3303" y="4085"/>
                    <a:pt x="2620" y="4679"/>
                  </a:cubicBezTo>
                  <a:cubicBezTo>
                    <a:pt x="1918" y="5287"/>
                    <a:pt x="984" y="5634"/>
                    <a:pt x="54" y="5634"/>
                  </a:cubicBezTo>
                  <a:lnTo>
                    <a:pt x="28" y="5634"/>
                  </a:lnTo>
                  <a:cubicBezTo>
                    <a:pt x="13" y="5634"/>
                    <a:pt x="1" y="5646"/>
                    <a:pt x="1" y="5661"/>
                  </a:cubicBezTo>
                  <a:cubicBezTo>
                    <a:pt x="1" y="5674"/>
                    <a:pt x="13" y="5686"/>
                    <a:pt x="28" y="5686"/>
                  </a:cubicBezTo>
                  <a:lnTo>
                    <a:pt x="54" y="5686"/>
                  </a:lnTo>
                  <a:cubicBezTo>
                    <a:pt x="996" y="5686"/>
                    <a:pt x="1942" y="5334"/>
                    <a:pt x="2654" y="4718"/>
                  </a:cubicBezTo>
                  <a:cubicBezTo>
                    <a:pt x="3345" y="4119"/>
                    <a:pt x="3805" y="3302"/>
                    <a:pt x="4251" y="2513"/>
                  </a:cubicBezTo>
                  <a:cubicBezTo>
                    <a:pt x="4298" y="2429"/>
                    <a:pt x="4345" y="2347"/>
                    <a:pt x="4392" y="2264"/>
                  </a:cubicBezTo>
                  <a:cubicBezTo>
                    <a:pt x="4887" y="1393"/>
                    <a:pt x="5403" y="567"/>
                    <a:pt x="6264" y="49"/>
                  </a:cubicBezTo>
                  <a:cubicBezTo>
                    <a:pt x="6277" y="41"/>
                    <a:pt x="6281" y="25"/>
                    <a:pt x="6274" y="13"/>
                  </a:cubicBezTo>
                  <a:cubicBezTo>
                    <a:pt x="6269" y="5"/>
                    <a:pt x="6260" y="1"/>
                    <a:pt x="625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"/>
            <p:cNvSpPr/>
            <p:nvPr/>
          </p:nvSpPr>
          <p:spPr>
            <a:xfrm>
              <a:off x="3468625" y="3532850"/>
              <a:ext cx="13950" cy="93825"/>
            </a:xfrm>
            <a:custGeom>
              <a:avLst/>
              <a:gdLst/>
              <a:ahLst/>
              <a:cxnLst/>
              <a:rect l="l" t="t" r="r" b="b"/>
              <a:pathLst>
                <a:path w="558" h="3753" extrusionOk="0">
                  <a:moveTo>
                    <a:pt x="507" y="0"/>
                  </a:moveTo>
                  <a:cubicBezTo>
                    <a:pt x="493" y="0"/>
                    <a:pt x="482" y="12"/>
                    <a:pt x="482" y="26"/>
                  </a:cubicBezTo>
                  <a:cubicBezTo>
                    <a:pt x="505" y="1275"/>
                    <a:pt x="345" y="2519"/>
                    <a:pt x="4" y="3720"/>
                  </a:cubicBezTo>
                  <a:cubicBezTo>
                    <a:pt x="0" y="3733"/>
                    <a:pt x="8" y="3748"/>
                    <a:pt x="22" y="3752"/>
                  </a:cubicBezTo>
                  <a:lnTo>
                    <a:pt x="28" y="3752"/>
                  </a:lnTo>
                  <a:cubicBezTo>
                    <a:pt x="41" y="3752"/>
                    <a:pt x="50" y="3745"/>
                    <a:pt x="54" y="3733"/>
                  </a:cubicBezTo>
                  <a:cubicBezTo>
                    <a:pt x="396" y="2527"/>
                    <a:pt x="557" y="1279"/>
                    <a:pt x="534" y="26"/>
                  </a:cubicBezTo>
                  <a:cubicBezTo>
                    <a:pt x="534" y="11"/>
                    <a:pt x="522" y="0"/>
                    <a:pt x="50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"/>
            <p:cNvSpPr/>
            <p:nvPr/>
          </p:nvSpPr>
          <p:spPr>
            <a:xfrm>
              <a:off x="3431475" y="3587925"/>
              <a:ext cx="17525" cy="58075"/>
            </a:xfrm>
            <a:custGeom>
              <a:avLst/>
              <a:gdLst/>
              <a:ahLst/>
              <a:cxnLst/>
              <a:rect l="l" t="t" r="r" b="b"/>
              <a:pathLst>
                <a:path w="701" h="2323" extrusionOk="0">
                  <a:moveTo>
                    <a:pt x="673" y="0"/>
                  </a:moveTo>
                  <a:cubicBezTo>
                    <a:pt x="660" y="0"/>
                    <a:pt x="650" y="9"/>
                    <a:pt x="648" y="21"/>
                  </a:cubicBezTo>
                  <a:cubicBezTo>
                    <a:pt x="493" y="790"/>
                    <a:pt x="277" y="1553"/>
                    <a:pt x="6" y="2288"/>
                  </a:cubicBezTo>
                  <a:cubicBezTo>
                    <a:pt x="1" y="2301"/>
                    <a:pt x="8" y="2316"/>
                    <a:pt x="21" y="2321"/>
                  </a:cubicBezTo>
                  <a:cubicBezTo>
                    <a:pt x="24" y="2323"/>
                    <a:pt x="28" y="2323"/>
                    <a:pt x="31" y="2323"/>
                  </a:cubicBezTo>
                  <a:cubicBezTo>
                    <a:pt x="41" y="2323"/>
                    <a:pt x="51" y="2316"/>
                    <a:pt x="55" y="2305"/>
                  </a:cubicBezTo>
                  <a:cubicBezTo>
                    <a:pt x="327" y="1568"/>
                    <a:pt x="543" y="803"/>
                    <a:pt x="698" y="32"/>
                  </a:cubicBezTo>
                  <a:cubicBezTo>
                    <a:pt x="701" y="17"/>
                    <a:pt x="692" y="3"/>
                    <a:pt x="678" y="1"/>
                  </a:cubicBezTo>
                  <a:cubicBezTo>
                    <a:pt x="676" y="0"/>
                    <a:pt x="674" y="0"/>
                    <a:pt x="67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"/>
            <p:cNvSpPr/>
            <p:nvPr/>
          </p:nvSpPr>
          <p:spPr>
            <a:xfrm>
              <a:off x="3446550" y="3514325"/>
              <a:ext cx="49475" cy="5425"/>
            </a:xfrm>
            <a:custGeom>
              <a:avLst/>
              <a:gdLst/>
              <a:ahLst/>
              <a:cxnLst/>
              <a:rect l="l" t="t" r="r" b="b"/>
              <a:pathLst>
                <a:path w="1979" h="217" extrusionOk="0">
                  <a:moveTo>
                    <a:pt x="1441" y="0"/>
                  </a:moveTo>
                  <a:cubicBezTo>
                    <a:pt x="964" y="0"/>
                    <a:pt x="489" y="55"/>
                    <a:pt x="24" y="165"/>
                  </a:cubicBezTo>
                  <a:cubicBezTo>
                    <a:pt x="10" y="169"/>
                    <a:pt x="1" y="183"/>
                    <a:pt x="5" y="196"/>
                  </a:cubicBezTo>
                  <a:cubicBezTo>
                    <a:pt x="7" y="208"/>
                    <a:pt x="18" y="216"/>
                    <a:pt x="29" y="216"/>
                  </a:cubicBezTo>
                  <a:lnTo>
                    <a:pt x="36" y="216"/>
                  </a:lnTo>
                  <a:cubicBezTo>
                    <a:pt x="497" y="106"/>
                    <a:pt x="968" y="51"/>
                    <a:pt x="1441" y="51"/>
                  </a:cubicBezTo>
                  <a:cubicBezTo>
                    <a:pt x="1610" y="51"/>
                    <a:pt x="1779" y="58"/>
                    <a:pt x="1949" y="72"/>
                  </a:cubicBezTo>
                  <a:cubicBezTo>
                    <a:pt x="1950" y="73"/>
                    <a:pt x="1951" y="73"/>
                    <a:pt x="1953" y="73"/>
                  </a:cubicBezTo>
                  <a:cubicBezTo>
                    <a:pt x="1966" y="73"/>
                    <a:pt x="1976" y="62"/>
                    <a:pt x="1977" y="50"/>
                  </a:cubicBezTo>
                  <a:cubicBezTo>
                    <a:pt x="1978" y="35"/>
                    <a:pt x="1967" y="23"/>
                    <a:pt x="1953" y="21"/>
                  </a:cubicBezTo>
                  <a:cubicBezTo>
                    <a:pt x="1782" y="7"/>
                    <a:pt x="1611" y="0"/>
                    <a:pt x="144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"/>
            <p:cNvSpPr/>
            <p:nvPr/>
          </p:nvSpPr>
          <p:spPr>
            <a:xfrm>
              <a:off x="3421000" y="3555775"/>
              <a:ext cx="45900" cy="14225"/>
            </a:xfrm>
            <a:custGeom>
              <a:avLst/>
              <a:gdLst/>
              <a:ahLst/>
              <a:cxnLst/>
              <a:rect l="l" t="t" r="r" b="b"/>
              <a:pathLst>
                <a:path w="1836" h="569" extrusionOk="0">
                  <a:moveTo>
                    <a:pt x="1808" y="0"/>
                  </a:moveTo>
                  <a:cubicBezTo>
                    <a:pt x="1807" y="0"/>
                    <a:pt x="1806" y="0"/>
                    <a:pt x="1804" y="1"/>
                  </a:cubicBezTo>
                  <a:cubicBezTo>
                    <a:pt x="1185" y="81"/>
                    <a:pt x="585" y="256"/>
                    <a:pt x="19" y="520"/>
                  </a:cubicBezTo>
                  <a:cubicBezTo>
                    <a:pt x="7" y="525"/>
                    <a:pt x="0" y="541"/>
                    <a:pt x="7" y="554"/>
                  </a:cubicBezTo>
                  <a:cubicBezTo>
                    <a:pt x="11" y="563"/>
                    <a:pt x="20" y="568"/>
                    <a:pt x="30" y="568"/>
                  </a:cubicBezTo>
                  <a:cubicBezTo>
                    <a:pt x="34" y="568"/>
                    <a:pt x="38" y="568"/>
                    <a:pt x="42" y="567"/>
                  </a:cubicBezTo>
                  <a:cubicBezTo>
                    <a:pt x="603" y="306"/>
                    <a:pt x="1198" y="132"/>
                    <a:pt x="1811" y="52"/>
                  </a:cubicBezTo>
                  <a:cubicBezTo>
                    <a:pt x="1826" y="50"/>
                    <a:pt x="1835" y="37"/>
                    <a:pt x="1834" y="22"/>
                  </a:cubicBezTo>
                  <a:cubicBezTo>
                    <a:pt x="1831" y="10"/>
                    <a:pt x="1820" y="0"/>
                    <a:pt x="180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"/>
            <p:cNvSpPr/>
            <p:nvPr/>
          </p:nvSpPr>
          <p:spPr>
            <a:xfrm>
              <a:off x="3436825" y="3549075"/>
              <a:ext cx="34350" cy="6450"/>
            </a:xfrm>
            <a:custGeom>
              <a:avLst/>
              <a:gdLst/>
              <a:ahLst/>
              <a:cxnLst/>
              <a:rect l="l" t="t" r="r" b="b"/>
              <a:pathLst>
                <a:path w="1374" h="258" extrusionOk="0">
                  <a:moveTo>
                    <a:pt x="1346" y="1"/>
                  </a:moveTo>
                  <a:cubicBezTo>
                    <a:pt x="900" y="20"/>
                    <a:pt x="454" y="88"/>
                    <a:pt x="24" y="207"/>
                  </a:cubicBezTo>
                  <a:cubicBezTo>
                    <a:pt x="9" y="211"/>
                    <a:pt x="1" y="226"/>
                    <a:pt x="5" y="239"/>
                  </a:cubicBezTo>
                  <a:cubicBezTo>
                    <a:pt x="9" y="251"/>
                    <a:pt x="18" y="258"/>
                    <a:pt x="30" y="258"/>
                  </a:cubicBezTo>
                  <a:lnTo>
                    <a:pt x="37" y="258"/>
                  </a:lnTo>
                  <a:cubicBezTo>
                    <a:pt x="464" y="139"/>
                    <a:pt x="905" y="71"/>
                    <a:pt x="1348" y="53"/>
                  </a:cubicBezTo>
                  <a:cubicBezTo>
                    <a:pt x="1362" y="52"/>
                    <a:pt x="1373" y="40"/>
                    <a:pt x="1373" y="26"/>
                  </a:cubicBezTo>
                  <a:cubicBezTo>
                    <a:pt x="1372" y="12"/>
                    <a:pt x="1362" y="2"/>
                    <a:pt x="134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"/>
            <p:cNvSpPr/>
            <p:nvPr/>
          </p:nvSpPr>
          <p:spPr>
            <a:xfrm>
              <a:off x="3423575" y="3555300"/>
              <a:ext cx="10625" cy="4800"/>
            </a:xfrm>
            <a:custGeom>
              <a:avLst/>
              <a:gdLst/>
              <a:ahLst/>
              <a:cxnLst/>
              <a:rect l="l" t="t" r="r" b="b"/>
              <a:pathLst>
                <a:path w="425" h="192" extrusionOk="0">
                  <a:moveTo>
                    <a:pt x="396" y="0"/>
                  </a:moveTo>
                  <a:cubicBezTo>
                    <a:pt x="393" y="0"/>
                    <a:pt x="390" y="1"/>
                    <a:pt x="387" y="2"/>
                  </a:cubicBezTo>
                  <a:lnTo>
                    <a:pt x="21" y="141"/>
                  </a:lnTo>
                  <a:cubicBezTo>
                    <a:pt x="8" y="146"/>
                    <a:pt x="1" y="161"/>
                    <a:pt x="6" y="174"/>
                  </a:cubicBezTo>
                  <a:cubicBezTo>
                    <a:pt x="10" y="185"/>
                    <a:pt x="20" y="192"/>
                    <a:pt x="30" y="192"/>
                  </a:cubicBezTo>
                  <a:cubicBezTo>
                    <a:pt x="33" y="192"/>
                    <a:pt x="36" y="190"/>
                    <a:pt x="40" y="189"/>
                  </a:cubicBezTo>
                  <a:lnTo>
                    <a:pt x="404" y="51"/>
                  </a:lnTo>
                  <a:cubicBezTo>
                    <a:pt x="418" y="45"/>
                    <a:pt x="425" y="30"/>
                    <a:pt x="419" y="17"/>
                  </a:cubicBezTo>
                  <a:cubicBezTo>
                    <a:pt x="416" y="7"/>
                    <a:pt x="406" y="0"/>
                    <a:pt x="39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"/>
            <p:cNvSpPr/>
            <p:nvPr/>
          </p:nvSpPr>
          <p:spPr>
            <a:xfrm>
              <a:off x="3432550" y="3545450"/>
              <a:ext cx="15175" cy="5700"/>
            </a:xfrm>
            <a:custGeom>
              <a:avLst/>
              <a:gdLst/>
              <a:ahLst/>
              <a:cxnLst/>
              <a:rect l="l" t="t" r="r" b="b"/>
              <a:pathLst>
                <a:path w="607" h="228" extrusionOk="0">
                  <a:moveTo>
                    <a:pt x="577" y="1"/>
                  </a:moveTo>
                  <a:cubicBezTo>
                    <a:pt x="574" y="1"/>
                    <a:pt x="571" y="1"/>
                    <a:pt x="569" y="2"/>
                  </a:cubicBezTo>
                  <a:lnTo>
                    <a:pt x="23" y="177"/>
                  </a:lnTo>
                  <a:cubicBezTo>
                    <a:pt x="8" y="182"/>
                    <a:pt x="1" y="196"/>
                    <a:pt x="5" y="210"/>
                  </a:cubicBezTo>
                  <a:cubicBezTo>
                    <a:pt x="9" y="221"/>
                    <a:pt x="18" y="228"/>
                    <a:pt x="29" y="228"/>
                  </a:cubicBezTo>
                  <a:cubicBezTo>
                    <a:pt x="32" y="228"/>
                    <a:pt x="35" y="228"/>
                    <a:pt x="37" y="227"/>
                  </a:cubicBezTo>
                  <a:lnTo>
                    <a:pt x="585" y="52"/>
                  </a:lnTo>
                  <a:cubicBezTo>
                    <a:pt x="598" y="48"/>
                    <a:pt x="606" y="33"/>
                    <a:pt x="601" y="19"/>
                  </a:cubicBezTo>
                  <a:cubicBezTo>
                    <a:pt x="598" y="7"/>
                    <a:pt x="587" y="1"/>
                    <a:pt x="57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"/>
            <p:cNvSpPr/>
            <p:nvPr/>
          </p:nvSpPr>
          <p:spPr>
            <a:xfrm>
              <a:off x="3461275" y="3525175"/>
              <a:ext cx="25600" cy="2050"/>
            </a:xfrm>
            <a:custGeom>
              <a:avLst/>
              <a:gdLst/>
              <a:ahLst/>
              <a:cxnLst/>
              <a:rect l="l" t="t" r="r" b="b"/>
              <a:pathLst>
                <a:path w="1024" h="82" extrusionOk="0">
                  <a:moveTo>
                    <a:pt x="636" y="1"/>
                  </a:moveTo>
                  <a:cubicBezTo>
                    <a:pt x="432" y="1"/>
                    <a:pt x="228" y="11"/>
                    <a:pt x="25" y="30"/>
                  </a:cubicBezTo>
                  <a:cubicBezTo>
                    <a:pt x="12" y="31"/>
                    <a:pt x="1" y="43"/>
                    <a:pt x="2" y="58"/>
                  </a:cubicBezTo>
                  <a:cubicBezTo>
                    <a:pt x="4" y="72"/>
                    <a:pt x="14" y="81"/>
                    <a:pt x="28" y="81"/>
                  </a:cubicBezTo>
                  <a:lnTo>
                    <a:pt x="30" y="81"/>
                  </a:lnTo>
                  <a:cubicBezTo>
                    <a:pt x="234" y="62"/>
                    <a:pt x="439" y="53"/>
                    <a:pt x="643" y="53"/>
                  </a:cubicBezTo>
                  <a:cubicBezTo>
                    <a:pt x="761" y="53"/>
                    <a:pt x="878" y="56"/>
                    <a:pt x="995" y="62"/>
                  </a:cubicBezTo>
                  <a:cubicBezTo>
                    <a:pt x="1006" y="62"/>
                    <a:pt x="1022" y="53"/>
                    <a:pt x="1022" y="38"/>
                  </a:cubicBezTo>
                  <a:cubicBezTo>
                    <a:pt x="1023" y="23"/>
                    <a:pt x="1013" y="11"/>
                    <a:pt x="998" y="11"/>
                  </a:cubicBezTo>
                  <a:cubicBezTo>
                    <a:pt x="878" y="4"/>
                    <a:pt x="757" y="1"/>
                    <a:pt x="63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"/>
            <p:cNvSpPr/>
            <p:nvPr/>
          </p:nvSpPr>
          <p:spPr>
            <a:xfrm>
              <a:off x="3451575" y="3526000"/>
              <a:ext cx="7775" cy="2525"/>
            </a:xfrm>
            <a:custGeom>
              <a:avLst/>
              <a:gdLst/>
              <a:ahLst/>
              <a:cxnLst/>
              <a:rect l="l" t="t" r="r" b="b"/>
              <a:pathLst>
                <a:path w="311" h="101" extrusionOk="0">
                  <a:moveTo>
                    <a:pt x="282" y="1"/>
                  </a:moveTo>
                  <a:cubicBezTo>
                    <a:pt x="281" y="1"/>
                    <a:pt x="279" y="1"/>
                    <a:pt x="277" y="1"/>
                  </a:cubicBezTo>
                  <a:lnTo>
                    <a:pt x="23" y="49"/>
                  </a:lnTo>
                  <a:cubicBezTo>
                    <a:pt x="8" y="52"/>
                    <a:pt x="0" y="66"/>
                    <a:pt x="3" y="79"/>
                  </a:cubicBezTo>
                  <a:cubicBezTo>
                    <a:pt x="4" y="91"/>
                    <a:pt x="15" y="101"/>
                    <a:pt x="28" y="101"/>
                  </a:cubicBezTo>
                  <a:cubicBezTo>
                    <a:pt x="30" y="101"/>
                    <a:pt x="31" y="101"/>
                    <a:pt x="32" y="99"/>
                  </a:cubicBezTo>
                  <a:lnTo>
                    <a:pt x="287" y="52"/>
                  </a:lnTo>
                  <a:cubicBezTo>
                    <a:pt x="301" y="49"/>
                    <a:pt x="311" y="36"/>
                    <a:pt x="308" y="21"/>
                  </a:cubicBezTo>
                  <a:cubicBezTo>
                    <a:pt x="306" y="9"/>
                    <a:pt x="295" y="1"/>
                    <a:pt x="28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"/>
            <p:cNvSpPr/>
            <p:nvPr/>
          </p:nvSpPr>
          <p:spPr>
            <a:xfrm>
              <a:off x="3478700" y="3569300"/>
              <a:ext cx="10900" cy="46900"/>
            </a:xfrm>
            <a:custGeom>
              <a:avLst/>
              <a:gdLst/>
              <a:ahLst/>
              <a:cxnLst/>
              <a:rect l="l" t="t" r="r" b="b"/>
              <a:pathLst>
                <a:path w="436" h="1876" extrusionOk="0">
                  <a:moveTo>
                    <a:pt x="406" y="0"/>
                  </a:moveTo>
                  <a:cubicBezTo>
                    <a:pt x="394" y="0"/>
                    <a:pt x="383" y="11"/>
                    <a:pt x="381" y="23"/>
                  </a:cubicBezTo>
                  <a:cubicBezTo>
                    <a:pt x="321" y="641"/>
                    <a:pt x="194" y="1253"/>
                    <a:pt x="6" y="1842"/>
                  </a:cubicBezTo>
                  <a:cubicBezTo>
                    <a:pt x="1" y="1856"/>
                    <a:pt x="9" y="1870"/>
                    <a:pt x="22" y="1876"/>
                  </a:cubicBezTo>
                  <a:lnTo>
                    <a:pt x="30" y="1876"/>
                  </a:lnTo>
                  <a:cubicBezTo>
                    <a:pt x="41" y="1876"/>
                    <a:pt x="52" y="1869"/>
                    <a:pt x="55" y="1858"/>
                  </a:cubicBezTo>
                  <a:cubicBezTo>
                    <a:pt x="246" y="1265"/>
                    <a:pt x="372" y="649"/>
                    <a:pt x="434" y="29"/>
                  </a:cubicBezTo>
                  <a:cubicBezTo>
                    <a:pt x="435" y="14"/>
                    <a:pt x="425" y="2"/>
                    <a:pt x="410" y="0"/>
                  </a:cubicBezTo>
                  <a:cubicBezTo>
                    <a:pt x="408" y="0"/>
                    <a:pt x="407" y="0"/>
                    <a:pt x="40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"/>
            <p:cNvSpPr/>
            <p:nvPr/>
          </p:nvSpPr>
          <p:spPr>
            <a:xfrm>
              <a:off x="3493775" y="3556625"/>
              <a:ext cx="1875" cy="13325"/>
            </a:xfrm>
            <a:custGeom>
              <a:avLst/>
              <a:gdLst/>
              <a:ahLst/>
              <a:cxnLst/>
              <a:rect l="l" t="t" r="r" b="b"/>
              <a:pathLst>
                <a:path w="75" h="533" extrusionOk="0">
                  <a:moveTo>
                    <a:pt x="50" y="0"/>
                  </a:moveTo>
                  <a:cubicBezTo>
                    <a:pt x="38" y="2"/>
                    <a:pt x="23" y="10"/>
                    <a:pt x="22" y="24"/>
                  </a:cubicBezTo>
                  <a:lnTo>
                    <a:pt x="0" y="506"/>
                  </a:lnTo>
                  <a:cubicBezTo>
                    <a:pt x="0" y="521"/>
                    <a:pt x="11" y="533"/>
                    <a:pt x="26" y="533"/>
                  </a:cubicBezTo>
                  <a:lnTo>
                    <a:pt x="27" y="533"/>
                  </a:lnTo>
                  <a:cubicBezTo>
                    <a:pt x="41" y="533"/>
                    <a:pt x="52" y="522"/>
                    <a:pt x="53" y="509"/>
                  </a:cubicBezTo>
                  <a:lnTo>
                    <a:pt x="74" y="27"/>
                  </a:lnTo>
                  <a:cubicBezTo>
                    <a:pt x="74" y="12"/>
                    <a:pt x="64" y="0"/>
                    <a:pt x="5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"/>
            <p:cNvSpPr/>
            <p:nvPr/>
          </p:nvSpPr>
          <p:spPr>
            <a:xfrm>
              <a:off x="3498975" y="3523175"/>
              <a:ext cx="1875" cy="20425"/>
            </a:xfrm>
            <a:custGeom>
              <a:avLst/>
              <a:gdLst/>
              <a:ahLst/>
              <a:cxnLst/>
              <a:rect l="l" t="t" r="r" b="b"/>
              <a:pathLst>
                <a:path w="75" h="817" extrusionOk="0">
                  <a:moveTo>
                    <a:pt x="31" y="0"/>
                  </a:moveTo>
                  <a:cubicBezTo>
                    <a:pt x="29" y="0"/>
                    <a:pt x="27" y="0"/>
                    <a:pt x="25" y="1"/>
                  </a:cubicBezTo>
                  <a:cubicBezTo>
                    <a:pt x="12" y="2"/>
                    <a:pt x="1" y="14"/>
                    <a:pt x="1" y="29"/>
                  </a:cubicBezTo>
                  <a:cubicBezTo>
                    <a:pt x="21" y="281"/>
                    <a:pt x="23" y="536"/>
                    <a:pt x="8" y="789"/>
                  </a:cubicBezTo>
                  <a:cubicBezTo>
                    <a:pt x="8" y="803"/>
                    <a:pt x="18" y="815"/>
                    <a:pt x="32" y="816"/>
                  </a:cubicBezTo>
                  <a:lnTo>
                    <a:pt x="35" y="816"/>
                  </a:lnTo>
                  <a:cubicBezTo>
                    <a:pt x="48" y="816"/>
                    <a:pt x="59" y="805"/>
                    <a:pt x="60" y="792"/>
                  </a:cubicBezTo>
                  <a:cubicBezTo>
                    <a:pt x="75" y="536"/>
                    <a:pt x="72" y="278"/>
                    <a:pt x="53" y="25"/>
                  </a:cubicBezTo>
                  <a:cubicBezTo>
                    <a:pt x="52" y="12"/>
                    <a:pt x="43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"/>
            <p:cNvSpPr/>
            <p:nvPr/>
          </p:nvSpPr>
          <p:spPr>
            <a:xfrm>
              <a:off x="3498250" y="3547650"/>
              <a:ext cx="2350" cy="14575"/>
            </a:xfrm>
            <a:custGeom>
              <a:avLst/>
              <a:gdLst/>
              <a:ahLst/>
              <a:cxnLst/>
              <a:rect l="l" t="t" r="r" b="b"/>
              <a:pathLst>
                <a:path w="94" h="583" extrusionOk="0">
                  <a:moveTo>
                    <a:pt x="64" y="1"/>
                  </a:moveTo>
                  <a:cubicBezTo>
                    <a:pt x="50" y="1"/>
                    <a:pt x="42" y="12"/>
                    <a:pt x="41" y="26"/>
                  </a:cubicBezTo>
                  <a:lnTo>
                    <a:pt x="2" y="554"/>
                  </a:lnTo>
                  <a:cubicBezTo>
                    <a:pt x="0" y="569"/>
                    <a:pt x="11" y="581"/>
                    <a:pt x="26" y="583"/>
                  </a:cubicBezTo>
                  <a:lnTo>
                    <a:pt x="29" y="583"/>
                  </a:lnTo>
                  <a:cubicBezTo>
                    <a:pt x="42" y="583"/>
                    <a:pt x="53" y="572"/>
                    <a:pt x="54" y="558"/>
                  </a:cubicBezTo>
                  <a:lnTo>
                    <a:pt x="93" y="28"/>
                  </a:lnTo>
                  <a:cubicBezTo>
                    <a:pt x="93" y="15"/>
                    <a:pt x="82" y="3"/>
                    <a:pt x="69" y="1"/>
                  </a:cubicBezTo>
                  <a:cubicBezTo>
                    <a:pt x="67" y="1"/>
                    <a:pt x="66" y="1"/>
                    <a:pt x="6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"/>
            <p:cNvSpPr/>
            <p:nvPr/>
          </p:nvSpPr>
          <p:spPr>
            <a:xfrm>
              <a:off x="3460400" y="3585450"/>
              <a:ext cx="11175" cy="46325"/>
            </a:xfrm>
            <a:custGeom>
              <a:avLst/>
              <a:gdLst/>
              <a:ahLst/>
              <a:cxnLst/>
              <a:rect l="l" t="t" r="r" b="b"/>
              <a:pathLst>
                <a:path w="447" h="1853" extrusionOk="0">
                  <a:moveTo>
                    <a:pt x="420" y="0"/>
                  </a:moveTo>
                  <a:cubicBezTo>
                    <a:pt x="406" y="0"/>
                    <a:pt x="395" y="9"/>
                    <a:pt x="394" y="23"/>
                  </a:cubicBezTo>
                  <a:cubicBezTo>
                    <a:pt x="316" y="630"/>
                    <a:pt x="185" y="1234"/>
                    <a:pt x="5" y="1819"/>
                  </a:cubicBezTo>
                  <a:cubicBezTo>
                    <a:pt x="1" y="1832"/>
                    <a:pt x="9" y="1847"/>
                    <a:pt x="22" y="1851"/>
                  </a:cubicBezTo>
                  <a:cubicBezTo>
                    <a:pt x="25" y="1853"/>
                    <a:pt x="28" y="1853"/>
                    <a:pt x="31" y="1853"/>
                  </a:cubicBezTo>
                  <a:cubicBezTo>
                    <a:pt x="41" y="1853"/>
                    <a:pt x="52" y="1846"/>
                    <a:pt x="55" y="1834"/>
                  </a:cubicBezTo>
                  <a:cubicBezTo>
                    <a:pt x="236" y="1247"/>
                    <a:pt x="367" y="639"/>
                    <a:pt x="445" y="30"/>
                  </a:cubicBezTo>
                  <a:cubicBezTo>
                    <a:pt x="446" y="15"/>
                    <a:pt x="437" y="3"/>
                    <a:pt x="423" y="0"/>
                  </a:cubicBezTo>
                  <a:cubicBezTo>
                    <a:pt x="422" y="0"/>
                    <a:pt x="421" y="0"/>
                    <a:pt x="42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"/>
            <p:cNvSpPr/>
            <p:nvPr/>
          </p:nvSpPr>
          <p:spPr>
            <a:xfrm>
              <a:off x="3445000" y="3599325"/>
              <a:ext cx="12550" cy="40625"/>
            </a:xfrm>
            <a:custGeom>
              <a:avLst/>
              <a:gdLst/>
              <a:ahLst/>
              <a:cxnLst/>
              <a:rect l="l" t="t" r="r" b="b"/>
              <a:pathLst>
                <a:path w="502" h="1625" extrusionOk="0">
                  <a:moveTo>
                    <a:pt x="473" y="0"/>
                  </a:moveTo>
                  <a:cubicBezTo>
                    <a:pt x="462" y="0"/>
                    <a:pt x="451" y="8"/>
                    <a:pt x="447" y="21"/>
                  </a:cubicBezTo>
                  <a:cubicBezTo>
                    <a:pt x="326" y="548"/>
                    <a:pt x="177" y="1077"/>
                    <a:pt x="5" y="1591"/>
                  </a:cubicBezTo>
                  <a:cubicBezTo>
                    <a:pt x="1" y="1604"/>
                    <a:pt x="7" y="1619"/>
                    <a:pt x="21" y="1623"/>
                  </a:cubicBezTo>
                  <a:cubicBezTo>
                    <a:pt x="24" y="1625"/>
                    <a:pt x="26" y="1625"/>
                    <a:pt x="29" y="1625"/>
                  </a:cubicBezTo>
                  <a:cubicBezTo>
                    <a:pt x="40" y="1625"/>
                    <a:pt x="51" y="1618"/>
                    <a:pt x="55" y="1607"/>
                  </a:cubicBezTo>
                  <a:cubicBezTo>
                    <a:pt x="227" y="1092"/>
                    <a:pt x="376" y="562"/>
                    <a:pt x="499" y="32"/>
                  </a:cubicBezTo>
                  <a:cubicBezTo>
                    <a:pt x="501" y="18"/>
                    <a:pt x="493" y="5"/>
                    <a:pt x="478" y="1"/>
                  </a:cubicBezTo>
                  <a:cubicBezTo>
                    <a:pt x="477" y="0"/>
                    <a:pt x="475" y="0"/>
                    <a:pt x="47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"/>
            <p:cNvSpPr/>
            <p:nvPr/>
          </p:nvSpPr>
          <p:spPr>
            <a:xfrm>
              <a:off x="3456875" y="3586300"/>
              <a:ext cx="3050" cy="9400"/>
            </a:xfrm>
            <a:custGeom>
              <a:avLst/>
              <a:gdLst/>
              <a:ahLst/>
              <a:cxnLst/>
              <a:rect l="l" t="t" r="r" b="b"/>
              <a:pathLst>
                <a:path w="122" h="376" extrusionOk="0">
                  <a:moveTo>
                    <a:pt x="93" y="0"/>
                  </a:moveTo>
                  <a:cubicBezTo>
                    <a:pt x="80" y="0"/>
                    <a:pt x="70" y="10"/>
                    <a:pt x="68" y="21"/>
                  </a:cubicBezTo>
                  <a:lnTo>
                    <a:pt x="5" y="344"/>
                  </a:lnTo>
                  <a:cubicBezTo>
                    <a:pt x="1" y="358"/>
                    <a:pt x="10" y="371"/>
                    <a:pt x="25" y="374"/>
                  </a:cubicBezTo>
                  <a:cubicBezTo>
                    <a:pt x="26" y="375"/>
                    <a:pt x="28" y="375"/>
                    <a:pt x="29" y="375"/>
                  </a:cubicBezTo>
                  <a:lnTo>
                    <a:pt x="30" y="375"/>
                  </a:lnTo>
                  <a:cubicBezTo>
                    <a:pt x="42" y="375"/>
                    <a:pt x="53" y="366"/>
                    <a:pt x="54" y="354"/>
                  </a:cubicBezTo>
                  <a:lnTo>
                    <a:pt x="119" y="31"/>
                  </a:lnTo>
                  <a:cubicBezTo>
                    <a:pt x="122" y="17"/>
                    <a:pt x="112" y="4"/>
                    <a:pt x="99" y="1"/>
                  </a:cubicBezTo>
                  <a:cubicBezTo>
                    <a:pt x="97" y="1"/>
                    <a:pt x="95" y="0"/>
                    <a:pt x="9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"/>
            <p:cNvSpPr/>
            <p:nvPr/>
          </p:nvSpPr>
          <p:spPr>
            <a:xfrm>
              <a:off x="3450075" y="3592425"/>
              <a:ext cx="3050" cy="8200"/>
            </a:xfrm>
            <a:custGeom>
              <a:avLst/>
              <a:gdLst/>
              <a:ahLst/>
              <a:cxnLst/>
              <a:rect l="l" t="t" r="r" b="b"/>
              <a:pathLst>
                <a:path w="122" h="328" extrusionOk="0">
                  <a:moveTo>
                    <a:pt x="93" y="0"/>
                  </a:moveTo>
                  <a:cubicBezTo>
                    <a:pt x="81" y="0"/>
                    <a:pt x="70" y="8"/>
                    <a:pt x="68" y="20"/>
                  </a:cubicBezTo>
                  <a:lnTo>
                    <a:pt x="4" y="296"/>
                  </a:lnTo>
                  <a:cubicBezTo>
                    <a:pt x="1" y="309"/>
                    <a:pt x="9" y="324"/>
                    <a:pt x="24" y="327"/>
                  </a:cubicBezTo>
                  <a:cubicBezTo>
                    <a:pt x="25" y="328"/>
                    <a:pt x="28" y="328"/>
                    <a:pt x="29" y="328"/>
                  </a:cubicBezTo>
                  <a:cubicBezTo>
                    <a:pt x="41" y="328"/>
                    <a:pt x="52" y="320"/>
                    <a:pt x="55" y="308"/>
                  </a:cubicBezTo>
                  <a:lnTo>
                    <a:pt x="119" y="32"/>
                  </a:lnTo>
                  <a:cubicBezTo>
                    <a:pt x="122" y="17"/>
                    <a:pt x="114" y="4"/>
                    <a:pt x="99" y="1"/>
                  </a:cubicBezTo>
                  <a:cubicBezTo>
                    <a:pt x="97" y="0"/>
                    <a:pt x="95" y="0"/>
                    <a:pt x="9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"/>
            <p:cNvSpPr/>
            <p:nvPr/>
          </p:nvSpPr>
          <p:spPr>
            <a:xfrm>
              <a:off x="3465325" y="3569000"/>
              <a:ext cx="2475" cy="17200"/>
            </a:xfrm>
            <a:custGeom>
              <a:avLst/>
              <a:gdLst/>
              <a:ahLst/>
              <a:cxnLst/>
              <a:rect l="l" t="t" r="r" b="b"/>
              <a:pathLst>
                <a:path w="99" h="688" extrusionOk="0">
                  <a:moveTo>
                    <a:pt x="71" y="0"/>
                  </a:moveTo>
                  <a:cubicBezTo>
                    <a:pt x="57" y="0"/>
                    <a:pt x="46" y="12"/>
                    <a:pt x="46" y="25"/>
                  </a:cubicBezTo>
                  <a:lnTo>
                    <a:pt x="2" y="661"/>
                  </a:lnTo>
                  <a:cubicBezTo>
                    <a:pt x="0" y="674"/>
                    <a:pt x="11" y="686"/>
                    <a:pt x="26" y="688"/>
                  </a:cubicBezTo>
                  <a:lnTo>
                    <a:pt x="27" y="688"/>
                  </a:lnTo>
                  <a:cubicBezTo>
                    <a:pt x="41" y="688"/>
                    <a:pt x="53" y="677"/>
                    <a:pt x="53" y="664"/>
                  </a:cubicBezTo>
                  <a:lnTo>
                    <a:pt x="97" y="29"/>
                  </a:lnTo>
                  <a:cubicBezTo>
                    <a:pt x="99" y="14"/>
                    <a:pt x="88" y="2"/>
                    <a:pt x="73" y="0"/>
                  </a:cubicBezTo>
                  <a:cubicBezTo>
                    <a:pt x="72" y="0"/>
                    <a:pt x="71" y="0"/>
                    <a:pt x="7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"/>
            <p:cNvSpPr/>
            <p:nvPr/>
          </p:nvSpPr>
          <p:spPr>
            <a:xfrm>
              <a:off x="3427750" y="3605025"/>
              <a:ext cx="8525" cy="25250"/>
            </a:xfrm>
            <a:custGeom>
              <a:avLst/>
              <a:gdLst/>
              <a:ahLst/>
              <a:cxnLst/>
              <a:rect l="l" t="t" r="r" b="b"/>
              <a:pathLst>
                <a:path w="341" h="1010" extrusionOk="0">
                  <a:moveTo>
                    <a:pt x="312" y="0"/>
                  </a:moveTo>
                  <a:cubicBezTo>
                    <a:pt x="301" y="0"/>
                    <a:pt x="290" y="8"/>
                    <a:pt x="287" y="19"/>
                  </a:cubicBezTo>
                  <a:lnTo>
                    <a:pt x="5" y="975"/>
                  </a:lnTo>
                  <a:cubicBezTo>
                    <a:pt x="1" y="989"/>
                    <a:pt x="9" y="1004"/>
                    <a:pt x="23" y="1008"/>
                  </a:cubicBezTo>
                  <a:cubicBezTo>
                    <a:pt x="25" y="1009"/>
                    <a:pt x="28" y="1009"/>
                    <a:pt x="30" y="1009"/>
                  </a:cubicBezTo>
                  <a:cubicBezTo>
                    <a:pt x="41" y="1009"/>
                    <a:pt x="52" y="1001"/>
                    <a:pt x="54" y="990"/>
                  </a:cubicBezTo>
                  <a:lnTo>
                    <a:pt x="337" y="34"/>
                  </a:lnTo>
                  <a:cubicBezTo>
                    <a:pt x="341" y="20"/>
                    <a:pt x="333" y="6"/>
                    <a:pt x="319" y="1"/>
                  </a:cubicBezTo>
                  <a:cubicBezTo>
                    <a:pt x="317" y="1"/>
                    <a:pt x="315" y="0"/>
                    <a:pt x="31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"/>
            <p:cNvSpPr/>
            <p:nvPr/>
          </p:nvSpPr>
          <p:spPr>
            <a:xfrm>
              <a:off x="3421475" y="3633650"/>
              <a:ext cx="6075" cy="14550"/>
            </a:xfrm>
            <a:custGeom>
              <a:avLst/>
              <a:gdLst/>
              <a:ahLst/>
              <a:cxnLst/>
              <a:rect l="l" t="t" r="r" b="b"/>
              <a:pathLst>
                <a:path w="243" h="582" extrusionOk="0">
                  <a:moveTo>
                    <a:pt x="215" y="1"/>
                  </a:moveTo>
                  <a:cubicBezTo>
                    <a:pt x="202" y="1"/>
                    <a:pt x="192" y="8"/>
                    <a:pt x="188" y="20"/>
                  </a:cubicBezTo>
                  <a:cubicBezTo>
                    <a:pt x="149" y="202"/>
                    <a:pt x="87" y="378"/>
                    <a:pt x="5" y="545"/>
                  </a:cubicBezTo>
                  <a:cubicBezTo>
                    <a:pt x="0" y="557"/>
                    <a:pt x="5" y="573"/>
                    <a:pt x="18" y="578"/>
                  </a:cubicBezTo>
                  <a:cubicBezTo>
                    <a:pt x="22" y="581"/>
                    <a:pt x="26" y="581"/>
                    <a:pt x="30" y="581"/>
                  </a:cubicBezTo>
                  <a:cubicBezTo>
                    <a:pt x="39" y="581"/>
                    <a:pt x="48" y="576"/>
                    <a:pt x="52" y="566"/>
                  </a:cubicBezTo>
                  <a:cubicBezTo>
                    <a:pt x="136" y="397"/>
                    <a:pt x="198" y="217"/>
                    <a:pt x="239" y="32"/>
                  </a:cubicBezTo>
                  <a:cubicBezTo>
                    <a:pt x="242" y="17"/>
                    <a:pt x="234" y="4"/>
                    <a:pt x="221" y="1"/>
                  </a:cubicBezTo>
                  <a:cubicBezTo>
                    <a:pt x="219" y="1"/>
                    <a:pt x="217" y="1"/>
                    <a:pt x="21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"/>
            <p:cNvSpPr/>
            <p:nvPr/>
          </p:nvSpPr>
          <p:spPr>
            <a:xfrm>
              <a:off x="3421625" y="3626200"/>
              <a:ext cx="3250" cy="7000"/>
            </a:xfrm>
            <a:custGeom>
              <a:avLst/>
              <a:gdLst/>
              <a:ahLst/>
              <a:cxnLst/>
              <a:rect l="l" t="t" r="r" b="b"/>
              <a:pathLst>
                <a:path w="130" h="280" extrusionOk="0">
                  <a:moveTo>
                    <a:pt x="100" y="1"/>
                  </a:moveTo>
                  <a:cubicBezTo>
                    <a:pt x="90" y="1"/>
                    <a:pt x="79" y="7"/>
                    <a:pt x="76" y="18"/>
                  </a:cubicBezTo>
                  <a:lnTo>
                    <a:pt x="5" y="246"/>
                  </a:lnTo>
                  <a:cubicBezTo>
                    <a:pt x="1" y="260"/>
                    <a:pt x="9" y="274"/>
                    <a:pt x="22" y="279"/>
                  </a:cubicBezTo>
                  <a:lnTo>
                    <a:pt x="30" y="279"/>
                  </a:lnTo>
                  <a:cubicBezTo>
                    <a:pt x="41" y="279"/>
                    <a:pt x="52" y="272"/>
                    <a:pt x="55" y="262"/>
                  </a:cubicBezTo>
                  <a:lnTo>
                    <a:pt x="126" y="34"/>
                  </a:lnTo>
                  <a:cubicBezTo>
                    <a:pt x="130" y="21"/>
                    <a:pt x="122" y="6"/>
                    <a:pt x="108" y="2"/>
                  </a:cubicBezTo>
                  <a:cubicBezTo>
                    <a:pt x="106" y="1"/>
                    <a:pt x="103" y="1"/>
                    <a:pt x="10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"/>
            <p:cNvSpPr/>
            <p:nvPr/>
          </p:nvSpPr>
          <p:spPr>
            <a:xfrm>
              <a:off x="3433500" y="3573925"/>
              <a:ext cx="23375" cy="8300"/>
            </a:xfrm>
            <a:custGeom>
              <a:avLst/>
              <a:gdLst/>
              <a:ahLst/>
              <a:cxnLst/>
              <a:rect l="l" t="t" r="r" b="b"/>
              <a:pathLst>
                <a:path w="935" h="332" extrusionOk="0">
                  <a:moveTo>
                    <a:pt x="906" y="1"/>
                  </a:moveTo>
                  <a:cubicBezTo>
                    <a:pt x="904" y="1"/>
                    <a:pt x="902" y="1"/>
                    <a:pt x="901" y="1"/>
                  </a:cubicBezTo>
                  <a:cubicBezTo>
                    <a:pt x="598" y="63"/>
                    <a:pt x="302" y="158"/>
                    <a:pt x="19" y="284"/>
                  </a:cubicBezTo>
                  <a:cubicBezTo>
                    <a:pt x="7" y="289"/>
                    <a:pt x="1" y="304"/>
                    <a:pt x="7" y="317"/>
                  </a:cubicBezTo>
                  <a:cubicBezTo>
                    <a:pt x="11" y="327"/>
                    <a:pt x="21" y="332"/>
                    <a:pt x="30" y="332"/>
                  </a:cubicBezTo>
                  <a:cubicBezTo>
                    <a:pt x="34" y="332"/>
                    <a:pt x="38" y="332"/>
                    <a:pt x="41" y="331"/>
                  </a:cubicBezTo>
                  <a:cubicBezTo>
                    <a:pt x="319" y="207"/>
                    <a:pt x="611" y="113"/>
                    <a:pt x="910" y="52"/>
                  </a:cubicBezTo>
                  <a:cubicBezTo>
                    <a:pt x="925" y="48"/>
                    <a:pt x="934" y="35"/>
                    <a:pt x="930" y="21"/>
                  </a:cubicBezTo>
                  <a:cubicBezTo>
                    <a:pt x="928" y="8"/>
                    <a:pt x="917" y="1"/>
                    <a:pt x="90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"/>
            <p:cNvSpPr/>
            <p:nvPr/>
          </p:nvSpPr>
          <p:spPr>
            <a:xfrm>
              <a:off x="3425125" y="3582600"/>
              <a:ext cx="6375" cy="3775"/>
            </a:xfrm>
            <a:custGeom>
              <a:avLst/>
              <a:gdLst/>
              <a:ahLst/>
              <a:cxnLst/>
              <a:rect l="l" t="t" r="r" b="b"/>
              <a:pathLst>
                <a:path w="255" h="151" extrusionOk="0">
                  <a:moveTo>
                    <a:pt x="226" y="1"/>
                  </a:moveTo>
                  <a:cubicBezTo>
                    <a:pt x="222" y="1"/>
                    <a:pt x="218" y="2"/>
                    <a:pt x="215" y="4"/>
                  </a:cubicBezTo>
                  <a:lnTo>
                    <a:pt x="20" y="102"/>
                  </a:lnTo>
                  <a:cubicBezTo>
                    <a:pt x="6" y="107"/>
                    <a:pt x="1" y="124"/>
                    <a:pt x="7" y="136"/>
                  </a:cubicBezTo>
                  <a:cubicBezTo>
                    <a:pt x="11" y="145"/>
                    <a:pt x="21" y="150"/>
                    <a:pt x="30" y="150"/>
                  </a:cubicBezTo>
                  <a:cubicBezTo>
                    <a:pt x="34" y="150"/>
                    <a:pt x="38" y="149"/>
                    <a:pt x="42" y="148"/>
                  </a:cubicBezTo>
                  <a:lnTo>
                    <a:pt x="237" y="50"/>
                  </a:lnTo>
                  <a:cubicBezTo>
                    <a:pt x="251" y="43"/>
                    <a:pt x="255" y="28"/>
                    <a:pt x="250" y="15"/>
                  </a:cubicBezTo>
                  <a:cubicBezTo>
                    <a:pt x="245" y="6"/>
                    <a:pt x="235" y="1"/>
                    <a:pt x="2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"/>
            <p:cNvSpPr/>
            <p:nvPr/>
          </p:nvSpPr>
          <p:spPr>
            <a:xfrm>
              <a:off x="3428350" y="3584550"/>
              <a:ext cx="11300" cy="5950"/>
            </a:xfrm>
            <a:custGeom>
              <a:avLst/>
              <a:gdLst/>
              <a:ahLst/>
              <a:cxnLst/>
              <a:rect l="l" t="t" r="r" b="b"/>
              <a:pathLst>
                <a:path w="452" h="238" extrusionOk="0">
                  <a:moveTo>
                    <a:pt x="422" y="0"/>
                  </a:moveTo>
                  <a:cubicBezTo>
                    <a:pt x="419" y="0"/>
                    <a:pt x="416" y="0"/>
                    <a:pt x="414" y="1"/>
                  </a:cubicBezTo>
                  <a:cubicBezTo>
                    <a:pt x="275" y="50"/>
                    <a:pt x="141" y="113"/>
                    <a:pt x="17" y="190"/>
                  </a:cubicBezTo>
                  <a:cubicBezTo>
                    <a:pt x="5" y="198"/>
                    <a:pt x="1" y="214"/>
                    <a:pt x="9" y="226"/>
                  </a:cubicBezTo>
                  <a:cubicBezTo>
                    <a:pt x="13" y="233"/>
                    <a:pt x="22" y="238"/>
                    <a:pt x="30" y="238"/>
                  </a:cubicBezTo>
                  <a:cubicBezTo>
                    <a:pt x="34" y="238"/>
                    <a:pt x="40" y="237"/>
                    <a:pt x="44" y="234"/>
                  </a:cubicBezTo>
                  <a:cubicBezTo>
                    <a:pt x="165" y="159"/>
                    <a:pt x="295" y="97"/>
                    <a:pt x="430" y="51"/>
                  </a:cubicBezTo>
                  <a:cubicBezTo>
                    <a:pt x="443" y="46"/>
                    <a:pt x="452" y="31"/>
                    <a:pt x="446" y="17"/>
                  </a:cubicBezTo>
                  <a:cubicBezTo>
                    <a:pt x="443" y="6"/>
                    <a:pt x="433" y="0"/>
                    <a:pt x="42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"/>
            <p:cNvSpPr/>
            <p:nvPr/>
          </p:nvSpPr>
          <p:spPr>
            <a:xfrm>
              <a:off x="3416475" y="3594925"/>
              <a:ext cx="26775" cy="12075"/>
            </a:xfrm>
            <a:custGeom>
              <a:avLst/>
              <a:gdLst/>
              <a:ahLst/>
              <a:cxnLst/>
              <a:rect l="l" t="t" r="r" b="b"/>
              <a:pathLst>
                <a:path w="1071" h="483" extrusionOk="0">
                  <a:moveTo>
                    <a:pt x="1041" y="1"/>
                  </a:moveTo>
                  <a:cubicBezTo>
                    <a:pt x="1038" y="1"/>
                    <a:pt x="1035" y="1"/>
                    <a:pt x="1033" y="2"/>
                  </a:cubicBezTo>
                  <a:cubicBezTo>
                    <a:pt x="683" y="112"/>
                    <a:pt x="341" y="257"/>
                    <a:pt x="18" y="434"/>
                  </a:cubicBezTo>
                  <a:cubicBezTo>
                    <a:pt x="5" y="440"/>
                    <a:pt x="1" y="457"/>
                    <a:pt x="8" y="469"/>
                  </a:cubicBezTo>
                  <a:cubicBezTo>
                    <a:pt x="12" y="477"/>
                    <a:pt x="21" y="482"/>
                    <a:pt x="31" y="482"/>
                  </a:cubicBezTo>
                  <a:cubicBezTo>
                    <a:pt x="35" y="482"/>
                    <a:pt x="39" y="481"/>
                    <a:pt x="43" y="479"/>
                  </a:cubicBezTo>
                  <a:cubicBezTo>
                    <a:pt x="363" y="305"/>
                    <a:pt x="702" y="161"/>
                    <a:pt x="1049" y="52"/>
                  </a:cubicBezTo>
                  <a:cubicBezTo>
                    <a:pt x="1062" y="46"/>
                    <a:pt x="1070" y="33"/>
                    <a:pt x="1065" y="19"/>
                  </a:cubicBezTo>
                  <a:cubicBezTo>
                    <a:pt x="1062" y="7"/>
                    <a:pt x="1052" y="1"/>
                    <a:pt x="104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"/>
            <p:cNvSpPr/>
            <p:nvPr/>
          </p:nvSpPr>
          <p:spPr>
            <a:xfrm>
              <a:off x="3404300" y="3607650"/>
              <a:ext cx="10100" cy="6450"/>
            </a:xfrm>
            <a:custGeom>
              <a:avLst/>
              <a:gdLst/>
              <a:ahLst/>
              <a:cxnLst/>
              <a:rect l="l" t="t" r="r" b="b"/>
              <a:pathLst>
                <a:path w="404" h="258" extrusionOk="0">
                  <a:moveTo>
                    <a:pt x="374" y="1"/>
                  </a:moveTo>
                  <a:cubicBezTo>
                    <a:pt x="369" y="1"/>
                    <a:pt x="364" y="2"/>
                    <a:pt x="360" y="4"/>
                  </a:cubicBezTo>
                  <a:lnTo>
                    <a:pt x="17" y="209"/>
                  </a:lnTo>
                  <a:cubicBezTo>
                    <a:pt x="4" y="217"/>
                    <a:pt x="1" y="233"/>
                    <a:pt x="8" y="245"/>
                  </a:cubicBezTo>
                  <a:cubicBezTo>
                    <a:pt x="12" y="253"/>
                    <a:pt x="21" y="257"/>
                    <a:pt x="29" y="257"/>
                  </a:cubicBezTo>
                  <a:cubicBezTo>
                    <a:pt x="35" y="257"/>
                    <a:pt x="39" y="256"/>
                    <a:pt x="43" y="254"/>
                  </a:cubicBezTo>
                  <a:lnTo>
                    <a:pt x="387" y="48"/>
                  </a:lnTo>
                  <a:cubicBezTo>
                    <a:pt x="399" y="42"/>
                    <a:pt x="403" y="26"/>
                    <a:pt x="396" y="14"/>
                  </a:cubicBezTo>
                  <a:cubicBezTo>
                    <a:pt x="391" y="5"/>
                    <a:pt x="382" y="1"/>
                    <a:pt x="37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"/>
            <p:cNvSpPr/>
            <p:nvPr/>
          </p:nvSpPr>
          <p:spPr>
            <a:xfrm>
              <a:off x="3412650" y="3609575"/>
              <a:ext cx="10375" cy="5450"/>
            </a:xfrm>
            <a:custGeom>
              <a:avLst/>
              <a:gdLst/>
              <a:ahLst/>
              <a:cxnLst/>
              <a:rect l="l" t="t" r="r" b="b"/>
              <a:pathLst>
                <a:path w="415" h="218" extrusionOk="0">
                  <a:moveTo>
                    <a:pt x="386" y="0"/>
                  </a:moveTo>
                  <a:cubicBezTo>
                    <a:pt x="383" y="0"/>
                    <a:pt x="381" y="0"/>
                    <a:pt x="379" y="1"/>
                  </a:cubicBezTo>
                  <a:cubicBezTo>
                    <a:pt x="249" y="39"/>
                    <a:pt x="127" y="97"/>
                    <a:pt x="15" y="171"/>
                  </a:cubicBezTo>
                  <a:cubicBezTo>
                    <a:pt x="3" y="177"/>
                    <a:pt x="1" y="193"/>
                    <a:pt x="9" y="206"/>
                  </a:cubicBezTo>
                  <a:cubicBezTo>
                    <a:pt x="13" y="213"/>
                    <a:pt x="20" y="217"/>
                    <a:pt x="29" y="218"/>
                  </a:cubicBezTo>
                  <a:lnTo>
                    <a:pt x="29" y="218"/>
                  </a:lnTo>
                  <a:cubicBezTo>
                    <a:pt x="35" y="218"/>
                    <a:pt x="40" y="216"/>
                    <a:pt x="44" y="214"/>
                  </a:cubicBezTo>
                  <a:cubicBezTo>
                    <a:pt x="151" y="142"/>
                    <a:pt x="270" y="87"/>
                    <a:pt x="393" y="51"/>
                  </a:cubicBezTo>
                  <a:cubicBezTo>
                    <a:pt x="407" y="47"/>
                    <a:pt x="415" y="32"/>
                    <a:pt x="411" y="19"/>
                  </a:cubicBezTo>
                  <a:cubicBezTo>
                    <a:pt x="408" y="7"/>
                    <a:pt x="397" y="0"/>
                    <a:pt x="386" y="0"/>
                  </a:cubicBezTo>
                  <a:close/>
                  <a:moveTo>
                    <a:pt x="29" y="218"/>
                  </a:moveTo>
                  <a:cubicBezTo>
                    <a:pt x="29" y="218"/>
                    <a:pt x="29" y="218"/>
                    <a:pt x="29" y="218"/>
                  </a:cubicBezTo>
                  <a:lnTo>
                    <a:pt x="30" y="218"/>
                  </a:lnTo>
                  <a:cubicBezTo>
                    <a:pt x="30" y="218"/>
                    <a:pt x="30" y="218"/>
                    <a:pt x="29" y="218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0" name="Google Shape;5740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41" name="Google Shape;5741;p22"/>
          <p:cNvSpPr txBox="1">
            <a:spLocks noGrp="1"/>
          </p:cNvSpPr>
          <p:nvPr>
            <p:ph type="subTitle" idx="1"/>
          </p:nvPr>
        </p:nvSpPr>
        <p:spPr>
          <a:xfrm>
            <a:off x="1508475" y="2015150"/>
            <a:ext cx="20670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42" name="Google Shape;5742;p22"/>
          <p:cNvSpPr txBox="1">
            <a:spLocks noGrp="1"/>
          </p:cNvSpPr>
          <p:nvPr>
            <p:ph type="subTitle" idx="2"/>
          </p:nvPr>
        </p:nvSpPr>
        <p:spPr>
          <a:xfrm>
            <a:off x="4585669" y="2015150"/>
            <a:ext cx="20670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43" name="Google Shape;5743;p22"/>
          <p:cNvSpPr txBox="1">
            <a:spLocks noGrp="1"/>
          </p:cNvSpPr>
          <p:nvPr>
            <p:ph type="subTitle" idx="3"/>
          </p:nvPr>
        </p:nvSpPr>
        <p:spPr>
          <a:xfrm>
            <a:off x="1508475" y="3658025"/>
            <a:ext cx="20670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44" name="Google Shape;5744;p22"/>
          <p:cNvSpPr txBox="1">
            <a:spLocks noGrp="1"/>
          </p:cNvSpPr>
          <p:nvPr>
            <p:ph type="subTitle" idx="4"/>
          </p:nvPr>
        </p:nvSpPr>
        <p:spPr>
          <a:xfrm>
            <a:off x="4585669" y="3658025"/>
            <a:ext cx="20670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45" name="Google Shape;5745;p22"/>
          <p:cNvSpPr txBox="1">
            <a:spLocks noGrp="1"/>
          </p:cNvSpPr>
          <p:nvPr>
            <p:ph type="subTitle" idx="5"/>
          </p:nvPr>
        </p:nvSpPr>
        <p:spPr>
          <a:xfrm>
            <a:off x="1508475" y="1585750"/>
            <a:ext cx="2067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46" name="Google Shape;5746;p22"/>
          <p:cNvSpPr txBox="1">
            <a:spLocks noGrp="1"/>
          </p:cNvSpPr>
          <p:nvPr>
            <p:ph type="subTitle" idx="6"/>
          </p:nvPr>
        </p:nvSpPr>
        <p:spPr>
          <a:xfrm>
            <a:off x="1508475" y="3228725"/>
            <a:ext cx="2067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47" name="Google Shape;5747;p22"/>
          <p:cNvSpPr txBox="1">
            <a:spLocks noGrp="1"/>
          </p:cNvSpPr>
          <p:nvPr>
            <p:ph type="subTitle" idx="7"/>
          </p:nvPr>
        </p:nvSpPr>
        <p:spPr>
          <a:xfrm>
            <a:off x="4585665" y="1585750"/>
            <a:ext cx="2067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48" name="Google Shape;5748;p22"/>
          <p:cNvSpPr txBox="1">
            <a:spLocks noGrp="1"/>
          </p:cNvSpPr>
          <p:nvPr>
            <p:ph type="subTitle" idx="8"/>
          </p:nvPr>
        </p:nvSpPr>
        <p:spPr>
          <a:xfrm>
            <a:off x="4585665" y="3228725"/>
            <a:ext cx="2067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49" name="Google Shape;5749;p22"/>
          <p:cNvSpPr/>
          <p:nvPr/>
        </p:nvSpPr>
        <p:spPr>
          <a:xfrm rot="-5400000" flipH="1">
            <a:off x="5383273" y="1132326"/>
            <a:ext cx="5353366" cy="2814568"/>
          </a:xfrm>
          <a:custGeom>
            <a:avLst/>
            <a:gdLst/>
            <a:ahLst/>
            <a:cxnLst/>
            <a:rect l="l" t="t" r="r" b="b"/>
            <a:pathLst>
              <a:path w="81513" h="42856" extrusionOk="0">
                <a:moveTo>
                  <a:pt x="79233" y="0"/>
                </a:moveTo>
                <a:cubicBezTo>
                  <a:pt x="76119" y="0"/>
                  <a:pt x="72996" y="1599"/>
                  <a:pt x="71307" y="4233"/>
                </a:cubicBezTo>
                <a:cubicBezTo>
                  <a:pt x="69216" y="7493"/>
                  <a:pt x="69483" y="12086"/>
                  <a:pt x="71936" y="15083"/>
                </a:cubicBezTo>
                <a:cubicBezTo>
                  <a:pt x="73404" y="16877"/>
                  <a:pt x="75620" y="18256"/>
                  <a:pt x="76127" y="20517"/>
                </a:cubicBezTo>
                <a:cubicBezTo>
                  <a:pt x="76740" y="23249"/>
                  <a:pt x="74366" y="25916"/>
                  <a:pt x="71681" y="26711"/>
                </a:cubicBezTo>
                <a:cubicBezTo>
                  <a:pt x="70690" y="27005"/>
                  <a:pt x="69673" y="27115"/>
                  <a:pt x="68644" y="27115"/>
                </a:cubicBezTo>
                <a:cubicBezTo>
                  <a:pt x="66890" y="27115"/>
                  <a:pt x="65104" y="26794"/>
                  <a:pt x="63361" y="26516"/>
                </a:cubicBezTo>
                <a:cubicBezTo>
                  <a:pt x="62057" y="26308"/>
                  <a:pt x="60708" y="26131"/>
                  <a:pt x="59382" y="26131"/>
                </a:cubicBezTo>
                <a:cubicBezTo>
                  <a:pt x="57898" y="26131"/>
                  <a:pt x="56443" y="26352"/>
                  <a:pt x="55113" y="26999"/>
                </a:cubicBezTo>
                <a:cubicBezTo>
                  <a:pt x="52499" y="28269"/>
                  <a:pt x="50892" y="30921"/>
                  <a:pt x="48775" y="32914"/>
                </a:cubicBezTo>
                <a:cubicBezTo>
                  <a:pt x="45986" y="35542"/>
                  <a:pt x="42154" y="36885"/>
                  <a:pt x="38330" y="36885"/>
                </a:cubicBezTo>
                <a:cubicBezTo>
                  <a:pt x="35107" y="36885"/>
                  <a:pt x="31890" y="35931"/>
                  <a:pt x="29309" y="33988"/>
                </a:cubicBezTo>
                <a:cubicBezTo>
                  <a:pt x="27251" y="32436"/>
                  <a:pt x="25619" y="30385"/>
                  <a:pt x="23604" y="28778"/>
                </a:cubicBezTo>
                <a:cubicBezTo>
                  <a:pt x="21991" y="27490"/>
                  <a:pt x="19973" y="26485"/>
                  <a:pt x="17956" y="26485"/>
                </a:cubicBezTo>
                <a:cubicBezTo>
                  <a:pt x="17455" y="26485"/>
                  <a:pt x="16955" y="26547"/>
                  <a:pt x="16462" y="26682"/>
                </a:cubicBezTo>
                <a:cubicBezTo>
                  <a:pt x="14793" y="27137"/>
                  <a:pt x="13454" y="28345"/>
                  <a:pt x="11950" y="29196"/>
                </a:cubicBezTo>
                <a:cubicBezTo>
                  <a:pt x="11061" y="29700"/>
                  <a:pt x="10000" y="30064"/>
                  <a:pt x="8995" y="30064"/>
                </a:cubicBezTo>
                <a:cubicBezTo>
                  <a:pt x="8298" y="30064"/>
                  <a:pt x="7629" y="29889"/>
                  <a:pt x="7065" y="29463"/>
                </a:cubicBezTo>
                <a:cubicBezTo>
                  <a:pt x="5818" y="28521"/>
                  <a:pt x="5588" y="26713"/>
                  <a:pt x="5877" y="25178"/>
                </a:cubicBezTo>
                <a:cubicBezTo>
                  <a:pt x="6165" y="23642"/>
                  <a:pt x="6857" y="22198"/>
                  <a:pt x="7073" y="20652"/>
                </a:cubicBezTo>
                <a:cubicBezTo>
                  <a:pt x="7636" y="16584"/>
                  <a:pt x="4224" y="12413"/>
                  <a:pt x="126" y="12160"/>
                </a:cubicBezTo>
                <a:lnTo>
                  <a:pt x="0" y="42844"/>
                </a:lnTo>
                <a:lnTo>
                  <a:pt x="81512" y="42855"/>
                </a:lnTo>
                <a:lnTo>
                  <a:pt x="81429" y="278"/>
                </a:lnTo>
                <a:cubicBezTo>
                  <a:pt x="80711" y="90"/>
                  <a:pt x="79972" y="0"/>
                  <a:pt x="792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0" name="Google Shape;5750;p22"/>
          <p:cNvSpPr/>
          <p:nvPr/>
        </p:nvSpPr>
        <p:spPr>
          <a:xfrm rot="-5400000">
            <a:off x="5786194" y="1468755"/>
            <a:ext cx="5289175" cy="2053600"/>
          </a:xfrm>
          <a:custGeom>
            <a:avLst/>
            <a:gdLst/>
            <a:ahLst/>
            <a:cxnLst/>
            <a:rect l="l" t="t" r="r" b="b"/>
            <a:pathLst>
              <a:path w="84293" h="32728" extrusionOk="0">
                <a:moveTo>
                  <a:pt x="229" y="4660"/>
                </a:moveTo>
                <a:lnTo>
                  <a:pt x="229" y="4660"/>
                </a:lnTo>
                <a:cubicBezTo>
                  <a:pt x="199" y="5056"/>
                  <a:pt x="196" y="5452"/>
                  <a:pt x="220" y="5845"/>
                </a:cubicBezTo>
                <a:lnTo>
                  <a:pt x="220" y="5845"/>
                </a:lnTo>
                <a:lnTo>
                  <a:pt x="229" y="4660"/>
                </a:lnTo>
                <a:close/>
                <a:moveTo>
                  <a:pt x="81127" y="1"/>
                </a:moveTo>
                <a:cubicBezTo>
                  <a:pt x="80985" y="1"/>
                  <a:pt x="80843" y="10"/>
                  <a:pt x="80702" y="28"/>
                </a:cubicBezTo>
                <a:cubicBezTo>
                  <a:pt x="79293" y="209"/>
                  <a:pt x="78046" y="1315"/>
                  <a:pt x="77698" y="2694"/>
                </a:cubicBezTo>
                <a:cubicBezTo>
                  <a:pt x="77247" y="4479"/>
                  <a:pt x="78074" y="6760"/>
                  <a:pt x="76683" y="7965"/>
                </a:cubicBezTo>
                <a:cubicBezTo>
                  <a:pt x="76244" y="8345"/>
                  <a:pt x="75697" y="8497"/>
                  <a:pt x="75122" y="8497"/>
                </a:cubicBezTo>
                <a:cubicBezTo>
                  <a:pt x="74399" y="8497"/>
                  <a:pt x="73631" y="8258"/>
                  <a:pt x="72975" y="7936"/>
                </a:cubicBezTo>
                <a:cubicBezTo>
                  <a:pt x="71797" y="7358"/>
                  <a:pt x="70658" y="6542"/>
                  <a:pt x="69347" y="6510"/>
                </a:cubicBezTo>
                <a:cubicBezTo>
                  <a:pt x="69321" y="6509"/>
                  <a:pt x="69295" y="6509"/>
                  <a:pt x="69269" y="6509"/>
                </a:cubicBezTo>
                <a:cubicBezTo>
                  <a:pt x="67066" y="6509"/>
                  <a:pt x="65433" y="8826"/>
                  <a:pt x="65268" y="11037"/>
                </a:cubicBezTo>
                <a:cubicBezTo>
                  <a:pt x="65100" y="13274"/>
                  <a:pt x="65971" y="15438"/>
                  <a:pt x="66571" y="17600"/>
                </a:cubicBezTo>
                <a:cubicBezTo>
                  <a:pt x="67170" y="19762"/>
                  <a:pt x="67466" y="22224"/>
                  <a:pt x="66276" y="24126"/>
                </a:cubicBezTo>
                <a:cubicBezTo>
                  <a:pt x="65191" y="25861"/>
                  <a:pt x="63125" y="26708"/>
                  <a:pt x="61136" y="27192"/>
                </a:cubicBezTo>
                <a:cubicBezTo>
                  <a:pt x="59309" y="27636"/>
                  <a:pt x="57433" y="27853"/>
                  <a:pt x="55556" y="27853"/>
                </a:cubicBezTo>
                <a:cubicBezTo>
                  <a:pt x="49670" y="27853"/>
                  <a:pt x="43772" y="25725"/>
                  <a:pt x="39345" y="21833"/>
                </a:cubicBezTo>
                <a:cubicBezTo>
                  <a:pt x="37603" y="20302"/>
                  <a:pt x="36071" y="18513"/>
                  <a:pt x="34138" y="17230"/>
                </a:cubicBezTo>
                <a:cubicBezTo>
                  <a:pt x="32796" y="16339"/>
                  <a:pt x="31175" y="15718"/>
                  <a:pt x="29591" y="15718"/>
                </a:cubicBezTo>
                <a:cubicBezTo>
                  <a:pt x="28895" y="15718"/>
                  <a:pt x="28207" y="15838"/>
                  <a:pt x="27552" y="16107"/>
                </a:cubicBezTo>
                <a:cubicBezTo>
                  <a:pt x="25809" y="16827"/>
                  <a:pt x="24631" y="18452"/>
                  <a:pt x="23603" y="20033"/>
                </a:cubicBezTo>
                <a:cubicBezTo>
                  <a:pt x="22574" y="21614"/>
                  <a:pt x="21535" y="23294"/>
                  <a:pt x="19905" y="24243"/>
                </a:cubicBezTo>
                <a:cubicBezTo>
                  <a:pt x="19230" y="24636"/>
                  <a:pt x="18418" y="24848"/>
                  <a:pt x="17628" y="24848"/>
                </a:cubicBezTo>
                <a:cubicBezTo>
                  <a:pt x="16510" y="24848"/>
                  <a:pt x="15435" y="24424"/>
                  <a:pt x="14846" y="23488"/>
                </a:cubicBezTo>
                <a:cubicBezTo>
                  <a:pt x="13679" y="21633"/>
                  <a:pt x="14988" y="18973"/>
                  <a:pt x="13865" y="17091"/>
                </a:cubicBezTo>
                <a:cubicBezTo>
                  <a:pt x="12747" y="15220"/>
                  <a:pt x="10094" y="15297"/>
                  <a:pt x="7957" y="14870"/>
                </a:cubicBezTo>
                <a:cubicBezTo>
                  <a:pt x="3770" y="14031"/>
                  <a:pt x="474" y="10075"/>
                  <a:pt x="220" y="5845"/>
                </a:cubicBezTo>
                <a:lnTo>
                  <a:pt x="220" y="5845"/>
                </a:lnTo>
                <a:lnTo>
                  <a:pt x="1" y="32728"/>
                </a:lnTo>
                <a:lnTo>
                  <a:pt x="889" y="32470"/>
                </a:lnTo>
                <a:lnTo>
                  <a:pt x="83132" y="32470"/>
                </a:lnTo>
                <a:cubicBezTo>
                  <a:pt x="83520" y="32470"/>
                  <a:pt x="83906" y="32419"/>
                  <a:pt x="84293" y="32419"/>
                </a:cubicBezTo>
                <a:lnTo>
                  <a:pt x="84286" y="1843"/>
                </a:lnTo>
                <a:cubicBezTo>
                  <a:pt x="83668" y="722"/>
                  <a:pt x="82402" y="1"/>
                  <a:pt x="811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51" name="Google Shape;5751;p22"/>
          <p:cNvGrpSpPr/>
          <p:nvPr/>
        </p:nvGrpSpPr>
        <p:grpSpPr>
          <a:xfrm rot="-7707397">
            <a:off x="8198031" y="2121541"/>
            <a:ext cx="1316776" cy="1801993"/>
            <a:chOff x="1594875" y="4034900"/>
            <a:chExt cx="427150" cy="584550"/>
          </a:xfrm>
        </p:grpSpPr>
        <p:sp>
          <p:nvSpPr>
            <p:cNvPr id="5752" name="Google Shape;5752;p22"/>
            <p:cNvSpPr/>
            <p:nvPr/>
          </p:nvSpPr>
          <p:spPr>
            <a:xfrm>
              <a:off x="1806275" y="4301925"/>
              <a:ext cx="169425" cy="89500"/>
            </a:xfrm>
            <a:custGeom>
              <a:avLst/>
              <a:gdLst/>
              <a:ahLst/>
              <a:cxnLst/>
              <a:rect l="l" t="t" r="r" b="b"/>
              <a:pathLst>
                <a:path w="6777" h="3580" extrusionOk="0">
                  <a:moveTo>
                    <a:pt x="2624" y="1"/>
                  </a:moveTo>
                  <a:cubicBezTo>
                    <a:pt x="2486" y="1"/>
                    <a:pt x="2348" y="13"/>
                    <a:pt x="2211" y="41"/>
                  </a:cubicBezTo>
                  <a:cubicBezTo>
                    <a:pt x="1214" y="241"/>
                    <a:pt x="553" y="1163"/>
                    <a:pt x="0" y="2017"/>
                  </a:cubicBezTo>
                  <a:cubicBezTo>
                    <a:pt x="560" y="2445"/>
                    <a:pt x="1198" y="2910"/>
                    <a:pt x="1834" y="3209"/>
                  </a:cubicBezTo>
                  <a:cubicBezTo>
                    <a:pt x="2311" y="3434"/>
                    <a:pt x="2837" y="3580"/>
                    <a:pt x="3361" y="3580"/>
                  </a:cubicBezTo>
                  <a:cubicBezTo>
                    <a:pt x="3537" y="3580"/>
                    <a:pt x="3712" y="3563"/>
                    <a:pt x="3886" y="3528"/>
                  </a:cubicBezTo>
                  <a:cubicBezTo>
                    <a:pt x="4542" y="3393"/>
                    <a:pt x="5121" y="2994"/>
                    <a:pt x="5581" y="2508"/>
                  </a:cubicBezTo>
                  <a:cubicBezTo>
                    <a:pt x="6041" y="2021"/>
                    <a:pt x="6424" y="1445"/>
                    <a:pt x="6777" y="875"/>
                  </a:cubicBezTo>
                  <a:lnTo>
                    <a:pt x="6777" y="875"/>
                  </a:lnTo>
                  <a:cubicBezTo>
                    <a:pt x="6588" y="932"/>
                    <a:pt x="6396" y="956"/>
                    <a:pt x="6202" y="956"/>
                  </a:cubicBezTo>
                  <a:cubicBezTo>
                    <a:pt x="5624" y="956"/>
                    <a:pt x="5036" y="738"/>
                    <a:pt x="4490" y="512"/>
                  </a:cubicBezTo>
                  <a:cubicBezTo>
                    <a:pt x="3891" y="264"/>
                    <a:pt x="3259" y="1"/>
                    <a:pt x="2624" y="1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5753;p22"/>
            <p:cNvSpPr/>
            <p:nvPr/>
          </p:nvSpPr>
          <p:spPr>
            <a:xfrm>
              <a:off x="1804825" y="4300625"/>
              <a:ext cx="172300" cy="92100"/>
            </a:xfrm>
            <a:custGeom>
              <a:avLst/>
              <a:gdLst/>
              <a:ahLst/>
              <a:cxnLst/>
              <a:rect l="l" t="t" r="r" b="b"/>
              <a:pathLst>
                <a:path w="6892" h="3684" extrusionOk="0">
                  <a:moveTo>
                    <a:pt x="2684" y="105"/>
                  </a:moveTo>
                  <a:cubicBezTo>
                    <a:pt x="3301" y="105"/>
                    <a:pt x="3917" y="359"/>
                    <a:pt x="4515" y="607"/>
                  </a:cubicBezTo>
                  <a:lnTo>
                    <a:pt x="4529" y="612"/>
                  </a:lnTo>
                  <a:cubicBezTo>
                    <a:pt x="5089" y="844"/>
                    <a:pt x="5677" y="1061"/>
                    <a:pt x="6258" y="1061"/>
                  </a:cubicBezTo>
                  <a:cubicBezTo>
                    <a:pt x="6414" y="1061"/>
                    <a:pt x="6569" y="1045"/>
                    <a:pt x="6723" y="1010"/>
                  </a:cubicBezTo>
                  <a:lnTo>
                    <a:pt x="6723" y="1010"/>
                  </a:lnTo>
                  <a:cubicBezTo>
                    <a:pt x="6412" y="1507"/>
                    <a:pt x="6041" y="2060"/>
                    <a:pt x="5601" y="2524"/>
                  </a:cubicBezTo>
                  <a:cubicBezTo>
                    <a:pt x="5091" y="3062"/>
                    <a:pt x="4515" y="3409"/>
                    <a:pt x="3933" y="3529"/>
                  </a:cubicBezTo>
                  <a:cubicBezTo>
                    <a:pt x="3759" y="3565"/>
                    <a:pt x="3586" y="3580"/>
                    <a:pt x="3418" y="3580"/>
                  </a:cubicBezTo>
                  <a:cubicBezTo>
                    <a:pt x="2834" y="3580"/>
                    <a:pt x="2297" y="3394"/>
                    <a:pt x="1915" y="3215"/>
                  </a:cubicBezTo>
                  <a:cubicBezTo>
                    <a:pt x="1307" y="2930"/>
                    <a:pt x="697" y="2492"/>
                    <a:pt x="128" y="2057"/>
                  </a:cubicBezTo>
                  <a:cubicBezTo>
                    <a:pt x="692" y="1189"/>
                    <a:pt x="1324" y="336"/>
                    <a:pt x="2279" y="144"/>
                  </a:cubicBezTo>
                  <a:cubicBezTo>
                    <a:pt x="2414" y="117"/>
                    <a:pt x="2549" y="105"/>
                    <a:pt x="2684" y="105"/>
                  </a:cubicBezTo>
                  <a:close/>
                  <a:moveTo>
                    <a:pt x="2684" y="1"/>
                  </a:moveTo>
                  <a:cubicBezTo>
                    <a:pt x="2542" y="1"/>
                    <a:pt x="2400" y="13"/>
                    <a:pt x="2258" y="42"/>
                  </a:cubicBezTo>
                  <a:cubicBezTo>
                    <a:pt x="1249" y="245"/>
                    <a:pt x="572" y="1180"/>
                    <a:pt x="15" y="2041"/>
                  </a:cubicBezTo>
                  <a:cubicBezTo>
                    <a:pt x="0" y="2064"/>
                    <a:pt x="6" y="2095"/>
                    <a:pt x="27" y="2111"/>
                  </a:cubicBezTo>
                  <a:cubicBezTo>
                    <a:pt x="613" y="2558"/>
                    <a:pt x="1241" y="3012"/>
                    <a:pt x="1870" y="3308"/>
                  </a:cubicBezTo>
                  <a:cubicBezTo>
                    <a:pt x="2263" y="3493"/>
                    <a:pt x="2816" y="3684"/>
                    <a:pt x="3419" y="3684"/>
                  </a:cubicBezTo>
                  <a:cubicBezTo>
                    <a:pt x="3594" y="3684"/>
                    <a:pt x="3773" y="3667"/>
                    <a:pt x="3954" y="3631"/>
                  </a:cubicBezTo>
                  <a:cubicBezTo>
                    <a:pt x="4557" y="3507"/>
                    <a:pt x="5152" y="3149"/>
                    <a:pt x="5676" y="2595"/>
                  </a:cubicBezTo>
                  <a:cubicBezTo>
                    <a:pt x="6155" y="2089"/>
                    <a:pt x="6554" y="1481"/>
                    <a:pt x="6879" y="955"/>
                  </a:cubicBezTo>
                  <a:cubicBezTo>
                    <a:pt x="6891" y="936"/>
                    <a:pt x="6890" y="914"/>
                    <a:pt x="6876" y="896"/>
                  </a:cubicBezTo>
                  <a:cubicBezTo>
                    <a:pt x="6866" y="883"/>
                    <a:pt x="6852" y="876"/>
                    <a:pt x="6836" y="876"/>
                  </a:cubicBezTo>
                  <a:cubicBezTo>
                    <a:pt x="6831" y="876"/>
                    <a:pt x="6825" y="877"/>
                    <a:pt x="6820" y="879"/>
                  </a:cubicBezTo>
                  <a:cubicBezTo>
                    <a:pt x="6635" y="934"/>
                    <a:pt x="6448" y="957"/>
                    <a:pt x="6259" y="957"/>
                  </a:cubicBezTo>
                  <a:cubicBezTo>
                    <a:pt x="5695" y="957"/>
                    <a:pt x="5119" y="745"/>
                    <a:pt x="4568" y="517"/>
                  </a:cubicBezTo>
                  <a:lnTo>
                    <a:pt x="4554" y="510"/>
                  </a:lnTo>
                  <a:cubicBezTo>
                    <a:pt x="3946" y="259"/>
                    <a:pt x="3321" y="1"/>
                    <a:pt x="268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5754;p22"/>
            <p:cNvSpPr/>
            <p:nvPr/>
          </p:nvSpPr>
          <p:spPr>
            <a:xfrm>
              <a:off x="1760725" y="4351050"/>
              <a:ext cx="47050" cy="30150"/>
            </a:xfrm>
            <a:custGeom>
              <a:avLst/>
              <a:gdLst/>
              <a:ahLst/>
              <a:cxnLst/>
              <a:rect l="l" t="t" r="r" b="b"/>
              <a:pathLst>
                <a:path w="1882" h="1206" extrusionOk="0">
                  <a:moveTo>
                    <a:pt x="1823" y="1"/>
                  </a:moveTo>
                  <a:cubicBezTo>
                    <a:pt x="1818" y="1"/>
                    <a:pt x="1812" y="2"/>
                    <a:pt x="1806" y="4"/>
                  </a:cubicBezTo>
                  <a:cubicBezTo>
                    <a:pt x="1156" y="222"/>
                    <a:pt x="590" y="576"/>
                    <a:pt x="22" y="1115"/>
                  </a:cubicBezTo>
                  <a:cubicBezTo>
                    <a:pt x="2" y="1135"/>
                    <a:pt x="1" y="1167"/>
                    <a:pt x="21" y="1189"/>
                  </a:cubicBezTo>
                  <a:cubicBezTo>
                    <a:pt x="30" y="1200"/>
                    <a:pt x="45" y="1205"/>
                    <a:pt x="59" y="1205"/>
                  </a:cubicBezTo>
                  <a:cubicBezTo>
                    <a:pt x="71" y="1205"/>
                    <a:pt x="84" y="1200"/>
                    <a:pt x="94" y="1190"/>
                  </a:cubicBezTo>
                  <a:cubicBezTo>
                    <a:pt x="649" y="662"/>
                    <a:pt x="1205" y="316"/>
                    <a:pt x="1840" y="102"/>
                  </a:cubicBezTo>
                  <a:cubicBezTo>
                    <a:pt x="1867" y="93"/>
                    <a:pt x="1882" y="63"/>
                    <a:pt x="1872" y="36"/>
                  </a:cubicBezTo>
                  <a:cubicBezTo>
                    <a:pt x="1865" y="15"/>
                    <a:pt x="1845" y="1"/>
                    <a:pt x="182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5755;p22"/>
            <p:cNvSpPr/>
            <p:nvPr/>
          </p:nvSpPr>
          <p:spPr>
            <a:xfrm>
              <a:off x="1805200" y="4323150"/>
              <a:ext cx="171250" cy="30350"/>
            </a:xfrm>
            <a:custGeom>
              <a:avLst/>
              <a:gdLst/>
              <a:ahLst/>
              <a:cxnLst/>
              <a:rect l="l" t="t" r="r" b="b"/>
              <a:pathLst>
                <a:path w="6850" h="1214" extrusionOk="0">
                  <a:moveTo>
                    <a:pt x="6820" y="0"/>
                  </a:moveTo>
                  <a:cubicBezTo>
                    <a:pt x="6815" y="0"/>
                    <a:pt x="6811" y="2"/>
                    <a:pt x="6806" y="4"/>
                  </a:cubicBezTo>
                  <a:cubicBezTo>
                    <a:pt x="6003" y="487"/>
                    <a:pt x="4889" y="748"/>
                    <a:pt x="3400" y="804"/>
                  </a:cubicBezTo>
                  <a:cubicBezTo>
                    <a:pt x="3228" y="810"/>
                    <a:pt x="3054" y="816"/>
                    <a:pt x="2882" y="820"/>
                  </a:cubicBezTo>
                  <a:cubicBezTo>
                    <a:pt x="1928" y="848"/>
                    <a:pt x="942" y="875"/>
                    <a:pt x="20" y="1163"/>
                  </a:cubicBezTo>
                  <a:cubicBezTo>
                    <a:pt x="7" y="1167"/>
                    <a:pt x="0" y="1182"/>
                    <a:pt x="4" y="1195"/>
                  </a:cubicBezTo>
                  <a:cubicBezTo>
                    <a:pt x="7" y="1207"/>
                    <a:pt x="18" y="1214"/>
                    <a:pt x="29" y="1214"/>
                  </a:cubicBezTo>
                  <a:cubicBezTo>
                    <a:pt x="31" y="1214"/>
                    <a:pt x="34" y="1213"/>
                    <a:pt x="37" y="1213"/>
                  </a:cubicBezTo>
                  <a:cubicBezTo>
                    <a:pt x="951" y="926"/>
                    <a:pt x="1933" y="899"/>
                    <a:pt x="2883" y="872"/>
                  </a:cubicBezTo>
                  <a:cubicBezTo>
                    <a:pt x="3057" y="867"/>
                    <a:pt x="3229" y="863"/>
                    <a:pt x="3403" y="856"/>
                  </a:cubicBezTo>
                  <a:cubicBezTo>
                    <a:pt x="4900" y="800"/>
                    <a:pt x="6023" y="536"/>
                    <a:pt x="6833" y="49"/>
                  </a:cubicBezTo>
                  <a:cubicBezTo>
                    <a:pt x="6845" y="41"/>
                    <a:pt x="6849" y="26"/>
                    <a:pt x="6843" y="13"/>
                  </a:cubicBezTo>
                  <a:cubicBezTo>
                    <a:pt x="6837" y="5"/>
                    <a:pt x="6829" y="0"/>
                    <a:pt x="682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5756;p22"/>
            <p:cNvSpPr/>
            <p:nvPr/>
          </p:nvSpPr>
          <p:spPr>
            <a:xfrm>
              <a:off x="1848775" y="4308025"/>
              <a:ext cx="53050" cy="36975"/>
            </a:xfrm>
            <a:custGeom>
              <a:avLst/>
              <a:gdLst/>
              <a:ahLst/>
              <a:cxnLst/>
              <a:rect l="l" t="t" r="r" b="b"/>
              <a:pathLst>
                <a:path w="2122" h="1479" extrusionOk="0">
                  <a:moveTo>
                    <a:pt x="2090" y="1"/>
                  </a:moveTo>
                  <a:cubicBezTo>
                    <a:pt x="2087" y="1"/>
                    <a:pt x="2084" y="1"/>
                    <a:pt x="2081" y="3"/>
                  </a:cubicBezTo>
                  <a:cubicBezTo>
                    <a:pt x="1306" y="331"/>
                    <a:pt x="590" y="826"/>
                    <a:pt x="10" y="1436"/>
                  </a:cubicBezTo>
                  <a:cubicBezTo>
                    <a:pt x="1" y="1445"/>
                    <a:pt x="1" y="1462"/>
                    <a:pt x="12" y="1472"/>
                  </a:cubicBezTo>
                  <a:cubicBezTo>
                    <a:pt x="17" y="1477"/>
                    <a:pt x="22" y="1479"/>
                    <a:pt x="29" y="1479"/>
                  </a:cubicBezTo>
                  <a:cubicBezTo>
                    <a:pt x="36" y="1479"/>
                    <a:pt x="43" y="1476"/>
                    <a:pt x="48" y="1470"/>
                  </a:cubicBezTo>
                  <a:cubicBezTo>
                    <a:pt x="622" y="866"/>
                    <a:pt x="1333" y="375"/>
                    <a:pt x="2101" y="51"/>
                  </a:cubicBezTo>
                  <a:cubicBezTo>
                    <a:pt x="2114" y="46"/>
                    <a:pt x="2121" y="30"/>
                    <a:pt x="2116" y="16"/>
                  </a:cubicBezTo>
                  <a:cubicBezTo>
                    <a:pt x="2111" y="7"/>
                    <a:pt x="2101" y="1"/>
                    <a:pt x="209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5757;p22"/>
            <p:cNvSpPr/>
            <p:nvPr/>
          </p:nvSpPr>
          <p:spPr>
            <a:xfrm>
              <a:off x="1912275" y="4323250"/>
              <a:ext cx="28525" cy="19400"/>
            </a:xfrm>
            <a:custGeom>
              <a:avLst/>
              <a:gdLst/>
              <a:ahLst/>
              <a:cxnLst/>
              <a:rect l="l" t="t" r="r" b="b"/>
              <a:pathLst>
                <a:path w="1141" h="776" extrusionOk="0">
                  <a:moveTo>
                    <a:pt x="1111" y="0"/>
                  </a:moveTo>
                  <a:cubicBezTo>
                    <a:pt x="1107" y="0"/>
                    <a:pt x="1104" y="1"/>
                    <a:pt x="1100" y="3"/>
                  </a:cubicBezTo>
                  <a:cubicBezTo>
                    <a:pt x="702" y="189"/>
                    <a:pt x="336" y="434"/>
                    <a:pt x="13" y="731"/>
                  </a:cubicBezTo>
                  <a:cubicBezTo>
                    <a:pt x="2" y="740"/>
                    <a:pt x="1" y="757"/>
                    <a:pt x="10" y="767"/>
                  </a:cubicBezTo>
                  <a:cubicBezTo>
                    <a:pt x="16" y="773"/>
                    <a:pt x="22" y="775"/>
                    <a:pt x="30" y="775"/>
                  </a:cubicBezTo>
                  <a:cubicBezTo>
                    <a:pt x="36" y="775"/>
                    <a:pt x="42" y="774"/>
                    <a:pt x="48" y="769"/>
                  </a:cubicBezTo>
                  <a:cubicBezTo>
                    <a:pt x="367" y="475"/>
                    <a:pt x="729" y="233"/>
                    <a:pt x="1123" y="50"/>
                  </a:cubicBezTo>
                  <a:cubicBezTo>
                    <a:pt x="1135" y="44"/>
                    <a:pt x="1140" y="29"/>
                    <a:pt x="1135" y="15"/>
                  </a:cubicBezTo>
                  <a:cubicBezTo>
                    <a:pt x="1130" y="6"/>
                    <a:pt x="1121" y="0"/>
                    <a:pt x="111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5758;p22"/>
            <p:cNvSpPr/>
            <p:nvPr/>
          </p:nvSpPr>
          <p:spPr>
            <a:xfrm>
              <a:off x="1880625" y="4344750"/>
              <a:ext cx="47800" cy="35775"/>
            </a:xfrm>
            <a:custGeom>
              <a:avLst/>
              <a:gdLst/>
              <a:ahLst/>
              <a:cxnLst/>
              <a:rect l="l" t="t" r="r" b="b"/>
              <a:pathLst>
                <a:path w="1912" h="1431" extrusionOk="0">
                  <a:moveTo>
                    <a:pt x="30" y="0"/>
                  </a:moveTo>
                  <a:cubicBezTo>
                    <a:pt x="24" y="0"/>
                    <a:pt x="17" y="3"/>
                    <a:pt x="12" y="8"/>
                  </a:cubicBezTo>
                  <a:cubicBezTo>
                    <a:pt x="1" y="18"/>
                    <a:pt x="1" y="34"/>
                    <a:pt x="10" y="45"/>
                  </a:cubicBezTo>
                  <a:cubicBezTo>
                    <a:pt x="567" y="620"/>
                    <a:pt x="1158" y="1060"/>
                    <a:pt x="1869" y="1428"/>
                  </a:cubicBezTo>
                  <a:cubicBezTo>
                    <a:pt x="1874" y="1430"/>
                    <a:pt x="1878" y="1430"/>
                    <a:pt x="1882" y="1430"/>
                  </a:cubicBezTo>
                  <a:cubicBezTo>
                    <a:pt x="1891" y="1430"/>
                    <a:pt x="1900" y="1426"/>
                    <a:pt x="1904" y="1417"/>
                  </a:cubicBezTo>
                  <a:cubicBezTo>
                    <a:pt x="1911" y="1403"/>
                    <a:pt x="1907" y="1389"/>
                    <a:pt x="1894" y="1382"/>
                  </a:cubicBezTo>
                  <a:cubicBezTo>
                    <a:pt x="1187" y="1016"/>
                    <a:pt x="601" y="580"/>
                    <a:pt x="48" y="8"/>
                  </a:cubicBezTo>
                  <a:cubicBezTo>
                    <a:pt x="43" y="3"/>
                    <a:pt x="37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5759;p22"/>
            <p:cNvSpPr/>
            <p:nvPr/>
          </p:nvSpPr>
          <p:spPr>
            <a:xfrm>
              <a:off x="1827875" y="4347625"/>
              <a:ext cx="54425" cy="42875"/>
            </a:xfrm>
            <a:custGeom>
              <a:avLst/>
              <a:gdLst/>
              <a:ahLst/>
              <a:cxnLst/>
              <a:rect l="l" t="t" r="r" b="b"/>
              <a:pathLst>
                <a:path w="2177" h="1715" extrusionOk="0">
                  <a:moveTo>
                    <a:pt x="28" y="1"/>
                  </a:moveTo>
                  <a:cubicBezTo>
                    <a:pt x="22" y="1"/>
                    <a:pt x="15" y="3"/>
                    <a:pt x="11" y="8"/>
                  </a:cubicBezTo>
                  <a:cubicBezTo>
                    <a:pt x="0" y="17"/>
                    <a:pt x="0" y="34"/>
                    <a:pt x="9" y="44"/>
                  </a:cubicBezTo>
                  <a:cubicBezTo>
                    <a:pt x="636" y="696"/>
                    <a:pt x="1351" y="1257"/>
                    <a:pt x="2134" y="1711"/>
                  </a:cubicBezTo>
                  <a:cubicBezTo>
                    <a:pt x="2138" y="1713"/>
                    <a:pt x="2143" y="1715"/>
                    <a:pt x="2147" y="1715"/>
                  </a:cubicBezTo>
                  <a:cubicBezTo>
                    <a:pt x="2157" y="1715"/>
                    <a:pt x="2165" y="1711"/>
                    <a:pt x="2170" y="1701"/>
                  </a:cubicBezTo>
                  <a:cubicBezTo>
                    <a:pt x="2177" y="1689"/>
                    <a:pt x="2173" y="1673"/>
                    <a:pt x="2161" y="1666"/>
                  </a:cubicBezTo>
                  <a:cubicBezTo>
                    <a:pt x="1382" y="1216"/>
                    <a:pt x="670" y="657"/>
                    <a:pt x="47" y="9"/>
                  </a:cubicBezTo>
                  <a:cubicBezTo>
                    <a:pt x="42" y="3"/>
                    <a:pt x="35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5760;p22"/>
            <p:cNvSpPr/>
            <p:nvPr/>
          </p:nvSpPr>
          <p:spPr>
            <a:xfrm>
              <a:off x="1915375" y="4317875"/>
              <a:ext cx="10250" cy="7225"/>
            </a:xfrm>
            <a:custGeom>
              <a:avLst/>
              <a:gdLst/>
              <a:ahLst/>
              <a:cxnLst/>
              <a:rect l="l" t="t" r="r" b="b"/>
              <a:pathLst>
                <a:path w="410" h="289" extrusionOk="0">
                  <a:moveTo>
                    <a:pt x="380" y="0"/>
                  </a:moveTo>
                  <a:cubicBezTo>
                    <a:pt x="376" y="0"/>
                    <a:pt x="373" y="1"/>
                    <a:pt x="369" y="3"/>
                  </a:cubicBezTo>
                  <a:cubicBezTo>
                    <a:pt x="240" y="67"/>
                    <a:pt x="120" y="148"/>
                    <a:pt x="13" y="244"/>
                  </a:cubicBezTo>
                  <a:cubicBezTo>
                    <a:pt x="2" y="253"/>
                    <a:pt x="1" y="269"/>
                    <a:pt x="11" y="280"/>
                  </a:cubicBezTo>
                  <a:cubicBezTo>
                    <a:pt x="15" y="285"/>
                    <a:pt x="23" y="288"/>
                    <a:pt x="30" y="288"/>
                  </a:cubicBezTo>
                  <a:cubicBezTo>
                    <a:pt x="36" y="288"/>
                    <a:pt x="42" y="287"/>
                    <a:pt x="48" y="281"/>
                  </a:cubicBezTo>
                  <a:cubicBezTo>
                    <a:pt x="151" y="190"/>
                    <a:pt x="268" y="112"/>
                    <a:pt x="392" y="49"/>
                  </a:cubicBezTo>
                  <a:cubicBezTo>
                    <a:pt x="404" y="43"/>
                    <a:pt x="410" y="27"/>
                    <a:pt x="403" y="15"/>
                  </a:cubicBezTo>
                  <a:cubicBezTo>
                    <a:pt x="398" y="5"/>
                    <a:pt x="389" y="0"/>
                    <a:pt x="38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5761;p22"/>
            <p:cNvSpPr/>
            <p:nvPr/>
          </p:nvSpPr>
          <p:spPr>
            <a:xfrm>
              <a:off x="1905825" y="4329275"/>
              <a:ext cx="5000" cy="4400"/>
            </a:xfrm>
            <a:custGeom>
              <a:avLst/>
              <a:gdLst/>
              <a:ahLst/>
              <a:cxnLst/>
              <a:rect l="l" t="t" r="r" b="b"/>
              <a:pathLst>
                <a:path w="200" h="176" extrusionOk="0">
                  <a:moveTo>
                    <a:pt x="171" y="1"/>
                  </a:moveTo>
                  <a:cubicBezTo>
                    <a:pt x="165" y="1"/>
                    <a:pt x="159" y="3"/>
                    <a:pt x="154" y="7"/>
                  </a:cubicBezTo>
                  <a:lnTo>
                    <a:pt x="13" y="131"/>
                  </a:lnTo>
                  <a:cubicBezTo>
                    <a:pt x="2" y="140"/>
                    <a:pt x="0" y="156"/>
                    <a:pt x="10" y="167"/>
                  </a:cubicBezTo>
                  <a:cubicBezTo>
                    <a:pt x="15" y="172"/>
                    <a:pt x="22" y="175"/>
                    <a:pt x="29" y="175"/>
                  </a:cubicBezTo>
                  <a:cubicBezTo>
                    <a:pt x="35" y="175"/>
                    <a:pt x="41" y="174"/>
                    <a:pt x="46" y="170"/>
                  </a:cubicBezTo>
                  <a:lnTo>
                    <a:pt x="187" y="46"/>
                  </a:lnTo>
                  <a:cubicBezTo>
                    <a:pt x="198" y="37"/>
                    <a:pt x="200" y="20"/>
                    <a:pt x="190" y="10"/>
                  </a:cubicBezTo>
                  <a:cubicBezTo>
                    <a:pt x="185" y="4"/>
                    <a:pt x="178" y="1"/>
                    <a:pt x="17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5762;p22"/>
            <p:cNvSpPr/>
            <p:nvPr/>
          </p:nvSpPr>
          <p:spPr>
            <a:xfrm>
              <a:off x="1847650" y="4344875"/>
              <a:ext cx="26675" cy="24650"/>
            </a:xfrm>
            <a:custGeom>
              <a:avLst/>
              <a:gdLst/>
              <a:ahLst/>
              <a:cxnLst/>
              <a:rect l="l" t="t" r="r" b="b"/>
              <a:pathLst>
                <a:path w="1067" h="986" extrusionOk="0">
                  <a:moveTo>
                    <a:pt x="28" y="0"/>
                  </a:moveTo>
                  <a:cubicBezTo>
                    <a:pt x="22" y="0"/>
                    <a:pt x="17" y="2"/>
                    <a:pt x="12" y="6"/>
                  </a:cubicBezTo>
                  <a:cubicBezTo>
                    <a:pt x="1" y="15"/>
                    <a:pt x="0" y="31"/>
                    <a:pt x="9" y="42"/>
                  </a:cubicBezTo>
                  <a:cubicBezTo>
                    <a:pt x="307" y="396"/>
                    <a:pt x="649" y="711"/>
                    <a:pt x="1023" y="980"/>
                  </a:cubicBezTo>
                  <a:cubicBezTo>
                    <a:pt x="1028" y="983"/>
                    <a:pt x="1033" y="985"/>
                    <a:pt x="1039" y="985"/>
                  </a:cubicBezTo>
                  <a:cubicBezTo>
                    <a:pt x="1045" y="985"/>
                    <a:pt x="1053" y="981"/>
                    <a:pt x="1059" y="975"/>
                  </a:cubicBezTo>
                  <a:cubicBezTo>
                    <a:pt x="1067" y="962"/>
                    <a:pt x="1064" y="946"/>
                    <a:pt x="1053" y="938"/>
                  </a:cubicBezTo>
                  <a:cubicBezTo>
                    <a:pt x="682" y="672"/>
                    <a:pt x="343" y="360"/>
                    <a:pt x="48" y="10"/>
                  </a:cubicBezTo>
                  <a:cubicBezTo>
                    <a:pt x="43" y="4"/>
                    <a:pt x="35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5763;p22"/>
            <p:cNvSpPr/>
            <p:nvPr/>
          </p:nvSpPr>
          <p:spPr>
            <a:xfrm>
              <a:off x="1877100" y="4372175"/>
              <a:ext cx="5050" cy="3900"/>
            </a:xfrm>
            <a:custGeom>
              <a:avLst/>
              <a:gdLst/>
              <a:ahLst/>
              <a:cxnLst/>
              <a:rect l="l" t="t" r="r" b="b"/>
              <a:pathLst>
                <a:path w="202" h="156" extrusionOk="0">
                  <a:moveTo>
                    <a:pt x="30" y="1"/>
                  </a:moveTo>
                  <a:cubicBezTo>
                    <a:pt x="22" y="1"/>
                    <a:pt x="15" y="5"/>
                    <a:pt x="10" y="12"/>
                  </a:cubicBezTo>
                  <a:cubicBezTo>
                    <a:pt x="1" y="24"/>
                    <a:pt x="3" y="40"/>
                    <a:pt x="15" y="48"/>
                  </a:cubicBezTo>
                  <a:lnTo>
                    <a:pt x="157" y="150"/>
                  </a:lnTo>
                  <a:cubicBezTo>
                    <a:pt x="161" y="154"/>
                    <a:pt x="166" y="156"/>
                    <a:pt x="171" y="156"/>
                  </a:cubicBezTo>
                  <a:cubicBezTo>
                    <a:pt x="179" y="156"/>
                    <a:pt x="188" y="152"/>
                    <a:pt x="192" y="145"/>
                  </a:cubicBezTo>
                  <a:cubicBezTo>
                    <a:pt x="201" y="133"/>
                    <a:pt x="198" y="117"/>
                    <a:pt x="186" y="109"/>
                  </a:cubicBezTo>
                  <a:lnTo>
                    <a:pt x="46" y="6"/>
                  </a:lnTo>
                  <a:cubicBezTo>
                    <a:pt x="41" y="2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5764;p22"/>
            <p:cNvSpPr/>
            <p:nvPr/>
          </p:nvSpPr>
          <p:spPr>
            <a:xfrm>
              <a:off x="1904450" y="4352350"/>
              <a:ext cx="9575" cy="7850"/>
            </a:xfrm>
            <a:custGeom>
              <a:avLst/>
              <a:gdLst/>
              <a:ahLst/>
              <a:cxnLst/>
              <a:rect l="l" t="t" r="r" b="b"/>
              <a:pathLst>
                <a:path w="383" h="314" extrusionOk="0">
                  <a:moveTo>
                    <a:pt x="28" y="1"/>
                  </a:moveTo>
                  <a:cubicBezTo>
                    <a:pt x="21" y="1"/>
                    <a:pt x="14" y="4"/>
                    <a:pt x="8" y="11"/>
                  </a:cubicBezTo>
                  <a:cubicBezTo>
                    <a:pt x="0" y="22"/>
                    <a:pt x="2" y="38"/>
                    <a:pt x="12" y="47"/>
                  </a:cubicBezTo>
                  <a:lnTo>
                    <a:pt x="337" y="307"/>
                  </a:lnTo>
                  <a:cubicBezTo>
                    <a:pt x="342" y="311"/>
                    <a:pt x="347" y="314"/>
                    <a:pt x="354" y="314"/>
                  </a:cubicBezTo>
                  <a:cubicBezTo>
                    <a:pt x="361" y="314"/>
                    <a:pt x="369" y="310"/>
                    <a:pt x="374" y="303"/>
                  </a:cubicBezTo>
                  <a:cubicBezTo>
                    <a:pt x="382" y="292"/>
                    <a:pt x="381" y="276"/>
                    <a:pt x="370" y="267"/>
                  </a:cubicBezTo>
                  <a:lnTo>
                    <a:pt x="45" y="7"/>
                  </a:lnTo>
                  <a:cubicBezTo>
                    <a:pt x="40" y="3"/>
                    <a:pt x="34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5765;p22"/>
            <p:cNvSpPr/>
            <p:nvPr/>
          </p:nvSpPr>
          <p:spPr>
            <a:xfrm>
              <a:off x="1919525" y="4364500"/>
              <a:ext cx="17625" cy="10325"/>
            </a:xfrm>
            <a:custGeom>
              <a:avLst/>
              <a:gdLst/>
              <a:ahLst/>
              <a:cxnLst/>
              <a:rect l="l" t="t" r="r" b="b"/>
              <a:pathLst>
                <a:path w="705" h="413" extrusionOk="0">
                  <a:moveTo>
                    <a:pt x="29" y="1"/>
                  </a:moveTo>
                  <a:cubicBezTo>
                    <a:pt x="21" y="1"/>
                    <a:pt x="13" y="4"/>
                    <a:pt x="8" y="12"/>
                  </a:cubicBezTo>
                  <a:cubicBezTo>
                    <a:pt x="0" y="24"/>
                    <a:pt x="3" y="40"/>
                    <a:pt x="15" y="48"/>
                  </a:cubicBezTo>
                  <a:cubicBezTo>
                    <a:pt x="219" y="190"/>
                    <a:pt x="439" y="311"/>
                    <a:pt x="666" y="410"/>
                  </a:cubicBezTo>
                  <a:cubicBezTo>
                    <a:pt x="669" y="412"/>
                    <a:pt x="673" y="413"/>
                    <a:pt x="675" y="413"/>
                  </a:cubicBezTo>
                  <a:cubicBezTo>
                    <a:pt x="686" y="413"/>
                    <a:pt x="696" y="406"/>
                    <a:pt x="700" y="397"/>
                  </a:cubicBezTo>
                  <a:cubicBezTo>
                    <a:pt x="705" y="383"/>
                    <a:pt x="700" y="368"/>
                    <a:pt x="686" y="363"/>
                  </a:cubicBezTo>
                  <a:cubicBezTo>
                    <a:pt x="461" y="265"/>
                    <a:pt x="245" y="144"/>
                    <a:pt x="44" y="5"/>
                  </a:cubicBezTo>
                  <a:cubicBezTo>
                    <a:pt x="40" y="2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5766;p22"/>
            <p:cNvSpPr/>
            <p:nvPr/>
          </p:nvSpPr>
          <p:spPr>
            <a:xfrm>
              <a:off x="1916650" y="4351975"/>
              <a:ext cx="28350" cy="15425"/>
            </a:xfrm>
            <a:custGeom>
              <a:avLst/>
              <a:gdLst/>
              <a:ahLst/>
              <a:cxnLst/>
              <a:rect l="l" t="t" r="r" b="b"/>
              <a:pathLst>
                <a:path w="1134" h="617" extrusionOk="0">
                  <a:moveTo>
                    <a:pt x="30" y="1"/>
                  </a:moveTo>
                  <a:cubicBezTo>
                    <a:pt x="22" y="1"/>
                    <a:pt x="15" y="4"/>
                    <a:pt x="10" y="11"/>
                  </a:cubicBezTo>
                  <a:cubicBezTo>
                    <a:pt x="1" y="22"/>
                    <a:pt x="3" y="38"/>
                    <a:pt x="15" y="47"/>
                  </a:cubicBezTo>
                  <a:cubicBezTo>
                    <a:pt x="342" y="294"/>
                    <a:pt x="706" y="485"/>
                    <a:pt x="1096" y="615"/>
                  </a:cubicBezTo>
                  <a:cubicBezTo>
                    <a:pt x="1098" y="615"/>
                    <a:pt x="1101" y="617"/>
                    <a:pt x="1104" y="617"/>
                  </a:cubicBezTo>
                  <a:cubicBezTo>
                    <a:pt x="1115" y="617"/>
                    <a:pt x="1124" y="610"/>
                    <a:pt x="1128" y="599"/>
                  </a:cubicBezTo>
                  <a:cubicBezTo>
                    <a:pt x="1133" y="584"/>
                    <a:pt x="1125" y="571"/>
                    <a:pt x="1112" y="565"/>
                  </a:cubicBezTo>
                  <a:cubicBezTo>
                    <a:pt x="728" y="438"/>
                    <a:pt x="369" y="249"/>
                    <a:pt x="46" y="6"/>
                  </a:cubicBezTo>
                  <a:cubicBezTo>
                    <a:pt x="41" y="2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5767;p22"/>
            <p:cNvSpPr/>
            <p:nvPr/>
          </p:nvSpPr>
          <p:spPr>
            <a:xfrm>
              <a:off x="1832125" y="4316675"/>
              <a:ext cx="33575" cy="31250"/>
            </a:xfrm>
            <a:custGeom>
              <a:avLst/>
              <a:gdLst/>
              <a:ahLst/>
              <a:cxnLst/>
              <a:rect l="l" t="t" r="r" b="b"/>
              <a:pathLst>
                <a:path w="1343" h="1250" extrusionOk="0">
                  <a:moveTo>
                    <a:pt x="1313" y="1"/>
                  </a:moveTo>
                  <a:cubicBezTo>
                    <a:pt x="1308" y="1"/>
                    <a:pt x="1302" y="2"/>
                    <a:pt x="1298" y="5"/>
                  </a:cubicBezTo>
                  <a:cubicBezTo>
                    <a:pt x="816" y="346"/>
                    <a:pt x="383" y="749"/>
                    <a:pt x="10" y="1208"/>
                  </a:cubicBezTo>
                  <a:cubicBezTo>
                    <a:pt x="1" y="1219"/>
                    <a:pt x="4" y="1235"/>
                    <a:pt x="14" y="1244"/>
                  </a:cubicBezTo>
                  <a:cubicBezTo>
                    <a:pt x="18" y="1248"/>
                    <a:pt x="25" y="1250"/>
                    <a:pt x="30" y="1250"/>
                  </a:cubicBezTo>
                  <a:cubicBezTo>
                    <a:pt x="39" y="1250"/>
                    <a:pt x="45" y="1247"/>
                    <a:pt x="51" y="1240"/>
                  </a:cubicBezTo>
                  <a:cubicBezTo>
                    <a:pt x="419" y="787"/>
                    <a:pt x="850" y="385"/>
                    <a:pt x="1329" y="48"/>
                  </a:cubicBezTo>
                  <a:cubicBezTo>
                    <a:pt x="1339" y="40"/>
                    <a:pt x="1342" y="24"/>
                    <a:pt x="1334" y="12"/>
                  </a:cubicBezTo>
                  <a:cubicBezTo>
                    <a:pt x="1329" y="4"/>
                    <a:pt x="1321" y="1"/>
                    <a:pt x="131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5768;p22"/>
            <p:cNvSpPr/>
            <p:nvPr/>
          </p:nvSpPr>
          <p:spPr>
            <a:xfrm>
              <a:off x="1870800" y="4310100"/>
              <a:ext cx="6325" cy="3450"/>
            </a:xfrm>
            <a:custGeom>
              <a:avLst/>
              <a:gdLst/>
              <a:ahLst/>
              <a:cxnLst/>
              <a:rect l="l" t="t" r="r" b="b"/>
              <a:pathLst>
                <a:path w="253" h="138" extrusionOk="0">
                  <a:moveTo>
                    <a:pt x="224" y="0"/>
                  </a:moveTo>
                  <a:cubicBezTo>
                    <a:pt x="223" y="0"/>
                    <a:pt x="222" y="0"/>
                    <a:pt x="220" y="0"/>
                  </a:cubicBezTo>
                  <a:cubicBezTo>
                    <a:pt x="145" y="14"/>
                    <a:pt x="74" y="45"/>
                    <a:pt x="14" y="92"/>
                  </a:cubicBezTo>
                  <a:cubicBezTo>
                    <a:pt x="4" y="101"/>
                    <a:pt x="1" y="117"/>
                    <a:pt x="10" y="128"/>
                  </a:cubicBezTo>
                  <a:cubicBezTo>
                    <a:pt x="16" y="135"/>
                    <a:pt x="23" y="138"/>
                    <a:pt x="31" y="138"/>
                  </a:cubicBezTo>
                  <a:cubicBezTo>
                    <a:pt x="36" y="138"/>
                    <a:pt x="41" y="136"/>
                    <a:pt x="45" y="132"/>
                  </a:cubicBezTo>
                  <a:cubicBezTo>
                    <a:pt x="99" y="92"/>
                    <a:pt x="162" y="64"/>
                    <a:pt x="228" y="52"/>
                  </a:cubicBezTo>
                  <a:cubicBezTo>
                    <a:pt x="243" y="49"/>
                    <a:pt x="253" y="35"/>
                    <a:pt x="250" y="22"/>
                  </a:cubicBezTo>
                  <a:cubicBezTo>
                    <a:pt x="247" y="10"/>
                    <a:pt x="236" y="0"/>
                    <a:pt x="22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5769;p22"/>
            <p:cNvSpPr/>
            <p:nvPr/>
          </p:nvSpPr>
          <p:spPr>
            <a:xfrm>
              <a:off x="1733450" y="4414600"/>
              <a:ext cx="169450" cy="89500"/>
            </a:xfrm>
            <a:custGeom>
              <a:avLst/>
              <a:gdLst/>
              <a:ahLst/>
              <a:cxnLst/>
              <a:rect l="l" t="t" r="r" b="b"/>
              <a:pathLst>
                <a:path w="6778" h="3580" extrusionOk="0">
                  <a:moveTo>
                    <a:pt x="2625" y="0"/>
                  </a:moveTo>
                  <a:cubicBezTo>
                    <a:pt x="2486" y="0"/>
                    <a:pt x="2348" y="13"/>
                    <a:pt x="2210" y="41"/>
                  </a:cubicBezTo>
                  <a:cubicBezTo>
                    <a:pt x="1213" y="240"/>
                    <a:pt x="552" y="1163"/>
                    <a:pt x="1" y="2017"/>
                  </a:cubicBezTo>
                  <a:cubicBezTo>
                    <a:pt x="559" y="2445"/>
                    <a:pt x="1197" y="2909"/>
                    <a:pt x="1834" y="3209"/>
                  </a:cubicBezTo>
                  <a:cubicBezTo>
                    <a:pt x="2311" y="3433"/>
                    <a:pt x="2838" y="3580"/>
                    <a:pt x="3362" y="3580"/>
                  </a:cubicBezTo>
                  <a:cubicBezTo>
                    <a:pt x="3537" y="3580"/>
                    <a:pt x="3712" y="3563"/>
                    <a:pt x="3885" y="3528"/>
                  </a:cubicBezTo>
                  <a:cubicBezTo>
                    <a:pt x="4541" y="3392"/>
                    <a:pt x="5120" y="2994"/>
                    <a:pt x="5580" y="2507"/>
                  </a:cubicBezTo>
                  <a:cubicBezTo>
                    <a:pt x="6040" y="2020"/>
                    <a:pt x="6425" y="1444"/>
                    <a:pt x="6777" y="875"/>
                  </a:cubicBezTo>
                  <a:lnTo>
                    <a:pt x="6777" y="875"/>
                  </a:lnTo>
                  <a:cubicBezTo>
                    <a:pt x="6588" y="931"/>
                    <a:pt x="6396" y="956"/>
                    <a:pt x="6203" y="956"/>
                  </a:cubicBezTo>
                  <a:cubicBezTo>
                    <a:pt x="5624" y="956"/>
                    <a:pt x="5036" y="737"/>
                    <a:pt x="4489" y="512"/>
                  </a:cubicBezTo>
                  <a:cubicBezTo>
                    <a:pt x="3891" y="264"/>
                    <a:pt x="3260" y="0"/>
                    <a:pt x="2625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5770;p22"/>
            <p:cNvSpPr/>
            <p:nvPr/>
          </p:nvSpPr>
          <p:spPr>
            <a:xfrm>
              <a:off x="1731975" y="4413275"/>
              <a:ext cx="172300" cy="92125"/>
            </a:xfrm>
            <a:custGeom>
              <a:avLst/>
              <a:gdLst/>
              <a:ahLst/>
              <a:cxnLst/>
              <a:rect l="l" t="t" r="r" b="b"/>
              <a:pathLst>
                <a:path w="6892" h="3685" extrusionOk="0">
                  <a:moveTo>
                    <a:pt x="2687" y="105"/>
                  </a:moveTo>
                  <a:cubicBezTo>
                    <a:pt x="3303" y="105"/>
                    <a:pt x="3918" y="359"/>
                    <a:pt x="4515" y="606"/>
                  </a:cubicBezTo>
                  <a:lnTo>
                    <a:pt x="4529" y="612"/>
                  </a:lnTo>
                  <a:cubicBezTo>
                    <a:pt x="5089" y="844"/>
                    <a:pt x="5676" y="1062"/>
                    <a:pt x="6258" y="1062"/>
                  </a:cubicBezTo>
                  <a:cubicBezTo>
                    <a:pt x="6414" y="1062"/>
                    <a:pt x="6569" y="1046"/>
                    <a:pt x="6723" y="1011"/>
                  </a:cubicBezTo>
                  <a:lnTo>
                    <a:pt x="6723" y="1011"/>
                  </a:lnTo>
                  <a:cubicBezTo>
                    <a:pt x="6412" y="1506"/>
                    <a:pt x="6041" y="2059"/>
                    <a:pt x="5601" y="2525"/>
                  </a:cubicBezTo>
                  <a:cubicBezTo>
                    <a:pt x="5091" y="3063"/>
                    <a:pt x="4515" y="3410"/>
                    <a:pt x="3933" y="3530"/>
                  </a:cubicBezTo>
                  <a:cubicBezTo>
                    <a:pt x="3760" y="3565"/>
                    <a:pt x="3587" y="3581"/>
                    <a:pt x="3419" y="3581"/>
                  </a:cubicBezTo>
                  <a:cubicBezTo>
                    <a:pt x="2835" y="3581"/>
                    <a:pt x="2297" y="3395"/>
                    <a:pt x="1915" y="3215"/>
                  </a:cubicBezTo>
                  <a:cubicBezTo>
                    <a:pt x="1308" y="2930"/>
                    <a:pt x="699" y="2492"/>
                    <a:pt x="128" y="2058"/>
                  </a:cubicBezTo>
                  <a:cubicBezTo>
                    <a:pt x="692" y="1190"/>
                    <a:pt x="1324" y="336"/>
                    <a:pt x="2279" y="145"/>
                  </a:cubicBezTo>
                  <a:cubicBezTo>
                    <a:pt x="2415" y="117"/>
                    <a:pt x="2551" y="105"/>
                    <a:pt x="2687" y="105"/>
                  </a:cubicBezTo>
                  <a:close/>
                  <a:moveTo>
                    <a:pt x="2687" y="1"/>
                  </a:moveTo>
                  <a:cubicBezTo>
                    <a:pt x="2545" y="1"/>
                    <a:pt x="2402" y="14"/>
                    <a:pt x="2259" y="43"/>
                  </a:cubicBezTo>
                  <a:cubicBezTo>
                    <a:pt x="1249" y="246"/>
                    <a:pt x="572" y="1181"/>
                    <a:pt x="15" y="2042"/>
                  </a:cubicBezTo>
                  <a:cubicBezTo>
                    <a:pt x="0" y="2065"/>
                    <a:pt x="6" y="2094"/>
                    <a:pt x="27" y="2110"/>
                  </a:cubicBezTo>
                  <a:cubicBezTo>
                    <a:pt x="613" y="2558"/>
                    <a:pt x="1241" y="3013"/>
                    <a:pt x="1870" y="3309"/>
                  </a:cubicBezTo>
                  <a:cubicBezTo>
                    <a:pt x="2263" y="3493"/>
                    <a:pt x="2816" y="3684"/>
                    <a:pt x="3419" y="3684"/>
                  </a:cubicBezTo>
                  <a:cubicBezTo>
                    <a:pt x="3594" y="3684"/>
                    <a:pt x="3773" y="3668"/>
                    <a:pt x="3954" y="3631"/>
                  </a:cubicBezTo>
                  <a:cubicBezTo>
                    <a:pt x="4557" y="3507"/>
                    <a:pt x="5152" y="3149"/>
                    <a:pt x="5676" y="2595"/>
                  </a:cubicBezTo>
                  <a:cubicBezTo>
                    <a:pt x="6155" y="2089"/>
                    <a:pt x="6554" y="1482"/>
                    <a:pt x="6879" y="955"/>
                  </a:cubicBezTo>
                  <a:cubicBezTo>
                    <a:pt x="6891" y="937"/>
                    <a:pt x="6890" y="913"/>
                    <a:pt x="6876" y="897"/>
                  </a:cubicBezTo>
                  <a:cubicBezTo>
                    <a:pt x="6866" y="883"/>
                    <a:pt x="6851" y="876"/>
                    <a:pt x="6835" y="876"/>
                  </a:cubicBezTo>
                  <a:cubicBezTo>
                    <a:pt x="6830" y="876"/>
                    <a:pt x="6826" y="877"/>
                    <a:pt x="6821" y="878"/>
                  </a:cubicBezTo>
                  <a:cubicBezTo>
                    <a:pt x="6636" y="933"/>
                    <a:pt x="6449" y="957"/>
                    <a:pt x="6260" y="957"/>
                  </a:cubicBezTo>
                  <a:cubicBezTo>
                    <a:pt x="5695" y="957"/>
                    <a:pt x="5119" y="744"/>
                    <a:pt x="4568" y="516"/>
                  </a:cubicBezTo>
                  <a:lnTo>
                    <a:pt x="4554" y="511"/>
                  </a:lnTo>
                  <a:cubicBezTo>
                    <a:pt x="3948" y="259"/>
                    <a:pt x="3323" y="1"/>
                    <a:pt x="268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5771;p22"/>
            <p:cNvSpPr/>
            <p:nvPr/>
          </p:nvSpPr>
          <p:spPr>
            <a:xfrm>
              <a:off x="1687875" y="4463700"/>
              <a:ext cx="47050" cy="30125"/>
            </a:xfrm>
            <a:custGeom>
              <a:avLst/>
              <a:gdLst/>
              <a:ahLst/>
              <a:cxnLst/>
              <a:rect l="l" t="t" r="r" b="b"/>
              <a:pathLst>
                <a:path w="1882" h="1205" extrusionOk="0">
                  <a:moveTo>
                    <a:pt x="1823" y="0"/>
                  </a:moveTo>
                  <a:cubicBezTo>
                    <a:pt x="1817" y="0"/>
                    <a:pt x="1812" y="1"/>
                    <a:pt x="1806" y="3"/>
                  </a:cubicBezTo>
                  <a:cubicBezTo>
                    <a:pt x="1156" y="223"/>
                    <a:pt x="590" y="575"/>
                    <a:pt x="22" y="1116"/>
                  </a:cubicBezTo>
                  <a:cubicBezTo>
                    <a:pt x="2" y="1135"/>
                    <a:pt x="1" y="1168"/>
                    <a:pt x="21" y="1188"/>
                  </a:cubicBezTo>
                  <a:cubicBezTo>
                    <a:pt x="30" y="1199"/>
                    <a:pt x="45" y="1205"/>
                    <a:pt x="59" y="1205"/>
                  </a:cubicBezTo>
                  <a:cubicBezTo>
                    <a:pt x="71" y="1205"/>
                    <a:pt x="84" y="1199"/>
                    <a:pt x="94" y="1190"/>
                  </a:cubicBezTo>
                  <a:cubicBezTo>
                    <a:pt x="649" y="661"/>
                    <a:pt x="1205" y="315"/>
                    <a:pt x="1840" y="101"/>
                  </a:cubicBezTo>
                  <a:cubicBezTo>
                    <a:pt x="1867" y="92"/>
                    <a:pt x="1882" y="64"/>
                    <a:pt x="1872" y="36"/>
                  </a:cubicBezTo>
                  <a:cubicBezTo>
                    <a:pt x="1865" y="14"/>
                    <a:pt x="1844" y="0"/>
                    <a:pt x="182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5772;p22"/>
            <p:cNvSpPr/>
            <p:nvPr/>
          </p:nvSpPr>
          <p:spPr>
            <a:xfrm>
              <a:off x="1732350" y="4435825"/>
              <a:ext cx="171275" cy="30325"/>
            </a:xfrm>
            <a:custGeom>
              <a:avLst/>
              <a:gdLst/>
              <a:ahLst/>
              <a:cxnLst/>
              <a:rect l="l" t="t" r="r" b="b"/>
              <a:pathLst>
                <a:path w="6851" h="1213" extrusionOk="0">
                  <a:moveTo>
                    <a:pt x="6821" y="0"/>
                  </a:moveTo>
                  <a:cubicBezTo>
                    <a:pt x="6817" y="0"/>
                    <a:pt x="6812" y="1"/>
                    <a:pt x="6808" y="4"/>
                  </a:cubicBezTo>
                  <a:cubicBezTo>
                    <a:pt x="6003" y="486"/>
                    <a:pt x="4889" y="748"/>
                    <a:pt x="3400" y="803"/>
                  </a:cubicBezTo>
                  <a:cubicBezTo>
                    <a:pt x="3228" y="810"/>
                    <a:pt x="3054" y="814"/>
                    <a:pt x="2881" y="820"/>
                  </a:cubicBezTo>
                  <a:cubicBezTo>
                    <a:pt x="1928" y="846"/>
                    <a:pt x="942" y="875"/>
                    <a:pt x="22" y="1163"/>
                  </a:cubicBezTo>
                  <a:cubicBezTo>
                    <a:pt x="8" y="1167"/>
                    <a:pt x="0" y="1181"/>
                    <a:pt x="4" y="1195"/>
                  </a:cubicBezTo>
                  <a:cubicBezTo>
                    <a:pt x="8" y="1206"/>
                    <a:pt x="18" y="1212"/>
                    <a:pt x="29" y="1212"/>
                  </a:cubicBezTo>
                  <a:cubicBezTo>
                    <a:pt x="31" y="1212"/>
                    <a:pt x="34" y="1212"/>
                    <a:pt x="37" y="1211"/>
                  </a:cubicBezTo>
                  <a:cubicBezTo>
                    <a:pt x="951" y="926"/>
                    <a:pt x="1932" y="899"/>
                    <a:pt x="2882" y="872"/>
                  </a:cubicBezTo>
                  <a:cubicBezTo>
                    <a:pt x="3056" y="867"/>
                    <a:pt x="3229" y="861"/>
                    <a:pt x="3403" y="855"/>
                  </a:cubicBezTo>
                  <a:cubicBezTo>
                    <a:pt x="4900" y="799"/>
                    <a:pt x="6023" y="536"/>
                    <a:pt x="6835" y="47"/>
                  </a:cubicBezTo>
                  <a:cubicBezTo>
                    <a:pt x="6847" y="41"/>
                    <a:pt x="6851" y="24"/>
                    <a:pt x="6843" y="12"/>
                  </a:cubicBezTo>
                  <a:cubicBezTo>
                    <a:pt x="6838" y="5"/>
                    <a:pt x="6830" y="0"/>
                    <a:pt x="682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5773;p22"/>
            <p:cNvSpPr/>
            <p:nvPr/>
          </p:nvSpPr>
          <p:spPr>
            <a:xfrm>
              <a:off x="1775925" y="4420675"/>
              <a:ext cx="53050" cy="37000"/>
            </a:xfrm>
            <a:custGeom>
              <a:avLst/>
              <a:gdLst/>
              <a:ahLst/>
              <a:cxnLst/>
              <a:rect l="l" t="t" r="r" b="b"/>
              <a:pathLst>
                <a:path w="2122" h="1480" extrusionOk="0">
                  <a:moveTo>
                    <a:pt x="2092" y="1"/>
                  </a:moveTo>
                  <a:cubicBezTo>
                    <a:pt x="2088" y="1"/>
                    <a:pt x="2084" y="2"/>
                    <a:pt x="2081" y="4"/>
                  </a:cubicBezTo>
                  <a:cubicBezTo>
                    <a:pt x="1306" y="330"/>
                    <a:pt x="590" y="826"/>
                    <a:pt x="10" y="1435"/>
                  </a:cubicBezTo>
                  <a:cubicBezTo>
                    <a:pt x="1" y="1446"/>
                    <a:pt x="1" y="1462"/>
                    <a:pt x="12" y="1471"/>
                  </a:cubicBezTo>
                  <a:cubicBezTo>
                    <a:pt x="17" y="1477"/>
                    <a:pt x="22" y="1479"/>
                    <a:pt x="29" y="1479"/>
                  </a:cubicBezTo>
                  <a:cubicBezTo>
                    <a:pt x="36" y="1479"/>
                    <a:pt x="43" y="1477"/>
                    <a:pt x="48" y="1471"/>
                  </a:cubicBezTo>
                  <a:cubicBezTo>
                    <a:pt x="622" y="867"/>
                    <a:pt x="1333" y="375"/>
                    <a:pt x="2101" y="51"/>
                  </a:cubicBezTo>
                  <a:cubicBezTo>
                    <a:pt x="2114" y="45"/>
                    <a:pt x="2121" y="30"/>
                    <a:pt x="2116" y="17"/>
                  </a:cubicBezTo>
                  <a:cubicBezTo>
                    <a:pt x="2112" y="7"/>
                    <a:pt x="2102" y="1"/>
                    <a:pt x="20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5774;p22"/>
            <p:cNvSpPr/>
            <p:nvPr/>
          </p:nvSpPr>
          <p:spPr>
            <a:xfrm>
              <a:off x="1839425" y="4435900"/>
              <a:ext cx="28550" cy="19425"/>
            </a:xfrm>
            <a:custGeom>
              <a:avLst/>
              <a:gdLst/>
              <a:ahLst/>
              <a:cxnLst/>
              <a:rect l="l" t="t" r="r" b="b"/>
              <a:pathLst>
                <a:path w="1142" h="777" extrusionOk="0">
                  <a:moveTo>
                    <a:pt x="1111" y="1"/>
                  </a:moveTo>
                  <a:cubicBezTo>
                    <a:pt x="1107" y="1"/>
                    <a:pt x="1103" y="1"/>
                    <a:pt x="1100" y="3"/>
                  </a:cubicBezTo>
                  <a:cubicBezTo>
                    <a:pt x="702" y="190"/>
                    <a:pt x="336" y="434"/>
                    <a:pt x="13" y="730"/>
                  </a:cubicBezTo>
                  <a:cubicBezTo>
                    <a:pt x="2" y="741"/>
                    <a:pt x="1" y="757"/>
                    <a:pt x="12" y="768"/>
                  </a:cubicBezTo>
                  <a:cubicBezTo>
                    <a:pt x="16" y="774"/>
                    <a:pt x="24" y="776"/>
                    <a:pt x="30" y="776"/>
                  </a:cubicBezTo>
                  <a:cubicBezTo>
                    <a:pt x="36" y="776"/>
                    <a:pt x="43" y="774"/>
                    <a:pt x="48" y="769"/>
                  </a:cubicBezTo>
                  <a:cubicBezTo>
                    <a:pt x="367" y="476"/>
                    <a:pt x="729" y="234"/>
                    <a:pt x="1123" y="50"/>
                  </a:cubicBezTo>
                  <a:cubicBezTo>
                    <a:pt x="1135" y="44"/>
                    <a:pt x="1142" y="28"/>
                    <a:pt x="1135" y="16"/>
                  </a:cubicBezTo>
                  <a:cubicBezTo>
                    <a:pt x="1131" y="6"/>
                    <a:pt x="1121" y="1"/>
                    <a:pt x="111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5775;p22"/>
            <p:cNvSpPr/>
            <p:nvPr/>
          </p:nvSpPr>
          <p:spPr>
            <a:xfrm>
              <a:off x="1807775" y="4457400"/>
              <a:ext cx="47825" cy="35800"/>
            </a:xfrm>
            <a:custGeom>
              <a:avLst/>
              <a:gdLst/>
              <a:ahLst/>
              <a:cxnLst/>
              <a:rect l="l" t="t" r="r" b="b"/>
              <a:pathLst>
                <a:path w="1913" h="1432" extrusionOk="0">
                  <a:moveTo>
                    <a:pt x="30" y="1"/>
                  </a:moveTo>
                  <a:cubicBezTo>
                    <a:pt x="23" y="1"/>
                    <a:pt x="17" y="3"/>
                    <a:pt x="12" y="8"/>
                  </a:cubicBezTo>
                  <a:cubicBezTo>
                    <a:pt x="1" y="18"/>
                    <a:pt x="1" y="35"/>
                    <a:pt x="12" y="44"/>
                  </a:cubicBezTo>
                  <a:cubicBezTo>
                    <a:pt x="567" y="621"/>
                    <a:pt x="1159" y="1060"/>
                    <a:pt x="1871" y="1428"/>
                  </a:cubicBezTo>
                  <a:cubicBezTo>
                    <a:pt x="1875" y="1430"/>
                    <a:pt x="1879" y="1431"/>
                    <a:pt x="1883" y="1431"/>
                  </a:cubicBezTo>
                  <a:cubicBezTo>
                    <a:pt x="1892" y="1431"/>
                    <a:pt x="1900" y="1426"/>
                    <a:pt x="1906" y="1418"/>
                  </a:cubicBezTo>
                  <a:cubicBezTo>
                    <a:pt x="1913" y="1404"/>
                    <a:pt x="1907" y="1388"/>
                    <a:pt x="1894" y="1383"/>
                  </a:cubicBezTo>
                  <a:cubicBezTo>
                    <a:pt x="1187" y="1017"/>
                    <a:pt x="601" y="581"/>
                    <a:pt x="48" y="9"/>
                  </a:cubicBezTo>
                  <a:cubicBezTo>
                    <a:pt x="43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6" name="Google Shape;5776;p22"/>
            <p:cNvSpPr/>
            <p:nvPr/>
          </p:nvSpPr>
          <p:spPr>
            <a:xfrm>
              <a:off x="1755025" y="4460275"/>
              <a:ext cx="54425" cy="42900"/>
            </a:xfrm>
            <a:custGeom>
              <a:avLst/>
              <a:gdLst/>
              <a:ahLst/>
              <a:cxnLst/>
              <a:rect l="l" t="t" r="r" b="b"/>
              <a:pathLst>
                <a:path w="2177" h="1716" extrusionOk="0">
                  <a:moveTo>
                    <a:pt x="29" y="0"/>
                  </a:moveTo>
                  <a:cubicBezTo>
                    <a:pt x="23" y="0"/>
                    <a:pt x="16" y="3"/>
                    <a:pt x="11" y="8"/>
                  </a:cubicBezTo>
                  <a:cubicBezTo>
                    <a:pt x="0" y="18"/>
                    <a:pt x="0" y="34"/>
                    <a:pt x="11" y="45"/>
                  </a:cubicBezTo>
                  <a:cubicBezTo>
                    <a:pt x="636" y="697"/>
                    <a:pt x="1351" y="1258"/>
                    <a:pt x="2135" y="1712"/>
                  </a:cubicBezTo>
                  <a:cubicBezTo>
                    <a:pt x="2139" y="1714"/>
                    <a:pt x="2143" y="1716"/>
                    <a:pt x="2147" y="1716"/>
                  </a:cubicBezTo>
                  <a:cubicBezTo>
                    <a:pt x="2157" y="1716"/>
                    <a:pt x="2165" y="1710"/>
                    <a:pt x="2170" y="1702"/>
                  </a:cubicBezTo>
                  <a:cubicBezTo>
                    <a:pt x="2177" y="1690"/>
                    <a:pt x="2173" y="1674"/>
                    <a:pt x="2161" y="1667"/>
                  </a:cubicBezTo>
                  <a:cubicBezTo>
                    <a:pt x="1382" y="1215"/>
                    <a:pt x="671" y="657"/>
                    <a:pt x="47" y="8"/>
                  </a:cubicBezTo>
                  <a:cubicBezTo>
                    <a:pt x="42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7" name="Google Shape;5777;p22"/>
            <p:cNvSpPr/>
            <p:nvPr/>
          </p:nvSpPr>
          <p:spPr>
            <a:xfrm>
              <a:off x="1842550" y="4430525"/>
              <a:ext cx="10225" cy="7225"/>
            </a:xfrm>
            <a:custGeom>
              <a:avLst/>
              <a:gdLst/>
              <a:ahLst/>
              <a:cxnLst/>
              <a:rect l="l" t="t" r="r" b="b"/>
              <a:pathLst>
                <a:path w="409" h="289" extrusionOk="0">
                  <a:moveTo>
                    <a:pt x="379" y="0"/>
                  </a:moveTo>
                  <a:cubicBezTo>
                    <a:pt x="375" y="0"/>
                    <a:pt x="372" y="1"/>
                    <a:pt x="368" y="2"/>
                  </a:cubicBezTo>
                  <a:cubicBezTo>
                    <a:pt x="239" y="68"/>
                    <a:pt x="121" y="149"/>
                    <a:pt x="12" y="243"/>
                  </a:cubicBezTo>
                  <a:cubicBezTo>
                    <a:pt x="1" y="253"/>
                    <a:pt x="1" y="269"/>
                    <a:pt x="10" y="280"/>
                  </a:cubicBezTo>
                  <a:cubicBezTo>
                    <a:pt x="16" y="286"/>
                    <a:pt x="22" y="289"/>
                    <a:pt x="29" y="289"/>
                  </a:cubicBezTo>
                  <a:cubicBezTo>
                    <a:pt x="36" y="289"/>
                    <a:pt x="41" y="286"/>
                    <a:pt x="47" y="282"/>
                  </a:cubicBezTo>
                  <a:cubicBezTo>
                    <a:pt x="150" y="191"/>
                    <a:pt x="267" y="111"/>
                    <a:pt x="391" y="49"/>
                  </a:cubicBezTo>
                  <a:cubicBezTo>
                    <a:pt x="403" y="43"/>
                    <a:pt x="409" y="27"/>
                    <a:pt x="402" y="15"/>
                  </a:cubicBezTo>
                  <a:cubicBezTo>
                    <a:pt x="398" y="5"/>
                    <a:pt x="389" y="0"/>
                    <a:pt x="37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8" name="Google Shape;5778;p22"/>
            <p:cNvSpPr/>
            <p:nvPr/>
          </p:nvSpPr>
          <p:spPr>
            <a:xfrm>
              <a:off x="1832975" y="4441925"/>
              <a:ext cx="5000" cy="4400"/>
            </a:xfrm>
            <a:custGeom>
              <a:avLst/>
              <a:gdLst/>
              <a:ahLst/>
              <a:cxnLst/>
              <a:rect l="l" t="t" r="r" b="b"/>
              <a:pathLst>
                <a:path w="200" h="176" extrusionOk="0">
                  <a:moveTo>
                    <a:pt x="171" y="0"/>
                  </a:moveTo>
                  <a:cubicBezTo>
                    <a:pt x="165" y="0"/>
                    <a:pt x="159" y="2"/>
                    <a:pt x="154" y="6"/>
                  </a:cubicBezTo>
                  <a:lnTo>
                    <a:pt x="13" y="130"/>
                  </a:lnTo>
                  <a:cubicBezTo>
                    <a:pt x="2" y="140"/>
                    <a:pt x="0" y="156"/>
                    <a:pt x="10" y="167"/>
                  </a:cubicBezTo>
                  <a:cubicBezTo>
                    <a:pt x="15" y="172"/>
                    <a:pt x="22" y="176"/>
                    <a:pt x="30" y="176"/>
                  </a:cubicBezTo>
                  <a:cubicBezTo>
                    <a:pt x="35" y="176"/>
                    <a:pt x="42" y="173"/>
                    <a:pt x="46" y="169"/>
                  </a:cubicBezTo>
                  <a:lnTo>
                    <a:pt x="187" y="46"/>
                  </a:lnTo>
                  <a:cubicBezTo>
                    <a:pt x="198" y="36"/>
                    <a:pt x="200" y="20"/>
                    <a:pt x="190" y="9"/>
                  </a:cubicBezTo>
                  <a:cubicBezTo>
                    <a:pt x="185" y="3"/>
                    <a:pt x="178" y="0"/>
                    <a:pt x="17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9" name="Google Shape;5779;p22"/>
            <p:cNvSpPr/>
            <p:nvPr/>
          </p:nvSpPr>
          <p:spPr>
            <a:xfrm>
              <a:off x="1774800" y="4457525"/>
              <a:ext cx="26725" cy="24625"/>
            </a:xfrm>
            <a:custGeom>
              <a:avLst/>
              <a:gdLst/>
              <a:ahLst/>
              <a:cxnLst/>
              <a:rect l="l" t="t" r="r" b="b"/>
              <a:pathLst>
                <a:path w="1069" h="985" extrusionOk="0">
                  <a:moveTo>
                    <a:pt x="29" y="0"/>
                  </a:moveTo>
                  <a:cubicBezTo>
                    <a:pt x="23" y="0"/>
                    <a:pt x="17" y="2"/>
                    <a:pt x="12" y="7"/>
                  </a:cubicBezTo>
                  <a:cubicBezTo>
                    <a:pt x="1" y="16"/>
                    <a:pt x="0" y="32"/>
                    <a:pt x="10" y="43"/>
                  </a:cubicBezTo>
                  <a:cubicBezTo>
                    <a:pt x="307" y="396"/>
                    <a:pt x="649" y="710"/>
                    <a:pt x="1023" y="979"/>
                  </a:cubicBezTo>
                  <a:cubicBezTo>
                    <a:pt x="1028" y="983"/>
                    <a:pt x="1033" y="985"/>
                    <a:pt x="1039" y="985"/>
                  </a:cubicBezTo>
                  <a:cubicBezTo>
                    <a:pt x="1047" y="985"/>
                    <a:pt x="1055" y="981"/>
                    <a:pt x="1059" y="974"/>
                  </a:cubicBezTo>
                  <a:cubicBezTo>
                    <a:pt x="1068" y="962"/>
                    <a:pt x="1066" y="946"/>
                    <a:pt x="1053" y="938"/>
                  </a:cubicBezTo>
                  <a:cubicBezTo>
                    <a:pt x="682" y="671"/>
                    <a:pt x="343" y="359"/>
                    <a:pt x="49" y="9"/>
                  </a:cubicBezTo>
                  <a:cubicBezTo>
                    <a:pt x="43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0" name="Google Shape;5780;p22"/>
            <p:cNvSpPr/>
            <p:nvPr/>
          </p:nvSpPr>
          <p:spPr>
            <a:xfrm>
              <a:off x="1804275" y="4484850"/>
              <a:ext cx="5025" cy="3875"/>
            </a:xfrm>
            <a:custGeom>
              <a:avLst/>
              <a:gdLst/>
              <a:ahLst/>
              <a:cxnLst/>
              <a:rect l="l" t="t" r="r" b="b"/>
              <a:pathLst>
                <a:path w="201" h="155" extrusionOk="0">
                  <a:moveTo>
                    <a:pt x="30" y="0"/>
                  </a:moveTo>
                  <a:cubicBezTo>
                    <a:pt x="22" y="0"/>
                    <a:pt x="14" y="4"/>
                    <a:pt x="9" y="10"/>
                  </a:cubicBezTo>
                  <a:cubicBezTo>
                    <a:pt x="1" y="22"/>
                    <a:pt x="2" y="38"/>
                    <a:pt x="14" y="46"/>
                  </a:cubicBezTo>
                  <a:lnTo>
                    <a:pt x="156" y="149"/>
                  </a:lnTo>
                  <a:cubicBezTo>
                    <a:pt x="160" y="153"/>
                    <a:pt x="165" y="154"/>
                    <a:pt x="170" y="154"/>
                  </a:cubicBezTo>
                  <a:cubicBezTo>
                    <a:pt x="179" y="154"/>
                    <a:pt x="187" y="150"/>
                    <a:pt x="192" y="143"/>
                  </a:cubicBezTo>
                  <a:cubicBezTo>
                    <a:pt x="200" y="133"/>
                    <a:pt x="197" y="116"/>
                    <a:pt x="185" y="107"/>
                  </a:cubicBezTo>
                  <a:lnTo>
                    <a:pt x="45" y="5"/>
                  </a:lnTo>
                  <a:cubicBezTo>
                    <a:pt x="41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1" name="Google Shape;5781;p22"/>
            <p:cNvSpPr/>
            <p:nvPr/>
          </p:nvSpPr>
          <p:spPr>
            <a:xfrm>
              <a:off x="1831600" y="4465000"/>
              <a:ext cx="9575" cy="7850"/>
            </a:xfrm>
            <a:custGeom>
              <a:avLst/>
              <a:gdLst/>
              <a:ahLst/>
              <a:cxnLst/>
              <a:rect l="l" t="t" r="r" b="b"/>
              <a:pathLst>
                <a:path w="383" h="314" extrusionOk="0">
                  <a:moveTo>
                    <a:pt x="29" y="1"/>
                  </a:moveTo>
                  <a:cubicBezTo>
                    <a:pt x="22" y="1"/>
                    <a:pt x="14" y="4"/>
                    <a:pt x="8" y="10"/>
                  </a:cubicBezTo>
                  <a:cubicBezTo>
                    <a:pt x="0" y="21"/>
                    <a:pt x="2" y="37"/>
                    <a:pt x="12" y="47"/>
                  </a:cubicBezTo>
                  <a:lnTo>
                    <a:pt x="338" y="308"/>
                  </a:lnTo>
                  <a:cubicBezTo>
                    <a:pt x="342" y="312"/>
                    <a:pt x="347" y="313"/>
                    <a:pt x="354" y="313"/>
                  </a:cubicBezTo>
                  <a:cubicBezTo>
                    <a:pt x="361" y="313"/>
                    <a:pt x="369" y="309"/>
                    <a:pt x="374" y="304"/>
                  </a:cubicBezTo>
                  <a:cubicBezTo>
                    <a:pt x="382" y="292"/>
                    <a:pt x="381" y="275"/>
                    <a:pt x="370" y="267"/>
                  </a:cubicBezTo>
                  <a:lnTo>
                    <a:pt x="45" y="6"/>
                  </a:lnTo>
                  <a:cubicBezTo>
                    <a:pt x="40" y="2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2" name="Google Shape;5782;p22"/>
            <p:cNvSpPr/>
            <p:nvPr/>
          </p:nvSpPr>
          <p:spPr>
            <a:xfrm>
              <a:off x="1846675" y="4477175"/>
              <a:ext cx="17675" cy="10300"/>
            </a:xfrm>
            <a:custGeom>
              <a:avLst/>
              <a:gdLst/>
              <a:ahLst/>
              <a:cxnLst/>
              <a:rect l="l" t="t" r="r" b="b"/>
              <a:pathLst>
                <a:path w="707" h="412" extrusionOk="0">
                  <a:moveTo>
                    <a:pt x="30" y="0"/>
                  </a:moveTo>
                  <a:cubicBezTo>
                    <a:pt x="22" y="0"/>
                    <a:pt x="13" y="4"/>
                    <a:pt x="8" y="10"/>
                  </a:cubicBezTo>
                  <a:cubicBezTo>
                    <a:pt x="0" y="23"/>
                    <a:pt x="3" y="39"/>
                    <a:pt x="15" y="47"/>
                  </a:cubicBezTo>
                  <a:cubicBezTo>
                    <a:pt x="219" y="188"/>
                    <a:pt x="439" y="310"/>
                    <a:pt x="666" y="410"/>
                  </a:cubicBezTo>
                  <a:cubicBezTo>
                    <a:pt x="670" y="411"/>
                    <a:pt x="673" y="411"/>
                    <a:pt x="677" y="411"/>
                  </a:cubicBezTo>
                  <a:cubicBezTo>
                    <a:pt x="686" y="411"/>
                    <a:pt x="696" y="406"/>
                    <a:pt x="700" y="397"/>
                  </a:cubicBezTo>
                  <a:cubicBezTo>
                    <a:pt x="706" y="383"/>
                    <a:pt x="700" y="367"/>
                    <a:pt x="686" y="362"/>
                  </a:cubicBezTo>
                  <a:cubicBezTo>
                    <a:pt x="461" y="263"/>
                    <a:pt x="246" y="144"/>
                    <a:pt x="44" y="4"/>
                  </a:cubicBezTo>
                  <a:cubicBezTo>
                    <a:pt x="40" y="1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3" name="Google Shape;5783;p22"/>
            <p:cNvSpPr/>
            <p:nvPr/>
          </p:nvSpPr>
          <p:spPr>
            <a:xfrm>
              <a:off x="1843800" y="4464625"/>
              <a:ext cx="28350" cy="15425"/>
            </a:xfrm>
            <a:custGeom>
              <a:avLst/>
              <a:gdLst/>
              <a:ahLst/>
              <a:cxnLst/>
              <a:rect l="l" t="t" r="r" b="b"/>
              <a:pathLst>
                <a:path w="1134" h="617" extrusionOk="0">
                  <a:moveTo>
                    <a:pt x="31" y="1"/>
                  </a:moveTo>
                  <a:cubicBezTo>
                    <a:pt x="23" y="1"/>
                    <a:pt x="15" y="4"/>
                    <a:pt x="10" y="11"/>
                  </a:cubicBezTo>
                  <a:cubicBezTo>
                    <a:pt x="1" y="23"/>
                    <a:pt x="3" y="39"/>
                    <a:pt x="15" y="47"/>
                  </a:cubicBezTo>
                  <a:cubicBezTo>
                    <a:pt x="342" y="294"/>
                    <a:pt x="707" y="486"/>
                    <a:pt x="1096" y="615"/>
                  </a:cubicBezTo>
                  <a:cubicBezTo>
                    <a:pt x="1098" y="616"/>
                    <a:pt x="1101" y="616"/>
                    <a:pt x="1104" y="616"/>
                  </a:cubicBezTo>
                  <a:cubicBezTo>
                    <a:pt x="1115" y="616"/>
                    <a:pt x="1124" y="609"/>
                    <a:pt x="1128" y="599"/>
                  </a:cubicBezTo>
                  <a:cubicBezTo>
                    <a:pt x="1133" y="585"/>
                    <a:pt x="1125" y="570"/>
                    <a:pt x="1112" y="566"/>
                  </a:cubicBezTo>
                  <a:cubicBezTo>
                    <a:pt x="729" y="437"/>
                    <a:pt x="369" y="249"/>
                    <a:pt x="46" y="5"/>
                  </a:cubicBezTo>
                  <a:cubicBezTo>
                    <a:pt x="42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4" name="Google Shape;5784;p22"/>
            <p:cNvSpPr/>
            <p:nvPr/>
          </p:nvSpPr>
          <p:spPr>
            <a:xfrm>
              <a:off x="1759325" y="4429350"/>
              <a:ext cx="33525" cy="31250"/>
            </a:xfrm>
            <a:custGeom>
              <a:avLst/>
              <a:gdLst/>
              <a:ahLst/>
              <a:cxnLst/>
              <a:rect l="l" t="t" r="r" b="b"/>
              <a:pathLst>
                <a:path w="1341" h="1250" extrusionOk="0">
                  <a:moveTo>
                    <a:pt x="1311" y="0"/>
                  </a:moveTo>
                  <a:cubicBezTo>
                    <a:pt x="1306" y="0"/>
                    <a:pt x="1301" y="2"/>
                    <a:pt x="1297" y="5"/>
                  </a:cubicBezTo>
                  <a:cubicBezTo>
                    <a:pt x="814" y="344"/>
                    <a:pt x="381" y="749"/>
                    <a:pt x="8" y="1206"/>
                  </a:cubicBezTo>
                  <a:cubicBezTo>
                    <a:pt x="0" y="1217"/>
                    <a:pt x="2" y="1235"/>
                    <a:pt x="12" y="1243"/>
                  </a:cubicBezTo>
                  <a:cubicBezTo>
                    <a:pt x="18" y="1247"/>
                    <a:pt x="23" y="1249"/>
                    <a:pt x="28" y="1249"/>
                  </a:cubicBezTo>
                  <a:cubicBezTo>
                    <a:pt x="37" y="1249"/>
                    <a:pt x="43" y="1245"/>
                    <a:pt x="49" y="1239"/>
                  </a:cubicBezTo>
                  <a:cubicBezTo>
                    <a:pt x="417" y="785"/>
                    <a:pt x="848" y="384"/>
                    <a:pt x="1327" y="47"/>
                  </a:cubicBezTo>
                  <a:cubicBezTo>
                    <a:pt x="1337" y="39"/>
                    <a:pt x="1340" y="22"/>
                    <a:pt x="1332" y="12"/>
                  </a:cubicBezTo>
                  <a:cubicBezTo>
                    <a:pt x="1327" y="4"/>
                    <a:pt x="1319" y="0"/>
                    <a:pt x="131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5" name="Google Shape;5785;p22"/>
            <p:cNvSpPr/>
            <p:nvPr/>
          </p:nvSpPr>
          <p:spPr>
            <a:xfrm>
              <a:off x="1797975" y="4422750"/>
              <a:ext cx="6300" cy="3475"/>
            </a:xfrm>
            <a:custGeom>
              <a:avLst/>
              <a:gdLst/>
              <a:ahLst/>
              <a:cxnLst/>
              <a:rect l="l" t="t" r="r" b="b"/>
              <a:pathLst>
                <a:path w="252" h="139" extrusionOk="0">
                  <a:moveTo>
                    <a:pt x="224" y="1"/>
                  </a:moveTo>
                  <a:cubicBezTo>
                    <a:pt x="223" y="1"/>
                    <a:pt x="221" y="1"/>
                    <a:pt x="219" y="1"/>
                  </a:cubicBezTo>
                  <a:cubicBezTo>
                    <a:pt x="144" y="13"/>
                    <a:pt x="74" y="46"/>
                    <a:pt x="13" y="93"/>
                  </a:cubicBezTo>
                  <a:cubicBezTo>
                    <a:pt x="3" y="101"/>
                    <a:pt x="0" y="117"/>
                    <a:pt x="9" y="129"/>
                  </a:cubicBezTo>
                  <a:cubicBezTo>
                    <a:pt x="15" y="134"/>
                    <a:pt x="22" y="139"/>
                    <a:pt x="30" y="139"/>
                  </a:cubicBezTo>
                  <a:cubicBezTo>
                    <a:pt x="35" y="139"/>
                    <a:pt x="40" y="137"/>
                    <a:pt x="46" y="133"/>
                  </a:cubicBezTo>
                  <a:cubicBezTo>
                    <a:pt x="98" y="91"/>
                    <a:pt x="161" y="63"/>
                    <a:pt x="229" y="52"/>
                  </a:cubicBezTo>
                  <a:cubicBezTo>
                    <a:pt x="242" y="50"/>
                    <a:pt x="252" y="36"/>
                    <a:pt x="249" y="23"/>
                  </a:cubicBezTo>
                  <a:cubicBezTo>
                    <a:pt x="248" y="10"/>
                    <a:pt x="237" y="1"/>
                    <a:pt x="22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6" name="Google Shape;5786;p22"/>
            <p:cNvSpPr/>
            <p:nvPr/>
          </p:nvSpPr>
          <p:spPr>
            <a:xfrm>
              <a:off x="1847000" y="4197300"/>
              <a:ext cx="137625" cy="75050"/>
            </a:xfrm>
            <a:custGeom>
              <a:avLst/>
              <a:gdLst/>
              <a:ahLst/>
              <a:cxnLst/>
              <a:rect l="l" t="t" r="r" b="b"/>
              <a:pathLst>
                <a:path w="5505" h="3002" extrusionOk="0">
                  <a:moveTo>
                    <a:pt x="2370" y="0"/>
                  </a:moveTo>
                  <a:cubicBezTo>
                    <a:pt x="2065" y="0"/>
                    <a:pt x="1767" y="44"/>
                    <a:pt x="1488" y="168"/>
                  </a:cubicBezTo>
                  <a:cubicBezTo>
                    <a:pt x="685" y="528"/>
                    <a:pt x="303" y="1433"/>
                    <a:pt x="0" y="2259"/>
                  </a:cubicBezTo>
                  <a:cubicBezTo>
                    <a:pt x="555" y="2513"/>
                    <a:pt x="1182" y="2785"/>
                    <a:pt x="1776" y="2916"/>
                  </a:cubicBezTo>
                  <a:cubicBezTo>
                    <a:pt x="2024" y="2970"/>
                    <a:pt x="2281" y="3001"/>
                    <a:pt x="2535" y="3001"/>
                  </a:cubicBezTo>
                  <a:cubicBezTo>
                    <a:pt x="2892" y="3001"/>
                    <a:pt x="3245" y="2940"/>
                    <a:pt x="3568" y="2793"/>
                  </a:cubicBezTo>
                  <a:cubicBezTo>
                    <a:pt x="4097" y="2554"/>
                    <a:pt x="4509" y="2106"/>
                    <a:pt x="4805" y="1608"/>
                  </a:cubicBezTo>
                  <a:cubicBezTo>
                    <a:pt x="5101" y="1109"/>
                    <a:pt x="5315" y="549"/>
                    <a:pt x="5504" y="0"/>
                  </a:cubicBezTo>
                  <a:lnTo>
                    <a:pt x="5504" y="0"/>
                  </a:lnTo>
                  <a:cubicBezTo>
                    <a:pt x="5193" y="176"/>
                    <a:pt x="4843" y="235"/>
                    <a:pt x="4484" y="235"/>
                  </a:cubicBezTo>
                  <a:cubicBezTo>
                    <a:pt x="4158" y="235"/>
                    <a:pt x="3824" y="186"/>
                    <a:pt x="3504" y="131"/>
                  </a:cubicBezTo>
                  <a:cubicBezTo>
                    <a:pt x="3132" y="67"/>
                    <a:pt x="2746" y="0"/>
                    <a:pt x="2370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7" name="Google Shape;5787;p22"/>
            <p:cNvSpPr/>
            <p:nvPr/>
          </p:nvSpPr>
          <p:spPr>
            <a:xfrm>
              <a:off x="1845550" y="4195975"/>
              <a:ext cx="140450" cy="77650"/>
            </a:xfrm>
            <a:custGeom>
              <a:avLst/>
              <a:gdLst/>
              <a:ahLst/>
              <a:cxnLst/>
              <a:rect l="l" t="t" r="r" b="b"/>
              <a:pathLst>
                <a:path w="5618" h="3106" extrusionOk="0">
                  <a:moveTo>
                    <a:pt x="2424" y="105"/>
                  </a:moveTo>
                  <a:cubicBezTo>
                    <a:pt x="2790" y="105"/>
                    <a:pt x="3169" y="170"/>
                    <a:pt x="3540" y="234"/>
                  </a:cubicBezTo>
                  <a:lnTo>
                    <a:pt x="3552" y="235"/>
                  </a:lnTo>
                  <a:cubicBezTo>
                    <a:pt x="3882" y="291"/>
                    <a:pt x="4219" y="340"/>
                    <a:pt x="4547" y="340"/>
                  </a:cubicBezTo>
                  <a:cubicBezTo>
                    <a:pt x="4869" y="340"/>
                    <a:pt x="5182" y="293"/>
                    <a:pt x="5471" y="160"/>
                  </a:cubicBezTo>
                  <a:lnTo>
                    <a:pt x="5471" y="160"/>
                  </a:lnTo>
                  <a:cubicBezTo>
                    <a:pt x="5304" y="632"/>
                    <a:pt x="5098" y="1163"/>
                    <a:pt x="4818" y="1634"/>
                  </a:cubicBezTo>
                  <a:cubicBezTo>
                    <a:pt x="4493" y="2184"/>
                    <a:pt x="4073" y="2586"/>
                    <a:pt x="3606" y="2799"/>
                  </a:cubicBezTo>
                  <a:cubicBezTo>
                    <a:pt x="3270" y="2951"/>
                    <a:pt x="2917" y="3003"/>
                    <a:pt x="2592" y="3003"/>
                  </a:cubicBezTo>
                  <a:cubicBezTo>
                    <a:pt x="2314" y="3003"/>
                    <a:pt x="2057" y="2965"/>
                    <a:pt x="1845" y="2919"/>
                  </a:cubicBezTo>
                  <a:cubicBezTo>
                    <a:pt x="1281" y="2794"/>
                    <a:pt x="685" y="2542"/>
                    <a:pt x="124" y="2285"/>
                  </a:cubicBezTo>
                  <a:cubicBezTo>
                    <a:pt x="432" y="1448"/>
                    <a:pt x="802" y="612"/>
                    <a:pt x="1568" y="268"/>
                  </a:cubicBezTo>
                  <a:cubicBezTo>
                    <a:pt x="1838" y="147"/>
                    <a:pt x="2127" y="105"/>
                    <a:pt x="2424" y="105"/>
                  </a:cubicBezTo>
                  <a:close/>
                  <a:moveTo>
                    <a:pt x="2426" y="0"/>
                  </a:moveTo>
                  <a:cubicBezTo>
                    <a:pt x="2116" y="0"/>
                    <a:pt x="1812" y="46"/>
                    <a:pt x="1525" y="174"/>
                  </a:cubicBezTo>
                  <a:cubicBezTo>
                    <a:pt x="710" y="539"/>
                    <a:pt x="315" y="1460"/>
                    <a:pt x="10" y="2295"/>
                  </a:cubicBezTo>
                  <a:cubicBezTo>
                    <a:pt x="1" y="2320"/>
                    <a:pt x="13" y="2348"/>
                    <a:pt x="37" y="2359"/>
                  </a:cubicBezTo>
                  <a:cubicBezTo>
                    <a:pt x="617" y="2625"/>
                    <a:pt x="1234" y="2889"/>
                    <a:pt x="1824" y="3020"/>
                  </a:cubicBezTo>
                  <a:cubicBezTo>
                    <a:pt x="2042" y="3067"/>
                    <a:pt x="2307" y="3106"/>
                    <a:pt x="2593" y="3106"/>
                  </a:cubicBezTo>
                  <a:cubicBezTo>
                    <a:pt x="2931" y="3106"/>
                    <a:pt x="3298" y="3052"/>
                    <a:pt x="3648" y="2893"/>
                  </a:cubicBezTo>
                  <a:cubicBezTo>
                    <a:pt x="4135" y="2673"/>
                    <a:pt x="4571" y="2256"/>
                    <a:pt x="4907" y="1686"/>
                  </a:cubicBezTo>
                  <a:cubicBezTo>
                    <a:pt x="5216" y="1167"/>
                    <a:pt x="5436" y="578"/>
                    <a:pt x="5611" y="71"/>
                  </a:cubicBezTo>
                  <a:cubicBezTo>
                    <a:pt x="5617" y="51"/>
                    <a:pt x="5612" y="28"/>
                    <a:pt x="5594" y="14"/>
                  </a:cubicBezTo>
                  <a:cubicBezTo>
                    <a:pt x="5585" y="6"/>
                    <a:pt x="5574" y="2"/>
                    <a:pt x="5563" y="2"/>
                  </a:cubicBezTo>
                  <a:cubicBezTo>
                    <a:pt x="5554" y="2"/>
                    <a:pt x="5545" y="4"/>
                    <a:pt x="5537" y="9"/>
                  </a:cubicBezTo>
                  <a:cubicBezTo>
                    <a:pt x="5235" y="179"/>
                    <a:pt x="4897" y="237"/>
                    <a:pt x="4547" y="237"/>
                  </a:cubicBezTo>
                  <a:cubicBezTo>
                    <a:pt x="4226" y="237"/>
                    <a:pt x="3894" y="188"/>
                    <a:pt x="3570" y="133"/>
                  </a:cubicBezTo>
                  <a:lnTo>
                    <a:pt x="3558" y="130"/>
                  </a:lnTo>
                  <a:cubicBezTo>
                    <a:pt x="3182" y="66"/>
                    <a:pt x="2799" y="0"/>
                    <a:pt x="24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8" name="Google Shape;5788;p22"/>
            <p:cNvSpPr/>
            <p:nvPr/>
          </p:nvSpPr>
          <p:spPr>
            <a:xfrm>
              <a:off x="1813525" y="4252475"/>
              <a:ext cx="34975" cy="34275"/>
            </a:xfrm>
            <a:custGeom>
              <a:avLst/>
              <a:gdLst/>
              <a:ahLst/>
              <a:cxnLst/>
              <a:rect l="l" t="t" r="r" b="b"/>
              <a:pathLst>
                <a:path w="1399" h="1371" extrusionOk="0">
                  <a:moveTo>
                    <a:pt x="1340" y="1"/>
                  </a:moveTo>
                  <a:cubicBezTo>
                    <a:pt x="1331" y="1"/>
                    <a:pt x="1321" y="3"/>
                    <a:pt x="1313" y="9"/>
                  </a:cubicBezTo>
                  <a:cubicBezTo>
                    <a:pt x="804" y="318"/>
                    <a:pt x="392" y="725"/>
                    <a:pt x="17" y="1290"/>
                  </a:cubicBezTo>
                  <a:cubicBezTo>
                    <a:pt x="1" y="1314"/>
                    <a:pt x="8" y="1346"/>
                    <a:pt x="30" y="1362"/>
                  </a:cubicBezTo>
                  <a:cubicBezTo>
                    <a:pt x="40" y="1368"/>
                    <a:pt x="49" y="1370"/>
                    <a:pt x="60" y="1370"/>
                  </a:cubicBezTo>
                  <a:cubicBezTo>
                    <a:pt x="76" y="1370"/>
                    <a:pt x="92" y="1362"/>
                    <a:pt x="103" y="1348"/>
                  </a:cubicBezTo>
                  <a:cubicBezTo>
                    <a:pt x="470" y="796"/>
                    <a:pt x="873" y="398"/>
                    <a:pt x="1366" y="96"/>
                  </a:cubicBezTo>
                  <a:cubicBezTo>
                    <a:pt x="1391" y="82"/>
                    <a:pt x="1399" y="51"/>
                    <a:pt x="1384" y="26"/>
                  </a:cubicBezTo>
                  <a:cubicBezTo>
                    <a:pt x="1374" y="10"/>
                    <a:pt x="1357" y="1"/>
                    <a:pt x="134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9" name="Google Shape;5789;p22"/>
            <p:cNvSpPr/>
            <p:nvPr/>
          </p:nvSpPr>
          <p:spPr>
            <a:xfrm>
              <a:off x="1846025" y="4196650"/>
              <a:ext cx="139300" cy="58275"/>
            </a:xfrm>
            <a:custGeom>
              <a:avLst/>
              <a:gdLst/>
              <a:ahLst/>
              <a:cxnLst/>
              <a:rect l="l" t="t" r="r" b="b"/>
              <a:pathLst>
                <a:path w="5572" h="2331" extrusionOk="0">
                  <a:moveTo>
                    <a:pt x="5543" y="1"/>
                  </a:moveTo>
                  <a:cubicBezTo>
                    <a:pt x="5536" y="1"/>
                    <a:pt x="5530" y="3"/>
                    <a:pt x="5524" y="7"/>
                  </a:cubicBezTo>
                  <a:cubicBezTo>
                    <a:pt x="4939" y="568"/>
                    <a:pt x="4049" y="1003"/>
                    <a:pt x="2803" y="1334"/>
                  </a:cubicBezTo>
                  <a:cubicBezTo>
                    <a:pt x="2659" y="1372"/>
                    <a:pt x="2514" y="1409"/>
                    <a:pt x="2368" y="1446"/>
                  </a:cubicBezTo>
                  <a:cubicBezTo>
                    <a:pt x="1568" y="1651"/>
                    <a:pt x="740" y="1863"/>
                    <a:pt x="18" y="2282"/>
                  </a:cubicBezTo>
                  <a:cubicBezTo>
                    <a:pt x="5" y="2289"/>
                    <a:pt x="0" y="2305"/>
                    <a:pt x="9" y="2317"/>
                  </a:cubicBezTo>
                  <a:cubicBezTo>
                    <a:pt x="13" y="2325"/>
                    <a:pt x="22" y="2331"/>
                    <a:pt x="30" y="2331"/>
                  </a:cubicBezTo>
                  <a:cubicBezTo>
                    <a:pt x="34" y="2331"/>
                    <a:pt x="39" y="2329"/>
                    <a:pt x="44" y="2327"/>
                  </a:cubicBezTo>
                  <a:cubicBezTo>
                    <a:pt x="761" y="1911"/>
                    <a:pt x="1584" y="1700"/>
                    <a:pt x="2380" y="1497"/>
                  </a:cubicBezTo>
                  <a:cubicBezTo>
                    <a:pt x="2527" y="1459"/>
                    <a:pt x="2671" y="1421"/>
                    <a:pt x="2816" y="1384"/>
                  </a:cubicBezTo>
                  <a:cubicBezTo>
                    <a:pt x="4070" y="1050"/>
                    <a:pt x="4969" y="613"/>
                    <a:pt x="5561" y="45"/>
                  </a:cubicBezTo>
                  <a:cubicBezTo>
                    <a:pt x="5571" y="36"/>
                    <a:pt x="5571" y="20"/>
                    <a:pt x="5562" y="9"/>
                  </a:cubicBezTo>
                  <a:cubicBezTo>
                    <a:pt x="5556" y="3"/>
                    <a:pt x="5549" y="1"/>
                    <a:pt x="554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0" name="Google Shape;5790;p22"/>
            <p:cNvSpPr/>
            <p:nvPr/>
          </p:nvSpPr>
          <p:spPr>
            <a:xfrm>
              <a:off x="1881200" y="4198150"/>
              <a:ext cx="38200" cy="41275"/>
            </a:xfrm>
            <a:custGeom>
              <a:avLst/>
              <a:gdLst/>
              <a:ahLst/>
              <a:cxnLst/>
              <a:rect l="l" t="t" r="r" b="b"/>
              <a:pathLst>
                <a:path w="1528" h="1651" extrusionOk="0">
                  <a:moveTo>
                    <a:pt x="1498" y="1"/>
                  </a:moveTo>
                  <a:cubicBezTo>
                    <a:pt x="1493" y="1"/>
                    <a:pt x="1488" y="2"/>
                    <a:pt x="1483" y="5"/>
                  </a:cubicBezTo>
                  <a:cubicBezTo>
                    <a:pt x="891" y="430"/>
                    <a:pt x="381" y="986"/>
                    <a:pt x="9" y="1612"/>
                  </a:cubicBezTo>
                  <a:cubicBezTo>
                    <a:pt x="1" y="1624"/>
                    <a:pt x="5" y="1640"/>
                    <a:pt x="17" y="1647"/>
                  </a:cubicBezTo>
                  <a:cubicBezTo>
                    <a:pt x="21" y="1649"/>
                    <a:pt x="26" y="1651"/>
                    <a:pt x="30" y="1651"/>
                  </a:cubicBezTo>
                  <a:cubicBezTo>
                    <a:pt x="40" y="1651"/>
                    <a:pt x="48" y="1647"/>
                    <a:pt x="53" y="1638"/>
                  </a:cubicBezTo>
                  <a:cubicBezTo>
                    <a:pt x="423" y="1018"/>
                    <a:pt x="928" y="468"/>
                    <a:pt x="1514" y="48"/>
                  </a:cubicBezTo>
                  <a:cubicBezTo>
                    <a:pt x="1526" y="39"/>
                    <a:pt x="1528" y="23"/>
                    <a:pt x="1520" y="12"/>
                  </a:cubicBezTo>
                  <a:cubicBezTo>
                    <a:pt x="1515" y="5"/>
                    <a:pt x="1507" y="1"/>
                    <a:pt x="149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1" name="Google Shape;5791;p22"/>
            <p:cNvSpPr/>
            <p:nvPr/>
          </p:nvSpPr>
          <p:spPr>
            <a:xfrm>
              <a:off x="1934400" y="4203550"/>
              <a:ext cx="20850" cy="21750"/>
            </a:xfrm>
            <a:custGeom>
              <a:avLst/>
              <a:gdLst/>
              <a:ahLst/>
              <a:cxnLst/>
              <a:rect l="l" t="t" r="r" b="b"/>
              <a:pathLst>
                <a:path w="834" h="870" extrusionOk="0">
                  <a:moveTo>
                    <a:pt x="804" y="0"/>
                  </a:moveTo>
                  <a:cubicBezTo>
                    <a:pt x="799" y="0"/>
                    <a:pt x="794" y="2"/>
                    <a:pt x="789" y="6"/>
                  </a:cubicBezTo>
                  <a:cubicBezTo>
                    <a:pt x="488" y="239"/>
                    <a:pt x="226" y="516"/>
                    <a:pt x="9" y="829"/>
                  </a:cubicBezTo>
                  <a:cubicBezTo>
                    <a:pt x="1" y="841"/>
                    <a:pt x="4" y="857"/>
                    <a:pt x="14" y="866"/>
                  </a:cubicBezTo>
                  <a:cubicBezTo>
                    <a:pt x="20" y="868"/>
                    <a:pt x="25" y="870"/>
                    <a:pt x="29" y="870"/>
                  </a:cubicBezTo>
                  <a:cubicBezTo>
                    <a:pt x="39" y="870"/>
                    <a:pt x="47" y="866"/>
                    <a:pt x="51" y="859"/>
                  </a:cubicBezTo>
                  <a:cubicBezTo>
                    <a:pt x="265" y="549"/>
                    <a:pt x="523" y="276"/>
                    <a:pt x="820" y="48"/>
                  </a:cubicBezTo>
                  <a:cubicBezTo>
                    <a:pt x="832" y="38"/>
                    <a:pt x="834" y="22"/>
                    <a:pt x="826" y="11"/>
                  </a:cubicBezTo>
                  <a:cubicBezTo>
                    <a:pt x="820" y="4"/>
                    <a:pt x="812" y="0"/>
                    <a:pt x="80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2" name="Google Shape;5792;p22"/>
            <p:cNvSpPr/>
            <p:nvPr/>
          </p:nvSpPr>
          <p:spPr>
            <a:xfrm>
              <a:off x="1908325" y="4232925"/>
              <a:ext cx="47175" cy="21575"/>
            </a:xfrm>
            <a:custGeom>
              <a:avLst/>
              <a:gdLst/>
              <a:ahLst/>
              <a:cxnLst/>
              <a:rect l="l" t="t" r="r" b="b"/>
              <a:pathLst>
                <a:path w="1887" h="863" extrusionOk="0">
                  <a:moveTo>
                    <a:pt x="29" y="1"/>
                  </a:moveTo>
                  <a:cubicBezTo>
                    <a:pt x="21" y="1"/>
                    <a:pt x="13" y="5"/>
                    <a:pt x="8" y="12"/>
                  </a:cubicBezTo>
                  <a:cubicBezTo>
                    <a:pt x="0" y="24"/>
                    <a:pt x="3" y="40"/>
                    <a:pt x="15" y="48"/>
                  </a:cubicBezTo>
                  <a:cubicBezTo>
                    <a:pt x="596" y="428"/>
                    <a:pt x="1179" y="686"/>
                    <a:pt x="1851" y="861"/>
                  </a:cubicBezTo>
                  <a:cubicBezTo>
                    <a:pt x="1853" y="862"/>
                    <a:pt x="1855" y="862"/>
                    <a:pt x="1857" y="862"/>
                  </a:cubicBezTo>
                  <a:cubicBezTo>
                    <a:pt x="1869" y="862"/>
                    <a:pt x="1879" y="854"/>
                    <a:pt x="1882" y="842"/>
                  </a:cubicBezTo>
                  <a:cubicBezTo>
                    <a:pt x="1886" y="829"/>
                    <a:pt x="1877" y="815"/>
                    <a:pt x="1863" y="811"/>
                  </a:cubicBezTo>
                  <a:cubicBezTo>
                    <a:pt x="1197" y="638"/>
                    <a:pt x="619" y="382"/>
                    <a:pt x="43" y="5"/>
                  </a:cubicBezTo>
                  <a:cubicBezTo>
                    <a:pt x="39" y="2"/>
                    <a:pt x="34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3" name="Google Shape;5793;p22"/>
            <p:cNvSpPr/>
            <p:nvPr/>
          </p:nvSpPr>
          <p:spPr>
            <a:xfrm>
              <a:off x="1864275" y="4245425"/>
              <a:ext cx="54175" cy="26300"/>
            </a:xfrm>
            <a:custGeom>
              <a:avLst/>
              <a:gdLst/>
              <a:ahLst/>
              <a:cxnLst/>
              <a:rect l="l" t="t" r="r" b="b"/>
              <a:pathLst>
                <a:path w="2167" h="1052" extrusionOk="0">
                  <a:moveTo>
                    <a:pt x="31" y="1"/>
                  </a:moveTo>
                  <a:cubicBezTo>
                    <a:pt x="23" y="1"/>
                    <a:pt x="14" y="5"/>
                    <a:pt x="9" y="13"/>
                  </a:cubicBezTo>
                  <a:cubicBezTo>
                    <a:pt x="1" y="25"/>
                    <a:pt x="5" y="41"/>
                    <a:pt x="17" y="49"/>
                  </a:cubicBezTo>
                  <a:cubicBezTo>
                    <a:pt x="671" y="479"/>
                    <a:pt x="1381" y="817"/>
                    <a:pt x="2129" y="1050"/>
                  </a:cubicBezTo>
                  <a:cubicBezTo>
                    <a:pt x="2132" y="1051"/>
                    <a:pt x="2135" y="1051"/>
                    <a:pt x="2137" y="1051"/>
                  </a:cubicBezTo>
                  <a:cubicBezTo>
                    <a:pt x="2148" y="1051"/>
                    <a:pt x="2159" y="1044"/>
                    <a:pt x="2163" y="1034"/>
                  </a:cubicBezTo>
                  <a:cubicBezTo>
                    <a:pt x="2167" y="1020"/>
                    <a:pt x="2159" y="1005"/>
                    <a:pt x="2145" y="1001"/>
                  </a:cubicBezTo>
                  <a:cubicBezTo>
                    <a:pt x="1401" y="769"/>
                    <a:pt x="695" y="434"/>
                    <a:pt x="45" y="4"/>
                  </a:cubicBez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4" name="Google Shape;5794;p22"/>
            <p:cNvSpPr/>
            <p:nvPr/>
          </p:nvSpPr>
          <p:spPr>
            <a:xfrm>
              <a:off x="1933675" y="4201900"/>
              <a:ext cx="7725" cy="8000"/>
            </a:xfrm>
            <a:custGeom>
              <a:avLst/>
              <a:gdLst/>
              <a:ahLst/>
              <a:cxnLst/>
              <a:rect l="l" t="t" r="r" b="b"/>
              <a:pathLst>
                <a:path w="309" h="320" extrusionOk="0">
                  <a:moveTo>
                    <a:pt x="280" y="1"/>
                  </a:moveTo>
                  <a:cubicBezTo>
                    <a:pt x="274" y="1"/>
                    <a:pt x="268" y="2"/>
                    <a:pt x="263" y="6"/>
                  </a:cubicBezTo>
                  <a:cubicBezTo>
                    <a:pt x="167" y="85"/>
                    <a:pt x="82" y="177"/>
                    <a:pt x="8" y="278"/>
                  </a:cubicBezTo>
                  <a:cubicBezTo>
                    <a:pt x="0" y="290"/>
                    <a:pt x="3" y="306"/>
                    <a:pt x="14" y="314"/>
                  </a:cubicBezTo>
                  <a:cubicBezTo>
                    <a:pt x="19" y="317"/>
                    <a:pt x="25" y="319"/>
                    <a:pt x="30" y="319"/>
                  </a:cubicBezTo>
                  <a:cubicBezTo>
                    <a:pt x="38" y="319"/>
                    <a:pt x="46" y="315"/>
                    <a:pt x="50" y="309"/>
                  </a:cubicBezTo>
                  <a:cubicBezTo>
                    <a:pt x="121" y="210"/>
                    <a:pt x="204" y="123"/>
                    <a:pt x="296" y="46"/>
                  </a:cubicBezTo>
                  <a:cubicBezTo>
                    <a:pt x="307" y="37"/>
                    <a:pt x="308" y="21"/>
                    <a:pt x="300" y="10"/>
                  </a:cubicBezTo>
                  <a:cubicBezTo>
                    <a:pt x="295" y="4"/>
                    <a:pt x="287" y="1"/>
                    <a:pt x="28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5" name="Google Shape;5795;p22"/>
            <p:cNvSpPr/>
            <p:nvPr/>
          </p:nvSpPr>
          <p:spPr>
            <a:xfrm>
              <a:off x="1927225" y="4214375"/>
              <a:ext cx="3875" cy="4575"/>
            </a:xfrm>
            <a:custGeom>
              <a:avLst/>
              <a:gdLst/>
              <a:ahLst/>
              <a:cxnLst/>
              <a:rect l="l" t="t" r="r" b="b"/>
              <a:pathLst>
                <a:path w="155" h="183" extrusionOk="0">
                  <a:moveTo>
                    <a:pt x="126" y="0"/>
                  </a:moveTo>
                  <a:cubicBezTo>
                    <a:pt x="118" y="0"/>
                    <a:pt x="110" y="4"/>
                    <a:pt x="105" y="10"/>
                  </a:cubicBezTo>
                  <a:lnTo>
                    <a:pt x="10" y="142"/>
                  </a:lnTo>
                  <a:cubicBezTo>
                    <a:pt x="0" y="153"/>
                    <a:pt x="3" y="169"/>
                    <a:pt x="15" y="178"/>
                  </a:cubicBezTo>
                  <a:cubicBezTo>
                    <a:pt x="19" y="181"/>
                    <a:pt x="24" y="182"/>
                    <a:pt x="30" y="182"/>
                  </a:cubicBezTo>
                  <a:cubicBezTo>
                    <a:pt x="38" y="182"/>
                    <a:pt x="46" y="180"/>
                    <a:pt x="51" y="173"/>
                  </a:cubicBezTo>
                  <a:lnTo>
                    <a:pt x="147" y="41"/>
                  </a:lnTo>
                  <a:cubicBezTo>
                    <a:pt x="155" y="29"/>
                    <a:pt x="153" y="13"/>
                    <a:pt x="141" y="5"/>
                  </a:cubicBezTo>
                  <a:cubicBezTo>
                    <a:pt x="137" y="2"/>
                    <a:pt x="132" y="0"/>
                    <a:pt x="1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6" name="Google Shape;5796;p22"/>
            <p:cNvSpPr/>
            <p:nvPr/>
          </p:nvSpPr>
          <p:spPr>
            <a:xfrm>
              <a:off x="1880500" y="4239325"/>
              <a:ext cx="27225" cy="16175"/>
            </a:xfrm>
            <a:custGeom>
              <a:avLst/>
              <a:gdLst/>
              <a:ahLst/>
              <a:cxnLst/>
              <a:rect l="l" t="t" r="r" b="b"/>
              <a:pathLst>
                <a:path w="1089" h="647" extrusionOk="0">
                  <a:moveTo>
                    <a:pt x="29" y="1"/>
                  </a:moveTo>
                  <a:cubicBezTo>
                    <a:pt x="21" y="1"/>
                    <a:pt x="13" y="4"/>
                    <a:pt x="9" y="10"/>
                  </a:cubicBezTo>
                  <a:cubicBezTo>
                    <a:pt x="0" y="22"/>
                    <a:pt x="2" y="39"/>
                    <a:pt x="14" y="47"/>
                  </a:cubicBezTo>
                  <a:cubicBezTo>
                    <a:pt x="333" y="287"/>
                    <a:pt x="681" y="489"/>
                    <a:pt x="1050" y="645"/>
                  </a:cubicBezTo>
                  <a:cubicBezTo>
                    <a:pt x="1052" y="647"/>
                    <a:pt x="1057" y="647"/>
                    <a:pt x="1059" y="647"/>
                  </a:cubicBezTo>
                  <a:cubicBezTo>
                    <a:pt x="1070" y="647"/>
                    <a:pt x="1079" y="641"/>
                    <a:pt x="1083" y="631"/>
                  </a:cubicBezTo>
                  <a:cubicBezTo>
                    <a:pt x="1089" y="618"/>
                    <a:pt x="1083" y="602"/>
                    <a:pt x="1070" y="597"/>
                  </a:cubicBezTo>
                  <a:cubicBezTo>
                    <a:pt x="705" y="444"/>
                    <a:pt x="360" y="244"/>
                    <a:pt x="45" y="6"/>
                  </a:cubicBezTo>
                  <a:cubicBezTo>
                    <a:pt x="40" y="2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7" name="Google Shape;5797;p22"/>
            <p:cNvSpPr/>
            <p:nvPr/>
          </p:nvSpPr>
          <p:spPr>
            <a:xfrm>
              <a:off x="1910600" y="4256750"/>
              <a:ext cx="4975" cy="2825"/>
            </a:xfrm>
            <a:custGeom>
              <a:avLst/>
              <a:gdLst/>
              <a:ahLst/>
              <a:cxnLst/>
              <a:rect l="l" t="t" r="r" b="b"/>
              <a:pathLst>
                <a:path w="199" h="113" extrusionOk="0">
                  <a:moveTo>
                    <a:pt x="30" y="1"/>
                  </a:moveTo>
                  <a:cubicBezTo>
                    <a:pt x="20" y="1"/>
                    <a:pt x="10" y="7"/>
                    <a:pt x="6" y="17"/>
                  </a:cubicBezTo>
                  <a:cubicBezTo>
                    <a:pt x="0" y="29"/>
                    <a:pt x="7" y="45"/>
                    <a:pt x="19" y="51"/>
                  </a:cubicBezTo>
                  <a:lnTo>
                    <a:pt x="158" y="110"/>
                  </a:lnTo>
                  <a:cubicBezTo>
                    <a:pt x="162" y="111"/>
                    <a:pt x="165" y="112"/>
                    <a:pt x="169" y="112"/>
                  </a:cubicBezTo>
                  <a:cubicBezTo>
                    <a:pt x="178" y="112"/>
                    <a:pt x="187" y="106"/>
                    <a:pt x="192" y="96"/>
                  </a:cubicBezTo>
                  <a:cubicBezTo>
                    <a:pt x="198" y="83"/>
                    <a:pt x="192" y="68"/>
                    <a:pt x="178" y="63"/>
                  </a:cubicBezTo>
                  <a:lnTo>
                    <a:pt x="41" y="3"/>
                  </a:lnTo>
                  <a:cubicBezTo>
                    <a:pt x="37" y="2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8" name="Google Shape;5798;p22"/>
            <p:cNvSpPr/>
            <p:nvPr/>
          </p:nvSpPr>
          <p:spPr>
            <a:xfrm>
              <a:off x="1929875" y="4234800"/>
              <a:ext cx="9600" cy="5275"/>
            </a:xfrm>
            <a:custGeom>
              <a:avLst/>
              <a:gdLst/>
              <a:ahLst/>
              <a:cxnLst/>
              <a:rect l="l" t="t" r="r" b="b"/>
              <a:pathLst>
                <a:path w="384" h="211" extrusionOk="0">
                  <a:moveTo>
                    <a:pt x="29" y="0"/>
                  </a:moveTo>
                  <a:cubicBezTo>
                    <a:pt x="20" y="0"/>
                    <a:pt x="11" y="6"/>
                    <a:pt x="7" y="15"/>
                  </a:cubicBezTo>
                  <a:cubicBezTo>
                    <a:pt x="0" y="27"/>
                    <a:pt x="6" y="43"/>
                    <a:pt x="18" y="49"/>
                  </a:cubicBezTo>
                  <a:lnTo>
                    <a:pt x="342" y="207"/>
                  </a:lnTo>
                  <a:cubicBezTo>
                    <a:pt x="346" y="209"/>
                    <a:pt x="350" y="210"/>
                    <a:pt x="354" y="210"/>
                  </a:cubicBezTo>
                  <a:cubicBezTo>
                    <a:pt x="364" y="210"/>
                    <a:pt x="373" y="205"/>
                    <a:pt x="377" y="195"/>
                  </a:cubicBezTo>
                  <a:cubicBezTo>
                    <a:pt x="384" y="182"/>
                    <a:pt x="378" y="167"/>
                    <a:pt x="365" y="160"/>
                  </a:cubicBezTo>
                  <a:lnTo>
                    <a:pt x="41" y="3"/>
                  </a:lnTo>
                  <a:cubicBezTo>
                    <a:pt x="37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9" name="Google Shape;5799;p22"/>
            <p:cNvSpPr/>
            <p:nvPr/>
          </p:nvSpPr>
          <p:spPr>
            <a:xfrm>
              <a:off x="1944950" y="4242150"/>
              <a:ext cx="16825" cy="5850"/>
            </a:xfrm>
            <a:custGeom>
              <a:avLst/>
              <a:gdLst/>
              <a:ahLst/>
              <a:cxnLst/>
              <a:rect l="l" t="t" r="r" b="b"/>
              <a:pathLst>
                <a:path w="673" h="234" extrusionOk="0">
                  <a:moveTo>
                    <a:pt x="30" y="1"/>
                  </a:moveTo>
                  <a:cubicBezTo>
                    <a:pt x="20" y="1"/>
                    <a:pt x="10" y="7"/>
                    <a:pt x="5" y="17"/>
                  </a:cubicBezTo>
                  <a:cubicBezTo>
                    <a:pt x="0" y="30"/>
                    <a:pt x="7" y="45"/>
                    <a:pt x="20" y="51"/>
                  </a:cubicBezTo>
                  <a:cubicBezTo>
                    <a:pt x="219" y="131"/>
                    <a:pt x="428" y="192"/>
                    <a:pt x="639" y="232"/>
                  </a:cubicBezTo>
                  <a:cubicBezTo>
                    <a:pt x="640" y="234"/>
                    <a:pt x="642" y="234"/>
                    <a:pt x="644" y="234"/>
                  </a:cubicBezTo>
                  <a:cubicBezTo>
                    <a:pt x="657" y="234"/>
                    <a:pt x="667" y="224"/>
                    <a:pt x="669" y="212"/>
                  </a:cubicBezTo>
                  <a:cubicBezTo>
                    <a:pt x="673" y="199"/>
                    <a:pt x="663" y="185"/>
                    <a:pt x="649" y="183"/>
                  </a:cubicBezTo>
                  <a:cubicBezTo>
                    <a:pt x="440" y="142"/>
                    <a:pt x="236" y="82"/>
                    <a:pt x="39" y="2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22"/>
            <p:cNvSpPr/>
            <p:nvPr/>
          </p:nvSpPr>
          <p:spPr>
            <a:xfrm>
              <a:off x="1940125" y="4232125"/>
              <a:ext cx="26800" cy="8100"/>
            </a:xfrm>
            <a:custGeom>
              <a:avLst/>
              <a:gdLst/>
              <a:ahLst/>
              <a:cxnLst/>
              <a:rect l="l" t="t" r="r" b="b"/>
              <a:pathLst>
                <a:path w="1072" h="324" extrusionOk="0">
                  <a:moveTo>
                    <a:pt x="29" y="1"/>
                  </a:moveTo>
                  <a:cubicBezTo>
                    <a:pt x="20" y="1"/>
                    <a:pt x="11" y="6"/>
                    <a:pt x="7" y="16"/>
                  </a:cubicBezTo>
                  <a:cubicBezTo>
                    <a:pt x="1" y="29"/>
                    <a:pt x="6" y="44"/>
                    <a:pt x="20" y="51"/>
                  </a:cubicBezTo>
                  <a:cubicBezTo>
                    <a:pt x="344" y="196"/>
                    <a:pt x="688" y="289"/>
                    <a:pt x="1042" y="324"/>
                  </a:cubicBezTo>
                  <a:lnTo>
                    <a:pt x="1045" y="324"/>
                  </a:lnTo>
                  <a:cubicBezTo>
                    <a:pt x="1057" y="324"/>
                    <a:pt x="1069" y="314"/>
                    <a:pt x="1070" y="301"/>
                  </a:cubicBezTo>
                  <a:cubicBezTo>
                    <a:pt x="1072" y="286"/>
                    <a:pt x="1061" y="273"/>
                    <a:pt x="1047" y="271"/>
                  </a:cubicBezTo>
                  <a:cubicBezTo>
                    <a:pt x="699" y="238"/>
                    <a:pt x="360" y="146"/>
                    <a:pt x="41" y="4"/>
                  </a:cubicBezTo>
                  <a:cubicBezTo>
                    <a:pt x="37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22"/>
            <p:cNvSpPr/>
            <p:nvPr/>
          </p:nvSpPr>
          <p:spPr>
            <a:xfrm>
              <a:off x="1867725" y="4212350"/>
              <a:ext cx="22850" cy="32725"/>
            </a:xfrm>
            <a:custGeom>
              <a:avLst/>
              <a:gdLst/>
              <a:ahLst/>
              <a:cxnLst/>
              <a:rect l="l" t="t" r="r" b="b"/>
              <a:pathLst>
                <a:path w="914" h="1309" extrusionOk="0">
                  <a:moveTo>
                    <a:pt x="884" y="1"/>
                  </a:moveTo>
                  <a:cubicBezTo>
                    <a:pt x="877" y="1"/>
                    <a:pt x="870" y="3"/>
                    <a:pt x="865" y="9"/>
                  </a:cubicBezTo>
                  <a:cubicBezTo>
                    <a:pt x="524" y="388"/>
                    <a:pt x="234" y="814"/>
                    <a:pt x="7" y="1271"/>
                  </a:cubicBezTo>
                  <a:cubicBezTo>
                    <a:pt x="0" y="1284"/>
                    <a:pt x="6" y="1299"/>
                    <a:pt x="19" y="1306"/>
                  </a:cubicBezTo>
                  <a:cubicBezTo>
                    <a:pt x="23" y="1307"/>
                    <a:pt x="27" y="1309"/>
                    <a:pt x="31" y="1309"/>
                  </a:cubicBezTo>
                  <a:cubicBezTo>
                    <a:pt x="41" y="1309"/>
                    <a:pt x="49" y="1303"/>
                    <a:pt x="54" y="1294"/>
                  </a:cubicBezTo>
                  <a:cubicBezTo>
                    <a:pt x="279" y="840"/>
                    <a:pt x="564" y="419"/>
                    <a:pt x="904" y="44"/>
                  </a:cubicBezTo>
                  <a:cubicBezTo>
                    <a:pt x="914" y="33"/>
                    <a:pt x="912" y="17"/>
                    <a:pt x="902" y="8"/>
                  </a:cubicBezTo>
                  <a:cubicBezTo>
                    <a:pt x="897" y="3"/>
                    <a:pt x="891" y="1"/>
                    <a:pt x="88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22"/>
            <p:cNvSpPr/>
            <p:nvPr/>
          </p:nvSpPr>
          <p:spPr>
            <a:xfrm>
              <a:off x="1893850" y="4204600"/>
              <a:ext cx="5175" cy="4075"/>
            </a:xfrm>
            <a:custGeom>
              <a:avLst/>
              <a:gdLst/>
              <a:ahLst/>
              <a:cxnLst/>
              <a:rect l="l" t="t" r="r" b="b"/>
              <a:pathLst>
                <a:path w="207" h="163" extrusionOk="0">
                  <a:moveTo>
                    <a:pt x="177" y="1"/>
                  </a:moveTo>
                  <a:cubicBezTo>
                    <a:pt x="174" y="1"/>
                    <a:pt x="170" y="1"/>
                    <a:pt x="167" y="3"/>
                  </a:cubicBezTo>
                  <a:cubicBezTo>
                    <a:pt x="105" y="28"/>
                    <a:pt x="52" y="69"/>
                    <a:pt x="9" y="120"/>
                  </a:cubicBezTo>
                  <a:cubicBezTo>
                    <a:pt x="1" y="131"/>
                    <a:pt x="2" y="147"/>
                    <a:pt x="13" y="156"/>
                  </a:cubicBezTo>
                  <a:cubicBezTo>
                    <a:pt x="18" y="160"/>
                    <a:pt x="23" y="163"/>
                    <a:pt x="29" y="163"/>
                  </a:cubicBezTo>
                  <a:cubicBezTo>
                    <a:pt x="37" y="163"/>
                    <a:pt x="45" y="159"/>
                    <a:pt x="49" y="154"/>
                  </a:cubicBezTo>
                  <a:cubicBezTo>
                    <a:pt x="85" y="108"/>
                    <a:pt x="134" y="73"/>
                    <a:pt x="186" y="51"/>
                  </a:cubicBezTo>
                  <a:cubicBezTo>
                    <a:pt x="200" y="46"/>
                    <a:pt x="206" y="30"/>
                    <a:pt x="201" y="16"/>
                  </a:cubicBezTo>
                  <a:cubicBezTo>
                    <a:pt x="197" y="6"/>
                    <a:pt x="187" y="1"/>
                    <a:pt x="17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22"/>
            <p:cNvSpPr/>
            <p:nvPr/>
          </p:nvSpPr>
          <p:spPr>
            <a:xfrm>
              <a:off x="1896900" y="4050150"/>
              <a:ext cx="123775" cy="89875"/>
            </a:xfrm>
            <a:custGeom>
              <a:avLst/>
              <a:gdLst/>
              <a:ahLst/>
              <a:cxnLst/>
              <a:rect l="l" t="t" r="r" b="b"/>
              <a:pathLst>
                <a:path w="4951" h="3595" extrusionOk="0">
                  <a:moveTo>
                    <a:pt x="4950" y="0"/>
                  </a:moveTo>
                  <a:lnTo>
                    <a:pt x="4950" y="0"/>
                  </a:lnTo>
                  <a:cubicBezTo>
                    <a:pt x="4434" y="446"/>
                    <a:pt x="3697" y="502"/>
                    <a:pt x="3014" y="522"/>
                  </a:cubicBezTo>
                  <a:cubicBezTo>
                    <a:pt x="2332" y="543"/>
                    <a:pt x="1603" y="561"/>
                    <a:pt x="1048" y="957"/>
                  </a:cubicBezTo>
                  <a:cubicBezTo>
                    <a:pt x="331" y="1468"/>
                    <a:pt x="134" y="2431"/>
                    <a:pt x="1" y="3301"/>
                  </a:cubicBezTo>
                  <a:cubicBezTo>
                    <a:pt x="594" y="3440"/>
                    <a:pt x="1263" y="3583"/>
                    <a:pt x="1871" y="3594"/>
                  </a:cubicBezTo>
                  <a:cubicBezTo>
                    <a:pt x="1894" y="3594"/>
                    <a:pt x="1917" y="3594"/>
                    <a:pt x="1941" y="3594"/>
                  </a:cubicBezTo>
                  <a:cubicBezTo>
                    <a:pt x="2528" y="3594"/>
                    <a:pt x="3129" y="3462"/>
                    <a:pt x="3605" y="3119"/>
                  </a:cubicBezTo>
                  <a:cubicBezTo>
                    <a:pt x="4076" y="2781"/>
                    <a:pt x="4391" y="2261"/>
                    <a:pt x="4582" y="1713"/>
                  </a:cubicBezTo>
                  <a:cubicBezTo>
                    <a:pt x="4774" y="1166"/>
                    <a:pt x="4874" y="575"/>
                    <a:pt x="4950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22"/>
            <p:cNvSpPr/>
            <p:nvPr/>
          </p:nvSpPr>
          <p:spPr>
            <a:xfrm>
              <a:off x="1895525" y="4048875"/>
              <a:ext cx="126500" cy="92450"/>
            </a:xfrm>
            <a:custGeom>
              <a:avLst/>
              <a:gdLst/>
              <a:ahLst/>
              <a:cxnLst/>
              <a:rect l="l" t="t" r="r" b="b"/>
              <a:pathLst>
                <a:path w="5060" h="3698" extrusionOk="0">
                  <a:moveTo>
                    <a:pt x="4937" y="173"/>
                  </a:moveTo>
                  <a:lnTo>
                    <a:pt x="4937" y="173"/>
                  </a:lnTo>
                  <a:cubicBezTo>
                    <a:pt x="4867" y="669"/>
                    <a:pt x="4770" y="1230"/>
                    <a:pt x="4588" y="1748"/>
                  </a:cubicBezTo>
                  <a:cubicBezTo>
                    <a:pt x="4377" y="2352"/>
                    <a:pt x="4045" y="2830"/>
                    <a:pt x="3629" y="3128"/>
                  </a:cubicBezTo>
                  <a:cubicBezTo>
                    <a:pt x="3097" y="3512"/>
                    <a:pt x="2453" y="3594"/>
                    <a:pt x="1985" y="3594"/>
                  </a:cubicBezTo>
                  <a:cubicBezTo>
                    <a:pt x="1965" y="3594"/>
                    <a:pt x="1946" y="3594"/>
                    <a:pt x="1927" y="3594"/>
                  </a:cubicBezTo>
                  <a:cubicBezTo>
                    <a:pt x="1349" y="3583"/>
                    <a:pt x="717" y="3454"/>
                    <a:pt x="114" y="3313"/>
                  </a:cubicBezTo>
                  <a:cubicBezTo>
                    <a:pt x="252" y="2431"/>
                    <a:pt x="450" y="1538"/>
                    <a:pt x="1132" y="1051"/>
                  </a:cubicBezTo>
                  <a:cubicBezTo>
                    <a:pt x="1672" y="666"/>
                    <a:pt x="2377" y="646"/>
                    <a:pt x="3059" y="626"/>
                  </a:cubicBezTo>
                  <a:lnTo>
                    <a:pt x="3071" y="626"/>
                  </a:lnTo>
                  <a:cubicBezTo>
                    <a:pt x="3733" y="607"/>
                    <a:pt x="4417" y="555"/>
                    <a:pt x="4937" y="173"/>
                  </a:cubicBezTo>
                  <a:close/>
                  <a:moveTo>
                    <a:pt x="5006" y="0"/>
                  </a:moveTo>
                  <a:cubicBezTo>
                    <a:pt x="4994" y="0"/>
                    <a:pt x="4981" y="4"/>
                    <a:pt x="4972" y="12"/>
                  </a:cubicBezTo>
                  <a:cubicBezTo>
                    <a:pt x="4469" y="446"/>
                    <a:pt x="3756" y="502"/>
                    <a:pt x="3068" y="522"/>
                  </a:cubicBezTo>
                  <a:lnTo>
                    <a:pt x="3055" y="522"/>
                  </a:lnTo>
                  <a:cubicBezTo>
                    <a:pt x="2358" y="543"/>
                    <a:pt x="1637" y="563"/>
                    <a:pt x="1072" y="966"/>
                  </a:cubicBezTo>
                  <a:cubicBezTo>
                    <a:pt x="344" y="1486"/>
                    <a:pt x="139" y="2465"/>
                    <a:pt x="5" y="3343"/>
                  </a:cubicBezTo>
                  <a:cubicBezTo>
                    <a:pt x="1" y="3370"/>
                    <a:pt x="18" y="3396"/>
                    <a:pt x="44" y="3403"/>
                  </a:cubicBezTo>
                  <a:cubicBezTo>
                    <a:pt x="665" y="3549"/>
                    <a:pt x="1323" y="3687"/>
                    <a:pt x="1926" y="3696"/>
                  </a:cubicBezTo>
                  <a:cubicBezTo>
                    <a:pt x="1949" y="3697"/>
                    <a:pt x="1972" y="3697"/>
                    <a:pt x="1996" y="3697"/>
                  </a:cubicBezTo>
                  <a:cubicBezTo>
                    <a:pt x="2478" y="3697"/>
                    <a:pt x="3139" y="3608"/>
                    <a:pt x="3690" y="3213"/>
                  </a:cubicBezTo>
                  <a:cubicBezTo>
                    <a:pt x="4123" y="2901"/>
                    <a:pt x="4467" y="2406"/>
                    <a:pt x="4687" y="1782"/>
                  </a:cubicBezTo>
                  <a:cubicBezTo>
                    <a:pt x="4886" y="1211"/>
                    <a:pt x="4985" y="591"/>
                    <a:pt x="5057" y="58"/>
                  </a:cubicBezTo>
                  <a:cubicBezTo>
                    <a:pt x="5059" y="37"/>
                    <a:pt x="5048" y="16"/>
                    <a:pt x="5030" y="6"/>
                  </a:cubicBezTo>
                  <a:cubicBezTo>
                    <a:pt x="5022" y="2"/>
                    <a:pt x="5014" y="0"/>
                    <a:pt x="500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22"/>
            <p:cNvSpPr/>
            <p:nvPr/>
          </p:nvSpPr>
          <p:spPr>
            <a:xfrm>
              <a:off x="1869625" y="4131375"/>
              <a:ext cx="28750" cy="40225"/>
            </a:xfrm>
            <a:custGeom>
              <a:avLst/>
              <a:gdLst/>
              <a:ahLst/>
              <a:cxnLst/>
              <a:rect l="l" t="t" r="r" b="b"/>
              <a:pathLst>
                <a:path w="1150" h="1609" extrusionOk="0">
                  <a:moveTo>
                    <a:pt x="1092" y="1"/>
                  </a:moveTo>
                  <a:cubicBezTo>
                    <a:pt x="1080" y="1"/>
                    <a:pt x="1067" y="5"/>
                    <a:pt x="1057" y="14"/>
                  </a:cubicBezTo>
                  <a:cubicBezTo>
                    <a:pt x="606" y="430"/>
                    <a:pt x="255" y="942"/>
                    <a:pt x="12" y="1537"/>
                  </a:cubicBezTo>
                  <a:cubicBezTo>
                    <a:pt x="1" y="1564"/>
                    <a:pt x="13" y="1593"/>
                    <a:pt x="40" y="1604"/>
                  </a:cubicBezTo>
                  <a:cubicBezTo>
                    <a:pt x="47" y="1607"/>
                    <a:pt x="53" y="1608"/>
                    <a:pt x="59" y="1608"/>
                  </a:cubicBezTo>
                  <a:lnTo>
                    <a:pt x="60" y="1608"/>
                  </a:lnTo>
                  <a:cubicBezTo>
                    <a:pt x="80" y="1608"/>
                    <a:pt x="99" y="1596"/>
                    <a:pt x="107" y="1576"/>
                  </a:cubicBezTo>
                  <a:cubicBezTo>
                    <a:pt x="345" y="995"/>
                    <a:pt x="688" y="495"/>
                    <a:pt x="1127" y="91"/>
                  </a:cubicBezTo>
                  <a:cubicBezTo>
                    <a:pt x="1148" y="70"/>
                    <a:pt x="1150" y="38"/>
                    <a:pt x="1130" y="17"/>
                  </a:cubicBezTo>
                  <a:cubicBezTo>
                    <a:pt x="1120" y="6"/>
                    <a:pt x="1106" y="1"/>
                    <a:pt x="10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22"/>
            <p:cNvSpPr/>
            <p:nvPr/>
          </p:nvSpPr>
          <p:spPr>
            <a:xfrm>
              <a:off x="1896075" y="4049500"/>
              <a:ext cx="125325" cy="84350"/>
            </a:xfrm>
            <a:custGeom>
              <a:avLst/>
              <a:gdLst/>
              <a:ahLst/>
              <a:cxnLst/>
              <a:rect l="l" t="t" r="r" b="b"/>
              <a:pathLst>
                <a:path w="5013" h="3374" extrusionOk="0">
                  <a:moveTo>
                    <a:pt x="4983" y="0"/>
                  </a:moveTo>
                  <a:cubicBezTo>
                    <a:pt x="4975" y="0"/>
                    <a:pt x="4967" y="4"/>
                    <a:pt x="4962" y="12"/>
                  </a:cubicBezTo>
                  <a:cubicBezTo>
                    <a:pt x="4499" y="678"/>
                    <a:pt x="3711" y="1278"/>
                    <a:pt x="2555" y="1848"/>
                  </a:cubicBezTo>
                  <a:cubicBezTo>
                    <a:pt x="2421" y="1914"/>
                    <a:pt x="2286" y="1980"/>
                    <a:pt x="2150" y="2044"/>
                  </a:cubicBezTo>
                  <a:cubicBezTo>
                    <a:pt x="1408" y="2404"/>
                    <a:pt x="638" y="2774"/>
                    <a:pt x="11" y="3328"/>
                  </a:cubicBezTo>
                  <a:cubicBezTo>
                    <a:pt x="0" y="3337"/>
                    <a:pt x="0" y="3353"/>
                    <a:pt x="10" y="3364"/>
                  </a:cubicBezTo>
                  <a:cubicBezTo>
                    <a:pt x="14" y="3371"/>
                    <a:pt x="22" y="3374"/>
                    <a:pt x="29" y="3374"/>
                  </a:cubicBezTo>
                  <a:cubicBezTo>
                    <a:pt x="34" y="3374"/>
                    <a:pt x="41" y="3371"/>
                    <a:pt x="46" y="3367"/>
                  </a:cubicBezTo>
                  <a:cubicBezTo>
                    <a:pt x="666" y="2818"/>
                    <a:pt x="1432" y="2448"/>
                    <a:pt x="2173" y="2092"/>
                  </a:cubicBezTo>
                  <a:cubicBezTo>
                    <a:pt x="2309" y="2026"/>
                    <a:pt x="2443" y="1961"/>
                    <a:pt x="2578" y="1895"/>
                  </a:cubicBezTo>
                  <a:cubicBezTo>
                    <a:pt x="3742" y="1321"/>
                    <a:pt x="4535" y="714"/>
                    <a:pt x="5005" y="41"/>
                  </a:cubicBezTo>
                  <a:cubicBezTo>
                    <a:pt x="5013" y="29"/>
                    <a:pt x="5010" y="13"/>
                    <a:pt x="4998" y="5"/>
                  </a:cubicBezTo>
                  <a:cubicBezTo>
                    <a:pt x="4994" y="2"/>
                    <a:pt x="4988" y="0"/>
                    <a:pt x="498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22"/>
            <p:cNvSpPr/>
            <p:nvPr/>
          </p:nvSpPr>
          <p:spPr>
            <a:xfrm>
              <a:off x="1927475" y="4064000"/>
              <a:ext cx="29600" cy="47725"/>
            </a:xfrm>
            <a:custGeom>
              <a:avLst/>
              <a:gdLst/>
              <a:ahLst/>
              <a:cxnLst/>
              <a:rect l="l" t="t" r="r" b="b"/>
              <a:pathLst>
                <a:path w="1184" h="1909" extrusionOk="0">
                  <a:moveTo>
                    <a:pt x="1154" y="0"/>
                  </a:moveTo>
                  <a:cubicBezTo>
                    <a:pt x="1147" y="0"/>
                    <a:pt x="1140" y="3"/>
                    <a:pt x="1135" y="9"/>
                  </a:cubicBezTo>
                  <a:cubicBezTo>
                    <a:pt x="639" y="542"/>
                    <a:pt x="248" y="1186"/>
                    <a:pt x="5" y="1873"/>
                  </a:cubicBezTo>
                  <a:cubicBezTo>
                    <a:pt x="1" y="1887"/>
                    <a:pt x="8" y="1902"/>
                    <a:pt x="21" y="1907"/>
                  </a:cubicBezTo>
                  <a:cubicBezTo>
                    <a:pt x="24" y="1907"/>
                    <a:pt x="26" y="1908"/>
                    <a:pt x="29" y="1908"/>
                  </a:cubicBezTo>
                  <a:cubicBezTo>
                    <a:pt x="40" y="1908"/>
                    <a:pt x="51" y="1902"/>
                    <a:pt x="55" y="1891"/>
                  </a:cubicBezTo>
                  <a:cubicBezTo>
                    <a:pt x="294" y="1210"/>
                    <a:pt x="682" y="571"/>
                    <a:pt x="1173" y="44"/>
                  </a:cubicBezTo>
                  <a:cubicBezTo>
                    <a:pt x="1183" y="33"/>
                    <a:pt x="1182" y="17"/>
                    <a:pt x="1171" y="7"/>
                  </a:cubicBezTo>
                  <a:cubicBezTo>
                    <a:pt x="1167" y="2"/>
                    <a:pt x="1161" y="0"/>
                    <a:pt x="115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22"/>
            <p:cNvSpPr/>
            <p:nvPr/>
          </p:nvSpPr>
          <p:spPr>
            <a:xfrm>
              <a:off x="1976825" y="4062200"/>
              <a:ext cx="16425" cy="25175"/>
            </a:xfrm>
            <a:custGeom>
              <a:avLst/>
              <a:gdLst/>
              <a:ahLst/>
              <a:cxnLst/>
              <a:rect l="l" t="t" r="r" b="b"/>
              <a:pathLst>
                <a:path w="657" h="1007" extrusionOk="0">
                  <a:moveTo>
                    <a:pt x="628" y="1"/>
                  </a:moveTo>
                  <a:cubicBezTo>
                    <a:pt x="621" y="1"/>
                    <a:pt x="614" y="4"/>
                    <a:pt x="609" y="10"/>
                  </a:cubicBezTo>
                  <a:cubicBezTo>
                    <a:pt x="360" y="297"/>
                    <a:pt x="156" y="620"/>
                    <a:pt x="6" y="970"/>
                  </a:cubicBezTo>
                  <a:cubicBezTo>
                    <a:pt x="0" y="984"/>
                    <a:pt x="6" y="998"/>
                    <a:pt x="19" y="1005"/>
                  </a:cubicBezTo>
                  <a:cubicBezTo>
                    <a:pt x="23" y="1006"/>
                    <a:pt x="26" y="1006"/>
                    <a:pt x="30" y="1006"/>
                  </a:cubicBezTo>
                  <a:cubicBezTo>
                    <a:pt x="39" y="1006"/>
                    <a:pt x="49" y="1001"/>
                    <a:pt x="53" y="990"/>
                  </a:cubicBezTo>
                  <a:cubicBezTo>
                    <a:pt x="202" y="646"/>
                    <a:pt x="401" y="327"/>
                    <a:pt x="648" y="43"/>
                  </a:cubicBezTo>
                  <a:cubicBezTo>
                    <a:pt x="657" y="32"/>
                    <a:pt x="656" y="16"/>
                    <a:pt x="645" y="7"/>
                  </a:cubicBezTo>
                  <a:cubicBezTo>
                    <a:pt x="640" y="3"/>
                    <a:pt x="634" y="1"/>
                    <a:pt x="6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22"/>
            <p:cNvSpPr/>
            <p:nvPr/>
          </p:nvSpPr>
          <p:spPr>
            <a:xfrm>
              <a:off x="1953000" y="4099950"/>
              <a:ext cx="50225" cy="12175"/>
            </a:xfrm>
            <a:custGeom>
              <a:avLst/>
              <a:gdLst/>
              <a:ahLst/>
              <a:cxnLst/>
              <a:rect l="l" t="t" r="r" b="b"/>
              <a:pathLst>
                <a:path w="2009" h="487" extrusionOk="0">
                  <a:moveTo>
                    <a:pt x="31" y="1"/>
                  </a:moveTo>
                  <a:cubicBezTo>
                    <a:pt x="21" y="1"/>
                    <a:pt x="11" y="7"/>
                    <a:pt x="6" y="17"/>
                  </a:cubicBezTo>
                  <a:cubicBezTo>
                    <a:pt x="1" y="30"/>
                    <a:pt x="8" y="45"/>
                    <a:pt x="21" y="51"/>
                  </a:cubicBezTo>
                  <a:cubicBezTo>
                    <a:pt x="666" y="309"/>
                    <a:pt x="1288" y="448"/>
                    <a:pt x="1981" y="487"/>
                  </a:cubicBezTo>
                  <a:lnTo>
                    <a:pt x="1983" y="487"/>
                  </a:lnTo>
                  <a:cubicBezTo>
                    <a:pt x="1996" y="487"/>
                    <a:pt x="2007" y="476"/>
                    <a:pt x="2008" y="461"/>
                  </a:cubicBezTo>
                  <a:cubicBezTo>
                    <a:pt x="2008" y="448"/>
                    <a:pt x="1997" y="435"/>
                    <a:pt x="1984" y="434"/>
                  </a:cubicBezTo>
                  <a:cubicBezTo>
                    <a:pt x="1296" y="396"/>
                    <a:pt x="679" y="259"/>
                    <a:pt x="40" y="2"/>
                  </a:cubicBezTo>
                  <a:cubicBezTo>
                    <a:pt x="37" y="1"/>
                    <a:pt x="34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22"/>
            <p:cNvSpPr/>
            <p:nvPr/>
          </p:nvSpPr>
          <p:spPr>
            <a:xfrm>
              <a:off x="1912350" y="4120900"/>
              <a:ext cx="57975" cy="15400"/>
            </a:xfrm>
            <a:custGeom>
              <a:avLst/>
              <a:gdLst/>
              <a:ahLst/>
              <a:cxnLst/>
              <a:rect l="l" t="t" r="r" b="b"/>
              <a:pathLst>
                <a:path w="2319" h="616" extrusionOk="0">
                  <a:moveTo>
                    <a:pt x="30" y="1"/>
                  </a:moveTo>
                  <a:cubicBezTo>
                    <a:pt x="20" y="1"/>
                    <a:pt x="10" y="7"/>
                    <a:pt x="6" y="17"/>
                  </a:cubicBezTo>
                  <a:cubicBezTo>
                    <a:pt x="0" y="31"/>
                    <a:pt x="7" y="45"/>
                    <a:pt x="19" y="51"/>
                  </a:cubicBezTo>
                  <a:cubicBezTo>
                    <a:pt x="747" y="344"/>
                    <a:pt x="1510" y="535"/>
                    <a:pt x="2289" y="616"/>
                  </a:cubicBezTo>
                  <a:lnTo>
                    <a:pt x="2292" y="616"/>
                  </a:lnTo>
                  <a:cubicBezTo>
                    <a:pt x="2305" y="616"/>
                    <a:pt x="2316" y="606"/>
                    <a:pt x="2317" y="593"/>
                  </a:cubicBezTo>
                  <a:cubicBezTo>
                    <a:pt x="2318" y="580"/>
                    <a:pt x="2309" y="566"/>
                    <a:pt x="2294" y="565"/>
                  </a:cubicBezTo>
                  <a:cubicBezTo>
                    <a:pt x="1521" y="484"/>
                    <a:pt x="762" y="294"/>
                    <a:pt x="39" y="2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22"/>
            <p:cNvSpPr/>
            <p:nvPr/>
          </p:nvSpPr>
          <p:spPr>
            <a:xfrm>
              <a:off x="1973050" y="4063325"/>
              <a:ext cx="6325" cy="9075"/>
            </a:xfrm>
            <a:custGeom>
              <a:avLst/>
              <a:gdLst/>
              <a:ahLst/>
              <a:cxnLst/>
              <a:rect l="l" t="t" r="r" b="b"/>
              <a:pathLst>
                <a:path w="253" h="363" extrusionOk="0">
                  <a:moveTo>
                    <a:pt x="223" y="0"/>
                  </a:moveTo>
                  <a:cubicBezTo>
                    <a:pt x="215" y="0"/>
                    <a:pt x="208" y="3"/>
                    <a:pt x="203" y="10"/>
                  </a:cubicBezTo>
                  <a:cubicBezTo>
                    <a:pt x="125" y="107"/>
                    <a:pt x="59" y="213"/>
                    <a:pt x="6" y="326"/>
                  </a:cubicBezTo>
                  <a:cubicBezTo>
                    <a:pt x="1" y="339"/>
                    <a:pt x="6" y="355"/>
                    <a:pt x="20" y="360"/>
                  </a:cubicBezTo>
                  <a:cubicBezTo>
                    <a:pt x="24" y="361"/>
                    <a:pt x="26" y="363"/>
                    <a:pt x="30" y="363"/>
                  </a:cubicBezTo>
                  <a:cubicBezTo>
                    <a:pt x="40" y="363"/>
                    <a:pt x="49" y="357"/>
                    <a:pt x="55" y="348"/>
                  </a:cubicBezTo>
                  <a:cubicBezTo>
                    <a:pt x="104" y="239"/>
                    <a:pt x="168" y="135"/>
                    <a:pt x="243" y="43"/>
                  </a:cubicBezTo>
                  <a:cubicBezTo>
                    <a:pt x="252" y="32"/>
                    <a:pt x="251" y="16"/>
                    <a:pt x="240" y="6"/>
                  </a:cubicBezTo>
                  <a:cubicBezTo>
                    <a:pt x="235" y="2"/>
                    <a:pt x="229" y="0"/>
                    <a:pt x="22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22"/>
            <p:cNvSpPr/>
            <p:nvPr/>
          </p:nvSpPr>
          <p:spPr>
            <a:xfrm>
              <a:off x="1968550" y="4077550"/>
              <a:ext cx="3175" cy="5000"/>
            </a:xfrm>
            <a:custGeom>
              <a:avLst/>
              <a:gdLst/>
              <a:ahLst/>
              <a:cxnLst/>
              <a:rect l="l" t="t" r="r" b="b"/>
              <a:pathLst>
                <a:path w="127" h="200" extrusionOk="0">
                  <a:moveTo>
                    <a:pt x="98" y="1"/>
                  </a:moveTo>
                  <a:cubicBezTo>
                    <a:pt x="88" y="1"/>
                    <a:pt x="78" y="7"/>
                    <a:pt x="74" y="16"/>
                  </a:cubicBezTo>
                  <a:lnTo>
                    <a:pt x="6" y="164"/>
                  </a:lnTo>
                  <a:cubicBezTo>
                    <a:pt x="0" y="177"/>
                    <a:pt x="6" y="192"/>
                    <a:pt x="18" y="197"/>
                  </a:cubicBezTo>
                  <a:cubicBezTo>
                    <a:pt x="22" y="200"/>
                    <a:pt x="26" y="200"/>
                    <a:pt x="30" y="200"/>
                  </a:cubicBezTo>
                  <a:cubicBezTo>
                    <a:pt x="40" y="200"/>
                    <a:pt x="49" y="195"/>
                    <a:pt x="53" y="185"/>
                  </a:cubicBezTo>
                  <a:lnTo>
                    <a:pt x="122" y="37"/>
                  </a:lnTo>
                  <a:cubicBezTo>
                    <a:pt x="127" y="25"/>
                    <a:pt x="122" y="9"/>
                    <a:pt x="108" y="4"/>
                  </a:cubicBezTo>
                  <a:cubicBezTo>
                    <a:pt x="105" y="2"/>
                    <a:pt x="101" y="1"/>
                    <a:pt x="9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22"/>
            <p:cNvSpPr/>
            <p:nvPr/>
          </p:nvSpPr>
          <p:spPr>
            <a:xfrm>
              <a:off x="1926975" y="4111725"/>
              <a:ext cx="29650" cy="10825"/>
            </a:xfrm>
            <a:custGeom>
              <a:avLst/>
              <a:gdLst/>
              <a:ahLst/>
              <a:cxnLst/>
              <a:rect l="l" t="t" r="r" b="b"/>
              <a:pathLst>
                <a:path w="1186" h="433" extrusionOk="0">
                  <a:moveTo>
                    <a:pt x="30" y="1"/>
                  </a:moveTo>
                  <a:cubicBezTo>
                    <a:pt x="20" y="1"/>
                    <a:pt x="11" y="6"/>
                    <a:pt x="7" y="16"/>
                  </a:cubicBezTo>
                  <a:cubicBezTo>
                    <a:pt x="1" y="28"/>
                    <a:pt x="6" y="44"/>
                    <a:pt x="20" y="49"/>
                  </a:cubicBezTo>
                  <a:cubicBezTo>
                    <a:pt x="380" y="223"/>
                    <a:pt x="761" y="352"/>
                    <a:pt x="1152" y="431"/>
                  </a:cubicBezTo>
                  <a:cubicBezTo>
                    <a:pt x="1155" y="433"/>
                    <a:pt x="1156" y="433"/>
                    <a:pt x="1158" y="433"/>
                  </a:cubicBezTo>
                  <a:cubicBezTo>
                    <a:pt x="1170" y="433"/>
                    <a:pt x="1181" y="423"/>
                    <a:pt x="1183" y="411"/>
                  </a:cubicBezTo>
                  <a:cubicBezTo>
                    <a:pt x="1186" y="398"/>
                    <a:pt x="1178" y="384"/>
                    <a:pt x="1163" y="380"/>
                  </a:cubicBezTo>
                  <a:cubicBezTo>
                    <a:pt x="776" y="302"/>
                    <a:pt x="398" y="174"/>
                    <a:pt x="42" y="3"/>
                  </a:cubicBezTo>
                  <a:cubicBezTo>
                    <a:pt x="38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22"/>
            <p:cNvSpPr/>
            <p:nvPr/>
          </p:nvSpPr>
          <p:spPr>
            <a:xfrm>
              <a:off x="1959975" y="4122875"/>
              <a:ext cx="5125" cy="2100"/>
            </a:xfrm>
            <a:custGeom>
              <a:avLst/>
              <a:gdLst/>
              <a:ahLst/>
              <a:cxnLst/>
              <a:rect l="l" t="t" r="r" b="b"/>
              <a:pathLst>
                <a:path w="205" h="84" extrusionOk="0">
                  <a:moveTo>
                    <a:pt x="29" y="1"/>
                  </a:moveTo>
                  <a:cubicBezTo>
                    <a:pt x="17" y="1"/>
                    <a:pt x="7" y="9"/>
                    <a:pt x="4" y="22"/>
                  </a:cubicBezTo>
                  <a:cubicBezTo>
                    <a:pt x="0" y="35"/>
                    <a:pt x="10" y="48"/>
                    <a:pt x="25" y="51"/>
                  </a:cubicBezTo>
                  <a:lnTo>
                    <a:pt x="171" y="82"/>
                  </a:lnTo>
                  <a:cubicBezTo>
                    <a:pt x="174" y="83"/>
                    <a:pt x="175" y="83"/>
                    <a:pt x="177" y="83"/>
                  </a:cubicBezTo>
                  <a:cubicBezTo>
                    <a:pt x="189" y="83"/>
                    <a:pt x="200" y="74"/>
                    <a:pt x="202" y="62"/>
                  </a:cubicBezTo>
                  <a:cubicBezTo>
                    <a:pt x="205" y="48"/>
                    <a:pt x="196" y="35"/>
                    <a:pt x="182" y="32"/>
                  </a:cubicBezTo>
                  <a:lnTo>
                    <a:pt x="34" y="1"/>
                  </a:lnTo>
                  <a:cubicBezTo>
                    <a:pt x="32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22"/>
            <p:cNvSpPr/>
            <p:nvPr/>
          </p:nvSpPr>
          <p:spPr>
            <a:xfrm>
              <a:off x="1974525" y="4097550"/>
              <a:ext cx="10200" cy="3575"/>
            </a:xfrm>
            <a:custGeom>
              <a:avLst/>
              <a:gdLst/>
              <a:ahLst/>
              <a:cxnLst/>
              <a:rect l="l" t="t" r="r" b="b"/>
              <a:pathLst>
                <a:path w="408" h="143" extrusionOk="0">
                  <a:moveTo>
                    <a:pt x="29" y="0"/>
                  </a:moveTo>
                  <a:cubicBezTo>
                    <a:pt x="18" y="0"/>
                    <a:pt x="7" y="8"/>
                    <a:pt x="5" y="20"/>
                  </a:cubicBezTo>
                  <a:cubicBezTo>
                    <a:pt x="1" y="34"/>
                    <a:pt x="9" y="47"/>
                    <a:pt x="22" y="51"/>
                  </a:cubicBezTo>
                  <a:lnTo>
                    <a:pt x="372" y="143"/>
                  </a:lnTo>
                  <a:lnTo>
                    <a:pt x="379" y="143"/>
                  </a:lnTo>
                  <a:cubicBezTo>
                    <a:pt x="390" y="143"/>
                    <a:pt x="401" y="136"/>
                    <a:pt x="403" y="124"/>
                  </a:cubicBezTo>
                  <a:cubicBezTo>
                    <a:pt x="407" y="110"/>
                    <a:pt x="399" y="96"/>
                    <a:pt x="384" y="92"/>
                  </a:cubicBezTo>
                  <a:lnTo>
                    <a:pt x="36" y="1"/>
                  </a:lnTo>
                  <a:cubicBezTo>
                    <a:pt x="34" y="1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22"/>
            <p:cNvSpPr/>
            <p:nvPr/>
          </p:nvSpPr>
          <p:spPr>
            <a:xfrm>
              <a:off x="1990775" y="4101800"/>
              <a:ext cx="17325" cy="2725"/>
            </a:xfrm>
            <a:custGeom>
              <a:avLst/>
              <a:gdLst/>
              <a:ahLst/>
              <a:cxnLst/>
              <a:rect l="l" t="t" r="r" b="b"/>
              <a:pathLst>
                <a:path w="693" h="109" extrusionOk="0">
                  <a:moveTo>
                    <a:pt x="28" y="0"/>
                  </a:moveTo>
                  <a:cubicBezTo>
                    <a:pt x="16" y="0"/>
                    <a:pt x="6" y="9"/>
                    <a:pt x="3" y="21"/>
                  </a:cubicBezTo>
                  <a:cubicBezTo>
                    <a:pt x="1" y="36"/>
                    <a:pt x="9" y="49"/>
                    <a:pt x="24" y="52"/>
                  </a:cubicBezTo>
                  <a:cubicBezTo>
                    <a:pt x="225" y="90"/>
                    <a:pt x="431" y="109"/>
                    <a:pt x="636" y="109"/>
                  </a:cubicBezTo>
                  <a:lnTo>
                    <a:pt x="667" y="109"/>
                  </a:lnTo>
                  <a:cubicBezTo>
                    <a:pt x="681" y="109"/>
                    <a:pt x="692" y="96"/>
                    <a:pt x="692" y="82"/>
                  </a:cubicBezTo>
                  <a:cubicBezTo>
                    <a:pt x="692" y="68"/>
                    <a:pt x="681" y="56"/>
                    <a:pt x="667" y="56"/>
                  </a:cubicBezTo>
                  <a:cubicBezTo>
                    <a:pt x="653" y="56"/>
                    <a:pt x="640" y="56"/>
                    <a:pt x="627" y="56"/>
                  </a:cubicBezTo>
                  <a:cubicBezTo>
                    <a:pt x="426" y="56"/>
                    <a:pt x="229" y="37"/>
                    <a:pt x="33" y="1"/>
                  </a:cubicBezTo>
                  <a:cubicBezTo>
                    <a:pt x="31" y="1"/>
                    <a:pt x="3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22"/>
            <p:cNvSpPr/>
            <p:nvPr/>
          </p:nvSpPr>
          <p:spPr>
            <a:xfrm>
              <a:off x="1984100" y="4092925"/>
              <a:ext cx="27600" cy="3350"/>
            </a:xfrm>
            <a:custGeom>
              <a:avLst/>
              <a:gdLst/>
              <a:ahLst/>
              <a:cxnLst/>
              <a:rect l="l" t="t" r="r" b="b"/>
              <a:pathLst>
                <a:path w="1104" h="134" extrusionOk="0">
                  <a:moveTo>
                    <a:pt x="28" y="0"/>
                  </a:moveTo>
                  <a:cubicBezTo>
                    <a:pt x="17" y="0"/>
                    <a:pt x="6" y="8"/>
                    <a:pt x="3" y="20"/>
                  </a:cubicBezTo>
                  <a:cubicBezTo>
                    <a:pt x="0" y="34"/>
                    <a:pt x="8" y="48"/>
                    <a:pt x="23" y="52"/>
                  </a:cubicBezTo>
                  <a:cubicBezTo>
                    <a:pt x="264" y="106"/>
                    <a:pt x="507" y="134"/>
                    <a:pt x="753" y="134"/>
                  </a:cubicBezTo>
                  <a:cubicBezTo>
                    <a:pt x="861" y="134"/>
                    <a:pt x="970" y="129"/>
                    <a:pt x="1078" y="118"/>
                  </a:cubicBezTo>
                  <a:cubicBezTo>
                    <a:pt x="1092" y="116"/>
                    <a:pt x="1103" y="103"/>
                    <a:pt x="1102" y="90"/>
                  </a:cubicBezTo>
                  <a:cubicBezTo>
                    <a:pt x="1101" y="76"/>
                    <a:pt x="1089" y="65"/>
                    <a:pt x="1077" y="65"/>
                  </a:cubicBezTo>
                  <a:cubicBezTo>
                    <a:pt x="1076" y="65"/>
                    <a:pt x="1075" y="65"/>
                    <a:pt x="1074" y="65"/>
                  </a:cubicBezTo>
                  <a:cubicBezTo>
                    <a:pt x="966" y="76"/>
                    <a:pt x="858" y="82"/>
                    <a:pt x="750" y="82"/>
                  </a:cubicBezTo>
                  <a:cubicBezTo>
                    <a:pt x="509" y="82"/>
                    <a:pt x="270" y="55"/>
                    <a:pt x="34" y="1"/>
                  </a:cubicBezTo>
                  <a:cubicBezTo>
                    <a:pt x="32" y="0"/>
                    <a:pt x="3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22"/>
            <p:cNvSpPr/>
            <p:nvPr/>
          </p:nvSpPr>
          <p:spPr>
            <a:xfrm>
              <a:off x="1915375" y="4083600"/>
              <a:ext cx="16225" cy="36300"/>
            </a:xfrm>
            <a:custGeom>
              <a:avLst/>
              <a:gdLst/>
              <a:ahLst/>
              <a:cxnLst/>
              <a:rect l="l" t="t" r="r" b="b"/>
              <a:pathLst>
                <a:path w="649" h="1452" extrusionOk="0">
                  <a:moveTo>
                    <a:pt x="620" y="1"/>
                  </a:moveTo>
                  <a:cubicBezTo>
                    <a:pt x="611" y="1"/>
                    <a:pt x="602" y="5"/>
                    <a:pt x="598" y="13"/>
                  </a:cubicBezTo>
                  <a:cubicBezTo>
                    <a:pt x="337" y="452"/>
                    <a:pt x="136" y="925"/>
                    <a:pt x="5" y="1419"/>
                  </a:cubicBezTo>
                  <a:cubicBezTo>
                    <a:pt x="1" y="1432"/>
                    <a:pt x="10" y="1447"/>
                    <a:pt x="23" y="1451"/>
                  </a:cubicBezTo>
                  <a:lnTo>
                    <a:pt x="30" y="1451"/>
                  </a:lnTo>
                  <a:cubicBezTo>
                    <a:pt x="41" y="1451"/>
                    <a:pt x="52" y="1445"/>
                    <a:pt x="54" y="1432"/>
                  </a:cubicBezTo>
                  <a:cubicBezTo>
                    <a:pt x="186" y="943"/>
                    <a:pt x="384" y="475"/>
                    <a:pt x="642" y="39"/>
                  </a:cubicBezTo>
                  <a:cubicBezTo>
                    <a:pt x="649" y="27"/>
                    <a:pt x="645" y="10"/>
                    <a:pt x="633" y="4"/>
                  </a:cubicBezTo>
                  <a:cubicBezTo>
                    <a:pt x="629" y="2"/>
                    <a:pt x="625" y="1"/>
                    <a:pt x="62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22"/>
            <p:cNvSpPr/>
            <p:nvPr/>
          </p:nvSpPr>
          <p:spPr>
            <a:xfrm>
              <a:off x="1933775" y="4074350"/>
              <a:ext cx="4575" cy="4725"/>
            </a:xfrm>
            <a:custGeom>
              <a:avLst/>
              <a:gdLst/>
              <a:ahLst/>
              <a:cxnLst/>
              <a:rect l="l" t="t" r="r" b="b"/>
              <a:pathLst>
                <a:path w="183" h="189" extrusionOk="0">
                  <a:moveTo>
                    <a:pt x="152" y="0"/>
                  </a:moveTo>
                  <a:cubicBezTo>
                    <a:pt x="147" y="0"/>
                    <a:pt x="143" y="1"/>
                    <a:pt x="139" y="4"/>
                  </a:cubicBezTo>
                  <a:cubicBezTo>
                    <a:pt x="84" y="41"/>
                    <a:pt x="38" y="91"/>
                    <a:pt x="7" y="150"/>
                  </a:cubicBezTo>
                  <a:cubicBezTo>
                    <a:pt x="0" y="163"/>
                    <a:pt x="6" y="179"/>
                    <a:pt x="18" y="185"/>
                  </a:cubicBezTo>
                  <a:cubicBezTo>
                    <a:pt x="22" y="187"/>
                    <a:pt x="26" y="188"/>
                    <a:pt x="30" y="188"/>
                  </a:cubicBezTo>
                  <a:cubicBezTo>
                    <a:pt x="39" y="188"/>
                    <a:pt x="48" y="183"/>
                    <a:pt x="53" y="175"/>
                  </a:cubicBezTo>
                  <a:cubicBezTo>
                    <a:pt x="80" y="124"/>
                    <a:pt x="119" y="79"/>
                    <a:pt x="167" y="47"/>
                  </a:cubicBezTo>
                  <a:cubicBezTo>
                    <a:pt x="179" y="40"/>
                    <a:pt x="182" y="23"/>
                    <a:pt x="174" y="12"/>
                  </a:cubicBezTo>
                  <a:cubicBezTo>
                    <a:pt x="169" y="4"/>
                    <a:pt x="160" y="0"/>
                    <a:pt x="15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22"/>
            <p:cNvSpPr/>
            <p:nvPr/>
          </p:nvSpPr>
          <p:spPr>
            <a:xfrm>
              <a:off x="1646725" y="4264650"/>
              <a:ext cx="97850" cy="171000"/>
            </a:xfrm>
            <a:custGeom>
              <a:avLst/>
              <a:gdLst/>
              <a:ahLst/>
              <a:cxnLst/>
              <a:rect l="l" t="t" r="r" b="b"/>
              <a:pathLst>
                <a:path w="3914" h="6840" extrusionOk="0">
                  <a:moveTo>
                    <a:pt x="1846" y="1"/>
                  </a:moveTo>
                  <a:lnTo>
                    <a:pt x="1846" y="1"/>
                  </a:lnTo>
                  <a:cubicBezTo>
                    <a:pt x="1387" y="491"/>
                    <a:pt x="932" y="1011"/>
                    <a:pt x="584" y="1583"/>
                  </a:cubicBezTo>
                  <a:cubicBezTo>
                    <a:pt x="234" y="2155"/>
                    <a:pt x="0" y="2817"/>
                    <a:pt x="42" y="3485"/>
                  </a:cubicBezTo>
                  <a:cubicBezTo>
                    <a:pt x="86" y="4189"/>
                    <a:pt x="431" y="4845"/>
                    <a:pt x="887" y="5382"/>
                  </a:cubicBezTo>
                  <a:cubicBezTo>
                    <a:pt x="1341" y="5919"/>
                    <a:pt x="1958" y="6411"/>
                    <a:pt x="2516" y="6839"/>
                  </a:cubicBezTo>
                  <a:cubicBezTo>
                    <a:pt x="3197" y="6083"/>
                    <a:pt x="3914" y="5205"/>
                    <a:pt x="3845" y="4190"/>
                  </a:cubicBezTo>
                  <a:cubicBezTo>
                    <a:pt x="3793" y="3403"/>
                    <a:pt x="3276" y="2737"/>
                    <a:pt x="2794" y="2113"/>
                  </a:cubicBezTo>
                  <a:cubicBezTo>
                    <a:pt x="2314" y="1489"/>
                    <a:pt x="1824" y="788"/>
                    <a:pt x="1846" y="1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22"/>
            <p:cNvSpPr/>
            <p:nvPr/>
          </p:nvSpPr>
          <p:spPr>
            <a:xfrm>
              <a:off x="1645500" y="4263350"/>
              <a:ext cx="100400" cy="173600"/>
            </a:xfrm>
            <a:custGeom>
              <a:avLst/>
              <a:gdLst/>
              <a:ahLst/>
              <a:cxnLst/>
              <a:rect l="l" t="t" r="r" b="b"/>
              <a:pathLst>
                <a:path w="4016" h="6944" extrusionOk="0">
                  <a:moveTo>
                    <a:pt x="1844" y="183"/>
                  </a:moveTo>
                  <a:cubicBezTo>
                    <a:pt x="1875" y="931"/>
                    <a:pt x="2332" y="1587"/>
                    <a:pt x="2803" y="2196"/>
                  </a:cubicBezTo>
                  <a:lnTo>
                    <a:pt x="2811" y="2208"/>
                  </a:lnTo>
                  <a:cubicBezTo>
                    <a:pt x="3293" y="2834"/>
                    <a:pt x="3792" y="3479"/>
                    <a:pt x="3843" y="4245"/>
                  </a:cubicBezTo>
                  <a:cubicBezTo>
                    <a:pt x="3907" y="5218"/>
                    <a:pt x="3250" y="6050"/>
                    <a:pt x="2558" y="6821"/>
                  </a:cubicBezTo>
                  <a:cubicBezTo>
                    <a:pt x="1990" y="6385"/>
                    <a:pt x="1409" y="5912"/>
                    <a:pt x="975" y="5401"/>
                  </a:cubicBezTo>
                  <a:cubicBezTo>
                    <a:pt x="622" y="4985"/>
                    <a:pt x="192" y="4324"/>
                    <a:pt x="142" y="3535"/>
                  </a:cubicBezTo>
                  <a:cubicBezTo>
                    <a:pt x="106" y="2941"/>
                    <a:pt x="290" y="2294"/>
                    <a:pt x="676" y="1662"/>
                  </a:cubicBezTo>
                  <a:cubicBezTo>
                    <a:pt x="1010" y="1116"/>
                    <a:pt x="1447" y="613"/>
                    <a:pt x="1844" y="183"/>
                  </a:cubicBezTo>
                  <a:close/>
                  <a:moveTo>
                    <a:pt x="1894" y="1"/>
                  </a:moveTo>
                  <a:cubicBezTo>
                    <a:pt x="1880" y="1"/>
                    <a:pt x="1866" y="6"/>
                    <a:pt x="1856" y="17"/>
                  </a:cubicBezTo>
                  <a:cubicBezTo>
                    <a:pt x="1433" y="470"/>
                    <a:pt x="952" y="1012"/>
                    <a:pt x="589" y="1608"/>
                  </a:cubicBezTo>
                  <a:cubicBezTo>
                    <a:pt x="190" y="2258"/>
                    <a:pt x="1" y="2927"/>
                    <a:pt x="40" y="3541"/>
                  </a:cubicBezTo>
                  <a:cubicBezTo>
                    <a:pt x="91" y="4359"/>
                    <a:pt x="533" y="5040"/>
                    <a:pt x="895" y="5468"/>
                  </a:cubicBezTo>
                  <a:cubicBezTo>
                    <a:pt x="1346" y="5998"/>
                    <a:pt x="1949" y="6485"/>
                    <a:pt x="2534" y="6933"/>
                  </a:cubicBezTo>
                  <a:cubicBezTo>
                    <a:pt x="2543" y="6940"/>
                    <a:pt x="2554" y="6944"/>
                    <a:pt x="2565" y="6944"/>
                  </a:cubicBezTo>
                  <a:cubicBezTo>
                    <a:pt x="2580" y="6944"/>
                    <a:pt x="2593" y="6937"/>
                    <a:pt x="2604" y="6926"/>
                  </a:cubicBezTo>
                  <a:cubicBezTo>
                    <a:pt x="3289" y="6165"/>
                    <a:pt x="4015" y="5265"/>
                    <a:pt x="3947" y="4238"/>
                  </a:cubicBezTo>
                  <a:cubicBezTo>
                    <a:pt x="3893" y="3440"/>
                    <a:pt x="3384" y="2781"/>
                    <a:pt x="2893" y="2145"/>
                  </a:cubicBezTo>
                  <a:lnTo>
                    <a:pt x="2885" y="2133"/>
                  </a:lnTo>
                  <a:cubicBezTo>
                    <a:pt x="2399" y="1503"/>
                    <a:pt x="1926" y="824"/>
                    <a:pt x="1946" y="54"/>
                  </a:cubicBezTo>
                  <a:cubicBezTo>
                    <a:pt x="1946" y="33"/>
                    <a:pt x="1934" y="13"/>
                    <a:pt x="1914" y="4"/>
                  </a:cubicBezTo>
                  <a:cubicBezTo>
                    <a:pt x="1907" y="2"/>
                    <a:pt x="1901" y="1"/>
                    <a:pt x="189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22"/>
            <p:cNvSpPr/>
            <p:nvPr/>
          </p:nvSpPr>
          <p:spPr>
            <a:xfrm>
              <a:off x="1693125" y="4434325"/>
              <a:ext cx="17850" cy="52400"/>
            </a:xfrm>
            <a:custGeom>
              <a:avLst/>
              <a:gdLst/>
              <a:ahLst/>
              <a:cxnLst/>
              <a:rect l="l" t="t" r="r" b="b"/>
              <a:pathLst>
                <a:path w="714" h="2096" extrusionOk="0">
                  <a:moveTo>
                    <a:pt x="657" y="1"/>
                  </a:moveTo>
                  <a:cubicBezTo>
                    <a:pt x="629" y="1"/>
                    <a:pt x="610" y="23"/>
                    <a:pt x="609" y="50"/>
                  </a:cubicBezTo>
                  <a:cubicBezTo>
                    <a:pt x="568" y="718"/>
                    <a:pt x="380" y="1345"/>
                    <a:pt x="14" y="2019"/>
                  </a:cubicBezTo>
                  <a:cubicBezTo>
                    <a:pt x="1" y="2045"/>
                    <a:pt x="10" y="2076"/>
                    <a:pt x="36" y="2089"/>
                  </a:cubicBezTo>
                  <a:cubicBezTo>
                    <a:pt x="44" y="2093"/>
                    <a:pt x="52" y="2096"/>
                    <a:pt x="60" y="2096"/>
                  </a:cubicBezTo>
                  <a:cubicBezTo>
                    <a:pt x="79" y="2096"/>
                    <a:pt x="96" y="2086"/>
                    <a:pt x="106" y="2069"/>
                  </a:cubicBezTo>
                  <a:cubicBezTo>
                    <a:pt x="478" y="1380"/>
                    <a:pt x="671" y="741"/>
                    <a:pt x="712" y="56"/>
                  </a:cubicBezTo>
                  <a:cubicBezTo>
                    <a:pt x="714" y="27"/>
                    <a:pt x="692" y="2"/>
                    <a:pt x="664" y="1"/>
                  </a:cubicBezTo>
                  <a:cubicBezTo>
                    <a:pt x="662" y="1"/>
                    <a:pt x="659" y="1"/>
                    <a:pt x="65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22"/>
            <p:cNvSpPr/>
            <p:nvPr/>
          </p:nvSpPr>
          <p:spPr>
            <a:xfrm>
              <a:off x="1685775" y="4264000"/>
              <a:ext cx="25075" cy="172775"/>
            </a:xfrm>
            <a:custGeom>
              <a:avLst/>
              <a:gdLst/>
              <a:ahLst/>
              <a:cxnLst/>
              <a:rect l="l" t="t" r="r" b="b"/>
              <a:pathLst>
                <a:path w="1003" h="6911" extrusionOk="0">
                  <a:moveTo>
                    <a:pt x="283" y="0"/>
                  </a:moveTo>
                  <a:cubicBezTo>
                    <a:pt x="271" y="0"/>
                    <a:pt x="262" y="8"/>
                    <a:pt x="258" y="19"/>
                  </a:cubicBezTo>
                  <a:cubicBezTo>
                    <a:pt x="0" y="930"/>
                    <a:pt x="39" y="2083"/>
                    <a:pt x="377" y="3542"/>
                  </a:cubicBezTo>
                  <a:cubicBezTo>
                    <a:pt x="416" y="3712"/>
                    <a:pt x="457" y="3880"/>
                    <a:pt x="498" y="4048"/>
                  </a:cubicBezTo>
                  <a:cubicBezTo>
                    <a:pt x="720" y="4972"/>
                    <a:pt x="950" y="5928"/>
                    <a:pt x="914" y="6884"/>
                  </a:cubicBezTo>
                  <a:cubicBezTo>
                    <a:pt x="914" y="6899"/>
                    <a:pt x="924" y="6911"/>
                    <a:pt x="939" y="6911"/>
                  </a:cubicBezTo>
                  <a:cubicBezTo>
                    <a:pt x="954" y="6911"/>
                    <a:pt x="965" y="6900"/>
                    <a:pt x="966" y="6885"/>
                  </a:cubicBezTo>
                  <a:cubicBezTo>
                    <a:pt x="1002" y="5922"/>
                    <a:pt x="771" y="4963"/>
                    <a:pt x="548" y="4036"/>
                  </a:cubicBezTo>
                  <a:cubicBezTo>
                    <a:pt x="507" y="3868"/>
                    <a:pt x="467" y="3700"/>
                    <a:pt x="428" y="3531"/>
                  </a:cubicBezTo>
                  <a:cubicBezTo>
                    <a:pt x="92" y="2079"/>
                    <a:pt x="52" y="935"/>
                    <a:pt x="308" y="34"/>
                  </a:cubicBezTo>
                  <a:cubicBezTo>
                    <a:pt x="312" y="20"/>
                    <a:pt x="304" y="5"/>
                    <a:pt x="291" y="1"/>
                  </a:cubicBezTo>
                  <a:cubicBezTo>
                    <a:pt x="288" y="1"/>
                    <a:pt x="285" y="0"/>
                    <a:pt x="28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22"/>
            <p:cNvSpPr/>
            <p:nvPr/>
          </p:nvSpPr>
          <p:spPr>
            <a:xfrm>
              <a:off x="1705300" y="4332100"/>
              <a:ext cx="22400" cy="60400"/>
            </a:xfrm>
            <a:custGeom>
              <a:avLst/>
              <a:gdLst/>
              <a:ahLst/>
              <a:cxnLst/>
              <a:rect l="l" t="t" r="r" b="b"/>
              <a:pathLst>
                <a:path w="896" h="2416" extrusionOk="0">
                  <a:moveTo>
                    <a:pt x="869" y="0"/>
                  </a:moveTo>
                  <a:cubicBezTo>
                    <a:pt x="856" y="0"/>
                    <a:pt x="844" y="9"/>
                    <a:pt x="841" y="23"/>
                  </a:cubicBezTo>
                  <a:cubicBezTo>
                    <a:pt x="730" y="849"/>
                    <a:pt x="441" y="1663"/>
                    <a:pt x="9" y="2376"/>
                  </a:cubicBezTo>
                  <a:cubicBezTo>
                    <a:pt x="1" y="2388"/>
                    <a:pt x="5" y="2404"/>
                    <a:pt x="17" y="2412"/>
                  </a:cubicBezTo>
                  <a:cubicBezTo>
                    <a:pt x="21" y="2415"/>
                    <a:pt x="26" y="2415"/>
                    <a:pt x="30" y="2415"/>
                  </a:cubicBezTo>
                  <a:cubicBezTo>
                    <a:pt x="38" y="2415"/>
                    <a:pt x="48" y="2411"/>
                    <a:pt x="52" y="2403"/>
                  </a:cubicBezTo>
                  <a:cubicBezTo>
                    <a:pt x="489" y="1685"/>
                    <a:pt x="780" y="864"/>
                    <a:pt x="893" y="30"/>
                  </a:cubicBezTo>
                  <a:cubicBezTo>
                    <a:pt x="895" y="16"/>
                    <a:pt x="885" y="3"/>
                    <a:pt x="871" y="0"/>
                  </a:cubicBezTo>
                  <a:cubicBezTo>
                    <a:pt x="870" y="0"/>
                    <a:pt x="869" y="0"/>
                    <a:pt x="86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22"/>
            <p:cNvSpPr/>
            <p:nvPr/>
          </p:nvSpPr>
          <p:spPr>
            <a:xfrm>
              <a:off x="1690950" y="4298450"/>
              <a:ext cx="11850" cy="32125"/>
            </a:xfrm>
            <a:custGeom>
              <a:avLst/>
              <a:gdLst/>
              <a:ahLst/>
              <a:cxnLst/>
              <a:rect l="l" t="t" r="r" b="b"/>
              <a:pathLst>
                <a:path w="474" h="1285" extrusionOk="0">
                  <a:moveTo>
                    <a:pt x="443" y="0"/>
                  </a:moveTo>
                  <a:cubicBezTo>
                    <a:pt x="431" y="0"/>
                    <a:pt x="422" y="10"/>
                    <a:pt x="420" y="21"/>
                  </a:cubicBezTo>
                  <a:cubicBezTo>
                    <a:pt x="346" y="449"/>
                    <a:pt x="207" y="862"/>
                    <a:pt x="7" y="1247"/>
                  </a:cubicBezTo>
                  <a:cubicBezTo>
                    <a:pt x="0" y="1260"/>
                    <a:pt x="6" y="1275"/>
                    <a:pt x="18" y="1282"/>
                  </a:cubicBezTo>
                  <a:cubicBezTo>
                    <a:pt x="22" y="1284"/>
                    <a:pt x="26" y="1284"/>
                    <a:pt x="30" y="1284"/>
                  </a:cubicBezTo>
                  <a:cubicBezTo>
                    <a:pt x="39" y="1284"/>
                    <a:pt x="49" y="1280"/>
                    <a:pt x="53" y="1271"/>
                  </a:cubicBezTo>
                  <a:cubicBezTo>
                    <a:pt x="256" y="881"/>
                    <a:pt x="396" y="464"/>
                    <a:pt x="471" y="31"/>
                  </a:cubicBezTo>
                  <a:cubicBezTo>
                    <a:pt x="474" y="17"/>
                    <a:pt x="464" y="2"/>
                    <a:pt x="450" y="1"/>
                  </a:cubicBezTo>
                  <a:cubicBezTo>
                    <a:pt x="447" y="0"/>
                    <a:pt x="445" y="0"/>
                    <a:pt x="44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6" name="Google Shape;5826;p22"/>
            <p:cNvSpPr/>
            <p:nvPr/>
          </p:nvSpPr>
          <p:spPr>
            <a:xfrm>
              <a:off x="1650575" y="4325025"/>
              <a:ext cx="46875" cy="37000"/>
            </a:xfrm>
            <a:custGeom>
              <a:avLst/>
              <a:gdLst/>
              <a:ahLst/>
              <a:cxnLst/>
              <a:rect l="l" t="t" r="r" b="b"/>
              <a:pathLst>
                <a:path w="1875" h="1480" extrusionOk="0">
                  <a:moveTo>
                    <a:pt x="31" y="1"/>
                  </a:moveTo>
                  <a:cubicBezTo>
                    <a:pt x="25" y="1"/>
                    <a:pt x="18" y="3"/>
                    <a:pt x="13" y="8"/>
                  </a:cubicBezTo>
                  <a:cubicBezTo>
                    <a:pt x="2" y="17"/>
                    <a:pt x="1" y="33"/>
                    <a:pt x="10" y="44"/>
                  </a:cubicBezTo>
                  <a:cubicBezTo>
                    <a:pt x="552" y="634"/>
                    <a:pt x="1131" y="1089"/>
                    <a:pt x="1832" y="1477"/>
                  </a:cubicBezTo>
                  <a:cubicBezTo>
                    <a:pt x="1836" y="1479"/>
                    <a:pt x="1841" y="1479"/>
                    <a:pt x="1845" y="1479"/>
                  </a:cubicBezTo>
                  <a:cubicBezTo>
                    <a:pt x="1855" y="1479"/>
                    <a:pt x="1863" y="1475"/>
                    <a:pt x="1868" y="1466"/>
                  </a:cubicBezTo>
                  <a:cubicBezTo>
                    <a:pt x="1875" y="1454"/>
                    <a:pt x="1869" y="1438"/>
                    <a:pt x="1857" y="1431"/>
                  </a:cubicBezTo>
                  <a:cubicBezTo>
                    <a:pt x="1160" y="1047"/>
                    <a:pt x="586" y="595"/>
                    <a:pt x="49" y="9"/>
                  </a:cubicBezTo>
                  <a:cubicBezTo>
                    <a:pt x="44" y="3"/>
                    <a:pt x="38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7" name="Google Shape;5827;p22"/>
            <p:cNvSpPr/>
            <p:nvPr/>
          </p:nvSpPr>
          <p:spPr>
            <a:xfrm>
              <a:off x="1653050" y="4372150"/>
              <a:ext cx="55450" cy="41575"/>
            </a:xfrm>
            <a:custGeom>
              <a:avLst/>
              <a:gdLst/>
              <a:ahLst/>
              <a:cxnLst/>
              <a:rect l="l" t="t" r="r" b="b"/>
              <a:pathLst>
                <a:path w="2218" h="1663" extrusionOk="0">
                  <a:moveTo>
                    <a:pt x="28" y="1"/>
                  </a:moveTo>
                  <a:cubicBezTo>
                    <a:pt x="22" y="1"/>
                    <a:pt x="15" y="3"/>
                    <a:pt x="9" y="9"/>
                  </a:cubicBezTo>
                  <a:cubicBezTo>
                    <a:pt x="0" y="18"/>
                    <a:pt x="0" y="36"/>
                    <a:pt x="11" y="45"/>
                  </a:cubicBezTo>
                  <a:cubicBezTo>
                    <a:pt x="653" y="681"/>
                    <a:pt x="1382" y="1225"/>
                    <a:pt x="2175" y="1659"/>
                  </a:cubicBezTo>
                  <a:cubicBezTo>
                    <a:pt x="2179" y="1661"/>
                    <a:pt x="2183" y="1662"/>
                    <a:pt x="2188" y="1662"/>
                  </a:cubicBezTo>
                  <a:cubicBezTo>
                    <a:pt x="2197" y="1662"/>
                    <a:pt x="2205" y="1657"/>
                    <a:pt x="2210" y="1649"/>
                  </a:cubicBezTo>
                  <a:cubicBezTo>
                    <a:pt x="2217" y="1636"/>
                    <a:pt x="2213" y="1620"/>
                    <a:pt x="2200" y="1614"/>
                  </a:cubicBezTo>
                  <a:cubicBezTo>
                    <a:pt x="1411" y="1182"/>
                    <a:pt x="686" y="642"/>
                    <a:pt x="47" y="9"/>
                  </a:cubicBezTo>
                  <a:cubicBezTo>
                    <a:pt x="42" y="3"/>
                    <a:pt x="35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22"/>
            <p:cNvSpPr/>
            <p:nvPr/>
          </p:nvSpPr>
          <p:spPr>
            <a:xfrm>
              <a:off x="1707075" y="4311675"/>
              <a:ext cx="4925" cy="11325"/>
            </a:xfrm>
            <a:custGeom>
              <a:avLst/>
              <a:gdLst/>
              <a:ahLst/>
              <a:cxnLst/>
              <a:rect l="l" t="t" r="r" b="b"/>
              <a:pathLst>
                <a:path w="197" h="453" extrusionOk="0">
                  <a:moveTo>
                    <a:pt x="167" y="0"/>
                  </a:moveTo>
                  <a:cubicBezTo>
                    <a:pt x="155" y="0"/>
                    <a:pt x="145" y="9"/>
                    <a:pt x="142" y="21"/>
                  </a:cubicBezTo>
                  <a:cubicBezTo>
                    <a:pt x="114" y="157"/>
                    <a:pt x="68" y="290"/>
                    <a:pt x="8" y="415"/>
                  </a:cubicBezTo>
                  <a:cubicBezTo>
                    <a:pt x="1" y="427"/>
                    <a:pt x="6" y="443"/>
                    <a:pt x="20" y="450"/>
                  </a:cubicBezTo>
                  <a:cubicBezTo>
                    <a:pt x="22" y="451"/>
                    <a:pt x="27" y="453"/>
                    <a:pt x="31" y="453"/>
                  </a:cubicBezTo>
                  <a:lnTo>
                    <a:pt x="31" y="451"/>
                  </a:lnTo>
                  <a:cubicBezTo>
                    <a:pt x="40" y="451"/>
                    <a:pt x="49" y="446"/>
                    <a:pt x="55" y="438"/>
                  </a:cubicBezTo>
                  <a:cubicBezTo>
                    <a:pt x="117" y="309"/>
                    <a:pt x="164" y="172"/>
                    <a:pt x="193" y="32"/>
                  </a:cubicBezTo>
                  <a:cubicBezTo>
                    <a:pt x="196" y="18"/>
                    <a:pt x="187" y="3"/>
                    <a:pt x="172" y="1"/>
                  </a:cubicBezTo>
                  <a:cubicBezTo>
                    <a:pt x="170" y="0"/>
                    <a:pt x="169" y="0"/>
                    <a:pt x="16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22"/>
            <p:cNvSpPr/>
            <p:nvPr/>
          </p:nvSpPr>
          <p:spPr>
            <a:xfrm>
              <a:off x="1701325" y="4328925"/>
              <a:ext cx="3525" cy="5550"/>
            </a:xfrm>
            <a:custGeom>
              <a:avLst/>
              <a:gdLst/>
              <a:ahLst/>
              <a:cxnLst/>
              <a:rect l="l" t="t" r="r" b="b"/>
              <a:pathLst>
                <a:path w="141" h="222" extrusionOk="0">
                  <a:moveTo>
                    <a:pt x="111" y="1"/>
                  </a:moveTo>
                  <a:cubicBezTo>
                    <a:pt x="102" y="1"/>
                    <a:pt x="93" y="6"/>
                    <a:pt x="88" y="16"/>
                  </a:cubicBezTo>
                  <a:lnTo>
                    <a:pt x="6" y="184"/>
                  </a:lnTo>
                  <a:cubicBezTo>
                    <a:pt x="1" y="197"/>
                    <a:pt x="6" y="212"/>
                    <a:pt x="18" y="219"/>
                  </a:cubicBezTo>
                  <a:cubicBezTo>
                    <a:pt x="22" y="220"/>
                    <a:pt x="26" y="221"/>
                    <a:pt x="29" y="221"/>
                  </a:cubicBezTo>
                  <a:cubicBezTo>
                    <a:pt x="40" y="221"/>
                    <a:pt x="49" y="216"/>
                    <a:pt x="53" y="207"/>
                  </a:cubicBezTo>
                  <a:lnTo>
                    <a:pt x="135" y="37"/>
                  </a:lnTo>
                  <a:cubicBezTo>
                    <a:pt x="141" y="25"/>
                    <a:pt x="135" y="9"/>
                    <a:pt x="123" y="4"/>
                  </a:cubicBezTo>
                  <a:cubicBezTo>
                    <a:pt x="119" y="2"/>
                    <a:pt x="115" y="1"/>
                    <a:pt x="11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22"/>
            <p:cNvSpPr/>
            <p:nvPr/>
          </p:nvSpPr>
          <p:spPr>
            <a:xfrm>
              <a:off x="1675375" y="4374350"/>
              <a:ext cx="30600" cy="19550"/>
            </a:xfrm>
            <a:custGeom>
              <a:avLst/>
              <a:gdLst/>
              <a:ahLst/>
              <a:cxnLst/>
              <a:rect l="l" t="t" r="r" b="b"/>
              <a:pathLst>
                <a:path w="1224" h="782" extrusionOk="0">
                  <a:moveTo>
                    <a:pt x="30" y="0"/>
                  </a:moveTo>
                  <a:cubicBezTo>
                    <a:pt x="23" y="0"/>
                    <a:pt x="15" y="3"/>
                    <a:pt x="10" y="9"/>
                  </a:cubicBezTo>
                  <a:cubicBezTo>
                    <a:pt x="0" y="20"/>
                    <a:pt x="2" y="36"/>
                    <a:pt x="14" y="46"/>
                  </a:cubicBezTo>
                  <a:cubicBezTo>
                    <a:pt x="370" y="338"/>
                    <a:pt x="764" y="584"/>
                    <a:pt x="1183" y="779"/>
                  </a:cubicBezTo>
                  <a:cubicBezTo>
                    <a:pt x="1187" y="782"/>
                    <a:pt x="1190" y="782"/>
                    <a:pt x="1194" y="782"/>
                  </a:cubicBezTo>
                  <a:cubicBezTo>
                    <a:pt x="1203" y="782"/>
                    <a:pt x="1212" y="776"/>
                    <a:pt x="1218" y="767"/>
                  </a:cubicBezTo>
                  <a:cubicBezTo>
                    <a:pt x="1223" y="753"/>
                    <a:pt x="1218" y="739"/>
                    <a:pt x="1204" y="732"/>
                  </a:cubicBezTo>
                  <a:cubicBezTo>
                    <a:pt x="790" y="539"/>
                    <a:pt x="400" y="295"/>
                    <a:pt x="46" y="5"/>
                  </a:cubicBezTo>
                  <a:cubicBezTo>
                    <a:pt x="41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22"/>
            <p:cNvSpPr/>
            <p:nvPr/>
          </p:nvSpPr>
          <p:spPr>
            <a:xfrm>
              <a:off x="1667000" y="4368550"/>
              <a:ext cx="4875" cy="4025"/>
            </a:xfrm>
            <a:custGeom>
              <a:avLst/>
              <a:gdLst/>
              <a:ahLst/>
              <a:cxnLst/>
              <a:rect l="l" t="t" r="r" b="b"/>
              <a:pathLst>
                <a:path w="195" h="161" extrusionOk="0">
                  <a:moveTo>
                    <a:pt x="30" y="0"/>
                  </a:moveTo>
                  <a:cubicBezTo>
                    <a:pt x="22" y="0"/>
                    <a:pt x="14" y="4"/>
                    <a:pt x="10" y="10"/>
                  </a:cubicBezTo>
                  <a:cubicBezTo>
                    <a:pt x="0" y="21"/>
                    <a:pt x="2" y="37"/>
                    <a:pt x="14" y="46"/>
                  </a:cubicBezTo>
                  <a:lnTo>
                    <a:pt x="150" y="155"/>
                  </a:lnTo>
                  <a:cubicBezTo>
                    <a:pt x="154" y="159"/>
                    <a:pt x="159" y="161"/>
                    <a:pt x="166" y="161"/>
                  </a:cubicBezTo>
                  <a:cubicBezTo>
                    <a:pt x="173" y="161"/>
                    <a:pt x="181" y="158"/>
                    <a:pt x="186" y="151"/>
                  </a:cubicBezTo>
                  <a:cubicBezTo>
                    <a:pt x="194" y="141"/>
                    <a:pt x="193" y="124"/>
                    <a:pt x="182" y="115"/>
                  </a:cubicBezTo>
                  <a:lnTo>
                    <a:pt x="46" y="6"/>
                  </a:ln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22"/>
            <p:cNvSpPr/>
            <p:nvPr/>
          </p:nvSpPr>
          <p:spPr>
            <a:xfrm>
              <a:off x="1673950" y="4333600"/>
              <a:ext cx="9925" cy="7425"/>
            </a:xfrm>
            <a:custGeom>
              <a:avLst/>
              <a:gdLst/>
              <a:ahLst/>
              <a:cxnLst/>
              <a:rect l="l" t="t" r="r" b="b"/>
              <a:pathLst>
                <a:path w="397" h="297" extrusionOk="0">
                  <a:moveTo>
                    <a:pt x="31" y="0"/>
                  </a:moveTo>
                  <a:cubicBezTo>
                    <a:pt x="23" y="0"/>
                    <a:pt x="15" y="4"/>
                    <a:pt x="10" y="10"/>
                  </a:cubicBezTo>
                  <a:cubicBezTo>
                    <a:pt x="1" y="22"/>
                    <a:pt x="4" y="39"/>
                    <a:pt x="16" y="47"/>
                  </a:cubicBezTo>
                  <a:lnTo>
                    <a:pt x="352" y="293"/>
                  </a:lnTo>
                  <a:cubicBezTo>
                    <a:pt x="356" y="295"/>
                    <a:pt x="361" y="297"/>
                    <a:pt x="367" y="297"/>
                  </a:cubicBezTo>
                  <a:cubicBezTo>
                    <a:pt x="375" y="297"/>
                    <a:pt x="383" y="294"/>
                    <a:pt x="388" y="286"/>
                  </a:cubicBezTo>
                  <a:cubicBezTo>
                    <a:pt x="396" y="275"/>
                    <a:pt x="394" y="259"/>
                    <a:pt x="383" y="250"/>
                  </a:cubicBezTo>
                  <a:lnTo>
                    <a:pt x="47" y="5"/>
                  </a:lnTo>
                  <a:cubicBezTo>
                    <a:pt x="42" y="2"/>
                    <a:pt x="3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22"/>
            <p:cNvSpPr/>
            <p:nvPr/>
          </p:nvSpPr>
          <p:spPr>
            <a:xfrm>
              <a:off x="1653800" y="4315100"/>
              <a:ext cx="14400" cy="14575"/>
            </a:xfrm>
            <a:custGeom>
              <a:avLst/>
              <a:gdLst/>
              <a:ahLst/>
              <a:cxnLst/>
              <a:rect l="l" t="t" r="r" b="b"/>
              <a:pathLst>
                <a:path w="576" h="583" extrusionOk="0">
                  <a:moveTo>
                    <a:pt x="30" y="0"/>
                  </a:moveTo>
                  <a:cubicBezTo>
                    <a:pt x="24" y="0"/>
                    <a:pt x="18" y="2"/>
                    <a:pt x="13" y="6"/>
                  </a:cubicBezTo>
                  <a:cubicBezTo>
                    <a:pt x="2" y="14"/>
                    <a:pt x="1" y="32"/>
                    <a:pt x="9" y="43"/>
                  </a:cubicBezTo>
                  <a:cubicBezTo>
                    <a:pt x="165" y="236"/>
                    <a:pt x="340" y="415"/>
                    <a:pt x="530" y="575"/>
                  </a:cubicBezTo>
                  <a:cubicBezTo>
                    <a:pt x="535" y="579"/>
                    <a:pt x="540" y="582"/>
                    <a:pt x="546" y="582"/>
                  </a:cubicBezTo>
                  <a:cubicBezTo>
                    <a:pt x="554" y="582"/>
                    <a:pt x="561" y="578"/>
                    <a:pt x="566" y="573"/>
                  </a:cubicBezTo>
                  <a:cubicBezTo>
                    <a:pt x="575" y="562"/>
                    <a:pt x="574" y="546"/>
                    <a:pt x="563" y="536"/>
                  </a:cubicBezTo>
                  <a:cubicBezTo>
                    <a:pt x="376" y="378"/>
                    <a:pt x="203" y="201"/>
                    <a:pt x="49" y="10"/>
                  </a:cubicBezTo>
                  <a:cubicBezTo>
                    <a:pt x="45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22"/>
            <p:cNvSpPr/>
            <p:nvPr/>
          </p:nvSpPr>
          <p:spPr>
            <a:xfrm>
              <a:off x="1658925" y="4305600"/>
              <a:ext cx="22125" cy="23525"/>
            </a:xfrm>
            <a:custGeom>
              <a:avLst/>
              <a:gdLst/>
              <a:ahLst/>
              <a:cxnLst/>
              <a:rect l="l" t="t" r="r" b="b"/>
              <a:pathLst>
                <a:path w="885" h="941" extrusionOk="0">
                  <a:moveTo>
                    <a:pt x="30" y="1"/>
                  </a:moveTo>
                  <a:cubicBezTo>
                    <a:pt x="25" y="1"/>
                    <a:pt x="20" y="2"/>
                    <a:pt x="15" y="6"/>
                  </a:cubicBezTo>
                  <a:cubicBezTo>
                    <a:pt x="3" y="14"/>
                    <a:pt x="0" y="30"/>
                    <a:pt x="9" y="42"/>
                  </a:cubicBezTo>
                  <a:cubicBezTo>
                    <a:pt x="236" y="382"/>
                    <a:pt x="514" y="684"/>
                    <a:pt x="839" y="935"/>
                  </a:cubicBezTo>
                  <a:cubicBezTo>
                    <a:pt x="844" y="939"/>
                    <a:pt x="849" y="941"/>
                    <a:pt x="855" y="941"/>
                  </a:cubicBezTo>
                  <a:cubicBezTo>
                    <a:pt x="863" y="941"/>
                    <a:pt x="870" y="938"/>
                    <a:pt x="875" y="931"/>
                  </a:cubicBezTo>
                  <a:cubicBezTo>
                    <a:pt x="884" y="919"/>
                    <a:pt x="882" y="903"/>
                    <a:pt x="871" y="895"/>
                  </a:cubicBezTo>
                  <a:cubicBezTo>
                    <a:pt x="551" y="646"/>
                    <a:pt x="275" y="350"/>
                    <a:pt x="52" y="12"/>
                  </a:cubicBezTo>
                  <a:cubicBezTo>
                    <a:pt x="47" y="5"/>
                    <a:pt x="39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22"/>
            <p:cNvSpPr/>
            <p:nvPr/>
          </p:nvSpPr>
          <p:spPr>
            <a:xfrm>
              <a:off x="1706850" y="4369200"/>
              <a:ext cx="22000" cy="40100"/>
            </a:xfrm>
            <a:custGeom>
              <a:avLst/>
              <a:gdLst/>
              <a:ahLst/>
              <a:cxnLst/>
              <a:rect l="l" t="t" r="r" b="b"/>
              <a:pathLst>
                <a:path w="880" h="1604" extrusionOk="0">
                  <a:moveTo>
                    <a:pt x="850" y="0"/>
                  </a:moveTo>
                  <a:cubicBezTo>
                    <a:pt x="840" y="0"/>
                    <a:pt x="828" y="7"/>
                    <a:pt x="825" y="18"/>
                  </a:cubicBezTo>
                  <a:cubicBezTo>
                    <a:pt x="625" y="568"/>
                    <a:pt x="350" y="1087"/>
                    <a:pt x="9" y="1562"/>
                  </a:cubicBezTo>
                  <a:cubicBezTo>
                    <a:pt x="1" y="1574"/>
                    <a:pt x="3" y="1590"/>
                    <a:pt x="14" y="1598"/>
                  </a:cubicBezTo>
                  <a:cubicBezTo>
                    <a:pt x="19" y="1602"/>
                    <a:pt x="25" y="1604"/>
                    <a:pt x="30" y="1604"/>
                  </a:cubicBezTo>
                  <a:cubicBezTo>
                    <a:pt x="37" y="1604"/>
                    <a:pt x="45" y="1600"/>
                    <a:pt x="50" y="1593"/>
                  </a:cubicBezTo>
                  <a:cubicBezTo>
                    <a:pt x="395" y="1114"/>
                    <a:pt x="672" y="589"/>
                    <a:pt x="874" y="35"/>
                  </a:cubicBezTo>
                  <a:cubicBezTo>
                    <a:pt x="879" y="22"/>
                    <a:pt x="871" y="7"/>
                    <a:pt x="858" y="2"/>
                  </a:cubicBezTo>
                  <a:cubicBezTo>
                    <a:pt x="855" y="1"/>
                    <a:pt x="853" y="0"/>
                    <a:pt x="85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22"/>
            <p:cNvSpPr/>
            <p:nvPr/>
          </p:nvSpPr>
          <p:spPr>
            <a:xfrm>
              <a:off x="1729900" y="4356400"/>
              <a:ext cx="2375" cy="6600"/>
            </a:xfrm>
            <a:custGeom>
              <a:avLst/>
              <a:gdLst/>
              <a:ahLst/>
              <a:cxnLst/>
              <a:rect l="l" t="t" r="r" b="b"/>
              <a:pathLst>
                <a:path w="95" h="264" extrusionOk="0">
                  <a:moveTo>
                    <a:pt x="61" y="1"/>
                  </a:moveTo>
                  <a:cubicBezTo>
                    <a:pt x="61" y="1"/>
                    <a:pt x="60" y="1"/>
                    <a:pt x="59" y="1"/>
                  </a:cubicBezTo>
                  <a:cubicBezTo>
                    <a:pt x="44" y="2"/>
                    <a:pt x="34" y="16"/>
                    <a:pt x="35" y="29"/>
                  </a:cubicBezTo>
                  <a:cubicBezTo>
                    <a:pt x="42" y="96"/>
                    <a:pt x="31" y="165"/>
                    <a:pt x="5" y="227"/>
                  </a:cubicBezTo>
                  <a:cubicBezTo>
                    <a:pt x="0" y="240"/>
                    <a:pt x="5" y="255"/>
                    <a:pt x="19" y="261"/>
                  </a:cubicBezTo>
                  <a:cubicBezTo>
                    <a:pt x="23" y="262"/>
                    <a:pt x="26" y="263"/>
                    <a:pt x="30" y="263"/>
                  </a:cubicBezTo>
                  <a:cubicBezTo>
                    <a:pt x="39" y="263"/>
                    <a:pt x="49" y="257"/>
                    <a:pt x="53" y="247"/>
                  </a:cubicBezTo>
                  <a:cubicBezTo>
                    <a:pt x="82" y="177"/>
                    <a:pt x="94" y="101"/>
                    <a:pt x="88" y="25"/>
                  </a:cubicBezTo>
                  <a:cubicBezTo>
                    <a:pt x="86" y="11"/>
                    <a:pt x="73" y="1"/>
                    <a:pt x="6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22"/>
            <p:cNvSpPr/>
            <p:nvPr/>
          </p:nvSpPr>
          <p:spPr>
            <a:xfrm>
              <a:off x="1713100" y="4156400"/>
              <a:ext cx="94100" cy="141575"/>
            </a:xfrm>
            <a:custGeom>
              <a:avLst/>
              <a:gdLst/>
              <a:ahLst/>
              <a:cxnLst/>
              <a:rect l="l" t="t" r="r" b="b"/>
              <a:pathLst>
                <a:path w="3764" h="5663" extrusionOk="0">
                  <a:moveTo>
                    <a:pt x="1030" y="0"/>
                  </a:moveTo>
                  <a:cubicBezTo>
                    <a:pt x="735" y="501"/>
                    <a:pt x="449" y="1028"/>
                    <a:pt x="260" y="1578"/>
                  </a:cubicBezTo>
                  <a:cubicBezTo>
                    <a:pt x="73" y="2129"/>
                    <a:pt x="1" y="2734"/>
                    <a:pt x="162" y="3292"/>
                  </a:cubicBezTo>
                  <a:cubicBezTo>
                    <a:pt x="332" y="3878"/>
                    <a:pt x="749" y="4369"/>
                    <a:pt x="1236" y="4737"/>
                  </a:cubicBezTo>
                  <a:cubicBezTo>
                    <a:pt x="1722" y="5106"/>
                    <a:pt x="2337" y="5405"/>
                    <a:pt x="2891" y="5662"/>
                  </a:cubicBezTo>
                  <a:lnTo>
                    <a:pt x="2891" y="5662"/>
                  </a:lnTo>
                  <a:cubicBezTo>
                    <a:pt x="3324" y="4894"/>
                    <a:pt x="3764" y="4013"/>
                    <a:pt x="3515" y="3169"/>
                  </a:cubicBezTo>
                  <a:cubicBezTo>
                    <a:pt x="3322" y="2512"/>
                    <a:pt x="2759" y="2047"/>
                    <a:pt x="2233" y="1609"/>
                  </a:cubicBezTo>
                  <a:cubicBezTo>
                    <a:pt x="1708" y="1172"/>
                    <a:pt x="1162" y="672"/>
                    <a:pt x="1030" y="0"/>
                  </a:cubicBezTo>
                  <a:close/>
                  <a:moveTo>
                    <a:pt x="2891" y="5662"/>
                  </a:moveTo>
                  <a:cubicBezTo>
                    <a:pt x="2891" y="5662"/>
                    <a:pt x="2891" y="5663"/>
                    <a:pt x="2891" y="5663"/>
                  </a:cubicBezTo>
                  <a:lnTo>
                    <a:pt x="2892" y="5663"/>
                  </a:lnTo>
                  <a:cubicBezTo>
                    <a:pt x="2892" y="5663"/>
                    <a:pt x="2891" y="5662"/>
                    <a:pt x="2891" y="5662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22"/>
            <p:cNvSpPr/>
            <p:nvPr/>
          </p:nvSpPr>
          <p:spPr>
            <a:xfrm>
              <a:off x="1712175" y="4155100"/>
              <a:ext cx="96375" cy="144200"/>
            </a:xfrm>
            <a:custGeom>
              <a:avLst/>
              <a:gdLst/>
              <a:ahLst/>
              <a:cxnLst/>
              <a:rect l="l" t="t" r="r" b="b"/>
              <a:pathLst>
                <a:path w="3855" h="5768" extrusionOk="0">
                  <a:moveTo>
                    <a:pt x="1045" y="190"/>
                  </a:moveTo>
                  <a:lnTo>
                    <a:pt x="1045" y="191"/>
                  </a:lnTo>
                  <a:cubicBezTo>
                    <a:pt x="1219" y="811"/>
                    <a:pt x="1727" y="1277"/>
                    <a:pt x="2236" y="1700"/>
                  </a:cubicBezTo>
                  <a:lnTo>
                    <a:pt x="2247" y="1708"/>
                  </a:lnTo>
                  <a:cubicBezTo>
                    <a:pt x="2771" y="2146"/>
                    <a:pt x="3315" y="2599"/>
                    <a:pt x="3502" y="3235"/>
                  </a:cubicBezTo>
                  <a:cubicBezTo>
                    <a:pt x="3740" y="4040"/>
                    <a:pt x="3343" y="4867"/>
                    <a:pt x="2906" y="5648"/>
                  </a:cubicBezTo>
                  <a:cubicBezTo>
                    <a:pt x="2345" y="5387"/>
                    <a:pt x="1765" y="5097"/>
                    <a:pt x="1304" y="4748"/>
                  </a:cubicBezTo>
                  <a:cubicBezTo>
                    <a:pt x="927" y="4464"/>
                    <a:pt x="440" y="3986"/>
                    <a:pt x="249" y="3330"/>
                  </a:cubicBezTo>
                  <a:cubicBezTo>
                    <a:pt x="106" y="2836"/>
                    <a:pt x="140" y="2255"/>
                    <a:pt x="347" y="1647"/>
                  </a:cubicBezTo>
                  <a:cubicBezTo>
                    <a:pt x="523" y="1127"/>
                    <a:pt x="794" y="624"/>
                    <a:pt x="1045" y="190"/>
                  </a:cubicBezTo>
                  <a:close/>
                  <a:moveTo>
                    <a:pt x="1068" y="1"/>
                  </a:moveTo>
                  <a:cubicBezTo>
                    <a:pt x="1049" y="1"/>
                    <a:pt x="1032" y="10"/>
                    <a:pt x="1021" y="27"/>
                  </a:cubicBezTo>
                  <a:cubicBezTo>
                    <a:pt x="749" y="490"/>
                    <a:pt x="444" y="1041"/>
                    <a:pt x="249" y="1614"/>
                  </a:cubicBezTo>
                  <a:cubicBezTo>
                    <a:pt x="35" y="2241"/>
                    <a:pt x="0" y="2844"/>
                    <a:pt x="149" y="3358"/>
                  </a:cubicBezTo>
                  <a:cubicBezTo>
                    <a:pt x="349" y="4043"/>
                    <a:pt x="853" y="4536"/>
                    <a:pt x="1240" y="4831"/>
                  </a:cubicBezTo>
                  <a:cubicBezTo>
                    <a:pt x="1723" y="5194"/>
                    <a:pt x="2326" y="5493"/>
                    <a:pt x="2906" y="5762"/>
                  </a:cubicBezTo>
                  <a:cubicBezTo>
                    <a:pt x="2913" y="5765"/>
                    <a:pt x="2921" y="5766"/>
                    <a:pt x="2928" y="5766"/>
                  </a:cubicBezTo>
                  <a:lnTo>
                    <a:pt x="2928" y="5767"/>
                  </a:lnTo>
                  <a:cubicBezTo>
                    <a:pt x="2946" y="5767"/>
                    <a:pt x="2964" y="5758"/>
                    <a:pt x="2973" y="5740"/>
                  </a:cubicBezTo>
                  <a:cubicBezTo>
                    <a:pt x="3410" y="4964"/>
                    <a:pt x="3854" y="4064"/>
                    <a:pt x="3602" y="3206"/>
                  </a:cubicBezTo>
                  <a:cubicBezTo>
                    <a:pt x="3405" y="2538"/>
                    <a:pt x="2849" y="2077"/>
                    <a:pt x="2313" y="1629"/>
                  </a:cubicBezTo>
                  <a:lnTo>
                    <a:pt x="2303" y="1621"/>
                  </a:lnTo>
                  <a:cubicBezTo>
                    <a:pt x="1773" y="1181"/>
                    <a:pt x="1246" y="695"/>
                    <a:pt x="1117" y="43"/>
                  </a:cubicBezTo>
                  <a:cubicBezTo>
                    <a:pt x="1113" y="21"/>
                    <a:pt x="1097" y="5"/>
                    <a:pt x="1075" y="1"/>
                  </a:cubicBezTo>
                  <a:cubicBezTo>
                    <a:pt x="1073" y="1"/>
                    <a:pt x="1070" y="1"/>
                    <a:pt x="106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22"/>
            <p:cNvSpPr/>
            <p:nvPr/>
          </p:nvSpPr>
          <p:spPr>
            <a:xfrm>
              <a:off x="1780650" y="4296650"/>
              <a:ext cx="8400" cy="47600"/>
            </a:xfrm>
            <a:custGeom>
              <a:avLst/>
              <a:gdLst/>
              <a:ahLst/>
              <a:cxnLst/>
              <a:rect l="l" t="t" r="r" b="b"/>
              <a:pathLst>
                <a:path w="336" h="1904" extrusionOk="0">
                  <a:moveTo>
                    <a:pt x="190" y="1"/>
                  </a:moveTo>
                  <a:cubicBezTo>
                    <a:pt x="187" y="1"/>
                    <a:pt x="184" y="1"/>
                    <a:pt x="180" y="2"/>
                  </a:cubicBezTo>
                  <a:cubicBezTo>
                    <a:pt x="152" y="7"/>
                    <a:pt x="133" y="33"/>
                    <a:pt x="139" y="61"/>
                  </a:cubicBezTo>
                  <a:cubicBezTo>
                    <a:pt x="230" y="634"/>
                    <a:pt x="189" y="1199"/>
                    <a:pt x="8" y="1838"/>
                  </a:cubicBezTo>
                  <a:cubicBezTo>
                    <a:pt x="0" y="1865"/>
                    <a:pt x="16" y="1895"/>
                    <a:pt x="43" y="1901"/>
                  </a:cubicBezTo>
                  <a:cubicBezTo>
                    <a:pt x="49" y="1903"/>
                    <a:pt x="53" y="1904"/>
                    <a:pt x="58" y="1904"/>
                  </a:cubicBezTo>
                  <a:cubicBezTo>
                    <a:pt x="80" y="1904"/>
                    <a:pt x="101" y="1889"/>
                    <a:pt x="108" y="1866"/>
                  </a:cubicBezTo>
                  <a:cubicBezTo>
                    <a:pt x="293" y="1212"/>
                    <a:pt x="335" y="633"/>
                    <a:pt x="241" y="45"/>
                  </a:cubicBezTo>
                  <a:cubicBezTo>
                    <a:pt x="236" y="20"/>
                    <a:pt x="215" y="1"/>
                    <a:pt x="19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22"/>
            <p:cNvSpPr/>
            <p:nvPr/>
          </p:nvSpPr>
          <p:spPr>
            <a:xfrm>
              <a:off x="1737025" y="4155750"/>
              <a:ext cx="48850" cy="143375"/>
            </a:xfrm>
            <a:custGeom>
              <a:avLst/>
              <a:gdLst/>
              <a:ahLst/>
              <a:cxnLst/>
              <a:rect l="l" t="t" r="r" b="b"/>
              <a:pathLst>
                <a:path w="1954" h="5735" extrusionOk="0">
                  <a:moveTo>
                    <a:pt x="72" y="1"/>
                  </a:moveTo>
                  <a:cubicBezTo>
                    <a:pt x="61" y="1"/>
                    <a:pt x="47" y="12"/>
                    <a:pt x="46" y="25"/>
                  </a:cubicBezTo>
                  <a:cubicBezTo>
                    <a:pt x="0" y="846"/>
                    <a:pt x="252" y="1814"/>
                    <a:pt x="814" y="2987"/>
                  </a:cubicBezTo>
                  <a:cubicBezTo>
                    <a:pt x="879" y="3122"/>
                    <a:pt x="945" y="3256"/>
                    <a:pt x="1012" y="3392"/>
                  </a:cubicBezTo>
                  <a:cubicBezTo>
                    <a:pt x="1375" y="4132"/>
                    <a:pt x="1751" y="4896"/>
                    <a:pt x="1900" y="5713"/>
                  </a:cubicBezTo>
                  <a:cubicBezTo>
                    <a:pt x="1903" y="5725"/>
                    <a:pt x="1913" y="5735"/>
                    <a:pt x="1925" y="5735"/>
                  </a:cubicBezTo>
                  <a:lnTo>
                    <a:pt x="1931" y="5735"/>
                  </a:lnTo>
                  <a:cubicBezTo>
                    <a:pt x="1944" y="5732"/>
                    <a:pt x="1954" y="5718"/>
                    <a:pt x="1951" y="5704"/>
                  </a:cubicBezTo>
                  <a:cubicBezTo>
                    <a:pt x="1799" y="4880"/>
                    <a:pt x="1422" y="4112"/>
                    <a:pt x="1058" y="3369"/>
                  </a:cubicBezTo>
                  <a:cubicBezTo>
                    <a:pt x="992" y="3235"/>
                    <a:pt x="926" y="3100"/>
                    <a:pt x="861" y="2965"/>
                  </a:cubicBezTo>
                  <a:cubicBezTo>
                    <a:pt x="302" y="1799"/>
                    <a:pt x="53" y="839"/>
                    <a:pt x="99" y="28"/>
                  </a:cubicBezTo>
                  <a:cubicBezTo>
                    <a:pt x="100" y="14"/>
                    <a:pt x="88" y="2"/>
                    <a:pt x="74" y="1"/>
                  </a:cubicBezTo>
                  <a:cubicBezTo>
                    <a:pt x="74" y="1"/>
                    <a:pt x="73" y="1"/>
                    <a:pt x="7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22"/>
            <p:cNvSpPr/>
            <p:nvPr/>
          </p:nvSpPr>
          <p:spPr>
            <a:xfrm>
              <a:off x="1773350" y="4206950"/>
              <a:ext cx="9475" cy="55275"/>
            </a:xfrm>
            <a:custGeom>
              <a:avLst/>
              <a:gdLst/>
              <a:ahLst/>
              <a:cxnLst/>
              <a:rect l="l" t="t" r="r" b="b"/>
              <a:pathLst>
                <a:path w="379" h="2211" extrusionOk="0">
                  <a:moveTo>
                    <a:pt x="291" y="0"/>
                  </a:moveTo>
                  <a:cubicBezTo>
                    <a:pt x="290" y="0"/>
                    <a:pt x="289" y="0"/>
                    <a:pt x="288" y="0"/>
                  </a:cubicBezTo>
                  <a:cubicBezTo>
                    <a:pt x="273" y="2"/>
                    <a:pt x="263" y="14"/>
                    <a:pt x="264" y="29"/>
                  </a:cubicBezTo>
                  <a:cubicBezTo>
                    <a:pt x="326" y="748"/>
                    <a:pt x="236" y="1491"/>
                    <a:pt x="4" y="2177"/>
                  </a:cubicBezTo>
                  <a:cubicBezTo>
                    <a:pt x="0" y="2191"/>
                    <a:pt x="7" y="2205"/>
                    <a:pt x="20" y="2209"/>
                  </a:cubicBezTo>
                  <a:cubicBezTo>
                    <a:pt x="23" y="2211"/>
                    <a:pt x="26" y="2211"/>
                    <a:pt x="28" y="2211"/>
                  </a:cubicBezTo>
                  <a:cubicBezTo>
                    <a:pt x="39" y="2211"/>
                    <a:pt x="50" y="2204"/>
                    <a:pt x="53" y="2193"/>
                  </a:cubicBezTo>
                  <a:cubicBezTo>
                    <a:pt x="287" y="1502"/>
                    <a:pt x="378" y="751"/>
                    <a:pt x="316" y="23"/>
                  </a:cubicBezTo>
                  <a:cubicBezTo>
                    <a:pt x="315" y="11"/>
                    <a:pt x="305" y="0"/>
                    <a:pt x="29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22"/>
            <p:cNvSpPr/>
            <p:nvPr/>
          </p:nvSpPr>
          <p:spPr>
            <a:xfrm>
              <a:off x="1749475" y="4183175"/>
              <a:ext cx="4800" cy="29350"/>
            </a:xfrm>
            <a:custGeom>
              <a:avLst/>
              <a:gdLst/>
              <a:ahLst/>
              <a:cxnLst/>
              <a:rect l="l" t="t" r="r" b="b"/>
              <a:pathLst>
                <a:path w="192" h="1174" extrusionOk="0">
                  <a:moveTo>
                    <a:pt x="149" y="0"/>
                  </a:moveTo>
                  <a:cubicBezTo>
                    <a:pt x="148" y="0"/>
                    <a:pt x="148" y="0"/>
                    <a:pt x="147" y="0"/>
                  </a:cubicBezTo>
                  <a:cubicBezTo>
                    <a:pt x="132" y="0"/>
                    <a:pt x="121" y="12"/>
                    <a:pt x="121" y="27"/>
                  </a:cubicBezTo>
                  <a:cubicBezTo>
                    <a:pt x="140" y="402"/>
                    <a:pt x="100" y="778"/>
                    <a:pt x="4" y="1141"/>
                  </a:cubicBezTo>
                  <a:cubicBezTo>
                    <a:pt x="0" y="1154"/>
                    <a:pt x="9" y="1169"/>
                    <a:pt x="23" y="1173"/>
                  </a:cubicBezTo>
                  <a:lnTo>
                    <a:pt x="30" y="1173"/>
                  </a:lnTo>
                  <a:cubicBezTo>
                    <a:pt x="40" y="1173"/>
                    <a:pt x="51" y="1167"/>
                    <a:pt x="54" y="1154"/>
                  </a:cubicBezTo>
                  <a:cubicBezTo>
                    <a:pt x="152" y="786"/>
                    <a:pt x="191" y="406"/>
                    <a:pt x="174" y="24"/>
                  </a:cubicBezTo>
                  <a:cubicBezTo>
                    <a:pt x="172" y="10"/>
                    <a:pt x="163" y="0"/>
                    <a:pt x="14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22"/>
            <p:cNvSpPr/>
            <p:nvPr/>
          </p:nvSpPr>
          <p:spPr>
            <a:xfrm>
              <a:off x="1714475" y="4215275"/>
              <a:ext cx="46650" cy="22950"/>
            </a:xfrm>
            <a:custGeom>
              <a:avLst/>
              <a:gdLst/>
              <a:ahLst/>
              <a:cxnLst/>
              <a:rect l="l" t="t" r="r" b="b"/>
              <a:pathLst>
                <a:path w="1866" h="918" extrusionOk="0">
                  <a:moveTo>
                    <a:pt x="30" y="0"/>
                  </a:moveTo>
                  <a:cubicBezTo>
                    <a:pt x="22" y="0"/>
                    <a:pt x="14" y="4"/>
                    <a:pt x="9" y="12"/>
                  </a:cubicBezTo>
                  <a:cubicBezTo>
                    <a:pt x="1" y="23"/>
                    <a:pt x="4" y="39"/>
                    <a:pt x="16" y="47"/>
                  </a:cubicBezTo>
                  <a:cubicBezTo>
                    <a:pt x="585" y="445"/>
                    <a:pt x="1162" y="721"/>
                    <a:pt x="1829" y="916"/>
                  </a:cubicBezTo>
                  <a:cubicBezTo>
                    <a:pt x="1832" y="917"/>
                    <a:pt x="1833" y="917"/>
                    <a:pt x="1836" y="917"/>
                  </a:cubicBezTo>
                  <a:cubicBezTo>
                    <a:pt x="1848" y="917"/>
                    <a:pt x="1857" y="909"/>
                    <a:pt x="1862" y="898"/>
                  </a:cubicBezTo>
                  <a:cubicBezTo>
                    <a:pt x="1866" y="885"/>
                    <a:pt x="1857" y="870"/>
                    <a:pt x="1844" y="866"/>
                  </a:cubicBezTo>
                  <a:cubicBezTo>
                    <a:pt x="1182" y="674"/>
                    <a:pt x="610" y="399"/>
                    <a:pt x="45" y="5"/>
                  </a:cubicBezTo>
                  <a:cubicBezTo>
                    <a:pt x="41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22"/>
            <p:cNvSpPr/>
            <p:nvPr/>
          </p:nvSpPr>
          <p:spPr>
            <a:xfrm>
              <a:off x="1725450" y="4254700"/>
              <a:ext cx="54775" cy="25175"/>
            </a:xfrm>
            <a:custGeom>
              <a:avLst/>
              <a:gdLst/>
              <a:ahLst/>
              <a:cxnLst/>
              <a:rect l="l" t="t" r="r" b="b"/>
              <a:pathLst>
                <a:path w="2191" h="1007" extrusionOk="0">
                  <a:moveTo>
                    <a:pt x="30" y="1"/>
                  </a:moveTo>
                  <a:cubicBezTo>
                    <a:pt x="21" y="1"/>
                    <a:pt x="13" y="5"/>
                    <a:pt x="9" y="13"/>
                  </a:cubicBezTo>
                  <a:cubicBezTo>
                    <a:pt x="1" y="25"/>
                    <a:pt x="5" y="41"/>
                    <a:pt x="17" y="48"/>
                  </a:cubicBezTo>
                  <a:cubicBezTo>
                    <a:pt x="681" y="466"/>
                    <a:pt x="1401" y="788"/>
                    <a:pt x="2154" y="1006"/>
                  </a:cubicBezTo>
                  <a:lnTo>
                    <a:pt x="2162" y="1006"/>
                  </a:lnTo>
                  <a:lnTo>
                    <a:pt x="2162" y="1007"/>
                  </a:lnTo>
                  <a:cubicBezTo>
                    <a:pt x="2173" y="1007"/>
                    <a:pt x="2184" y="999"/>
                    <a:pt x="2187" y="988"/>
                  </a:cubicBezTo>
                  <a:cubicBezTo>
                    <a:pt x="2191" y="973"/>
                    <a:pt x="2183" y="960"/>
                    <a:pt x="2169" y="956"/>
                  </a:cubicBezTo>
                  <a:cubicBezTo>
                    <a:pt x="1420" y="739"/>
                    <a:pt x="704" y="419"/>
                    <a:pt x="44" y="5"/>
                  </a:cubicBezTo>
                  <a:cubicBezTo>
                    <a:pt x="39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22"/>
            <p:cNvSpPr/>
            <p:nvPr/>
          </p:nvSpPr>
          <p:spPr>
            <a:xfrm>
              <a:off x="1761700" y="4192625"/>
              <a:ext cx="2450" cy="10450"/>
            </a:xfrm>
            <a:custGeom>
              <a:avLst/>
              <a:gdLst/>
              <a:ahLst/>
              <a:cxnLst/>
              <a:rect l="l" t="t" r="r" b="b"/>
              <a:pathLst>
                <a:path w="98" h="418" extrusionOk="0">
                  <a:moveTo>
                    <a:pt x="69" y="0"/>
                  </a:moveTo>
                  <a:cubicBezTo>
                    <a:pt x="55" y="0"/>
                    <a:pt x="44" y="12"/>
                    <a:pt x="44" y="27"/>
                  </a:cubicBezTo>
                  <a:cubicBezTo>
                    <a:pt x="45" y="147"/>
                    <a:pt x="32" y="268"/>
                    <a:pt x="3" y="385"/>
                  </a:cubicBezTo>
                  <a:cubicBezTo>
                    <a:pt x="1" y="398"/>
                    <a:pt x="9" y="412"/>
                    <a:pt x="24" y="416"/>
                  </a:cubicBezTo>
                  <a:lnTo>
                    <a:pt x="29" y="416"/>
                  </a:lnTo>
                  <a:lnTo>
                    <a:pt x="29" y="417"/>
                  </a:lnTo>
                  <a:cubicBezTo>
                    <a:pt x="41" y="417"/>
                    <a:pt x="52" y="409"/>
                    <a:pt x="55" y="397"/>
                  </a:cubicBezTo>
                  <a:cubicBezTo>
                    <a:pt x="83" y="276"/>
                    <a:pt x="98" y="151"/>
                    <a:pt x="95" y="26"/>
                  </a:cubicBezTo>
                  <a:cubicBezTo>
                    <a:pt x="95" y="12"/>
                    <a:pt x="83" y="0"/>
                    <a:pt x="6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22"/>
            <p:cNvSpPr/>
            <p:nvPr/>
          </p:nvSpPr>
          <p:spPr>
            <a:xfrm>
              <a:off x="1758975" y="4208575"/>
              <a:ext cx="2375" cy="5300"/>
            </a:xfrm>
            <a:custGeom>
              <a:avLst/>
              <a:gdLst/>
              <a:ahLst/>
              <a:cxnLst/>
              <a:rect l="l" t="t" r="r" b="b"/>
              <a:pathLst>
                <a:path w="95" h="212" extrusionOk="0">
                  <a:moveTo>
                    <a:pt x="67" y="0"/>
                  </a:moveTo>
                  <a:cubicBezTo>
                    <a:pt x="55" y="0"/>
                    <a:pt x="45" y="9"/>
                    <a:pt x="42" y="20"/>
                  </a:cubicBezTo>
                  <a:lnTo>
                    <a:pt x="5" y="179"/>
                  </a:lnTo>
                  <a:cubicBezTo>
                    <a:pt x="1" y="192"/>
                    <a:pt x="10" y="207"/>
                    <a:pt x="24" y="210"/>
                  </a:cubicBezTo>
                  <a:cubicBezTo>
                    <a:pt x="25" y="211"/>
                    <a:pt x="28" y="211"/>
                    <a:pt x="29" y="211"/>
                  </a:cubicBezTo>
                  <a:cubicBezTo>
                    <a:pt x="41" y="211"/>
                    <a:pt x="52" y="203"/>
                    <a:pt x="55" y="191"/>
                  </a:cubicBezTo>
                  <a:lnTo>
                    <a:pt x="92" y="32"/>
                  </a:lnTo>
                  <a:cubicBezTo>
                    <a:pt x="95" y="19"/>
                    <a:pt x="87" y="5"/>
                    <a:pt x="73" y="1"/>
                  </a:cubicBezTo>
                  <a:cubicBezTo>
                    <a:pt x="71" y="1"/>
                    <a:pt x="69" y="0"/>
                    <a:pt x="6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22"/>
            <p:cNvSpPr/>
            <p:nvPr/>
          </p:nvSpPr>
          <p:spPr>
            <a:xfrm>
              <a:off x="1744800" y="4252300"/>
              <a:ext cx="29550" cy="11275"/>
            </a:xfrm>
            <a:custGeom>
              <a:avLst/>
              <a:gdLst/>
              <a:ahLst/>
              <a:cxnLst/>
              <a:rect l="l" t="t" r="r" b="b"/>
              <a:pathLst>
                <a:path w="1182" h="451" extrusionOk="0">
                  <a:moveTo>
                    <a:pt x="29" y="1"/>
                  </a:moveTo>
                  <a:cubicBezTo>
                    <a:pt x="20" y="1"/>
                    <a:pt x="10" y="6"/>
                    <a:pt x="5" y="15"/>
                  </a:cubicBezTo>
                  <a:cubicBezTo>
                    <a:pt x="0" y="28"/>
                    <a:pt x="5" y="44"/>
                    <a:pt x="18" y="50"/>
                  </a:cubicBezTo>
                  <a:cubicBezTo>
                    <a:pt x="377" y="230"/>
                    <a:pt x="756" y="364"/>
                    <a:pt x="1148" y="451"/>
                  </a:cubicBezTo>
                  <a:lnTo>
                    <a:pt x="1153" y="451"/>
                  </a:lnTo>
                  <a:cubicBezTo>
                    <a:pt x="1165" y="451"/>
                    <a:pt x="1176" y="442"/>
                    <a:pt x="1179" y="430"/>
                  </a:cubicBezTo>
                  <a:cubicBezTo>
                    <a:pt x="1181" y="417"/>
                    <a:pt x="1172" y="402"/>
                    <a:pt x="1158" y="399"/>
                  </a:cubicBezTo>
                  <a:cubicBezTo>
                    <a:pt x="771" y="315"/>
                    <a:pt x="396" y="181"/>
                    <a:pt x="40" y="4"/>
                  </a:cubicBezTo>
                  <a:cubicBezTo>
                    <a:pt x="37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22"/>
            <p:cNvSpPr/>
            <p:nvPr/>
          </p:nvSpPr>
          <p:spPr>
            <a:xfrm>
              <a:off x="1736575" y="4249000"/>
              <a:ext cx="4900" cy="2975"/>
            </a:xfrm>
            <a:custGeom>
              <a:avLst/>
              <a:gdLst/>
              <a:ahLst/>
              <a:cxnLst/>
              <a:rect l="l" t="t" r="r" b="b"/>
              <a:pathLst>
                <a:path w="196" h="119" extrusionOk="0">
                  <a:moveTo>
                    <a:pt x="31" y="0"/>
                  </a:moveTo>
                  <a:cubicBezTo>
                    <a:pt x="21" y="0"/>
                    <a:pt x="12" y="5"/>
                    <a:pt x="8" y="15"/>
                  </a:cubicBezTo>
                  <a:cubicBezTo>
                    <a:pt x="1" y="27"/>
                    <a:pt x="6" y="43"/>
                    <a:pt x="20" y="50"/>
                  </a:cubicBezTo>
                  <a:lnTo>
                    <a:pt x="156" y="116"/>
                  </a:lnTo>
                  <a:cubicBezTo>
                    <a:pt x="158" y="118"/>
                    <a:pt x="162" y="118"/>
                    <a:pt x="166" y="118"/>
                  </a:cubicBezTo>
                  <a:cubicBezTo>
                    <a:pt x="176" y="118"/>
                    <a:pt x="185" y="113"/>
                    <a:pt x="189" y="104"/>
                  </a:cubicBezTo>
                  <a:cubicBezTo>
                    <a:pt x="196" y="91"/>
                    <a:pt x="190" y="75"/>
                    <a:pt x="178" y="70"/>
                  </a:cubicBezTo>
                  <a:lnTo>
                    <a:pt x="43" y="3"/>
                  </a:lnTo>
                  <a:cubicBezTo>
                    <a:pt x="39" y="1"/>
                    <a:pt x="35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22"/>
            <p:cNvSpPr/>
            <p:nvPr/>
          </p:nvSpPr>
          <p:spPr>
            <a:xfrm>
              <a:off x="1735900" y="4218100"/>
              <a:ext cx="9800" cy="4925"/>
            </a:xfrm>
            <a:custGeom>
              <a:avLst/>
              <a:gdLst/>
              <a:ahLst/>
              <a:cxnLst/>
              <a:rect l="l" t="t" r="r" b="b"/>
              <a:pathLst>
                <a:path w="392" h="197" extrusionOk="0">
                  <a:moveTo>
                    <a:pt x="29" y="0"/>
                  </a:moveTo>
                  <a:cubicBezTo>
                    <a:pt x="19" y="0"/>
                    <a:pt x="10" y="6"/>
                    <a:pt x="6" y="16"/>
                  </a:cubicBezTo>
                  <a:cubicBezTo>
                    <a:pt x="1" y="29"/>
                    <a:pt x="6" y="44"/>
                    <a:pt x="20" y="49"/>
                  </a:cubicBezTo>
                  <a:lnTo>
                    <a:pt x="351" y="193"/>
                  </a:lnTo>
                  <a:cubicBezTo>
                    <a:pt x="353" y="195"/>
                    <a:pt x="357" y="196"/>
                    <a:pt x="361" y="196"/>
                  </a:cubicBezTo>
                  <a:cubicBezTo>
                    <a:pt x="371" y="196"/>
                    <a:pt x="380" y="189"/>
                    <a:pt x="384" y="180"/>
                  </a:cubicBezTo>
                  <a:cubicBezTo>
                    <a:pt x="391" y="166"/>
                    <a:pt x="384" y="152"/>
                    <a:pt x="371" y="146"/>
                  </a:cubicBezTo>
                  <a:lnTo>
                    <a:pt x="40" y="2"/>
                  </a:lnTo>
                  <a:cubicBezTo>
                    <a:pt x="36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22"/>
            <p:cNvSpPr/>
            <p:nvPr/>
          </p:nvSpPr>
          <p:spPr>
            <a:xfrm>
              <a:off x="1715325" y="4206225"/>
              <a:ext cx="14925" cy="10100"/>
            </a:xfrm>
            <a:custGeom>
              <a:avLst/>
              <a:gdLst/>
              <a:ahLst/>
              <a:cxnLst/>
              <a:rect l="l" t="t" r="r" b="b"/>
              <a:pathLst>
                <a:path w="597" h="404" extrusionOk="0">
                  <a:moveTo>
                    <a:pt x="30" y="1"/>
                  </a:moveTo>
                  <a:cubicBezTo>
                    <a:pt x="22" y="1"/>
                    <a:pt x="14" y="4"/>
                    <a:pt x="9" y="11"/>
                  </a:cubicBezTo>
                  <a:cubicBezTo>
                    <a:pt x="1" y="23"/>
                    <a:pt x="2" y="39"/>
                    <a:pt x="13" y="47"/>
                  </a:cubicBezTo>
                  <a:cubicBezTo>
                    <a:pt x="182" y="183"/>
                    <a:pt x="364" y="301"/>
                    <a:pt x="555" y="401"/>
                  </a:cubicBezTo>
                  <a:cubicBezTo>
                    <a:pt x="559" y="403"/>
                    <a:pt x="563" y="403"/>
                    <a:pt x="567" y="403"/>
                  </a:cubicBezTo>
                  <a:cubicBezTo>
                    <a:pt x="576" y="403"/>
                    <a:pt x="586" y="399"/>
                    <a:pt x="590" y="390"/>
                  </a:cubicBezTo>
                  <a:cubicBezTo>
                    <a:pt x="597" y="378"/>
                    <a:pt x="591" y="362"/>
                    <a:pt x="579" y="355"/>
                  </a:cubicBezTo>
                  <a:cubicBezTo>
                    <a:pt x="391" y="257"/>
                    <a:pt x="212" y="140"/>
                    <a:pt x="46" y="6"/>
                  </a:cubicBezTo>
                  <a:cubicBezTo>
                    <a:pt x="41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22"/>
            <p:cNvSpPr/>
            <p:nvPr/>
          </p:nvSpPr>
          <p:spPr>
            <a:xfrm>
              <a:off x="1717875" y="4197250"/>
              <a:ext cx="23150" cy="16200"/>
            </a:xfrm>
            <a:custGeom>
              <a:avLst/>
              <a:gdLst/>
              <a:ahLst/>
              <a:cxnLst/>
              <a:rect l="l" t="t" r="r" b="b"/>
              <a:pathLst>
                <a:path w="926" h="648" extrusionOk="0">
                  <a:moveTo>
                    <a:pt x="30" y="1"/>
                  </a:moveTo>
                  <a:cubicBezTo>
                    <a:pt x="23" y="1"/>
                    <a:pt x="16" y="3"/>
                    <a:pt x="10" y="9"/>
                  </a:cubicBezTo>
                  <a:cubicBezTo>
                    <a:pt x="1" y="18"/>
                    <a:pt x="1" y="36"/>
                    <a:pt x="12" y="45"/>
                  </a:cubicBezTo>
                  <a:cubicBezTo>
                    <a:pt x="269" y="291"/>
                    <a:pt x="562" y="493"/>
                    <a:pt x="885" y="645"/>
                  </a:cubicBezTo>
                  <a:cubicBezTo>
                    <a:pt x="889" y="647"/>
                    <a:pt x="891" y="648"/>
                    <a:pt x="895" y="648"/>
                  </a:cubicBezTo>
                  <a:cubicBezTo>
                    <a:pt x="905" y="648"/>
                    <a:pt x="914" y="643"/>
                    <a:pt x="920" y="633"/>
                  </a:cubicBezTo>
                  <a:cubicBezTo>
                    <a:pt x="925" y="620"/>
                    <a:pt x="920" y="605"/>
                    <a:pt x="906" y="598"/>
                  </a:cubicBezTo>
                  <a:cubicBezTo>
                    <a:pt x="590" y="449"/>
                    <a:pt x="301" y="250"/>
                    <a:pt x="48" y="8"/>
                  </a:cubicBezTo>
                  <a:cubicBezTo>
                    <a:pt x="43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22"/>
            <p:cNvSpPr/>
            <p:nvPr/>
          </p:nvSpPr>
          <p:spPr>
            <a:xfrm>
              <a:off x="1777775" y="4238150"/>
              <a:ext cx="11475" cy="38000"/>
            </a:xfrm>
            <a:custGeom>
              <a:avLst/>
              <a:gdLst/>
              <a:ahLst/>
              <a:cxnLst/>
              <a:rect l="l" t="t" r="r" b="b"/>
              <a:pathLst>
                <a:path w="459" h="1520" extrusionOk="0">
                  <a:moveTo>
                    <a:pt x="431" y="1"/>
                  </a:moveTo>
                  <a:cubicBezTo>
                    <a:pt x="419" y="1"/>
                    <a:pt x="407" y="10"/>
                    <a:pt x="406" y="22"/>
                  </a:cubicBezTo>
                  <a:cubicBezTo>
                    <a:pt x="340" y="525"/>
                    <a:pt x="207" y="1018"/>
                    <a:pt x="6" y="1483"/>
                  </a:cubicBezTo>
                  <a:cubicBezTo>
                    <a:pt x="1" y="1497"/>
                    <a:pt x="8" y="1513"/>
                    <a:pt x="21" y="1518"/>
                  </a:cubicBezTo>
                  <a:cubicBezTo>
                    <a:pt x="24" y="1520"/>
                    <a:pt x="28" y="1520"/>
                    <a:pt x="30" y="1520"/>
                  </a:cubicBezTo>
                  <a:cubicBezTo>
                    <a:pt x="41" y="1520"/>
                    <a:pt x="51" y="1514"/>
                    <a:pt x="55" y="1504"/>
                  </a:cubicBezTo>
                  <a:cubicBezTo>
                    <a:pt x="255" y="1033"/>
                    <a:pt x="391" y="538"/>
                    <a:pt x="457" y="29"/>
                  </a:cubicBezTo>
                  <a:cubicBezTo>
                    <a:pt x="458" y="16"/>
                    <a:pt x="449" y="2"/>
                    <a:pt x="434" y="1"/>
                  </a:cubicBezTo>
                  <a:cubicBezTo>
                    <a:pt x="433" y="1"/>
                    <a:pt x="432" y="1"/>
                    <a:pt x="4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22"/>
            <p:cNvSpPr/>
            <p:nvPr/>
          </p:nvSpPr>
          <p:spPr>
            <a:xfrm>
              <a:off x="1788250" y="4226700"/>
              <a:ext cx="1975" cy="5900"/>
            </a:xfrm>
            <a:custGeom>
              <a:avLst/>
              <a:gdLst/>
              <a:ahLst/>
              <a:cxnLst/>
              <a:rect l="l" t="t" r="r" b="b"/>
              <a:pathLst>
                <a:path w="79" h="236" extrusionOk="0">
                  <a:moveTo>
                    <a:pt x="28" y="0"/>
                  </a:moveTo>
                  <a:cubicBezTo>
                    <a:pt x="26" y="0"/>
                    <a:pt x="23" y="1"/>
                    <a:pt x="20" y="1"/>
                  </a:cubicBezTo>
                  <a:cubicBezTo>
                    <a:pt x="7" y="5"/>
                    <a:pt x="0" y="20"/>
                    <a:pt x="4" y="34"/>
                  </a:cubicBezTo>
                  <a:cubicBezTo>
                    <a:pt x="22" y="89"/>
                    <a:pt x="26" y="148"/>
                    <a:pt x="16" y="205"/>
                  </a:cubicBezTo>
                  <a:cubicBezTo>
                    <a:pt x="14" y="219"/>
                    <a:pt x="23" y="233"/>
                    <a:pt x="37" y="235"/>
                  </a:cubicBezTo>
                  <a:lnTo>
                    <a:pt x="41" y="235"/>
                  </a:lnTo>
                  <a:cubicBezTo>
                    <a:pt x="54" y="235"/>
                    <a:pt x="65" y="226"/>
                    <a:pt x="66" y="214"/>
                  </a:cubicBezTo>
                  <a:cubicBezTo>
                    <a:pt x="78" y="148"/>
                    <a:pt x="74" y="81"/>
                    <a:pt x="54" y="18"/>
                  </a:cubicBezTo>
                  <a:cubicBezTo>
                    <a:pt x="50" y="7"/>
                    <a:pt x="39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4" name="Google Shape;5854;p22"/>
            <p:cNvSpPr/>
            <p:nvPr/>
          </p:nvSpPr>
          <p:spPr>
            <a:xfrm>
              <a:off x="1777550" y="4036200"/>
              <a:ext cx="94100" cy="141575"/>
            </a:xfrm>
            <a:custGeom>
              <a:avLst/>
              <a:gdLst/>
              <a:ahLst/>
              <a:cxnLst/>
              <a:rect l="l" t="t" r="r" b="b"/>
              <a:pathLst>
                <a:path w="3764" h="5663" extrusionOk="0">
                  <a:moveTo>
                    <a:pt x="1030" y="0"/>
                  </a:moveTo>
                  <a:cubicBezTo>
                    <a:pt x="735" y="501"/>
                    <a:pt x="448" y="1028"/>
                    <a:pt x="260" y="1578"/>
                  </a:cubicBezTo>
                  <a:cubicBezTo>
                    <a:pt x="73" y="2127"/>
                    <a:pt x="0" y="2733"/>
                    <a:pt x="162" y="3291"/>
                  </a:cubicBezTo>
                  <a:cubicBezTo>
                    <a:pt x="331" y="3877"/>
                    <a:pt x="748" y="4368"/>
                    <a:pt x="1235" y="4736"/>
                  </a:cubicBezTo>
                  <a:cubicBezTo>
                    <a:pt x="1722" y="5104"/>
                    <a:pt x="2337" y="5406"/>
                    <a:pt x="2890" y="5663"/>
                  </a:cubicBezTo>
                  <a:lnTo>
                    <a:pt x="2890" y="5661"/>
                  </a:lnTo>
                  <a:cubicBezTo>
                    <a:pt x="3323" y="4893"/>
                    <a:pt x="3763" y="4013"/>
                    <a:pt x="3514" y="3167"/>
                  </a:cubicBezTo>
                  <a:cubicBezTo>
                    <a:pt x="3322" y="2512"/>
                    <a:pt x="2758" y="2045"/>
                    <a:pt x="2232" y="1608"/>
                  </a:cubicBezTo>
                  <a:cubicBezTo>
                    <a:pt x="1708" y="1171"/>
                    <a:pt x="1161" y="670"/>
                    <a:pt x="1030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5" name="Google Shape;5855;p22"/>
            <p:cNvSpPr/>
            <p:nvPr/>
          </p:nvSpPr>
          <p:spPr>
            <a:xfrm>
              <a:off x="1776600" y="4034900"/>
              <a:ext cx="96400" cy="144150"/>
            </a:xfrm>
            <a:custGeom>
              <a:avLst/>
              <a:gdLst/>
              <a:ahLst/>
              <a:cxnLst/>
              <a:rect l="l" t="t" r="r" b="b"/>
              <a:pathLst>
                <a:path w="3856" h="5766" extrusionOk="0">
                  <a:moveTo>
                    <a:pt x="1046" y="189"/>
                  </a:moveTo>
                  <a:cubicBezTo>
                    <a:pt x="1220" y="811"/>
                    <a:pt x="1728" y="1276"/>
                    <a:pt x="2237" y="1700"/>
                  </a:cubicBezTo>
                  <a:lnTo>
                    <a:pt x="2247" y="1708"/>
                  </a:lnTo>
                  <a:cubicBezTo>
                    <a:pt x="2772" y="2145"/>
                    <a:pt x="3316" y="2598"/>
                    <a:pt x="3503" y="3234"/>
                  </a:cubicBezTo>
                  <a:cubicBezTo>
                    <a:pt x="3741" y="4040"/>
                    <a:pt x="3344" y="4867"/>
                    <a:pt x="2907" y="5647"/>
                  </a:cubicBezTo>
                  <a:cubicBezTo>
                    <a:pt x="2346" y="5386"/>
                    <a:pt x="1766" y="5096"/>
                    <a:pt x="1304" y="4747"/>
                  </a:cubicBezTo>
                  <a:cubicBezTo>
                    <a:pt x="928" y="4462"/>
                    <a:pt x="439" y="3986"/>
                    <a:pt x="250" y="3328"/>
                  </a:cubicBezTo>
                  <a:cubicBezTo>
                    <a:pt x="107" y="2834"/>
                    <a:pt x="141" y="2253"/>
                    <a:pt x="346" y="1646"/>
                  </a:cubicBezTo>
                  <a:cubicBezTo>
                    <a:pt x="524" y="1127"/>
                    <a:pt x="793" y="624"/>
                    <a:pt x="1046" y="189"/>
                  </a:cubicBezTo>
                  <a:close/>
                  <a:moveTo>
                    <a:pt x="1066" y="0"/>
                  </a:moveTo>
                  <a:cubicBezTo>
                    <a:pt x="1048" y="0"/>
                    <a:pt x="1031" y="9"/>
                    <a:pt x="1022" y="25"/>
                  </a:cubicBezTo>
                  <a:cubicBezTo>
                    <a:pt x="750" y="489"/>
                    <a:pt x="445" y="1040"/>
                    <a:pt x="250" y="1613"/>
                  </a:cubicBezTo>
                  <a:cubicBezTo>
                    <a:pt x="36" y="2240"/>
                    <a:pt x="1" y="2844"/>
                    <a:pt x="150" y="3358"/>
                  </a:cubicBezTo>
                  <a:cubicBezTo>
                    <a:pt x="348" y="4042"/>
                    <a:pt x="854" y="4536"/>
                    <a:pt x="1241" y="4829"/>
                  </a:cubicBezTo>
                  <a:cubicBezTo>
                    <a:pt x="1724" y="5194"/>
                    <a:pt x="2327" y="5493"/>
                    <a:pt x="2907" y="5762"/>
                  </a:cubicBezTo>
                  <a:cubicBezTo>
                    <a:pt x="2913" y="5764"/>
                    <a:pt x="2921" y="5766"/>
                    <a:pt x="2928" y="5766"/>
                  </a:cubicBezTo>
                  <a:cubicBezTo>
                    <a:pt x="2947" y="5766"/>
                    <a:pt x="2964" y="5756"/>
                    <a:pt x="2974" y="5739"/>
                  </a:cubicBezTo>
                  <a:cubicBezTo>
                    <a:pt x="3410" y="4964"/>
                    <a:pt x="3855" y="4064"/>
                    <a:pt x="3602" y="3204"/>
                  </a:cubicBezTo>
                  <a:cubicBezTo>
                    <a:pt x="3406" y="2538"/>
                    <a:pt x="2850" y="2076"/>
                    <a:pt x="2313" y="1629"/>
                  </a:cubicBezTo>
                  <a:lnTo>
                    <a:pt x="2303" y="1621"/>
                  </a:lnTo>
                  <a:cubicBezTo>
                    <a:pt x="1774" y="1180"/>
                    <a:pt x="1247" y="695"/>
                    <a:pt x="1117" y="41"/>
                  </a:cubicBezTo>
                  <a:cubicBezTo>
                    <a:pt x="1113" y="21"/>
                    <a:pt x="1097" y="5"/>
                    <a:pt x="1076" y="1"/>
                  </a:cubicBezTo>
                  <a:cubicBezTo>
                    <a:pt x="1072" y="0"/>
                    <a:pt x="1069" y="0"/>
                    <a:pt x="106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22"/>
            <p:cNvSpPr/>
            <p:nvPr/>
          </p:nvSpPr>
          <p:spPr>
            <a:xfrm>
              <a:off x="1845075" y="4176450"/>
              <a:ext cx="8400" cy="47575"/>
            </a:xfrm>
            <a:custGeom>
              <a:avLst/>
              <a:gdLst/>
              <a:ahLst/>
              <a:cxnLst/>
              <a:rect l="l" t="t" r="r" b="b"/>
              <a:pathLst>
                <a:path w="336" h="1903" extrusionOk="0">
                  <a:moveTo>
                    <a:pt x="191" y="1"/>
                  </a:moveTo>
                  <a:cubicBezTo>
                    <a:pt x="188" y="1"/>
                    <a:pt x="184" y="1"/>
                    <a:pt x="181" y="1"/>
                  </a:cubicBezTo>
                  <a:cubicBezTo>
                    <a:pt x="153" y="6"/>
                    <a:pt x="134" y="32"/>
                    <a:pt x="139" y="61"/>
                  </a:cubicBezTo>
                  <a:cubicBezTo>
                    <a:pt x="231" y="634"/>
                    <a:pt x="189" y="1197"/>
                    <a:pt x="9" y="1837"/>
                  </a:cubicBezTo>
                  <a:cubicBezTo>
                    <a:pt x="1" y="1865"/>
                    <a:pt x="17" y="1893"/>
                    <a:pt x="44" y="1901"/>
                  </a:cubicBezTo>
                  <a:cubicBezTo>
                    <a:pt x="49" y="1902"/>
                    <a:pt x="53" y="1902"/>
                    <a:pt x="59" y="1902"/>
                  </a:cubicBezTo>
                  <a:cubicBezTo>
                    <a:pt x="80" y="1902"/>
                    <a:pt x="102" y="1888"/>
                    <a:pt x="108" y="1865"/>
                  </a:cubicBezTo>
                  <a:cubicBezTo>
                    <a:pt x="294" y="1211"/>
                    <a:pt x="336" y="632"/>
                    <a:pt x="242" y="43"/>
                  </a:cubicBezTo>
                  <a:cubicBezTo>
                    <a:pt x="237" y="19"/>
                    <a:pt x="216" y="1"/>
                    <a:pt x="19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22"/>
            <p:cNvSpPr/>
            <p:nvPr/>
          </p:nvSpPr>
          <p:spPr>
            <a:xfrm>
              <a:off x="1801450" y="4035525"/>
              <a:ext cx="48875" cy="143350"/>
            </a:xfrm>
            <a:custGeom>
              <a:avLst/>
              <a:gdLst/>
              <a:ahLst/>
              <a:cxnLst/>
              <a:rect l="l" t="t" r="r" b="b"/>
              <a:pathLst>
                <a:path w="1955" h="5734" extrusionOk="0">
                  <a:moveTo>
                    <a:pt x="75" y="0"/>
                  </a:moveTo>
                  <a:cubicBezTo>
                    <a:pt x="60" y="0"/>
                    <a:pt x="48" y="11"/>
                    <a:pt x="47" y="26"/>
                  </a:cubicBezTo>
                  <a:cubicBezTo>
                    <a:pt x="1" y="845"/>
                    <a:pt x="251" y="1814"/>
                    <a:pt x="815" y="2987"/>
                  </a:cubicBezTo>
                  <a:cubicBezTo>
                    <a:pt x="879" y="3121"/>
                    <a:pt x="945" y="3257"/>
                    <a:pt x="1011" y="3392"/>
                  </a:cubicBezTo>
                  <a:cubicBezTo>
                    <a:pt x="1375" y="4132"/>
                    <a:pt x="1750" y="4896"/>
                    <a:pt x="1901" y="5712"/>
                  </a:cubicBezTo>
                  <a:cubicBezTo>
                    <a:pt x="1903" y="5726"/>
                    <a:pt x="1914" y="5734"/>
                    <a:pt x="1926" y="5734"/>
                  </a:cubicBezTo>
                  <a:lnTo>
                    <a:pt x="1930" y="5734"/>
                  </a:lnTo>
                  <a:cubicBezTo>
                    <a:pt x="1945" y="5731"/>
                    <a:pt x="1954" y="5718"/>
                    <a:pt x="1952" y="5703"/>
                  </a:cubicBezTo>
                  <a:cubicBezTo>
                    <a:pt x="1800" y="4880"/>
                    <a:pt x="1423" y="4112"/>
                    <a:pt x="1058" y="3369"/>
                  </a:cubicBezTo>
                  <a:cubicBezTo>
                    <a:pt x="992" y="3234"/>
                    <a:pt x="927" y="3100"/>
                    <a:pt x="861" y="2964"/>
                  </a:cubicBezTo>
                  <a:cubicBezTo>
                    <a:pt x="302" y="1800"/>
                    <a:pt x="53" y="838"/>
                    <a:pt x="99" y="28"/>
                  </a:cubicBezTo>
                  <a:cubicBezTo>
                    <a:pt x="99" y="14"/>
                    <a:pt x="88" y="2"/>
                    <a:pt x="7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22"/>
            <p:cNvSpPr/>
            <p:nvPr/>
          </p:nvSpPr>
          <p:spPr>
            <a:xfrm>
              <a:off x="1837750" y="4086700"/>
              <a:ext cx="9500" cy="55300"/>
            </a:xfrm>
            <a:custGeom>
              <a:avLst/>
              <a:gdLst/>
              <a:ahLst/>
              <a:cxnLst/>
              <a:rect l="l" t="t" r="r" b="b"/>
              <a:pathLst>
                <a:path w="380" h="2212" extrusionOk="0">
                  <a:moveTo>
                    <a:pt x="292" y="1"/>
                  </a:moveTo>
                  <a:cubicBezTo>
                    <a:pt x="291" y="1"/>
                    <a:pt x="291" y="1"/>
                    <a:pt x="290" y="1"/>
                  </a:cubicBezTo>
                  <a:cubicBezTo>
                    <a:pt x="275" y="2"/>
                    <a:pt x="264" y="16"/>
                    <a:pt x="266" y="29"/>
                  </a:cubicBezTo>
                  <a:cubicBezTo>
                    <a:pt x="327" y="750"/>
                    <a:pt x="237" y="1493"/>
                    <a:pt x="6" y="2178"/>
                  </a:cubicBezTo>
                  <a:cubicBezTo>
                    <a:pt x="1" y="2191"/>
                    <a:pt x="9" y="2206"/>
                    <a:pt x="22" y="2210"/>
                  </a:cubicBezTo>
                  <a:cubicBezTo>
                    <a:pt x="25" y="2211"/>
                    <a:pt x="27" y="2211"/>
                    <a:pt x="30" y="2211"/>
                  </a:cubicBezTo>
                  <a:cubicBezTo>
                    <a:pt x="41" y="2211"/>
                    <a:pt x="52" y="2204"/>
                    <a:pt x="54" y="2194"/>
                  </a:cubicBezTo>
                  <a:cubicBezTo>
                    <a:pt x="288" y="1502"/>
                    <a:pt x="380" y="753"/>
                    <a:pt x="318" y="25"/>
                  </a:cubicBezTo>
                  <a:cubicBezTo>
                    <a:pt x="317" y="11"/>
                    <a:pt x="306" y="1"/>
                    <a:pt x="2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22"/>
            <p:cNvSpPr/>
            <p:nvPr/>
          </p:nvSpPr>
          <p:spPr>
            <a:xfrm>
              <a:off x="1813900" y="4062925"/>
              <a:ext cx="4850" cy="29400"/>
            </a:xfrm>
            <a:custGeom>
              <a:avLst/>
              <a:gdLst/>
              <a:ahLst/>
              <a:cxnLst/>
              <a:rect l="l" t="t" r="r" b="b"/>
              <a:pathLst>
                <a:path w="194" h="1176" extrusionOk="0">
                  <a:moveTo>
                    <a:pt x="147" y="1"/>
                  </a:moveTo>
                  <a:cubicBezTo>
                    <a:pt x="133" y="2"/>
                    <a:pt x="122" y="14"/>
                    <a:pt x="122" y="28"/>
                  </a:cubicBezTo>
                  <a:cubicBezTo>
                    <a:pt x="141" y="404"/>
                    <a:pt x="102" y="778"/>
                    <a:pt x="5" y="1143"/>
                  </a:cubicBezTo>
                  <a:cubicBezTo>
                    <a:pt x="1" y="1156"/>
                    <a:pt x="10" y="1170"/>
                    <a:pt x="24" y="1174"/>
                  </a:cubicBezTo>
                  <a:cubicBezTo>
                    <a:pt x="25" y="1175"/>
                    <a:pt x="28" y="1175"/>
                    <a:pt x="30" y="1175"/>
                  </a:cubicBezTo>
                  <a:cubicBezTo>
                    <a:pt x="41" y="1175"/>
                    <a:pt x="52" y="1167"/>
                    <a:pt x="55" y="1156"/>
                  </a:cubicBezTo>
                  <a:cubicBezTo>
                    <a:pt x="153" y="786"/>
                    <a:pt x="193" y="407"/>
                    <a:pt x="174" y="26"/>
                  </a:cubicBezTo>
                  <a:cubicBezTo>
                    <a:pt x="173" y="11"/>
                    <a:pt x="159" y="2"/>
                    <a:pt x="14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22"/>
            <p:cNvSpPr/>
            <p:nvPr/>
          </p:nvSpPr>
          <p:spPr>
            <a:xfrm>
              <a:off x="1778925" y="4095025"/>
              <a:ext cx="46650" cy="22950"/>
            </a:xfrm>
            <a:custGeom>
              <a:avLst/>
              <a:gdLst/>
              <a:ahLst/>
              <a:cxnLst/>
              <a:rect l="l" t="t" r="r" b="b"/>
              <a:pathLst>
                <a:path w="1866" h="918" extrusionOk="0">
                  <a:moveTo>
                    <a:pt x="30" y="1"/>
                  </a:moveTo>
                  <a:cubicBezTo>
                    <a:pt x="22" y="1"/>
                    <a:pt x="14" y="5"/>
                    <a:pt x="9" y="12"/>
                  </a:cubicBezTo>
                  <a:cubicBezTo>
                    <a:pt x="1" y="24"/>
                    <a:pt x="3" y="40"/>
                    <a:pt x="15" y="49"/>
                  </a:cubicBezTo>
                  <a:cubicBezTo>
                    <a:pt x="584" y="447"/>
                    <a:pt x="1162" y="723"/>
                    <a:pt x="1829" y="918"/>
                  </a:cubicBezTo>
                  <a:lnTo>
                    <a:pt x="1836" y="918"/>
                  </a:lnTo>
                  <a:cubicBezTo>
                    <a:pt x="1848" y="918"/>
                    <a:pt x="1857" y="911"/>
                    <a:pt x="1861" y="899"/>
                  </a:cubicBezTo>
                  <a:cubicBezTo>
                    <a:pt x="1865" y="885"/>
                    <a:pt x="1857" y="872"/>
                    <a:pt x="1844" y="868"/>
                  </a:cubicBezTo>
                  <a:cubicBezTo>
                    <a:pt x="1182" y="674"/>
                    <a:pt x="610" y="401"/>
                    <a:pt x="44" y="6"/>
                  </a:cubicBezTo>
                  <a:cubicBezTo>
                    <a:pt x="39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22"/>
            <p:cNvSpPr/>
            <p:nvPr/>
          </p:nvSpPr>
          <p:spPr>
            <a:xfrm>
              <a:off x="1789900" y="4134475"/>
              <a:ext cx="54775" cy="25175"/>
            </a:xfrm>
            <a:custGeom>
              <a:avLst/>
              <a:gdLst/>
              <a:ahLst/>
              <a:cxnLst/>
              <a:rect l="l" t="t" r="r" b="b"/>
              <a:pathLst>
                <a:path w="2191" h="1007" extrusionOk="0">
                  <a:moveTo>
                    <a:pt x="29" y="1"/>
                  </a:moveTo>
                  <a:cubicBezTo>
                    <a:pt x="21" y="1"/>
                    <a:pt x="12" y="5"/>
                    <a:pt x="7" y="12"/>
                  </a:cubicBezTo>
                  <a:cubicBezTo>
                    <a:pt x="0" y="24"/>
                    <a:pt x="4" y="41"/>
                    <a:pt x="16" y="49"/>
                  </a:cubicBezTo>
                  <a:cubicBezTo>
                    <a:pt x="681" y="466"/>
                    <a:pt x="1399" y="789"/>
                    <a:pt x="2154" y="1005"/>
                  </a:cubicBezTo>
                  <a:cubicBezTo>
                    <a:pt x="2156" y="1006"/>
                    <a:pt x="2159" y="1006"/>
                    <a:pt x="2161" y="1006"/>
                  </a:cubicBezTo>
                  <a:lnTo>
                    <a:pt x="2161" y="1006"/>
                  </a:lnTo>
                  <a:cubicBezTo>
                    <a:pt x="2173" y="1006"/>
                    <a:pt x="2182" y="1000"/>
                    <a:pt x="2186" y="988"/>
                  </a:cubicBezTo>
                  <a:cubicBezTo>
                    <a:pt x="2190" y="974"/>
                    <a:pt x="2182" y="959"/>
                    <a:pt x="2169" y="955"/>
                  </a:cubicBezTo>
                  <a:cubicBezTo>
                    <a:pt x="1418" y="740"/>
                    <a:pt x="704" y="420"/>
                    <a:pt x="43" y="4"/>
                  </a:cubicBezTo>
                  <a:cubicBezTo>
                    <a:pt x="39" y="2"/>
                    <a:pt x="34" y="1"/>
                    <a:pt x="29" y="1"/>
                  </a:cubicBezTo>
                  <a:close/>
                  <a:moveTo>
                    <a:pt x="2161" y="1006"/>
                  </a:moveTo>
                  <a:cubicBezTo>
                    <a:pt x="2161" y="1006"/>
                    <a:pt x="2161" y="1006"/>
                    <a:pt x="2161" y="1006"/>
                  </a:cubicBezTo>
                  <a:lnTo>
                    <a:pt x="2162" y="1006"/>
                  </a:lnTo>
                  <a:cubicBezTo>
                    <a:pt x="2162" y="1006"/>
                    <a:pt x="2161" y="1006"/>
                    <a:pt x="2161" y="1006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22"/>
            <p:cNvSpPr/>
            <p:nvPr/>
          </p:nvSpPr>
          <p:spPr>
            <a:xfrm>
              <a:off x="1826150" y="4072400"/>
              <a:ext cx="2450" cy="10425"/>
            </a:xfrm>
            <a:custGeom>
              <a:avLst/>
              <a:gdLst/>
              <a:ahLst/>
              <a:cxnLst/>
              <a:rect l="l" t="t" r="r" b="b"/>
              <a:pathLst>
                <a:path w="98" h="417" extrusionOk="0">
                  <a:moveTo>
                    <a:pt x="73" y="1"/>
                  </a:moveTo>
                  <a:cubicBezTo>
                    <a:pt x="72" y="1"/>
                    <a:pt x="70" y="1"/>
                    <a:pt x="69" y="1"/>
                  </a:cubicBezTo>
                  <a:cubicBezTo>
                    <a:pt x="54" y="1"/>
                    <a:pt x="42" y="13"/>
                    <a:pt x="43" y="27"/>
                  </a:cubicBezTo>
                  <a:cubicBezTo>
                    <a:pt x="45" y="148"/>
                    <a:pt x="31" y="267"/>
                    <a:pt x="3" y="384"/>
                  </a:cubicBezTo>
                  <a:cubicBezTo>
                    <a:pt x="0" y="398"/>
                    <a:pt x="8" y="413"/>
                    <a:pt x="23" y="415"/>
                  </a:cubicBezTo>
                  <a:cubicBezTo>
                    <a:pt x="25" y="417"/>
                    <a:pt x="27" y="417"/>
                    <a:pt x="29" y="417"/>
                  </a:cubicBezTo>
                  <a:cubicBezTo>
                    <a:pt x="41" y="417"/>
                    <a:pt x="52" y="409"/>
                    <a:pt x="54" y="397"/>
                  </a:cubicBezTo>
                  <a:cubicBezTo>
                    <a:pt x="82" y="276"/>
                    <a:pt x="97" y="150"/>
                    <a:pt x="95" y="27"/>
                  </a:cubicBezTo>
                  <a:cubicBezTo>
                    <a:pt x="95" y="13"/>
                    <a:pt x="86" y="1"/>
                    <a:pt x="7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22"/>
            <p:cNvSpPr/>
            <p:nvPr/>
          </p:nvSpPr>
          <p:spPr>
            <a:xfrm>
              <a:off x="1823425" y="4088375"/>
              <a:ext cx="2375" cy="5250"/>
            </a:xfrm>
            <a:custGeom>
              <a:avLst/>
              <a:gdLst/>
              <a:ahLst/>
              <a:cxnLst/>
              <a:rect l="l" t="t" r="r" b="b"/>
              <a:pathLst>
                <a:path w="95" h="210" extrusionOk="0">
                  <a:moveTo>
                    <a:pt x="66" y="0"/>
                  </a:moveTo>
                  <a:cubicBezTo>
                    <a:pt x="54" y="0"/>
                    <a:pt x="44" y="8"/>
                    <a:pt x="42" y="20"/>
                  </a:cubicBezTo>
                  <a:lnTo>
                    <a:pt x="4" y="179"/>
                  </a:lnTo>
                  <a:cubicBezTo>
                    <a:pt x="0" y="192"/>
                    <a:pt x="10" y="206"/>
                    <a:pt x="23" y="210"/>
                  </a:cubicBezTo>
                  <a:lnTo>
                    <a:pt x="29" y="210"/>
                  </a:lnTo>
                  <a:cubicBezTo>
                    <a:pt x="41" y="210"/>
                    <a:pt x="52" y="202"/>
                    <a:pt x="54" y="191"/>
                  </a:cubicBezTo>
                  <a:lnTo>
                    <a:pt x="92" y="32"/>
                  </a:lnTo>
                  <a:cubicBezTo>
                    <a:pt x="95" y="19"/>
                    <a:pt x="87" y="4"/>
                    <a:pt x="73" y="1"/>
                  </a:cubicBezTo>
                  <a:cubicBezTo>
                    <a:pt x="71" y="0"/>
                    <a:pt x="68" y="0"/>
                    <a:pt x="6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22"/>
            <p:cNvSpPr/>
            <p:nvPr/>
          </p:nvSpPr>
          <p:spPr>
            <a:xfrm>
              <a:off x="1809225" y="4132100"/>
              <a:ext cx="29550" cy="11275"/>
            </a:xfrm>
            <a:custGeom>
              <a:avLst/>
              <a:gdLst/>
              <a:ahLst/>
              <a:cxnLst/>
              <a:rect l="l" t="t" r="r" b="b"/>
              <a:pathLst>
                <a:path w="1182" h="451" extrusionOk="0">
                  <a:moveTo>
                    <a:pt x="30" y="0"/>
                  </a:moveTo>
                  <a:cubicBezTo>
                    <a:pt x="20" y="0"/>
                    <a:pt x="11" y="5"/>
                    <a:pt x="6" y="14"/>
                  </a:cubicBezTo>
                  <a:cubicBezTo>
                    <a:pt x="1" y="27"/>
                    <a:pt x="6" y="43"/>
                    <a:pt x="18" y="49"/>
                  </a:cubicBezTo>
                  <a:cubicBezTo>
                    <a:pt x="377" y="228"/>
                    <a:pt x="757" y="363"/>
                    <a:pt x="1148" y="449"/>
                  </a:cubicBezTo>
                  <a:cubicBezTo>
                    <a:pt x="1150" y="450"/>
                    <a:pt x="1152" y="450"/>
                    <a:pt x="1154" y="450"/>
                  </a:cubicBezTo>
                  <a:cubicBezTo>
                    <a:pt x="1166" y="450"/>
                    <a:pt x="1177" y="441"/>
                    <a:pt x="1179" y="429"/>
                  </a:cubicBezTo>
                  <a:cubicBezTo>
                    <a:pt x="1182" y="415"/>
                    <a:pt x="1172" y="402"/>
                    <a:pt x="1159" y="398"/>
                  </a:cubicBezTo>
                  <a:cubicBezTo>
                    <a:pt x="772" y="313"/>
                    <a:pt x="396" y="180"/>
                    <a:pt x="41" y="2"/>
                  </a:cubicBezTo>
                  <a:cubicBezTo>
                    <a:pt x="38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22"/>
            <p:cNvSpPr/>
            <p:nvPr/>
          </p:nvSpPr>
          <p:spPr>
            <a:xfrm>
              <a:off x="1801025" y="4128775"/>
              <a:ext cx="4900" cy="3000"/>
            </a:xfrm>
            <a:custGeom>
              <a:avLst/>
              <a:gdLst/>
              <a:ahLst/>
              <a:cxnLst/>
              <a:rect l="l" t="t" r="r" b="b"/>
              <a:pathLst>
                <a:path w="196" h="120" extrusionOk="0">
                  <a:moveTo>
                    <a:pt x="30" y="1"/>
                  </a:moveTo>
                  <a:cubicBezTo>
                    <a:pt x="21" y="1"/>
                    <a:pt x="12" y="6"/>
                    <a:pt x="7" y="14"/>
                  </a:cubicBezTo>
                  <a:cubicBezTo>
                    <a:pt x="0" y="28"/>
                    <a:pt x="6" y="44"/>
                    <a:pt x="19" y="49"/>
                  </a:cubicBezTo>
                  <a:lnTo>
                    <a:pt x="155" y="117"/>
                  </a:lnTo>
                  <a:cubicBezTo>
                    <a:pt x="158" y="118"/>
                    <a:pt x="162" y="119"/>
                    <a:pt x="166" y="119"/>
                  </a:cubicBezTo>
                  <a:cubicBezTo>
                    <a:pt x="175" y="119"/>
                    <a:pt x="185" y="114"/>
                    <a:pt x="189" y="104"/>
                  </a:cubicBezTo>
                  <a:cubicBezTo>
                    <a:pt x="196" y="91"/>
                    <a:pt x="190" y="76"/>
                    <a:pt x="178" y="69"/>
                  </a:cubicBezTo>
                  <a:lnTo>
                    <a:pt x="42" y="4"/>
                  </a:lnTo>
                  <a:cubicBezTo>
                    <a:pt x="38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22"/>
            <p:cNvSpPr/>
            <p:nvPr/>
          </p:nvSpPr>
          <p:spPr>
            <a:xfrm>
              <a:off x="1800350" y="4097850"/>
              <a:ext cx="9775" cy="4925"/>
            </a:xfrm>
            <a:custGeom>
              <a:avLst/>
              <a:gdLst/>
              <a:ahLst/>
              <a:cxnLst/>
              <a:rect l="l" t="t" r="r" b="b"/>
              <a:pathLst>
                <a:path w="391" h="197" extrusionOk="0">
                  <a:moveTo>
                    <a:pt x="30" y="1"/>
                  </a:moveTo>
                  <a:cubicBezTo>
                    <a:pt x="20" y="1"/>
                    <a:pt x="10" y="7"/>
                    <a:pt x="6" y="16"/>
                  </a:cubicBezTo>
                  <a:cubicBezTo>
                    <a:pt x="1" y="30"/>
                    <a:pt x="6" y="45"/>
                    <a:pt x="19" y="51"/>
                  </a:cubicBezTo>
                  <a:lnTo>
                    <a:pt x="350" y="195"/>
                  </a:lnTo>
                  <a:cubicBezTo>
                    <a:pt x="353" y="197"/>
                    <a:pt x="357" y="197"/>
                    <a:pt x="361" y="197"/>
                  </a:cubicBezTo>
                  <a:cubicBezTo>
                    <a:pt x="370" y="197"/>
                    <a:pt x="380" y="191"/>
                    <a:pt x="384" y="182"/>
                  </a:cubicBezTo>
                  <a:cubicBezTo>
                    <a:pt x="391" y="168"/>
                    <a:pt x="384" y="153"/>
                    <a:pt x="370" y="147"/>
                  </a:cubicBezTo>
                  <a:lnTo>
                    <a:pt x="40" y="3"/>
                  </a:lnTo>
                  <a:cubicBezTo>
                    <a:pt x="36" y="2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22"/>
            <p:cNvSpPr/>
            <p:nvPr/>
          </p:nvSpPr>
          <p:spPr>
            <a:xfrm>
              <a:off x="1779775" y="4086025"/>
              <a:ext cx="14925" cy="10100"/>
            </a:xfrm>
            <a:custGeom>
              <a:avLst/>
              <a:gdLst/>
              <a:ahLst/>
              <a:cxnLst/>
              <a:rect l="l" t="t" r="r" b="b"/>
              <a:pathLst>
                <a:path w="597" h="404" extrusionOk="0">
                  <a:moveTo>
                    <a:pt x="29" y="0"/>
                  </a:moveTo>
                  <a:cubicBezTo>
                    <a:pt x="21" y="0"/>
                    <a:pt x="14" y="4"/>
                    <a:pt x="8" y="10"/>
                  </a:cubicBezTo>
                  <a:cubicBezTo>
                    <a:pt x="0" y="21"/>
                    <a:pt x="2" y="37"/>
                    <a:pt x="12" y="47"/>
                  </a:cubicBezTo>
                  <a:cubicBezTo>
                    <a:pt x="182" y="181"/>
                    <a:pt x="363" y="300"/>
                    <a:pt x="554" y="400"/>
                  </a:cubicBezTo>
                  <a:cubicBezTo>
                    <a:pt x="559" y="402"/>
                    <a:pt x="563" y="403"/>
                    <a:pt x="567" y="403"/>
                  </a:cubicBezTo>
                  <a:cubicBezTo>
                    <a:pt x="576" y="403"/>
                    <a:pt x="585" y="398"/>
                    <a:pt x="589" y="388"/>
                  </a:cubicBezTo>
                  <a:cubicBezTo>
                    <a:pt x="596" y="376"/>
                    <a:pt x="591" y="360"/>
                    <a:pt x="579" y="353"/>
                  </a:cubicBezTo>
                  <a:cubicBezTo>
                    <a:pt x="390" y="255"/>
                    <a:pt x="211" y="138"/>
                    <a:pt x="46" y="6"/>
                  </a:cubicBezTo>
                  <a:cubicBezTo>
                    <a:pt x="41" y="2"/>
                    <a:pt x="35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22"/>
            <p:cNvSpPr/>
            <p:nvPr/>
          </p:nvSpPr>
          <p:spPr>
            <a:xfrm>
              <a:off x="1782325" y="4077025"/>
              <a:ext cx="23125" cy="16200"/>
            </a:xfrm>
            <a:custGeom>
              <a:avLst/>
              <a:gdLst/>
              <a:ahLst/>
              <a:cxnLst/>
              <a:rect l="l" t="t" r="r" b="b"/>
              <a:pathLst>
                <a:path w="925" h="648" extrusionOk="0">
                  <a:moveTo>
                    <a:pt x="29" y="0"/>
                  </a:moveTo>
                  <a:cubicBezTo>
                    <a:pt x="22" y="0"/>
                    <a:pt x="15" y="3"/>
                    <a:pt x="10" y="8"/>
                  </a:cubicBezTo>
                  <a:cubicBezTo>
                    <a:pt x="0" y="19"/>
                    <a:pt x="0" y="35"/>
                    <a:pt x="11" y="45"/>
                  </a:cubicBezTo>
                  <a:cubicBezTo>
                    <a:pt x="268" y="292"/>
                    <a:pt x="561" y="494"/>
                    <a:pt x="884" y="646"/>
                  </a:cubicBezTo>
                  <a:cubicBezTo>
                    <a:pt x="888" y="647"/>
                    <a:pt x="891" y="647"/>
                    <a:pt x="895" y="647"/>
                  </a:cubicBezTo>
                  <a:cubicBezTo>
                    <a:pt x="905" y="647"/>
                    <a:pt x="914" y="642"/>
                    <a:pt x="919" y="633"/>
                  </a:cubicBezTo>
                  <a:cubicBezTo>
                    <a:pt x="925" y="621"/>
                    <a:pt x="919" y="604"/>
                    <a:pt x="906" y="599"/>
                  </a:cubicBezTo>
                  <a:cubicBezTo>
                    <a:pt x="590" y="450"/>
                    <a:pt x="300" y="251"/>
                    <a:pt x="48" y="8"/>
                  </a:cubicBezTo>
                  <a:cubicBezTo>
                    <a:pt x="42" y="3"/>
                    <a:pt x="35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22"/>
            <p:cNvSpPr/>
            <p:nvPr/>
          </p:nvSpPr>
          <p:spPr>
            <a:xfrm>
              <a:off x="1842225" y="4117925"/>
              <a:ext cx="11450" cy="38025"/>
            </a:xfrm>
            <a:custGeom>
              <a:avLst/>
              <a:gdLst/>
              <a:ahLst/>
              <a:cxnLst/>
              <a:rect l="l" t="t" r="r" b="b"/>
              <a:pathLst>
                <a:path w="458" h="1521" extrusionOk="0">
                  <a:moveTo>
                    <a:pt x="431" y="0"/>
                  </a:moveTo>
                  <a:cubicBezTo>
                    <a:pt x="417" y="0"/>
                    <a:pt x="407" y="9"/>
                    <a:pt x="405" y="23"/>
                  </a:cubicBezTo>
                  <a:cubicBezTo>
                    <a:pt x="339" y="525"/>
                    <a:pt x="205" y="1017"/>
                    <a:pt x="6" y="1484"/>
                  </a:cubicBezTo>
                  <a:cubicBezTo>
                    <a:pt x="0" y="1498"/>
                    <a:pt x="7" y="1512"/>
                    <a:pt x="19" y="1518"/>
                  </a:cubicBezTo>
                  <a:cubicBezTo>
                    <a:pt x="23" y="1519"/>
                    <a:pt x="27" y="1520"/>
                    <a:pt x="30" y="1520"/>
                  </a:cubicBezTo>
                  <a:cubicBezTo>
                    <a:pt x="39" y="1520"/>
                    <a:pt x="50" y="1514"/>
                    <a:pt x="54" y="1504"/>
                  </a:cubicBezTo>
                  <a:cubicBezTo>
                    <a:pt x="255" y="1033"/>
                    <a:pt x="391" y="537"/>
                    <a:pt x="457" y="30"/>
                  </a:cubicBezTo>
                  <a:cubicBezTo>
                    <a:pt x="458" y="15"/>
                    <a:pt x="448" y="2"/>
                    <a:pt x="434" y="0"/>
                  </a:cubicBezTo>
                  <a:cubicBezTo>
                    <a:pt x="433" y="0"/>
                    <a:pt x="432" y="0"/>
                    <a:pt x="4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22"/>
            <p:cNvSpPr/>
            <p:nvPr/>
          </p:nvSpPr>
          <p:spPr>
            <a:xfrm>
              <a:off x="1852675" y="4106450"/>
              <a:ext cx="1975" cy="5900"/>
            </a:xfrm>
            <a:custGeom>
              <a:avLst/>
              <a:gdLst/>
              <a:ahLst/>
              <a:cxnLst/>
              <a:rect l="l" t="t" r="r" b="b"/>
              <a:pathLst>
                <a:path w="79" h="236" extrusionOk="0">
                  <a:moveTo>
                    <a:pt x="28" y="1"/>
                  </a:moveTo>
                  <a:cubicBezTo>
                    <a:pt x="26" y="1"/>
                    <a:pt x="23" y="1"/>
                    <a:pt x="21" y="2"/>
                  </a:cubicBezTo>
                  <a:cubicBezTo>
                    <a:pt x="8" y="6"/>
                    <a:pt x="1" y="21"/>
                    <a:pt x="5" y="34"/>
                  </a:cubicBezTo>
                  <a:cubicBezTo>
                    <a:pt x="22" y="89"/>
                    <a:pt x="26" y="149"/>
                    <a:pt x="17" y="206"/>
                  </a:cubicBezTo>
                  <a:cubicBezTo>
                    <a:pt x="14" y="220"/>
                    <a:pt x="24" y="233"/>
                    <a:pt x="37" y="236"/>
                  </a:cubicBezTo>
                  <a:lnTo>
                    <a:pt x="41" y="236"/>
                  </a:lnTo>
                  <a:cubicBezTo>
                    <a:pt x="55" y="236"/>
                    <a:pt x="65" y="228"/>
                    <a:pt x="67" y="216"/>
                  </a:cubicBezTo>
                  <a:cubicBezTo>
                    <a:pt x="79" y="150"/>
                    <a:pt x="75" y="81"/>
                    <a:pt x="53" y="19"/>
                  </a:cubicBezTo>
                  <a:cubicBezTo>
                    <a:pt x="50" y="8"/>
                    <a:pt x="3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22"/>
            <p:cNvSpPr/>
            <p:nvPr/>
          </p:nvSpPr>
          <p:spPr>
            <a:xfrm>
              <a:off x="1594875" y="4168975"/>
              <a:ext cx="277700" cy="450475"/>
            </a:xfrm>
            <a:custGeom>
              <a:avLst/>
              <a:gdLst/>
              <a:ahLst/>
              <a:cxnLst/>
              <a:rect l="l" t="t" r="r" b="b"/>
              <a:pathLst>
                <a:path w="11108" h="18019" extrusionOk="0">
                  <a:moveTo>
                    <a:pt x="11050" y="0"/>
                  </a:moveTo>
                  <a:cubicBezTo>
                    <a:pt x="11030" y="0"/>
                    <a:pt x="11011" y="11"/>
                    <a:pt x="11002" y="31"/>
                  </a:cubicBezTo>
                  <a:cubicBezTo>
                    <a:pt x="8104" y="6438"/>
                    <a:pt x="4408" y="12461"/>
                    <a:pt x="18" y="17934"/>
                  </a:cubicBezTo>
                  <a:cubicBezTo>
                    <a:pt x="1" y="17956"/>
                    <a:pt x="4" y="17989"/>
                    <a:pt x="27" y="18006"/>
                  </a:cubicBezTo>
                  <a:cubicBezTo>
                    <a:pt x="36" y="18014"/>
                    <a:pt x="47" y="18018"/>
                    <a:pt x="59" y="18018"/>
                  </a:cubicBezTo>
                  <a:cubicBezTo>
                    <a:pt x="74" y="18018"/>
                    <a:pt x="88" y="18012"/>
                    <a:pt x="99" y="17998"/>
                  </a:cubicBezTo>
                  <a:cubicBezTo>
                    <a:pt x="4494" y="12519"/>
                    <a:pt x="8195" y="6488"/>
                    <a:pt x="11096" y="73"/>
                  </a:cubicBezTo>
                  <a:cubicBezTo>
                    <a:pt x="11108" y="48"/>
                    <a:pt x="11097" y="17"/>
                    <a:pt x="11070" y="5"/>
                  </a:cubicBezTo>
                  <a:cubicBezTo>
                    <a:pt x="11064" y="2"/>
                    <a:pt x="11057" y="0"/>
                    <a:pt x="1105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72" name="Google Shape;5872;p22"/>
          <p:cNvGrpSpPr/>
          <p:nvPr/>
        </p:nvGrpSpPr>
        <p:grpSpPr>
          <a:xfrm rot="-2470071">
            <a:off x="7066534" y="3612795"/>
            <a:ext cx="3023648" cy="1982404"/>
            <a:chOff x="1200750" y="4815425"/>
            <a:chExt cx="780200" cy="511525"/>
          </a:xfrm>
        </p:grpSpPr>
        <p:sp>
          <p:nvSpPr>
            <p:cNvPr id="5873" name="Google Shape;5873;p22"/>
            <p:cNvSpPr/>
            <p:nvPr/>
          </p:nvSpPr>
          <p:spPr>
            <a:xfrm>
              <a:off x="1202125" y="4816725"/>
              <a:ext cx="777375" cy="509000"/>
            </a:xfrm>
            <a:custGeom>
              <a:avLst/>
              <a:gdLst/>
              <a:ahLst/>
              <a:cxnLst/>
              <a:rect l="l" t="t" r="r" b="b"/>
              <a:pathLst>
                <a:path w="31095" h="20360" extrusionOk="0">
                  <a:moveTo>
                    <a:pt x="12100" y="0"/>
                  </a:moveTo>
                  <a:lnTo>
                    <a:pt x="12100" y="0"/>
                  </a:lnTo>
                  <a:cubicBezTo>
                    <a:pt x="11684" y="2045"/>
                    <a:pt x="11779" y="4192"/>
                    <a:pt x="12371" y="6193"/>
                  </a:cubicBezTo>
                  <a:cubicBezTo>
                    <a:pt x="13089" y="8620"/>
                    <a:pt x="13725" y="11254"/>
                    <a:pt x="13657" y="13784"/>
                  </a:cubicBezTo>
                  <a:cubicBezTo>
                    <a:pt x="13201" y="11591"/>
                    <a:pt x="12793" y="9249"/>
                    <a:pt x="11403" y="7492"/>
                  </a:cubicBezTo>
                  <a:cubicBezTo>
                    <a:pt x="10015" y="5736"/>
                    <a:pt x="8504" y="4123"/>
                    <a:pt x="6983" y="2479"/>
                  </a:cubicBezTo>
                  <a:lnTo>
                    <a:pt x="6983" y="2479"/>
                  </a:lnTo>
                  <a:cubicBezTo>
                    <a:pt x="7074" y="4261"/>
                    <a:pt x="7623" y="6015"/>
                    <a:pt x="8562" y="7530"/>
                  </a:cubicBezTo>
                  <a:cubicBezTo>
                    <a:pt x="10015" y="9869"/>
                    <a:pt x="11762" y="12216"/>
                    <a:pt x="13073" y="14637"/>
                  </a:cubicBezTo>
                  <a:cubicBezTo>
                    <a:pt x="11465" y="12603"/>
                    <a:pt x="9693" y="10542"/>
                    <a:pt x="7468" y="9207"/>
                  </a:cubicBezTo>
                  <a:cubicBezTo>
                    <a:pt x="5244" y="7874"/>
                    <a:pt x="3031" y="6424"/>
                    <a:pt x="1585" y="4270"/>
                  </a:cubicBezTo>
                  <a:lnTo>
                    <a:pt x="1585" y="4270"/>
                  </a:lnTo>
                  <a:cubicBezTo>
                    <a:pt x="1760" y="6065"/>
                    <a:pt x="2671" y="7732"/>
                    <a:pt x="3895" y="9055"/>
                  </a:cubicBezTo>
                  <a:cubicBezTo>
                    <a:pt x="5121" y="10378"/>
                    <a:pt x="6648" y="11384"/>
                    <a:pt x="8226" y="12257"/>
                  </a:cubicBezTo>
                  <a:cubicBezTo>
                    <a:pt x="9802" y="13129"/>
                    <a:pt x="11214" y="14371"/>
                    <a:pt x="12781" y="15263"/>
                  </a:cubicBezTo>
                  <a:cubicBezTo>
                    <a:pt x="8765" y="12988"/>
                    <a:pt x="4097" y="12287"/>
                    <a:pt x="0" y="10163"/>
                  </a:cubicBezTo>
                  <a:lnTo>
                    <a:pt x="0" y="10163"/>
                  </a:lnTo>
                  <a:cubicBezTo>
                    <a:pt x="1416" y="12065"/>
                    <a:pt x="3474" y="13421"/>
                    <a:pt x="5682" y="14285"/>
                  </a:cubicBezTo>
                  <a:cubicBezTo>
                    <a:pt x="7889" y="15147"/>
                    <a:pt x="10256" y="15534"/>
                    <a:pt x="12613" y="15779"/>
                  </a:cubicBezTo>
                  <a:cubicBezTo>
                    <a:pt x="11432" y="15963"/>
                    <a:pt x="10245" y="16056"/>
                    <a:pt x="9064" y="16056"/>
                  </a:cubicBezTo>
                  <a:cubicBezTo>
                    <a:pt x="6093" y="16056"/>
                    <a:pt x="3154" y="15465"/>
                    <a:pt x="415" y="14228"/>
                  </a:cubicBezTo>
                  <a:lnTo>
                    <a:pt x="415" y="14228"/>
                  </a:lnTo>
                  <a:cubicBezTo>
                    <a:pt x="2530" y="15744"/>
                    <a:pt x="4981" y="16612"/>
                    <a:pt x="7518" y="17196"/>
                  </a:cubicBezTo>
                  <a:cubicBezTo>
                    <a:pt x="8461" y="17413"/>
                    <a:pt x="9307" y="17533"/>
                    <a:pt x="10145" y="17533"/>
                  </a:cubicBezTo>
                  <a:cubicBezTo>
                    <a:pt x="11561" y="17533"/>
                    <a:pt x="12950" y="17189"/>
                    <a:pt x="14734" y="16389"/>
                  </a:cubicBezTo>
                  <a:cubicBezTo>
                    <a:pt x="15922" y="17847"/>
                    <a:pt x="17816" y="18625"/>
                    <a:pt x="21729" y="19724"/>
                  </a:cubicBezTo>
                  <a:cubicBezTo>
                    <a:pt x="23041" y="20092"/>
                    <a:pt x="24487" y="20359"/>
                    <a:pt x="25899" y="20359"/>
                  </a:cubicBezTo>
                  <a:cubicBezTo>
                    <a:pt x="27194" y="20359"/>
                    <a:pt x="28461" y="20134"/>
                    <a:pt x="29570" y="19557"/>
                  </a:cubicBezTo>
                  <a:lnTo>
                    <a:pt x="29570" y="19557"/>
                  </a:lnTo>
                  <a:cubicBezTo>
                    <a:pt x="29359" y="19563"/>
                    <a:pt x="29147" y="19565"/>
                    <a:pt x="28936" y="19565"/>
                  </a:cubicBezTo>
                  <a:cubicBezTo>
                    <a:pt x="24573" y="19565"/>
                    <a:pt x="20219" y="18391"/>
                    <a:pt x="16452" y="16187"/>
                  </a:cubicBezTo>
                  <a:lnTo>
                    <a:pt x="16452" y="16187"/>
                  </a:lnTo>
                  <a:cubicBezTo>
                    <a:pt x="18809" y="16818"/>
                    <a:pt x="21172" y="17418"/>
                    <a:pt x="23584" y="17782"/>
                  </a:cubicBezTo>
                  <a:cubicBezTo>
                    <a:pt x="24862" y="17975"/>
                    <a:pt x="26157" y="18091"/>
                    <a:pt x="27448" y="18091"/>
                  </a:cubicBezTo>
                  <a:cubicBezTo>
                    <a:pt x="28596" y="18091"/>
                    <a:pt x="29741" y="17999"/>
                    <a:pt x="30869" y="17788"/>
                  </a:cubicBezTo>
                  <a:cubicBezTo>
                    <a:pt x="26367" y="16374"/>
                    <a:pt x="21482" y="15799"/>
                    <a:pt x="16768" y="15622"/>
                  </a:cubicBezTo>
                  <a:cubicBezTo>
                    <a:pt x="18961" y="15008"/>
                    <a:pt x="21560" y="15197"/>
                    <a:pt x="23834" y="15072"/>
                  </a:cubicBezTo>
                  <a:cubicBezTo>
                    <a:pt x="26475" y="14926"/>
                    <a:pt x="29061" y="13912"/>
                    <a:pt x="31095" y="12222"/>
                  </a:cubicBezTo>
                  <a:lnTo>
                    <a:pt x="31095" y="12222"/>
                  </a:lnTo>
                  <a:cubicBezTo>
                    <a:pt x="28743" y="12495"/>
                    <a:pt x="26374" y="12650"/>
                    <a:pt x="24024" y="12943"/>
                  </a:cubicBezTo>
                  <a:cubicBezTo>
                    <a:pt x="21673" y="13235"/>
                    <a:pt x="18899" y="13975"/>
                    <a:pt x="16772" y="15017"/>
                  </a:cubicBezTo>
                  <a:cubicBezTo>
                    <a:pt x="17664" y="13799"/>
                    <a:pt x="19513" y="12869"/>
                    <a:pt x="20940" y="12374"/>
                  </a:cubicBezTo>
                  <a:cubicBezTo>
                    <a:pt x="22366" y="11881"/>
                    <a:pt x="23860" y="11527"/>
                    <a:pt x="25167" y="10771"/>
                  </a:cubicBezTo>
                  <a:cubicBezTo>
                    <a:pt x="26617" y="9931"/>
                    <a:pt x="27780" y="8605"/>
                    <a:pt x="28422" y="7056"/>
                  </a:cubicBezTo>
                  <a:lnTo>
                    <a:pt x="28422" y="7056"/>
                  </a:lnTo>
                  <a:cubicBezTo>
                    <a:pt x="26596" y="8373"/>
                    <a:pt x="24415" y="9061"/>
                    <a:pt x="22361" y="9981"/>
                  </a:cubicBezTo>
                  <a:cubicBezTo>
                    <a:pt x="20305" y="10900"/>
                    <a:pt x="17909" y="12615"/>
                    <a:pt x="16649" y="14481"/>
                  </a:cubicBezTo>
                  <a:lnTo>
                    <a:pt x="16649" y="14481"/>
                  </a:lnTo>
                  <a:cubicBezTo>
                    <a:pt x="16873" y="13212"/>
                    <a:pt x="18247" y="11661"/>
                    <a:pt x="19201" y="10794"/>
                  </a:cubicBezTo>
                  <a:cubicBezTo>
                    <a:pt x="20153" y="9927"/>
                    <a:pt x="21232" y="9201"/>
                    <a:pt x="22127" y="8274"/>
                  </a:cubicBezTo>
                  <a:cubicBezTo>
                    <a:pt x="23221" y="7140"/>
                    <a:pt x="24010" y="5716"/>
                    <a:pt x="24394" y="4189"/>
                  </a:cubicBezTo>
                  <a:lnTo>
                    <a:pt x="24394" y="4189"/>
                  </a:lnTo>
                  <a:cubicBezTo>
                    <a:pt x="22754" y="5466"/>
                    <a:pt x="21122" y="6628"/>
                    <a:pt x="19712" y="8157"/>
                  </a:cubicBezTo>
                  <a:cubicBezTo>
                    <a:pt x="18303" y="9685"/>
                    <a:pt x="16833" y="11854"/>
                    <a:pt x="16314" y="13866"/>
                  </a:cubicBezTo>
                  <a:cubicBezTo>
                    <a:pt x="17089" y="9789"/>
                    <a:pt x="20694" y="6343"/>
                    <a:pt x="21076" y="2298"/>
                  </a:cubicBezTo>
                  <a:lnTo>
                    <a:pt x="21076" y="2298"/>
                  </a:lnTo>
                  <a:cubicBezTo>
                    <a:pt x="20012" y="3151"/>
                    <a:pt x="19199" y="4370"/>
                    <a:pt x="18671" y="5628"/>
                  </a:cubicBezTo>
                  <a:cubicBezTo>
                    <a:pt x="18141" y="6884"/>
                    <a:pt x="17800" y="8211"/>
                    <a:pt x="17389" y="9511"/>
                  </a:cubicBezTo>
                  <a:cubicBezTo>
                    <a:pt x="16978" y="10812"/>
                    <a:pt x="16043" y="12452"/>
                    <a:pt x="15255" y="13565"/>
                  </a:cubicBezTo>
                  <a:lnTo>
                    <a:pt x="15255" y="13565"/>
                  </a:lnTo>
                  <a:cubicBezTo>
                    <a:pt x="16467" y="11568"/>
                    <a:pt x="17072" y="9086"/>
                    <a:pt x="17362" y="6807"/>
                  </a:cubicBezTo>
                  <a:cubicBezTo>
                    <a:pt x="17643" y="4602"/>
                    <a:pt x="18213" y="2708"/>
                    <a:pt x="18574" y="514"/>
                  </a:cubicBezTo>
                  <a:lnTo>
                    <a:pt x="18574" y="514"/>
                  </a:lnTo>
                  <a:cubicBezTo>
                    <a:pt x="17533" y="1333"/>
                    <a:pt x="16860" y="2552"/>
                    <a:pt x="16495" y="3826"/>
                  </a:cubicBezTo>
                  <a:cubicBezTo>
                    <a:pt x="16129" y="5100"/>
                    <a:pt x="16047" y="6436"/>
                    <a:pt x="16014" y="7761"/>
                  </a:cubicBezTo>
                  <a:cubicBezTo>
                    <a:pt x="15989" y="8700"/>
                    <a:pt x="15988" y="9645"/>
                    <a:pt x="15835" y="10573"/>
                  </a:cubicBezTo>
                  <a:cubicBezTo>
                    <a:pt x="15680" y="11500"/>
                    <a:pt x="14963" y="12680"/>
                    <a:pt x="14374" y="13412"/>
                  </a:cubicBezTo>
                  <a:cubicBezTo>
                    <a:pt x="15056" y="11063"/>
                    <a:pt x="15416" y="8224"/>
                    <a:pt x="14635" y="5906"/>
                  </a:cubicBezTo>
                  <a:cubicBezTo>
                    <a:pt x="13947" y="3871"/>
                    <a:pt x="12767" y="2042"/>
                    <a:pt x="12100" y="0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22"/>
            <p:cNvSpPr/>
            <p:nvPr/>
          </p:nvSpPr>
          <p:spPr>
            <a:xfrm>
              <a:off x="1200750" y="4815425"/>
              <a:ext cx="780200" cy="511525"/>
            </a:xfrm>
            <a:custGeom>
              <a:avLst/>
              <a:gdLst/>
              <a:ahLst/>
              <a:cxnLst/>
              <a:rect l="l" t="t" r="r" b="b"/>
              <a:pathLst>
                <a:path w="31208" h="20461" extrusionOk="0">
                  <a:moveTo>
                    <a:pt x="12169" y="255"/>
                  </a:moveTo>
                  <a:lnTo>
                    <a:pt x="12169" y="255"/>
                  </a:lnTo>
                  <a:cubicBezTo>
                    <a:pt x="12504" y="1232"/>
                    <a:pt x="12956" y="2172"/>
                    <a:pt x="13394" y="3084"/>
                  </a:cubicBezTo>
                  <a:cubicBezTo>
                    <a:pt x="13842" y="4017"/>
                    <a:pt x="14304" y="4979"/>
                    <a:pt x="14640" y="5974"/>
                  </a:cubicBezTo>
                  <a:cubicBezTo>
                    <a:pt x="15532" y="8619"/>
                    <a:pt x="14859" y="11793"/>
                    <a:pt x="14379" y="13450"/>
                  </a:cubicBezTo>
                  <a:cubicBezTo>
                    <a:pt x="14372" y="13473"/>
                    <a:pt x="14383" y="13499"/>
                    <a:pt x="14405" y="13509"/>
                  </a:cubicBezTo>
                  <a:cubicBezTo>
                    <a:pt x="14412" y="13514"/>
                    <a:pt x="14421" y="13516"/>
                    <a:pt x="14429" y="13516"/>
                  </a:cubicBezTo>
                  <a:cubicBezTo>
                    <a:pt x="14444" y="13516"/>
                    <a:pt x="14459" y="13509"/>
                    <a:pt x="14469" y="13497"/>
                  </a:cubicBezTo>
                  <a:cubicBezTo>
                    <a:pt x="15093" y="12721"/>
                    <a:pt x="15790" y="11534"/>
                    <a:pt x="15940" y="10633"/>
                  </a:cubicBezTo>
                  <a:cubicBezTo>
                    <a:pt x="16074" y="9822"/>
                    <a:pt x="16093" y="8985"/>
                    <a:pt x="16112" y="8176"/>
                  </a:cubicBezTo>
                  <a:cubicBezTo>
                    <a:pt x="16114" y="8055"/>
                    <a:pt x="16117" y="7936"/>
                    <a:pt x="16120" y="7815"/>
                  </a:cubicBezTo>
                  <a:cubicBezTo>
                    <a:pt x="16152" y="6530"/>
                    <a:pt x="16233" y="5166"/>
                    <a:pt x="16599" y="3893"/>
                  </a:cubicBezTo>
                  <a:cubicBezTo>
                    <a:pt x="16872" y="2942"/>
                    <a:pt x="17431" y="1629"/>
                    <a:pt x="18555" y="692"/>
                  </a:cubicBezTo>
                  <a:lnTo>
                    <a:pt x="18555" y="692"/>
                  </a:lnTo>
                  <a:cubicBezTo>
                    <a:pt x="18403" y="1595"/>
                    <a:pt x="18213" y="2459"/>
                    <a:pt x="18030" y="3296"/>
                  </a:cubicBezTo>
                  <a:cubicBezTo>
                    <a:pt x="17781" y="4430"/>
                    <a:pt x="17524" y="5604"/>
                    <a:pt x="17366" y="6854"/>
                  </a:cubicBezTo>
                  <a:cubicBezTo>
                    <a:pt x="17016" y="9604"/>
                    <a:pt x="16308" y="11871"/>
                    <a:pt x="15264" y="13590"/>
                  </a:cubicBezTo>
                  <a:cubicBezTo>
                    <a:pt x="15249" y="13614"/>
                    <a:pt x="15257" y="13645"/>
                    <a:pt x="15280" y="13660"/>
                  </a:cubicBezTo>
                  <a:cubicBezTo>
                    <a:pt x="15289" y="13666"/>
                    <a:pt x="15299" y="13668"/>
                    <a:pt x="15308" y="13668"/>
                  </a:cubicBezTo>
                  <a:cubicBezTo>
                    <a:pt x="15325" y="13668"/>
                    <a:pt x="15341" y="13661"/>
                    <a:pt x="15352" y="13647"/>
                  </a:cubicBezTo>
                  <a:cubicBezTo>
                    <a:pt x="16063" y="12642"/>
                    <a:pt x="17052" y="10975"/>
                    <a:pt x="17492" y="9580"/>
                  </a:cubicBezTo>
                  <a:cubicBezTo>
                    <a:pt x="17604" y="9227"/>
                    <a:pt x="17711" y="8868"/>
                    <a:pt x="17816" y="8519"/>
                  </a:cubicBezTo>
                  <a:cubicBezTo>
                    <a:pt x="18096" y="7583"/>
                    <a:pt x="18387" y="6615"/>
                    <a:pt x="18773" y="5700"/>
                  </a:cubicBezTo>
                  <a:cubicBezTo>
                    <a:pt x="19166" y="4766"/>
                    <a:pt x="19880" y="3458"/>
                    <a:pt x="21067" y="2470"/>
                  </a:cubicBezTo>
                  <a:lnTo>
                    <a:pt x="21067" y="2470"/>
                  </a:lnTo>
                  <a:cubicBezTo>
                    <a:pt x="20835" y="4548"/>
                    <a:pt x="19737" y="6511"/>
                    <a:pt x="18676" y="8412"/>
                  </a:cubicBezTo>
                  <a:cubicBezTo>
                    <a:pt x="17698" y="10163"/>
                    <a:pt x="16685" y="11976"/>
                    <a:pt x="16318" y="13909"/>
                  </a:cubicBezTo>
                  <a:cubicBezTo>
                    <a:pt x="16312" y="13936"/>
                    <a:pt x="16330" y="13963"/>
                    <a:pt x="16357" y="13968"/>
                  </a:cubicBezTo>
                  <a:cubicBezTo>
                    <a:pt x="16361" y="13969"/>
                    <a:pt x="16365" y="13970"/>
                    <a:pt x="16369" y="13970"/>
                  </a:cubicBezTo>
                  <a:cubicBezTo>
                    <a:pt x="16393" y="13970"/>
                    <a:pt x="16413" y="13954"/>
                    <a:pt x="16418" y="13930"/>
                  </a:cubicBezTo>
                  <a:cubicBezTo>
                    <a:pt x="16870" y="12180"/>
                    <a:pt x="18136" y="10055"/>
                    <a:pt x="19806" y="8245"/>
                  </a:cubicBezTo>
                  <a:cubicBezTo>
                    <a:pt x="20972" y="6979"/>
                    <a:pt x="22271" y="5982"/>
                    <a:pt x="23647" y="4926"/>
                  </a:cubicBezTo>
                  <a:cubicBezTo>
                    <a:pt x="23884" y="4743"/>
                    <a:pt x="24122" y="4560"/>
                    <a:pt x="24360" y="4376"/>
                  </a:cubicBezTo>
                  <a:lnTo>
                    <a:pt x="24360" y="4376"/>
                  </a:lnTo>
                  <a:cubicBezTo>
                    <a:pt x="23964" y="5844"/>
                    <a:pt x="23200" y="7194"/>
                    <a:pt x="22144" y="8289"/>
                  </a:cubicBezTo>
                  <a:cubicBezTo>
                    <a:pt x="21619" y="8834"/>
                    <a:pt x="21018" y="9319"/>
                    <a:pt x="20437" y="9787"/>
                  </a:cubicBezTo>
                  <a:cubicBezTo>
                    <a:pt x="20032" y="10114"/>
                    <a:pt x="19612" y="10451"/>
                    <a:pt x="19221" y="10808"/>
                  </a:cubicBezTo>
                  <a:cubicBezTo>
                    <a:pt x="18120" y="11810"/>
                    <a:pt x="16868" y="13313"/>
                    <a:pt x="16653" y="14524"/>
                  </a:cubicBezTo>
                  <a:cubicBezTo>
                    <a:pt x="16648" y="14548"/>
                    <a:pt x="16662" y="14572"/>
                    <a:pt x="16685" y="14582"/>
                  </a:cubicBezTo>
                  <a:cubicBezTo>
                    <a:pt x="16691" y="14584"/>
                    <a:pt x="16697" y="14585"/>
                    <a:pt x="16703" y="14585"/>
                  </a:cubicBezTo>
                  <a:cubicBezTo>
                    <a:pt x="16720" y="14585"/>
                    <a:pt x="16737" y="14577"/>
                    <a:pt x="16747" y="14563"/>
                  </a:cubicBezTo>
                  <a:cubicBezTo>
                    <a:pt x="18130" y="12515"/>
                    <a:pt x="20676" y="10868"/>
                    <a:pt x="22436" y="10080"/>
                  </a:cubicBezTo>
                  <a:cubicBezTo>
                    <a:pt x="22986" y="9834"/>
                    <a:pt x="23555" y="9600"/>
                    <a:pt x="24106" y="9375"/>
                  </a:cubicBezTo>
                  <a:cubicBezTo>
                    <a:pt x="25555" y="8780"/>
                    <a:pt x="27051" y="8166"/>
                    <a:pt x="28357" y="7258"/>
                  </a:cubicBezTo>
                  <a:lnTo>
                    <a:pt x="28357" y="7258"/>
                  </a:lnTo>
                  <a:cubicBezTo>
                    <a:pt x="27706" y="8727"/>
                    <a:pt x="26589" y="9972"/>
                    <a:pt x="25195" y="10778"/>
                  </a:cubicBezTo>
                  <a:cubicBezTo>
                    <a:pt x="24233" y="11335"/>
                    <a:pt x="23149" y="11678"/>
                    <a:pt x="22101" y="12011"/>
                  </a:cubicBezTo>
                  <a:cubicBezTo>
                    <a:pt x="21731" y="12128"/>
                    <a:pt x="21349" y="12249"/>
                    <a:pt x="20978" y="12378"/>
                  </a:cubicBezTo>
                  <a:cubicBezTo>
                    <a:pt x="20273" y="12623"/>
                    <a:pt x="17885" y="13536"/>
                    <a:pt x="16786" y="15038"/>
                  </a:cubicBezTo>
                  <a:cubicBezTo>
                    <a:pt x="16771" y="15056"/>
                    <a:pt x="16772" y="15083"/>
                    <a:pt x="16787" y="15102"/>
                  </a:cubicBezTo>
                  <a:cubicBezTo>
                    <a:pt x="16798" y="15114"/>
                    <a:pt x="16813" y="15120"/>
                    <a:pt x="16828" y="15120"/>
                  </a:cubicBezTo>
                  <a:cubicBezTo>
                    <a:pt x="16836" y="15120"/>
                    <a:pt x="16843" y="15119"/>
                    <a:pt x="16850" y="15116"/>
                  </a:cubicBezTo>
                  <a:cubicBezTo>
                    <a:pt x="18852" y="14134"/>
                    <a:pt x="21556" y="13360"/>
                    <a:pt x="24085" y="13046"/>
                  </a:cubicBezTo>
                  <a:cubicBezTo>
                    <a:pt x="25351" y="12889"/>
                    <a:pt x="26643" y="12769"/>
                    <a:pt x="27894" y="12652"/>
                  </a:cubicBezTo>
                  <a:cubicBezTo>
                    <a:pt x="28907" y="12559"/>
                    <a:pt x="29952" y="12463"/>
                    <a:pt x="30982" y="12346"/>
                  </a:cubicBezTo>
                  <a:lnTo>
                    <a:pt x="30982" y="12346"/>
                  </a:lnTo>
                  <a:cubicBezTo>
                    <a:pt x="28973" y="13963"/>
                    <a:pt x="26461" y="14930"/>
                    <a:pt x="23886" y="15073"/>
                  </a:cubicBezTo>
                  <a:cubicBezTo>
                    <a:pt x="23243" y="15108"/>
                    <a:pt x="22589" y="15117"/>
                    <a:pt x="21897" y="15128"/>
                  </a:cubicBezTo>
                  <a:cubicBezTo>
                    <a:pt x="20172" y="15155"/>
                    <a:pt x="18388" y="15183"/>
                    <a:pt x="16809" y="15624"/>
                  </a:cubicBezTo>
                  <a:cubicBezTo>
                    <a:pt x="16784" y="15631"/>
                    <a:pt x="16768" y="15655"/>
                    <a:pt x="16771" y="15681"/>
                  </a:cubicBezTo>
                  <a:cubicBezTo>
                    <a:pt x="16774" y="15706"/>
                    <a:pt x="16795" y="15725"/>
                    <a:pt x="16821" y="15726"/>
                  </a:cubicBezTo>
                  <a:cubicBezTo>
                    <a:pt x="22229" y="15928"/>
                    <a:pt x="26773" y="16616"/>
                    <a:pt x="30707" y="17828"/>
                  </a:cubicBezTo>
                  <a:cubicBezTo>
                    <a:pt x="29692" y="18004"/>
                    <a:pt x="28631" y="18093"/>
                    <a:pt x="27510" y="18093"/>
                  </a:cubicBezTo>
                  <a:cubicBezTo>
                    <a:pt x="26298" y="18093"/>
                    <a:pt x="25016" y="17989"/>
                    <a:pt x="23647" y="17783"/>
                  </a:cubicBezTo>
                  <a:cubicBezTo>
                    <a:pt x="21182" y="17411"/>
                    <a:pt x="18775" y="16792"/>
                    <a:pt x="16521" y="16189"/>
                  </a:cubicBezTo>
                  <a:cubicBezTo>
                    <a:pt x="16517" y="16188"/>
                    <a:pt x="16513" y="16188"/>
                    <a:pt x="16509" y="16188"/>
                  </a:cubicBezTo>
                  <a:cubicBezTo>
                    <a:pt x="16487" y="16188"/>
                    <a:pt x="16468" y="16200"/>
                    <a:pt x="16460" y="16220"/>
                  </a:cubicBezTo>
                  <a:cubicBezTo>
                    <a:pt x="16449" y="16243"/>
                    <a:pt x="16459" y="16271"/>
                    <a:pt x="16482" y="16285"/>
                  </a:cubicBezTo>
                  <a:cubicBezTo>
                    <a:pt x="20272" y="18504"/>
                    <a:pt x="24574" y="19669"/>
                    <a:pt x="28967" y="19669"/>
                  </a:cubicBezTo>
                  <a:cubicBezTo>
                    <a:pt x="29109" y="19669"/>
                    <a:pt x="29252" y="19668"/>
                    <a:pt x="29394" y="19665"/>
                  </a:cubicBezTo>
                  <a:lnTo>
                    <a:pt x="29394" y="19665"/>
                  </a:lnTo>
                  <a:cubicBezTo>
                    <a:pt x="28330" y="20169"/>
                    <a:pt x="27138" y="20357"/>
                    <a:pt x="25953" y="20357"/>
                  </a:cubicBezTo>
                  <a:cubicBezTo>
                    <a:pt x="24470" y="20357"/>
                    <a:pt x="22997" y="20063"/>
                    <a:pt x="21798" y="19726"/>
                  </a:cubicBezTo>
                  <a:cubicBezTo>
                    <a:pt x="18050" y="18673"/>
                    <a:pt x="16051" y="17907"/>
                    <a:pt x="14830" y="16407"/>
                  </a:cubicBezTo>
                  <a:cubicBezTo>
                    <a:pt x="14819" y="16395"/>
                    <a:pt x="14804" y="16388"/>
                    <a:pt x="14789" y="16388"/>
                  </a:cubicBezTo>
                  <a:cubicBezTo>
                    <a:pt x="14783" y="16388"/>
                    <a:pt x="14774" y="16390"/>
                    <a:pt x="14768" y="16394"/>
                  </a:cubicBezTo>
                  <a:cubicBezTo>
                    <a:pt x="13037" y="17171"/>
                    <a:pt x="11672" y="17534"/>
                    <a:pt x="10214" y="17534"/>
                  </a:cubicBezTo>
                  <a:cubicBezTo>
                    <a:pt x="9394" y="17534"/>
                    <a:pt x="8545" y="17419"/>
                    <a:pt x="7585" y="17198"/>
                  </a:cubicBezTo>
                  <a:cubicBezTo>
                    <a:pt x="4843" y="16567"/>
                    <a:pt x="2715" y="15718"/>
                    <a:pt x="941" y="14542"/>
                  </a:cubicBezTo>
                  <a:lnTo>
                    <a:pt x="941" y="14542"/>
                  </a:lnTo>
                  <a:cubicBezTo>
                    <a:pt x="3493" y="15614"/>
                    <a:pt x="6270" y="16159"/>
                    <a:pt x="9128" y="16159"/>
                  </a:cubicBezTo>
                  <a:cubicBezTo>
                    <a:pt x="10300" y="16159"/>
                    <a:pt x="11486" y="16067"/>
                    <a:pt x="12676" y="15882"/>
                  </a:cubicBezTo>
                  <a:cubicBezTo>
                    <a:pt x="12703" y="15878"/>
                    <a:pt x="12722" y="15857"/>
                    <a:pt x="12720" y="15830"/>
                  </a:cubicBezTo>
                  <a:cubicBezTo>
                    <a:pt x="12720" y="15804"/>
                    <a:pt x="12700" y="15783"/>
                    <a:pt x="12674" y="15780"/>
                  </a:cubicBezTo>
                  <a:cubicBezTo>
                    <a:pt x="10705" y="15576"/>
                    <a:pt x="8139" y="15221"/>
                    <a:pt x="5755" y="14288"/>
                  </a:cubicBezTo>
                  <a:cubicBezTo>
                    <a:pt x="3435" y="13381"/>
                    <a:pt x="1532" y="12028"/>
                    <a:pt x="236" y="10364"/>
                  </a:cubicBezTo>
                  <a:lnTo>
                    <a:pt x="236" y="10364"/>
                  </a:lnTo>
                  <a:cubicBezTo>
                    <a:pt x="2124" y="11318"/>
                    <a:pt x="4154" y="11992"/>
                    <a:pt x="6120" y="12644"/>
                  </a:cubicBezTo>
                  <a:cubicBezTo>
                    <a:pt x="8373" y="13392"/>
                    <a:pt x="10704" y="14166"/>
                    <a:pt x="12810" y="15360"/>
                  </a:cubicBezTo>
                  <a:cubicBezTo>
                    <a:pt x="12818" y="15365"/>
                    <a:pt x="12827" y="15367"/>
                    <a:pt x="12835" y="15367"/>
                  </a:cubicBezTo>
                  <a:cubicBezTo>
                    <a:pt x="12854" y="15367"/>
                    <a:pt x="12872" y="15358"/>
                    <a:pt x="12882" y="15340"/>
                  </a:cubicBezTo>
                  <a:cubicBezTo>
                    <a:pt x="12895" y="15316"/>
                    <a:pt x="12886" y="15284"/>
                    <a:pt x="12861" y="15270"/>
                  </a:cubicBezTo>
                  <a:cubicBezTo>
                    <a:pt x="12104" y="14838"/>
                    <a:pt x="11368" y="14315"/>
                    <a:pt x="10658" y="13809"/>
                  </a:cubicBezTo>
                  <a:cubicBezTo>
                    <a:pt x="9902" y="13270"/>
                    <a:pt x="9120" y="12714"/>
                    <a:pt x="8305" y="12264"/>
                  </a:cubicBezTo>
                  <a:cubicBezTo>
                    <a:pt x="7107" y="11602"/>
                    <a:pt x="5357" y="10551"/>
                    <a:pt x="3989" y="9071"/>
                  </a:cubicBezTo>
                  <a:cubicBezTo>
                    <a:pt x="2722" y="7704"/>
                    <a:pt x="1920" y="6097"/>
                    <a:pt x="1714" y="4523"/>
                  </a:cubicBezTo>
                  <a:lnTo>
                    <a:pt x="1714" y="4523"/>
                  </a:lnTo>
                  <a:cubicBezTo>
                    <a:pt x="3185" y="6615"/>
                    <a:pt x="5375" y="8031"/>
                    <a:pt x="7498" y="9304"/>
                  </a:cubicBezTo>
                  <a:cubicBezTo>
                    <a:pt x="9791" y="10680"/>
                    <a:pt x="11586" y="12822"/>
                    <a:pt x="13087" y="14721"/>
                  </a:cubicBezTo>
                  <a:cubicBezTo>
                    <a:pt x="13098" y="14734"/>
                    <a:pt x="13113" y="14742"/>
                    <a:pt x="13128" y="14742"/>
                  </a:cubicBezTo>
                  <a:cubicBezTo>
                    <a:pt x="13138" y="14742"/>
                    <a:pt x="13148" y="14739"/>
                    <a:pt x="13157" y="14732"/>
                  </a:cubicBezTo>
                  <a:cubicBezTo>
                    <a:pt x="13179" y="14717"/>
                    <a:pt x="13187" y="14689"/>
                    <a:pt x="13174" y="14665"/>
                  </a:cubicBezTo>
                  <a:cubicBezTo>
                    <a:pt x="12353" y="13149"/>
                    <a:pt x="11349" y="11645"/>
                    <a:pt x="10379" y="10190"/>
                  </a:cubicBezTo>
                  <a:cubicBezTo>
                    <a:pt x="9802" y="9325"/>
                    <a:pt x="9205" y="8431"/>
                    <a:pt x="8661" y="7555"/>
                  </a:cubicBezTo>
                  <a:cubicBezTo>
                    <a:pt x="7749" y="6084"/>
                    <a:pt x="7210" y="4399"/>
                    <a:pt x="7098" y="2673"/>
                  </a:cubicBezTo>
                  <a:lnTo>
                    <a:pt x="7098" y="2673"/>
                  </a:lnTo>
                  <a:lnTo>
                    <a:pt x="7315" y="2907"/>
                  </a:lnTo>
                  <a:cubicBezTo>
                    <a:pt x="8698" y="4400"/>
                    <a:pt x="10126" y="5943"/>
                    <a:pt x="11418" y="7578"/>
                  </a:cubicBezTo>
                  <a:cubicBezTo>
                    <a:pt x="12708" y="9208"/>
                    <a:pt x="13147" y="11345"/>
                    <a:pt x="13570" y="13411"/>
                  </a:cubicBezTo>
                  <a:lnTo>
                    <a:pt x="13661" y="13847"/>
                  </a:lnTo>
                  <a:cubicBezTo>
                    <a:pt x="13666" y="13872"/>
                    <a:pt x="13688" y="13887"/>
                    <a:pt x="13713" y="13887"/>
                  </a:cubicBezTo>
                  <a:cubicBezTo>
                    <a:pt x="13714" y="13887"/>
                    <a:pt x="13715" y="13887"/>
                    <a:pt x="13716" y="13887"/>
                  </a:cubicBezTo>
                  <a:cubicBezTo>
                    <a:pt x="13743" y="13886"/>
                    <a:pt x="13763" y="13864"/>
                    <a:pt x="13763" y="13838"/>
                  </a:cubicBezTo>
                  <a:cubicBezTo>
                    <a:pt x="13834" y="11211"/>
                    <a:pt x="13152" y="8518"/>
                    <a:pt x="12475" y="6230"/>
                  </a:cubicBezTo>
                  <a:cubicBezTo>
                    <a:pt x="11902" y="4297"/>
                    <a:pt x="11797" y="2235"/>
                    <a:pt x="12169" y="255"/>
                  </a:cubicBezTo>
                  <a:close/>
                  <a:moveTo>
                    <a:pt x="12157" y="1"/>
                  </a:moveTo>
                  <a:cubicBezTo>
                    <a:pt x="12155" y="1"/>
                    <a:pt x="12154" y="1"/>
                    <a:pt x="12152" y="1"/>
                  </a:cubicBezTo>
                  <a:cubicBezTo>
                    <a:pt x="12128" y="2"/>
                    <a:pt x="12109" y="18"/>
                    <a:pt x="12104" y="41"/>
                  </a:cubicBezTo>
                  <a:cubicBezTo>
                    <a:pt x="11687" y="2098"/>
                    <a:pt x="11780" y="4248"/>
                    <a:pt x="12376" y="6259"/>
                  </a:cubicBezTo>
                  <a:cubicBezTo>
                    <a:pt x="13009" y="8400"/>
                    <a:pt x="13647" y="10894"/>
                    <a:pt x="13665" y="13351"/>
                  </a:cubicBezTo>
                  <a:cubicBezTo>
                    <a:pt x="13239" y="11285"/>
                    <a:pt x="12795" y="9153"/>
                    <a:pt x="11500" y="7513"/>
                  </a:cubicBezTo>
                  <a:cubicBezTo>
                    <a:pt x="10206" y="5876"/>
                    <a:pt x="8774" y="4332"/>
                    <a:pt x="7391" y="2837"/>
                  </a:cubicBezTo>
                  <a:lnTo>
                    <a:pt x="7077" y="2496"/>
                  </a:lnTo>
                  <a:cubicBezTo>
                    <a:pt x="7067" y="2486"/>
                    <a:pt x="7053" y="2480"/>
                    <a:pt x="7038" y="2480"/>
                  </a:cubicBezTo>
                  <a:cubicBezTo>
                    <a:pt x="7031" y="2480"/>
                    <a:pt x="7024" y="2482"/>
                    <a:pt x="7017" y="2484"/>
                  </a:cubicBezTo>
                  <a:cubicBezTo>
                    <a:pt x="6999" y="2492"/>
                    <a:pt x="6985" y="2513"/>
                    <a:pt x="6986" y="2534"/>
                  </a:cubicBezTo>
                  <a:cubicBezTo>
                    <a:pt x="7078" y="4329"/>
                    <a:pt x="7627" y="6083"/>
                    <a:pt x="8574" y="7610"/>
                  </a:cubicBezTo>
                  <a:cubicBezTo>
                    <a:pt x="9119" y="8487"/>
                    <a:pt x="9716" y="9382"/>
                    <a:pt x="10293" y="10248"/>
                  </a:cubicBezTo>
                  <a:cubicBezTo>
                    <a:pt x="11145" y="11525"/>
                    <a:pt x="12023" y="12841"/>
                    <a:pt x="12779" y="14167"/>
                  </a:cubicBezTo>
                  <a:cubicBezTo>
                    <a:pt x="11352" y="12391"/>
                    <a:pt x="9665" y="10482"/>
                    <a:pt x="7550" y="9216"/>
                  </a:cubicBezTo>
                  <a:cubicBezTo>
                    <a:pt x="5380" y="7914"/>
                    <a:pt x="3139" y="6462"/>
                    <a:pt x="1683" y="4294"/>
                  </a:cubicBezTo>
                  <a:cubicBezTo>
                    <a:pt x="1673" y="4279"/>
                    <a:pt x="1657" y="4271"/>
                    <a:pt x="1640" y="4271"/>
                  </a:cubicBezTo>
                  <a:cubicBezTo>
                    <a:pt x="1634" y="4271"/>
                    <a:pt x="1628" y="4272"/>
                    <a:pt x="1623" y="4274"/>
                  </a:cubicBezTo>
                  <a:cubicBezTo>
                    <a:pt x="1600" y="4282"/>
                    <a:pt x="1586" y="4303"/>
                    <a:pt x="1588" y="4327"/>
                  </a:cubicBezTo>
                  <a:cubicBezTo>
                    <a:pt x="1750" y="5989"/>
                    <a:pt x="2575" y="7699"/>
                    <a:pt x="3912" y="9142"/>
                  </a:cubicBezTo>
                  <a:cubicBezTo>
                    <a:pt x="5293" y="10632"/>
                    <a:pt x="7052" y="11689"/>
                    <a:pt x="8255" y="12355"/>
                  </a:cubicBezTo>
                  <a:cubicBezTo>
                    <a:pt x="9065" y="12802"/>
                    <a:pt x="9844" y="13357"/>
                    <a:pt x="10597" y="13893"/>
                  </a:cubicBezTo>
                  <a:cubicBezTo>
                    <a:pt x="10955" y="14147"/>
                    <a:pt x="11318" y="14407"/>
                    <a:pt x="11687" y="14656"/>
                  </a:cubicBezTo>
                  <a:cubicBezTo>
                    <a:pt x="9899" y="13790"/>
                    <a:pt x="8001" y="13160"/>
                    <a:pt x="6154" y="12546"/>
                  </a:cubicBezTo>
                  <a:cubicBezTo>
                    <a:pt x="4120" y="11872"/>
                    <a:pt x="2018" y="11174"/>
                    <a:pt x="80" y="10169"/>
                  </a:cubicBezTo>
                  <a:cubicBezTo>
                    <a:pt x="72" y="10164"/>
                    <a:pt x="63" y="10162"/>
                    <a:pt x="55" y="10162"/>
                  </a:cubicBezTo>
                  <a:cubicBezTo>
                    <a:pt x="41" y="10162"/>
                    <a:pt x="27" y="10169"/>
                    <a:pt x="16" y="10181"/>
                  </a:cubicBezTo>
                  <a:cubicBezTo>
                    <a:pt x="0" y="10198"/>
                    <a:pt x="0" y="10225"/>
                    <a:pt x="14" y="10246"/>
                  </a:cubicBezTo>
                  <a:cubicBezTo>
                    <a:pt x="1324" y="12007"/>
                    <a:pt x="3296" y="13438"/>
                    <a:pt x="5718" y="14385"/>
                  </a:cubicBezTo>
                  <a:cubicBezTo>
                    <a:pt x="7951" y="15258"/>
                    <a:pt x="10342" y="15627"/>
                    <a:pt x="12256" y="15839"/>
                  </a:cubicBezTo>
                  <a:cubicBezTo>
                    <a:pt x="11208" y="15984"/>
                    <a:pt x="10163" y="16055"/>
                    <a:pt x="9129" y="16055"/>
                  </a:cubicBezTo>
                  <a:cubicBezTo>
                    <a:pt x="6101" y="16055"/>
                    <a:pt x="3165" y="15441"/>
                    <a:pt x="491" y="14233"/>
                  </a:cubicBezTo>
                  <a:cubicBezTo>
                    <a:pt x="484" y="14230"/>
                    <a:pt x="477" y="14228"/>
                    <a:pt x="469" y="14228"/>
                  </a:cubicBezTo>
                  <a:cubicBezTo>
                    <a:pt x="451" y="14228"/>
                    <a:pt x="433" y="14237"/>
                    <a:pt x="424" y="14255"/>
                  </a:cubicBezTo>
                  <a:cubicBezTo>
                    <a:pt x="412" y="14277"/>
                    <a:pt x="417" y="14307"/>
                    <a:pt x="439" y="14322"/>
                  </a:cubicBezTo>
                  <a:cubicBezTo>
                    <a:pt x="2313" y="15666"/>
                    <a:pt x="4576" y="16612"/>
                    <a:pt x="7561" y="17299"/>
                  </a:cubicBezTo>
                  <a:cubicBezTo>
                    <a:pt x="8530" y="17522"/>
                    <a:pt x="9388" y="17638"/>
                    <a:pt x="10216" y="17638"/>
                  </a:cubicBezTo>
                  <a:cubicBezTo>
                    <a:pt x="11676" y="17638"/>
                    <a:pt x="13045" y="17277"/>
                    <a:pt x="14774" y="16504"/>
                  </a:cubicBezTo>
                  <a:cubicBezTo>
                    <a:pt x="16016" y="18005"/>
                    <a:pt x="18026" y="18774"/>
                    <a:pt x="21770" y="19826"/>
                  </a:cubicBezTo>
                  <a:cubicBezTo>
                    <a:pt x="22978" y="20165"/>
                    <a:pt x="24459" y="20461"/>
                    <a:pt x="25954" y="20461"/>
                  </a:cubicBezTo>
                  <a:cubicBezTo>
                    <a:pt x="27231" y="20461"/>
                    <a:pt x="28517" y="20245"/>
                    <a:pt x="29650" y="19656"/>
                  </a:cubicBezTo>
                  <a:cubicBezTo>
                    <a:pt x="29670" y="19645"/>
                    <a:pt x="29681" y="19620"/>
                    <a:pt x="29675" y="19597"/>
                  </a:cubicBezTo>
                  <a:cubicBezTo>
                    <a:pt x="29670" y="19574"/>
                    <a:pt x="29651" y="19558"/>
                    <a:pt x="29624" y="19558"/>
                  </a:cubicBezTo>
                  <a:cubicBezTo>
                    <a:pt x="29408" y="19564"/>
                    <a:pt x="29191" y="19566"/>
                    <a:pt x="28975" y="19566"/>
                  </a:cubicBezTo>
                  <a:cubicBezTo>
                    <a:pt x="24731" y="19566"/>
                    <a:pt x="20569" y="18475"/>
                    <a:pt x="16876" y="16392"/>
                  </a:cubicBezTo>
                  <a:lnTo>
                    <a:pt x="16876" y="16392"/>
                  </a:lnTo>
                  <a:cubicBezTo>
                    <a:pt x="19022" y="16963"/>
                    <a:pt x="21299" y="17534"/>
                    <a:pt x="23632" y="17886"/>
                  </a:cubicBezTo>
                  <a:cubicBezTo>
                    <a:pt x="25006" y="18093"/>
                    <a:pt x="26292" y="18197"/>
                    <a:pt x="27509" y="18197"/>
                  </a:cubicBezTo>
                  <a:cubicBezTo>
                    <a:pt x="28713" y="18197"/>
                    <a:pt x="29849" y="18095"/>
                    <a:pt x="30933" y="17892"/>
                  </a:cubicBezTo>
                  <a:cubicBezTo>
                    <a:pt x="30957" y="17887"/>
                    <a:pt x="30975" y="17868"/>
                    <a:pt x="30976" y="17844"/>
                  </a:cubicBezTo>
                  <a:cubicBezTo>
                    <a:pt x="30978" y="17820"/>
                    <a:pt x="30963" y="17798"/>
                    <a:pt x="30940" y="17791"/>
                  </a:cubicBezTo>
                  <a:cubicBezTo>
                    <a:pt x="27036" y="16566"/>
                    <a:pt x="22530" y="15860"/>
                    <a:pt x="17176" y="15638"/>
                  </a:cubicBezTo>
                  <a:cubicBezTo>
                    <a:pt x="18656" y="15282"/>
                    <a:pt x="20302" y="15257"/>
                    <a:pt x="21898" y="15233"/>
                  </a:cubicBezTo>
                  <a:cubicBezTo>
                    <a:pt x="22592" y="15222"/>
                    <a:pt x="23247" y="15211"/>
                    <a:pt x="23892" y="15176"/>
                  </a:cubicBezTo>
                  <a:cubicBezTo>
                    <a:pt x="26547" y="15029"/>
                    <a:pt x="29137" y="14014"/>
                    <a:pt x="31183" y="12315"/>
                  </a:cubicBezTo>
                  <a:cubicBezTo>
                    <a:pt x="31201" y="12300"/>
                    <a:pt x="31208" y="12276"/>
                    <a:pt x="31198" y="12254"/>
                  </a:cubicBezTo>
                  <a:cubicBezTo>
                    <a:pt x="31189" y="12235"/>
                    <a:pt x="31171" y="12223"/>
                    <a:pt x="31148" y="12223"/>
                  </a:cubicBezTo>
                  <a:cubicBezTo>
                    <a:pt x="31147" y="12223"/>
                    <a:pt x="31146" y="12223"/>
                    <a:pt x="31144" y="12223"/>
                  </a:cubicBezTo>
                  <a:cubicBezTo>
                    <a:pt x="30060" y="12350"/>
                    <a:pt x="28954" y="12452"/>
                    <a:pt x="27885" y="12550"/>
                  </a:cubicBezTo>
                  <a:cubicBezTo>
                    <a:pt x="26633" y="12666"/>
                    <a:pt x="25339" y="12787"/>
                    <a:pt x="24072" y="12944"/>
                  </a:cubicBezTo>
                  <a:cubicBezTo>
                    <a:pt x="21617" y="13250"/>
                    <a:pt x="18993" y="13987"/>
                    <a:pt x="17004" y="14927"/>
                  </a:cubicBezTo>
                  <a:cubicBezTo>
                    <a:pt x="18136" y="13552"/>
                    <a:pt x="20341" y="12709"/>
                    <a:pt x="21013" y="12476"/>
                  </a:cubicBezTo>
                  <a:cubicBezTo>
                    <a:pt x="21383" y="12348"/>
                    <a:pt x="21763" y="12227"/>
                    <a:pt x="22132" y="12110"/>
                  </a:cubicBezTo>
                  <a:cubicBezTo>
                    <a:pt x="23185" y="11777"/>
                    <a:pt x="24275" y="11431"/>
                    <a:pt x="25248" y="10868"/>
                  </a:cubicBezTo>
                  <a:cubicBezTo>
                    <a:pt x="26713" y="10021"/>
                    <a:pt x="27877" y="8693"/>
                    <a:pt x="28525" y="7130"/>
                  </a:cubicBezTo>
                  <a:cubicBezTo>
                    <a:pt x="28534" y="7108"/>
                    <a:pt x="28528" y="7083"/>
                    <a:pt x="28509" y="7069"/>
                  </a:cubicBezTo>
                  <a:cubicBezTo>
                    <a:pt x="28500" y="7062"/>
                    <a:pt x="28489" y="7058"/>
                    <a:pt x="28478" y="7058"/>
                  </a:cubicBezTo>
                  <a:cubicBezTo>
                    <a:pt x="28467" y="7058"/>
                    <a:pt x="28456" y="7061"/>
                    <a:pt x="28447" y="7068"/>
                  </a:cubicBezTo>
                  <a:cubicBezTo>
                    <a:pt x="27115" y="8028"/>
                    <a:pt x="25565" y="8665"/>
                    <a:pt x="24067" y="9280"/>
                  </a:cubicBezTo>
                  <a:cubicBezTo>
                    <a:pt x="23516" y="9506"/>
                    <a:pt x="22946" y="9740"/>
                    <a:pt x="22394" y="9986"/>
                  </a:cubicBezTo>
                  <a:cubicBezTo>
                    <a:pt x="20684" y="10751"/>
                    <a:pt x="18239" y="12321"/>
                    <a:pt x="16815" y="14284"/>
                  </a:cubicBezTo>
                  <a:cubicBezTo>
                    <a:pt x="17141" y="13147"/>
                    <a:pt x="18280" y="11805"/>
                    <a:pt x="19291" y="10886"/>
                  </a:cubicBezTo>
                  <a:cubicBezTo>
                    <a:pt x="19680" y="10531"/>
                    <a:pt x="20098" y="10194"/>
                    <a:pt x="20503" y="9868"/>
                  </a:cubicBezTo>
                  <a:cubicBezTo>
                    <a:pt x="21087" y="9398"/>
                    <a:pt x="21689" y="8912"/>
                    <a:pt x="22219" y="8362"/>
                  </a:cubicBezTo>
                  <a:cubicBezTo>
                    <a:pt x="23323" y="7217"/>
                    <a:pt x="24111" y="5797"/>
                    <a:pt x="24500" y="4253"/>
                  </a:cubicBezTo>
                  <a:cubicBezTo>
                    <a:pt x="24505" y="4233"/>
                    <a:pt x="24496" y="4210"/>
                    <a:pt x="24477" y="4198"/>
                  </a:cubicBezTo>
                  <a:cubicBezTo>
                    <a:pt x="24468" y="4193"/>
                    <a:pt x="24459" y="4190"/>
                    <a:pt x="24449" y="4190"/>
                  </a:cubicBezTo>
                  <a:cubicBezTo>
                    <a:pt x="24438" y="4190"/>
                    <a:pt x="24427" y="4194"/>
                    <a:pt x="24418" y="4201"/>
                  </a:cubicBezTo>
                  <a:cubicBezTo>
                    <a:pt x="24139" y="4418"/>
                    <a:pt x="23861" y="4632"/>
                    <a:pt x="23584" y="4844"/>
                  </a:cubicBezTo>
                  <a:cubicBezTo>
                    <a:pt x="22205" y="5903"/>
                    <a:pt x="20902" y="6904"/>
                    <a:pt x="19729" y="8175"/>
                  </a:cubicBezTo>
                  <a:cubicBezTo>
                    <a:pt x="18445" y="9569"/>
                    <a:pt x="17396" y="11150"/>
                    <a:pt x="16771" y="12607"/>
                  </a:cubicBezTo>
                  <a:cubicBezTo>
                    <a:pt x="17253" y="11174"/>
                    <a:pt x="18019" y="9800"/>
                    <a:pt x="18767" y="8462"/>
                  </a:cubicBezTo>
                  <a:cubicBezTo>
                    <a:pt x="19856" y="6515"/>
                    <a:pt x="20980" y="4501"/>
                    <a:pt x="21182" y="2355"/>
                  </a:cubicBezTo>
                  <a:cubicBezTo>
                    <a:pt x="21185" y="2334"/>
                    <a:pt x="21174" y="2315"/>
                    <a:pt x="21155" y="2304"/>
                  </a:cubicBezTo>
                  <a:cubicBezTo>
                    <a:pt x="21148" y="2300"/>
                    <a:pt x="21139" y="2298"/>
                    <a:pt x="21131" y="2298"/>
                  </a:cubicBezTo>
                  <a:cubicBezTo>
                    <a:pt x="21120" y="2298"/>
                    <a:pt x="21108" y="2302"/>
                    <a:pt x="21099" y="2309"/>
                  </a:cubicBezTo>
                  <a:cubicBezTo>
                    <a:pt x="19838" y="3320"/>
                    <a:pt x="19086" y="4689"/>
                    <a:pt x="18677" y="5659"/>
                  </a:cubicBezTo>
                  <a:cubicBezTo>
                    <a:pt x="18290" y="6580"/>
                    <a:pt x="17999" y="7551"/>
                    <a:pt x="17717" y="8490"/>
                  </a:cubicBezTo>
                  <a:cubicBezTo>
                    <a:pt x="17613" y="8838"/>
                    <a:pt x="17505" y="9198"/>
                    <a:pt x="17394" y="9549"/>
                  </a:cubicBezTo>
                  <a:cubicBezTo>
                    <a:pt x="17080" y="10544"/>
                    <a:pt x="16483" y="11681"/>
                    <a:pt x="15909" y="12613"/>
                  </a:cubicBezTo>
                  <a:cubicBezTo>
                    <a:pt x="16659" y="11041"/>
                    <a:pt x="17183" y="9114"/>
                    <a:pt x="17469" y="6867"/>
                  </a:cubicBezTo>
                  <a:cubicBezTo>
                    <a:pt x="17627" y="5622"/>
                    <a:pt x="17884" y="4450"/>
                    <a:pt x="18132" y="3317"/>
                  </a:cubicBezTo>
                  <a:cubicBezTo>
                    <a:pt x="18325" y="2439"/>
                    <a:pt x="18524" y="1529"/>
                    <a:pt x="18680" y="575"/>
                  </a:cubicBezTo>
                  <a:cubicBezTo>
                    <a:pt x="18684" y="554"/>
                    <a:pt x="18675" y="534"/>
                    <a:pt x="18656" y="523"/>
                  </a:cubicBezTo>
                  <a:cubicBezTo>
                    <a:pt x="18648" y="518"/>
                    <a:pt x="18638" y="516"/>
                    <a:pt x="18629" y="516"/>
                  </a:cubicBezTo>
                  <a:cubicBezTo>
                    <a:pt x="18618" y="516"/>
                    <a:pt x="18607" y="519"/>
                    <a:pt x="18598" y="526"/>
                  </a:cubicBezTo>
                  <a:cubicBezTo>
                    <a:pt x="17382" y="1483"/>
                    <a:pt x="16786" y="2869"/>
                    <a:pt x="16501" y="3865"/>
                  </a:cubicBezTo>
                  <a:cubicBezTo>
                    <a:pt x="16132" y="5148"/>
                    <a:pt x="16050" y="6520"/>
                    <a:pt x="16018" y="7812"/>
                  </a:cubicBezTo>
                  <a:cubicBezTo>
                    <a:pt x="16014" y="7933"/>
                    <a:pt x="16011" y="8054"/>
                    <a:pt x="16008" y="8175"/>
                  </a:cubicBezTo>
                  <a:cubicBezTo>
                    <a:pt x="15991" y="8980"/>
                    <a:pt x="15972" y="9812"/>
                    <a:pt x="15839" y="10617"/>
                  </a:cubicBezTo>
                  <a:cubicBezTo>
                    <a:pt x="15704" y="11423"/>
                    <a:pt x="15120" y="12465"/>
                    <a:pt x="14551" y="13223"/>
                  </a:cubicBezTo>
                  <a:cubicBezTo>
                    <a:pt x="15025" y="11498"/>
                    <a:pt x="15596" y="8482"/>
                    <a:pt x="14738" y="5942"/>
                  </a:cubicBezTo>
                  <a:cubicBezTo>
                    <a:pt x="14400" y="4940"/>
                    <a:pt x="13936" y="3975"/>
                    <a:pt x="13488" y="3040"/>
                  </a:cubicBezTo>
                  <a:cubicBezTo>
                    <a:pt x="13024" y="2073"/>
                    <a:pt x="12543" y="1073"/>
                    <a:pt x="12205" y="36"/>
                  </a:cubicBezTo>
                  <a:cubicBezTo>
                    <a:pt x="12197" y="16"/>
                    <a:pt x="12176" y="1"/>
                    <a:pt x="1215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22"/>
            <p:cNvSpPr/>
            <p:nvPr/>
          </p:nvSpPr>
          <p:spPr>
            <a:xfrm>
              <a:off x="1231725" y="5181350"/>
              <a:ext cx="341150" cy="52600"/>
            </a:xfrm>
            <a:custGeom>
              <a:avLst/>
              <a:gdLst/>
              <a:ahLst/>
              <a:cxnLst/>
              <a:rect l="l" t="t" r="r" b="b"/>
              <a:pathLst>
                <a:path w="13646" h="2104" extrusionOk="0">
                  <a:moveTo>
                    <a:pt x="30" y="1"/>
                  </a:moveTo>
                  <a:cubicBezTo>
                    <a:pt x="22" y="1"/>
                    <a:pt x="13" y="5"/>
                    <a:pt x="8" y="13"/>
                  </a:cubicBezTo>
                  <a:cubicBezTo>
                    <a:pt x="0" y="24"/>
                    <a:pt x="4" y="40"/>
                    <a:pt x="15" y="48"/>
                  </a:cubicBezTo>
                  <a:cubicBezTo>
                    <a:pt x="1685" y="1138"/>
                    <a:pt x="3689" y="1500"/>
                    <a:pt x="5769" y="1802"/>
                  </a:cubicBezTo>
                  <a:cubicBezTo>
                    <a:pt x="6865" y="1962"/>
                    <a:pt x="7942" y="2104"/>
                    <a:pt x="9010" y="2104"/>
                  </a:cubicBezTo>
                  <a:cubicBezTo>
                    <a:pt x="9306" y="2104"/>
                    <a:pt x="9600" y="2093"/>
                    <a:pt x="9894" y="2069"/>
                  </a:cubicBezTo>
                  <a:cubicBezTo>
                    <a:pt x="11480" y="1938"/>
                    <a:pt x="12703" y="1489"/>
                    <a:pt x="13634" y="694"/>
                  </a:cubicBezTo>
                  <a:cubicBezTo>
                    <a:pt x="13644" y="684"/>
                    <a:pt x="13646" y="668"/>
                    <a:pt x="13636" y="658"/>
                  </a:cubicBezTo>
                  <a:cubicBezTo>
                    <a:pt x="13631" y="652"/>
                    <a:pt x="13624" y="649"/>
                    <a:pt x="13617" y="649"/>
                  </a:cubicBezTo>
                  <a:cubicBezTo>
                    <a:pt x="13611" y="649"/>
                    <a:pt x="13605" y="651"/>
                    <a:pt x="13600" y="655"/>
                  </a:cubicBezTo>
                  <a:cubicBezTo>
                    <a:pt x="12678" y="1442"/>
                    <a:pt x="11465" y="1887"/>
                    <a:pt x="9890" y="2018"/>
                  </a:cubicBezTo>
                  <a:cubicBezTo>
                    <a:pt x="9597" y="2042"/>
                    <a:pt x="9303" y="2053"/>
                    <a:pt x="9009" y="2053"/>
                  </a:cubicBezTo>
                  <a:cubicBezTo>
                    <a:pt x="7944" y="2053"/>
                    <a:pt x="6870" y="1911"/>
                    <a:pt x="5776" y="1751"/>
                  </a:cubicBezTo>
                  <a:cubicBezTo>
                    <a:pt x="3703" y="1450"/>
                    <a:pt x="1703" y="1088"/>
                    <a:pt x="43" y="5"/>
                  </a:cubicBezTo>
                  <a:cubicBezTo>
                    <a:pt x="39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22"/>
            <p:cNvSpPr/>
            <p:nvPr/>
          </p:nvSpPr>
          <p:spPr>
            <a:xfrm>
              <a:off x="1203175" y="5070350"/>
              <a:ext cx="370075" cy="137450"/>
            </a:xfrm>
            <a:custGeom>
              <a:avLst/>
              <a:gdLst/>
              <a:ahLst/>
              <a:cxnLst/>
              <a:rect l="l" t="t" r="r" b="b"/>
              <a:pathLst>
                <a:path w="14803" h="5498" extrusionOk="0">
                  <a:moveTo>
                    <a:pt x="29" y="1"/>
                  </a:moveTo>
                  <a:cubicBezTo>
                    <a:pt x="22" y="1"/>
                    <a:pt x="14" y="4"/>
                    <a:pt x="9" y="10"/>
                  </a:cubicBezTo>
                  <a:cubicBezTo>
                    <a:pt x="0" y="20"/>
                    <a:pt x="0" y="36"/>
                    <a:pt x="11" y="46"/>
                  </a:cubicBezTo>
                  <a:cubicBezTo>
                    <a:pt x="1392" y="1317"/>
                    <a:pt x="3155" y="2361"/>
                    <a:pt x="5403" y="3240"/>
                  </a:cubicBezTo>
                  <a:cubicBezTo>
                    <a:pt x="7005" y="3865"/>
                    <a:pt x="8687" y="4345"/>
                    <a:pt x="10313" y="4811"/>
                  </a:cubicBezTo>
                  <a:cubicBezTo>
                    <a:pt x="10678" y="4915"/>
                    <a:pt x="11042" y="5018"/>
                    <a:pt x="11407" y="5124"/>
                  </a:cubicBezTo>
                  <a:lnTo>
                    <a:pt x="11450" y="5137"/>
                  </a:lnTo>
                  <a:cubicBezTo>
                    <a:pt x="11987" y="5293"/>
                    <a:pt x="12542" y="5454"/>
                    <a:pt x="13109" y="5488"/>
                  </a:cubicBezTo>
                  <a:cubicBezTo>
                    <a:pt x="13206" y="5493"/>
                    <a:pt x="13311" y="5497"/>
                    <a:pt x="13421" y="5497"/>
                  </a:cubicBezTo>
                  <a:cubicBezTo>
                    <a:pt x="13858" y="5497"/>
                    <a:pt x="14381" y="5431"/>
                    <a:pt x="14789" y="5127"/>
                  </a:cubicBezTo>
                  <a:cubicBezTo>
                    <a:pt x="14800" y="5118"/>
                    <a:pt x="14803" y="5102"/>
                    <a:pt x="14795" y="5091"/>
                  </a:cubicBezTo>
                  <a:cubicBezTo>
                    <a:pt x="14790" y="5084"/>
                    <a:pt x="14782" y="5080"/>
                    <a:pt x="14775" y="5080"/>
                  </a:cubicBezTo>
                  <a:cubicBezTo>
                    <a:pt x="14769" y="5080"/>
                    <a:pt x="14763" y="5082"/>
                    <a:pt x="14758" y="5085"/>
                  </a:cubicBezTo>
                  <a:cubicBezTo>
                    <a:pt x="14364" y="5381"/>
                    <a:pt x="13853" y="5445"/>
                    <a:pt x="13425" y="5445"/>
                  </a:cubicBezTo>
                  <a:cubicBezTo>
                    <a:pt x="13314" y="5445"/>
                    <a:pt x="13209" y="5441"/>
                    <a:pt x="13113" y="5435"/>
                  </a:cubicBezTo>
                  <a:cubicBezTo>
                    <a:pt x="12552" y="5403"/>
                    <a:pt x="11999" y="5243"/>
                    <a:pt x="11463" y="5087"/>
                  </a:cubicBezTo>
                  <a:lnTo>
                    <a:pt x="11422" y="5075"/>
                  </a:lnTo>
                  <a:cubicBezTo>
                    <a:pt x="11057" y="4968"/>
                    <a:pt x="10693" y="4865"/>
                    <a:pt x="10328" y="4761"/>
                  </a:cubicBezTo>
                  <a:cubicBezTo>
                    <a:pt x="8702" y="4297"/>
                    <a:pt x="7021" y="3817"/>
                    <a:pt x="5422" y="3191"/>
                  </a:cubicBezTo>
                  <a:cubicBezTo>
                    <a:pt x="3180" y="2315"/>
                    <a:pt x="1422" y="1274"/>
                    <a:pt x="46" y="8"/>
                  </a:cubicBezTo>
                  <a:cubicBezTo>
                    <a:pt x="41" y="3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22"/>
            <p:cNvSpPr/>
            <p:nvPr/>
          </p:nvSpPr>
          <p:spPr>
            <a:xfrm>
              <a:off x="1242150" y="4923175"/>
              <a:ext cx="331275" cy="276650"/>
            </a:xfrm>
            <a:custGeom>
              <a:avLst/>
              <a:gdLst/>
              <a:ahLst/>
              <a:cxnLst/>
              <a:rect l="l" t="t" r="r" b="b"/>
              <a:pathLst>
                <a:path w="13251" h="11066" extrusionOk="0">
                  <a:moveTo>
                    <a:pt x="29" y="1"/>
                  </a:moveTo>
                  <a:cubicBezTo>
                    <a:pt x="26" y="1"/>
                    <a:pt x="22" y="1"/>
                    <a:pt x="19" y="3"/>
                  </a:cubicBezTo>
                  <a:cubicBezTo>
                    <a:pt x="6" y="8"/>
                    <a:pt x="0" y="24"/>
                    <a:pt x="6" y="36"/>
                  </a:cubicBezTo>
                  <a:cubicBezTo>
                    <a:pt x="929" y="2233"/>
                    <a:pt x="2776" y="3826"/>
                    <a:pt x="4281" y="4968"/>
                  </a:cubicBezTo>
                  <a:cubicBezTo>
                    <a:pt x="4815" y="5373"/>
                    <a:pt x="5372" y="5770"/>
                    <a:pt x="5910" y="6152"/>
                  </a:cubicBezTo>
                  <a:cubicBezTo>
                    <a:pt x="7134" y="7024"/>
                    <a:pt x="8400" y="7925"/>
                    <a:pt x="9489" y="8993"/>
                  </a:cubicBezTo>
                  <a:cubicBezTo>
                    <a:pt x="9611" y="9113"/>
                    <a:pt x="9734" y="9238"/>
                    <a:pt x="9852" y="9359"/>
                  </a:cubicBezTo>
                  <a:cubicBezTo>
                    <a:pt x="10245" y="9758"/>
                    <a:pt x="10651" y="10171"/>
                    <a:pt x="11119" y="10492"/>
                  </a:cubicBezTo>
                  <a:cubicBezTo>
                    <a:pt x="11457" y="10724"/>
                    <a:pt x="12074" y="11065"/>
                    <a:pt x="12773" y="11065"/>
                  </a:cubicBezTo>
                  <a:cubicBezTo>
                    <a:pt x="12922" y="11065"/>
                    <a:pt x="13074" y="11050"/>
                    <a:pt x="13227" y="11015"/>
                  </a:cubicBezTo>
                  <a:cubicBezTo>
                    <a:pt x="13242" y="11011"/>
                    <a:pt x="13250" y="10998"/>
                    <a:pt x="13248" y="10985"/>
                  </a:cubicBezTo>
                  <a:cubicBezTo>
                    <a:pt x="13244" y="10972"/>
                    <a:pt x="13233" y="10964"/>
                    <a:pt x="13222" y="10964"/>
                  </a:cubicBezTo>
                  <a:cubicBezTo>
                    <a:pt x="13220" y="10964"/>
                    <a:pt x="13218" y="10964"/>
                    <a:pt x="13217" y="10964"/>
                  </a:cubicBezTo>
                  <a:cubicBezTo>
                    <a:pt x="13066" y="10999"/>
                    <a:pt x="12918" y="11014"/>
                    <a:pt x="12773" y="11014"/>
                  </a:cubicBezTo>
                  <a:cubicBezTo>
                    <a:pt x="12088" y="11014"/>
                    <a:pt x="11482" y="10678"/>
                    <a:pt x="11149" y="10449"/>
                  </a:cubicBezTo>
                  <a:cubicBezTo>
                    <a:pt x="10685" y="10130"/>
                    <a:pt x="10280" y="9720"/>
                    <a:pt x="9890" y="9322"/>
                  </a:cubicBezTo>
                  <a:cubicBezTo>
                    <a:pt x="9770" y="9202"/>
                    <a:pt x="9648" y="9077"/>
                    <a:pt x="9525" y="8956"/>
                  </a:cubicBezTo>
                  <a:cubicBezTo>
                    <a:pt x="8434" y="7885"/>
                    <a:pt x="7165" y="6984"/>
                    <a:pt x="5940" y="6110"/>
                  </a:cubicBezTo>
                  <a:cubicBezTo>
                    <a:pt x="5402" y="5727"/>
                    <a:pt x="4846" y="5331"/>
                    <a:pt x="4313" y="4927"/>
                  </a:cubicBezTo>
                  <a:cubicBezTo>
                    <a:pt x="2812" y="3788"/>
                    <a:pt x="972" y="2202"/>
                    <a:pt x="53" y="16"/>
                  </a:cubicBezTo>
                  <a:cubicBezTo>
                    <a:pt x="49" y="7"/>
                    <a:pt x="39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22"/>
            <p:cNvSpPr/>
            <p:nvPr/>
          </p:nvSpPr>
          <p:spPr>
            <a:xfrm>
              <a:off x="1376350" y="4878200"/>
              <a:ext cx="196500" cy="320675"/>
            </a:xfrm>
            <a:custGeom>
              <a:avLst/>
              <a:gdLst/>
              <a:ahLst/>
              <a:cxnLst/>
              <a:rect l="l" t="t" r="r" b="b"/>
              <a:pathLst>
                <a:path w="7860" h="12827" extrusionOk="0">
                  <a:moveTo>
                    <a:pt x="29" y="1"/>
                  </a:moveTo>
                  <a:cubicBezTo>
                    <a:pt x="26" y="1"/>
                    <a:pt x="22" y="2"/>
                    <a:pt x="19" y="3"/>
                  </a:cubicBezTo>
                  <a:cubicBezTo>
                    <a:pt x="7" y="10"/>
                    <a:pt x="0" y="24"/>
                    <a:pt x="7" y="38"/>
                  </a:cubicBezTo>
                  <a:cubicBezTo>
                    <a:pt x="836" y="1858"/>
                    <a:pt x="1855" y="3599"/>
                    <a:pt x="3038" y="5212"/>
                  </a:cubicBezTo>
                  <a:cubicBezTo>
                    <a:pt x="3214" y="5453"/>
                    <a:pt x="3397" y="5695"/>
                    <a:pt x="3575" y="5929"/>
                  </a:cubicBezTo>
                  <a:cubicBezTo>
                    <a:pt x="4402" y="7024"/>
                    <a:pt x="5256" y="8156"/>
                    <a:pt x="5698" y="9465"/>
                  </a:cubicBezTo>
                  <a:cubicBezTo>
                    <a:pt x="5778" y="9705"/>
                    <a:pt x="5847" y="9954"/>
                    <a:pt x="5913" y="10196"/>
                  </a:cubicBezTo>
                  <a:cubicBezTo>
                    <a:pt x="6023" y="10605"/>
                    <a:pt x="6139" y="11028"/>
                    <a:pt x="6320" y="11419"/>
                  </a:cubicBezTo>
                  <a:cubicBezTo>
                    <a:pt x="6456" y="11714"/>
                    <a:pt x="6967" y="12683"/>
                    <a:pt x="7827" y="12827"/>
                  </a:cubicBezTo>
                  <a:lnTo>
                    <a:pt x="7831" y="12827"/>
                  </a:lnTo>
                  <a:cubicBezTo>
                    <a:pt x="7843" y="12827"/>
                    <a:pt x="7854" y="12817"/>
                    <a:pt x="7857" y="12805"/>
                  </a:cubicBezTo>
                  <a:cubicBezTo>
                    <a:pt x="7859" y="12790"/>
                    <a:pt x="7849" y="12777"/>
                    <a:pt x="7835" y="12775"/>
                  </a:cubicBezTo>
                  <a:cubicBezTo>
                    <a:pt x="7001" y="12636"/>
                    <a:pt x="6499" y="11686"/>
                    <a:pt x="6366" y="11398"/>
                  </a:cubicBezTo>
                  <a:cubicBezTo>
                    <a:pt x="6187" y="11010"/>
                    <a:pt x="6073" y="10591"/>
                    <a:pt x="5963" y="10183"/>
                  </a:cubicBezTo>
                  <a:cubicBezTo>
                    <a:pt x="5897" y="9941"/>
                    <a:pt x="5828" y="9689"/>
                    <a:pt x="5746" y="9447"/>
                  </a:cubicBezTo>
                  <a:cubicBezTo>
                    <a:pt x="5303" y="8131"/>
                    <a:pt x="4445" y="6996"/>
                    <a:pt x="3615" y="5898"/>
                  </a:cubicBezTo>
                  <a:cubicBezTo>
                    <a:pt x="3439" y="5664"/>
                    <a:pt x="3254" y="5422"/>
                    <a:pt x="3080" y="5181"/>
                  </a:cubicBezTo>
                  <a:cubicBezTo>
                    <a:pt x="1898" y="3571"/>
                    <a:pt x="881" y="1834"/>
                    <a:pt x="54" y="16"/>
                  </a:cubicBezTo>
                  <a:cubicBezTo>
                    <a:pt x="49" y="6"/>
                    <a:pt x="39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22"/>
            <p:cNvSpPr/>
            <p:nvPr/>
          </p:nvSpPr>
          <p:spPr>
            <a:xfrm>
              <a:off x="1504275" y="4817175"/>
              <a:ext cx="68975" cy="381500"/>
            </a:xfrm>
            <a:custGeom>
              <a:avLst/>
              <a:gdLst/>
              <a:ahLst/>
              <a:cxnLst/>
              <a:rect l="l" t="t" r="r" b="b"/>
              <a:pathLst>
                <a:path w="2759" h="15260" extrusionOk="0">
                  <a:moveTo>
                    <a:pt x="25" y="1"/>
                  </a:moveTo>
                  <a:cubicBezTo>
                    <a:pt x="11" y="2"/>
                    <a:pt x="1" y="14"/>
                    <a:pt x="1" y="28"/>
                  </a:cubicBezTo>
                  <a:cubicBezTo>
                    <a:pt x="84" y="1494"/>
                    <a:pt x="589" y="2904"/>
                    <a:pt x="1077" y="4268"/>
                  </a:cubicBezTo>
                  <a:cubicBezTo>
                    <a:pt x="1389" y="5139"/>
                    <a:pt x="1712" y="6039"/>
                    <a:pt x="1923" y="6948"/>
                  </a:cubicBezTo>
                  <a:cubicBezTo>
                    <a:pt x="2259" y="8397"/>
                    <a:pt x="2323" y="9941"/>
                    <a:pt x="2103" y="11415"/>
                  </a:cubicBezTo>
                  <a:cubicBezTo>
                    <a:pt x="2079" y="11576"/>
                    <a:pt x="2051" y="11741"/>
                    <a:pt x="2024" y="11900"/>
                  </a:cubicBezTo>
                  <a:cubicBezTo>
                    <a:pt x="1941" y="12397"/>
                    <a:pt x="1855" y="12909"/>
                    <a:pt x="1868" y="13420"/>
                  </a:cubicBezTo>
                  <a:cubicBezTo>
                    <a:pt x="1890" y="14148"/>
                    <a:pt x="2212" y="14851"/>
                    <a:pt x="2713" y="15253"/>
                  </a:cubicBezTo>
                  <a:cubicBezTo>
                    <a:pt x="2718" y="15257"/>
                    <a:pt x="2724" y="15260"/>
                    <a:pt x="2729" y="15260"/>
                  </a:cubicBezTo>
                  <a:lnTo>
                    <a:pt x="2729" y="15258"/>
                  </a:lnTo>
                  <a:cubicBezTo>
                    <a:pt x="2737" y="15258"/>
                    <a:pt x="2744" y="15255"/>
                    <a:pt x="2749" y="15249"/>
                  </a:cubicBezTo>
                  <a:cubicBezTo>
                    <a:pt x="2759" y="15238"/>
                    <a:pt x="2756" y="15222"/>
                    <a:pt x="2745" y="15212"/>
                  </a:cubicBezTo>
                  <a:cubicBezTo>
                    <a:pt x="2257" y="14820"/>
                    <a:pt x="1941" y="14132"/>
                    <a:pt x="1920" y="13419"/>
                  </a:cubicBezTo>
                  <a:cubicBezTo>
                    <a:pt x="1906" y="12913"/>
                    <a:pt x="1992" y="12402"/>
                    <a:pt x="2075" y="11908"/>
                  </a:cubicBezTo>
                  <a:cubicBezTo>
                    <a:pt x="2102" y="11750"/>
                    <a:pt x="2130" y="11584"/>
                    <a:pt x="2155" y="11421"/>
                  </a:cubicBezTo>
                  <a:cubicBezTo>
                    <a:pt x="2374" y="9943"/>
                    <a:pt x="2311" y="8392"/>
                    <a:pt x="1973" y="6936"/>
                  </a:cubicBezTo>
                  <a:cubicBezTo>
                    <a:pt x="1762" y="6024"/>
                    <a:pt x="1439" y="5123"/>
                    <a:pt x="1125" y="4249"/>
                  </a:cubicBezTo>
                  <a:cubicBezTo>
                    <a:pt x="638" y="2891"/>
                    <a:pt x="135" y="1483"/>
                    <a:pt x="53" y="25"/>
                  </a:cubicBezTo>
                  <a:cubicBezTo>
                    <a:pt x="52" y="12"/>
                    <a:pt x="40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22"/>
            <p:cNvSpPr/>
            <p:nvPr/>
          </p:nvSpPr>
          <p:spPr>
            <a:xfrm>
              <a:off x="1566400" y="4829650"/>
              <a:ext cx="99875" cy="369000"/>
            </a:xfrm>
            <a:custGeom>
              <a:avLst/>
              <a:gdLst/>
              <a:ahLst/>
              <a:cxnLst/>
              <a:rect l="l" t="t" r="r" b="b"/>
              <a:pathLst>
                <a:path w="3995" h="14760" extrusionOk="0">
                  <a:moveTo>
                    <a:pt x="3966" y="1"/>
                  </a:moveTo>
                  <a:cubicBezTo>
                    <a:pt x="3956" y="1"/>
                    <a:pt x="3947" y="6"/>
                    <a:pt x="3942" y="14"/>
                  </a:cubicBezTo>
                  <a:cubicBezTo>
                    <a:pt x="3015" y="1747"/>
                    <a:pt x="2421" y="3616"/>
                    <a:pt x="2175" y="5567"/>
                  </a:cubicBezTo>
                  <a:cubicBezTo>
                    <a:pt x="2114" y="6043"/>
                    <a:pt x="2074" y="6534"/>
                    <a:pt x="2035" y="7009"/>
                  </a:cubicBezTo>
                  <a:cubicBezTo>
                    <a:pt x="1928" y="8306"/>
                    <a:pt x="1819" y="9646"/>
                    <a:pt x="1289" y="10843"/>
                  </a:cubicBezTo>
                  <a:cubicBezTo>
                    <a:pt x="1164" y="11128"/>
                    <a:pt x="1012" y="11408"/>
                    <a:pt x="866" y="11678"/>
                  </a:cubicBezTo>
                  <a:cubicBezTo>
                    <a:pt x="696" y="11992"/>
                    <a:pt x="521" y="12315"/>
                    <a:pt x="384" y="12650"/>
                  </a:cubicBezTo>
                  <a:cubicBezTo>
                    <a:pt x="65" y="13426"/>
                    <a:pt x="0" y="14209"/>
                    <a:pt x="213" y="14742"/>
                  </a:cubicBezTo>
                  <a:cubicBezTo>
                    <a:pt x="217" y="14752"/>
                    <a:pt x="226" y="14758"/>
                    <a:pt x="237" y="14758"/>
                  </a:cubicBezTo>
                  <a:lnTo>
                    <a:pt x="237" y="14759"/>
                  </a:lnTo>
                  <a:cubicBezTo>
                    <a:pt x="240" y="14759"/>
                    <a:pt x="244" y="14758"/>
                    <a:pt x="247" y="14756"/>
                  </a:cubicBezTo>
                  <a:cubicBezTo>
                    <a:pt x="260" y="14751"/>
                    <a:pt x="267" y="14736"/>
                    <a:pt x="261" y="14723"/>
                  </a:cubicBezTo>
                  <a:cubicBezTo>
                    <a:pt x="54" y="14202"/>
                    <a:pt x="118" y="13434"/>
                    <a:pt x="432" y="12670"/>
                  </a:cubicBezTo>
                  <a:cubicBezTo>
                    <a:pt x="568" y="12338"/>
                    <a:pt x="743" y="12015"/>
                    <a:pt x="911" y="11704"/>
                  </a:cubicBezTo>
                  <a:cubicBezTo>
                    <a:pt x="1058" y="11432"/>
                    <a:pt x="1210" y="11152"/>
                    <a:pt x="1338" y="10864"/>
                  </a:cubicBezTo>
                  <a:cubicBezTo>
                    <a:pt x="1870" y="9659"/>
                    <a:pt x="1981" y="8314"/>
                    <a:pt x="2087" y="7013"/>
                  </a:cubicBezTo>
                  <a:cubicBezTo>
                    <a:pt x="2125" y="6539"/>
                    <a:pt x="2165" y="6048"/>
                    <a:pt x="2226" y="5572"/>
                  </a:cubicBezTo>
                  <a:cubicBezTo>
                    <a:pt x="2470" y="3628"/>
                    <a:pt x="3064" y="1766"/>
                    <a:pt x="3988" y="39"/>
                  </a:cubicBezTo>
                  <a:cubicBezTo>
                    <a:pt x="3995" y="27"/>
                    <a:pt x="3989" y="10"/>
                    <a:pt x="3977" y="4"/>
                  </a:cubicBezTo>
                  <a:cubicBezTo>
                    <a:pt x="3974" y="2"/>
                    <a:pt x="3970" y="1"/>
                    <a:pt x="396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22"/>
            <p:cNvSpPr/>
            <p:nvPr/>
          </p:nvSpPr>
          <p:spPr>
            <a:xfrm>
              <a:off x="1571475" y="4873500"/>
              <a:ext cx="158300" cy="324950"/>
            </a:xfrm>
            <a:custGeom>
              <a:avLst/>
              <a:gdLst/>
              <a:ahLst/>
              <a:cxnLst/>
              <a:rect l="l" t="t" r="r" b="b"/>
              <a:pathLst>
                <a:path w="6332" h="12998" extrusionOk="0">
                  <a:moveTo>
                    <a:pt x="6302" y="1"/>
                  </a:moveTo>
                  <a:cubicBezTo>
                    <a:pt x="6294" y="1"/>
                    <a:pt x="6286" y="5"/>
                    <a:pt x="6281" y="12"/>
                  </a:cubicBezTo>
                  <a:cubicBezTo>
                    <a:pt x="4890" y="1974"/>
                    <a:pt x="3961" y="4326"/>
                    <a:pt x="3064" y="6601"/>
                  </a:cubicBezTo>
                  <a:cubicBezTo>
                    <a:pt x="2202" y="8788"/>
                    <a:pt x="1310" y="11049"/>
                    <a:pt x="9" y="12955"/>
                  </a:cubicBezTo>
                  <a:cubicBezTo>
                    <a:pt x="1" y="12967"/>
                    <a:pt x="3" y="12984"/>
                    <a:pt x="15" y="12992"/>
                  </a:cubicBezTo>
                  <a:cubicBezTo>
                    <a:pt x="19" y="12996"/>
                    <a:pt x="25" y="12997"/>
                    <a:pt x="30" y="12997"/>
                  </a:cubicBezTo>
                  <a:lnTo>
                    <a:pt x="30" y="12996"/>
                  </a:lnTo>
                  <a:cubicBezTo>
                    <a:pt x="38" y="12996"/>
                    <a:pt x="46" y="12993"/>
                    <a:pt x="52" y="12985"/>
                  </a:cubicBezTo>
                  <a:cubicBezTo>
                    <a:pt x="1355" y="11073"/>
                    <a:pt x="2249" y="8809"/>
                    <a:pt x="3112" y="6620"/>
                  </a:cubicBezTo>
                  <a:cubicBezTo>
                    <a:pt x="4008" y="4348"/>
                    <a:pt x="4935" y="1999"/>
                    <a:pt x="6324" y="42"/>
                  </a:cubicBezTo>
                  <a:cubicBezTo>
                    <a:pt x="6332" y="30"/>
                    <a:pt x="6329" y="13"/>
                    <a:pt x="6317" y="5"/>
                  </a:cubicBezTo>
                  <a:cubicBezTo>
                    <a:pt x="6312" y="2"/>
                    <a:pt x="6307" y="1"/>
                    <a:pt x="630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5882;p22"/>
            <p:cNvSpPr/>
            <p:nvPr/>
          </p:nvSpPr>
          <p:spPr>
            <a:xfrm>
              <a:off x="1571975" y="4921475"/>
              <a:ext cx="239175" cy="277375"/>
            </a:xfrm>
            <a:custGeom>
              <a:avLst/>
              <a:gdLst/>
              <a:ahLst/>
              <a:cxnLst/>
              <a:rect l="l" t="t" r="r" b="b"/>
              <a:pathLst>
                <a:path w="9567" h="11095" extrusionOk="0">
                  <a:moveTo>
                    <a:pt x="9536" y="0"/>
                  </a:moveTo>
                  <a:cubicBezTo>
                    <a:pt x="9528" y="0"/>
                    <a:pt x="9521" y="4"/>
                    <a:pt x="9516" y="10"/>
                  </a:cubicBezTo>
                  <a:cubicBezTo>
                    <a:pt x="8234" y="1653"/>
                    <a:pt x="6826" y="3221"/>
                    <a:pt x="5331" y="4672"/>
                  </a:cubicBezTo>
                  <a:cubicBezTo>
                    <a:pt x="5214" y="4785"/>
                    <a:pt x="5096" y="4898"/>
                    <a:pt x="4977" y="5012"/>
                  </a:cubicBezTo>
                  <a:cubicBezTo>
                    <a:pt x="3913" y="6034"/>
                    <a:pt x="2813" y="7092"/>
                    <a:pt x="2227" y="8452"/>
                  </a:cubicBezTo>
                  <a:cubicBezTo>
                    <a:pt x="2147" y="8639"/>
                    <a:pt x="2075" y="8833"/>
                    <a:pt x="2007" y="9020"/>
                  </a:cubicBezTo>
                  <a:cubicBezTo>
                    <a:pt x="1871" y="9391"/>
                    <a:pt x="1730" y="9774"/>
                    <a:pt x="1514" y="10111"/>
                  </a:cubicBezTo>
                  <a:cubicBezTo>
                    <a:pt x="1229" y="10556"/>
                    <a:pt x="719" y="11043"/>
                    <a:pt x="172" y="11043"/>
                  </a:cubicBezTo>
                  <a:cubicBezTo>
                    <a:pt x="126" y="11043"/>
                    <a:pt x="80" y="11040"/>
                    <a:pt x="33" y="11032"/>
                  </a:cubicBezTo>
                  <a:cubicBezTo>
                    <a:pt x="31" y="11032"/>
                    <a:pt x="30" y="11032"/>
                    <a:pt x="28" y="11032"/>
                  </a:cubicBezTo>
                  <a:cubicBezTo>
                    <a:pt x="15" y="11032"/>
                    <a:pt x="5" y="11041"/>
                    <a:pt x="3" y="11054"/>
                  </a:cubicBezTo>
                  <a:cubicBezTo>
                    <a:pt x="1" y="11067"/>
                    <a:pt x="10" y="11081"/>
                    <a:pt x="25" y="11083"/>
                  </a:cubicBezTo>
                  <a:cubicBezTo>
                    <a:pt x="73" y="11092"/>
                    <a:pt x="123" y="11094"/>
                    <a:pt x="171" y="11094"/>
                  </a:cubicBezTo>
                  <a:lnTo>
                    <a:pt x="171" y="11094"/>
                  </a:lnTo>
                  <a:cubicBezTo>
                    <a:pt x="738" y="11094"/>
                    <a:pt x="1264" y="10595"/>
                    <a:pt x="1557" y="10139"/>
                  </a:cubicBezTo>
                  <a:cubicBezTo>
                    <a:pt x="1777" y="9797"/>
                    <a:pt x="1919" y="9411"/>
                    <a:pt x="2056" y="9037"/>
                  </a:cubicBezTo>
                  <a:cubicBezTo>
                    <a:pt x="2124" y="8850"/>
                    <a:pt x="2195" y="8658"/>
                    <a:pt x="2274" y="8472"/>
                  </a:cubicBezTo>
                  <a:cubicBezTo>
                    <a:pt x="2857" y="7121"/>
                    <a:pt x="3953" y="6068"/>
                    <a:pt x="5013" y="5048"/>
                  </a:cubicBezTo>
                  <a:cubicBezTo>
                    <a:pt x="5132" y="4935"/>
                    <a:pt x="5250" y="4822"/>
                    <a:pt x="5367" y="4708"/>
                  </a:cubicBezTo>
                  <a:cubicBezTo>
                    <a:pt x="6863" y="3256"/>
                    <a:pt x="8273" y="1686"/>
                    <a:pt x="9557" y="42"/>
                  </a:cubicBezTo>
                  <a:cubicBezTo>
                    <a:pt x="9566" y="30"/>
                    <a:pt x="9563" y="14"/>
                    <a:pt x="9553" y="6"/>
                  </a:cubicBezTo>
                  <a:cubicBezTo>
                    <a:pt x="9548" y="2"/>
                    <a:pt x="9542" y="0"/>
                    <a:pt x="9536" y="0"/>
                  </a:cubicBezTo>
                  <a:close/>
                  <a:moveTo>
                    <a:pt x="171" y="11094"/>
                  </a:moveTo>
                  <a:cubicBezTo>
                    <a:pt x="171" y="11094"/>
                    <a:pt x="171" y="11094"/>
                    <a:pt x="170" y="11094"/>
                  </a:cubicBezTo>
                  <a:lnTo>
                    <a:pt x="172" y="11094"/>
                  </a:lnTo>
                  <a:cubicBezTo>
                    <a:pt x="171" y="11094"/>
                    <a:pt x="171" y="11094"/>
                    <a:pt x="171" y="11094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5883;p22"/>
            <p:cNvSpPr/>
            <p:nvPr/>
          </p:nvSpPr>
          <p:spPr>
            <a:xfrm>
              <a:off x="1571575" y="4994125"/>
              <a:ext cx="339175" cy="206025"/>
            </a:xfrm>
            <a:custGeom>
              <a:avLst/>
              <a:gdLst/>
              <a:ahLst/>
              <a:cxnLst/>
              <a:rect l="l" t="t" r="r" b="b"/>
              <a:pathLst>
                <a:path w="13567" h="8241" extrusionOk="0">
                  <a:moveTo>
                    <a:pt x="13537" y="1"/>
                  </a:moveTo>
                  <a:cubicBezTo>
                    <a:pt x="13529" y="1"/>
                    <a:pt x="13522" y="4"/>
                    <a:pt x="13517" y="11"/>
                  </a:cubicBezTo>
                  <a:cubicBezTo>
                    <a:pt x="12257" y="1740"/>
                    <a:pt x="10208" y="2715"/>
                    <a:pt x="8386" y="3493"/>
                  </a:cubicBezTo>
                  <a:cubicBezTo>
                    <a:pt x="8222" y="3563"/>
                    <a:pt x="8058" y="3632"/>
                    <a:pt x="7894" y="3702"/>
                  </a:cubicBezTo>
                  <a:cubicBezTo>
                    <a:pt x="6130" y="4448"/>
                    <a:pt x="4306" y="5222"/>
                    <a:pt x="2928" y="6566"/>
                  </a:cubicBezTo>
                  <a:cubicBezTo>
                    <a:pt x="2800" y="6690"/>
                    <a:pt x="2675" y="6820"/>
                    <a:pt x="2554" y="6947"/>
                  </a:cubicBezTo>
                  <a:cubicBezTo>
                    <a:pt x="2277" y="7236"/>
                    <a:pt x="1990" y="7536"/>
                    <a:pt x="1662" y="7773"/>
                  </a:cubicBezTo>
                  <a:cubicBezTo>
                    <a:pt x="1282" y="8046"/>
                    <a:pt x="864" y="8189"/>
                    <a:pt x="468" y="8189"/>
                  </a:cubicBezTo>
                  <a:cubicBezTo>
                    <a:pt x="320" y="8189"/>
                    <a:pt x="176" y="8169"/>
                    <a:pt x="37" y="8129"/>
                  </a:cubicBezTo>
                  <a:cubicBezTo>
                    <a:pt x="35" y="8128"/>
                    <a:pt x="32" y="8128"/>
                    <a:pt x="30" y="8128"/>
                  </a:cubicBezTo>
                  <a:cubicBezTo>
                    <a:pt x="19" y="8128"/>
                    <a:pt x="8" y="8135"/>
                    <a:pt x="5" y="8147"/>
                  </a:cubicBezTo>
                  <a:cubicBezTo>
                    <a:pt x="1" y="8160"/>
                    <a:pt x="9" y="8175"/>
                    <a:pt x="22" y="8179"/>
                  </a:cubicBezTo>
                  <a:cubicBezTo>
                    <a:pt x="166" y="8221"/>
                    <a:pt x="315" y="8241"/>
                    <a:pt x="467" y="8241"/>
                  </a:cubicBezTo>
                  <a:lnTo>
                    <a:pt x="469" y="8241"/>
                  </a:lnTo>
                  <a:cubicBezTo>
                    <a:pt x="875" y="8241"/>
                    <a:pt x="1303" y="8094"/>
                    <a:pt x="1692" y="7814"/>
                  </a:cubicBezTo>
                  <a:cubicBezTo>
                    <a:pt x="2025" y="7575"/>
                    <a:pt x="2313" y="7273"/>
                    <a:pt x="2592" y="6983"/>
                  </a:cubicBezTo>
                  <a:cubicBezTo>
                    <a:pt x="2713" y="6856"/>
                    <a:pt x="2838" y="6726"/>
                    <a:pt x="2964" y="6602"/>
                  </a:cubicBezTo>
                  <a:cubicBezTo>
                    <a:pt x="4335" y="5265"/>
                    <a:pt x="6154" y="4494"/>
                    <a:pt x="7914" y="3750"/>
                  </a:cubicBezTo>
                  <a:cubicBezTo>
                    <a:pt x="8078" y="3680"/>
                    <a:pt x="8242" y="3610"/>
                    <a:pt x="8406" y="3540"/>
                  </a:cubicBezTo>
                  <a:cubicBezTo>
                    <a:pt x="10235" y="2760"/>
                    <a:pt x="12290" y="1780"/>
                    <a:pt x="13559" y="42"/>
                  </a:cubicBezTo>
                  <a:cubicBezTo>
                    <a:pt x="13567" y="30"/>
                    <a:pt x="13564" y="14"/>
                    <a:pt x="13552" y="6"/>
                  </a:cubicBezTo>
                  <a:cubicBezTo>
                    <a:pt x="13548" y="3"/>
                    <a:pt x="13542" y="1"/>
                    <a:pt x="1353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5884;p22"/>
            <p:cNvSpPr/>
            <p:nvPr/>
          </p:nvSpPr>
          <p:spPr>
            <a:xfrm>
              <a:off x="1571475" y="5122950"/>
              <a:ext cx="405975" cy="81150"/>
            </a:xfrm>
            <a:custGeom>
              <a:avLst/>
              <a:gdLst/>
              <a:ahLst/>
              <a:cxnLst/>
              <a:rect l="l" t="t" r="r" b="b"/>
              <a:pathLst>
                <a:path w="16239" h="3246" extrusionOk="0">
                  <a:moveTo>
                    <a:pt x="16209" y="1"/>
                  </a:moveTo>
                  <a:cubicBezTo>
                    <a:pt x="16205" y="1"/>
                    <a:pt x="16202" y="1"/>
                    <a:pt x="16198" y="3"/>
                  </a:cubicBezTo>
                  <a:cubicBezTo>
                    <a:pt x="13985" y="949"/>
                    <a:pt x="11543" y="1249"/>
                    <a:pt x="9182" y="1541"/>
                  </a:cubicBezTo>
                  <a:cubicBezTo>
                    <a:pt x="7216" y="1783"/>
                    <a:pt x="5181" y="2033"/>
                    <a:pt x="3278" y="2652"/>
                  </a:cubicBezTo>
                  <a:cubicBezTo>
                    <a:pt x="3158" y="2692"/>
                    <a:pt x="3037" y="2733"/>
                    <a:pt x="2917" y="2773"/>
                  </a:cubicBezTo>
                  <a:cubicBezTo>
                    <a:pt x="2514" y="2910"/>
                    <a:pt x="2097" y="3051"/>
                    <a:pt x="1673" y="3129"/>
                  </a:cubicBezTo>
                  <a:cubicBezTo>
                    <a:pt x="1442" y="3173"/>
                    <a:pt x="1223" y="3194"/>
                    <a:pt x="1015" y="3194"/>
                  </a:cubicBezTo>
                  <a:cubicBezTo>
                    <a:pt x="653" y="3194"/>
                    <a:pt x="327" y="3129"/>
                    <a:pt x="41" y="2999"/>
                  </a:cubicBezTo>
                  <a:cubicBezTo>
                    <a:pt x="37" y="2997"/>
                    <a:pt x="33" y="2996"/>
                    <a:pt x="30" y="2996"/>
                  </a:cubicBezTo>
                  <a:cubicBezTo>
                    <a:pt x="20" y="2996"/>
                    <a:pt x="10" y="3002"/>
                    <a:pt x="6" y="3011"/>
                  </a:cubicBezTo>
                  <a:cubicBezTo>
                    <a:pt x="1" y="3024"/>
                    <a:pt x="6" y="3039"/>
                    <a:pt x="19" y="3046"/>
                  </a:cubicBezTo>
                  <a:cubicBezTo>
                    <a:pt x="313" y="3179"/>
                    <a:pt x="646" y="3245"/>
                    <a:pt x="1016" y="3245"/>
                  </a:cubicBezTo>
                  <a:lnTo>
                    <a:pt x="1018" y="3245"/>
                  </a:lnTo>
                  <a:cubicBezTo>
                    <a:pt x="1228" y="3245"/>
                    <a:pt x="1450" y="3224"/>
                    <a:pt x="1682" y="3181"/>
                  </a:cubicBezTo>
                  <a:cubicBezTo>
                    <a:pt x="2110" y="3101"/>
                    <a:pt x="2528" y="2960"/>
                    <a:pt x="2933" y="2823"/>
                  </a:cubicBezTo>
                  <a:cubicBezTo>
                    <a:pt x="3055" y="2781"/>
                    <a:pt x="3174" y="2741"/>
                    <a:pt x="3294" y="2702"/>
                  </a:cubicBezTo>
                  <a:cubicBezTo>
                    <a:pt x="5194" y="2083"/>
                    <a:pt x="7224" y="1833"/>
                    <a:pt x="9188" y="1592"/>
                  </a:cubicBezTo>
                  <a:cubicBezTo>
                    <a:pt x="11553" y="1300"/>
                    <a:pt x="14000" y="998"/>
                    <a:pt x="16218" y="51"/>
                  </a:cubicBezTo>
                  <a:cubicBezTo>
                    <a:pt x="16232" y="45"/>
                    <a:pt x="16239" y="30"/>
                    <a:pt x="16233" y="16"/>
                  </a:cubicBezTo>
                  <a:cubicBezTo>
                    <a:pt x="16228" y="6"/>
                    <a:pt x="16219" y="1"/>
                    <a:pt x="1620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5885;p22"/>
            <p:cNvSpPr/>
            <p:nvPr/>
          </p:nvSpPr>
          <p:spPr>
            <a:xfrm>
              <a:off x="1571500" y="5196925"/>
              <a:ext cx="403025" cy="65175"/>
            </a:xfrm>
            <a:custGeom>
              <a:avLst/>
              <a:gdLst/>
              <a:ahLst/>
              <a:cxnLst/>
              <a:rect l="l" t="t" r="r" b="b"/>
              <a:pathLst>
                <a:path w="16121" h="2607" extrusionOk="0">
                  <a:moveTo>
                    <a:pt x="30" y="0"/>
                  </a:moveTo>
                  <a:cubicBezTo>
                    <a:pt x="25" y="0"/>
                    <a:pt x="19" y="2"/>
                    <a:pt x="14" y="5"/>
                  </a:cubicBezTo>
                  <a:cubicBezTo>
                    <a:pt x="4" y="14"/>
                    <a:pt x="1" y="30"/>
                    <a:pt x="9" y="41"/>
                  </a:cubicBezTo>
                  <a:cubicBezTo>
                    <a:pt x="796" y="1088"/>
                    <a:pt x="10757" y="2425"/>
                    <a:pt x="16094" y="2607"/>
                  </a:cubicBezTo>
                  <a:cubicBezTo>
                    <a:pt x="16109" y="2607"/>
                    <a:pt x="16119" y="2596"/>
                    <a:pt x="16121" y="2581"/>
                  </a:cubicBezTo>
                  <a:cubicBezTo>
                    <a:pt x="16121" y="2568"/>
                    <a:pt x="16110" y="2556"/>
                    <a:pt x="16095" y="2554"/>
                  </a:cubicBezTo>
                  <a:cubicBezTo>
                    <a:pt x="10768" y="2373"/>
                    <a:pt x="830" y="1048"/>
                    <a:pt x="51" y="10"/>
                  </a:cubicBezTo>
                  <a:cubicBezTo>
                    <a:pt x="46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5886;p22"/>
            <p:cNvSpPr/>
            <p:nvPr/>
          </p:nvSpPr>
          <p:spPr>
            <a:xfrm>
              <a:off x="1571500" y="5198175"/>
              <a:ext cx="367375" cy="116500"/>
            </a:xfrm>
            <a:custGeom>
              <a:avLst/>
              <a:gdLst/>
              <a:ahLst/>
              <a:cxnLst/>
              <a:rect l="l" t="t" r="r" b="b"/>
              <a:pathLst>
                <a:path w="14695" h="4660" extrusionOk="0">
                  <a:moveTo>
                    <a:pt x="30" y="0"/>
                  </a:moveTo>
                  <a:cubicBezTo>
                    <a:pt x="25" y="0"/>
                    <a:pt x="20" y="2"/>
                    <a:pt x="16" y="5"/>
                  </a:cubicBezTo>
                  <a:cubicBezTo>
                    <a:pt x="4" y="13"/>
                    <a:pt x="1" y="29"/>
                    <a:pt x="9" y="41"/>
                  </a:cubicBezTo>
                  <a:cubicBezTo>
                    <a:pt x="590" y="852"/>
                    <a:pt x="1436" y="1557"/>
                    <a:pt x="2596" y="2192"/>
                  </a:cubicBezTo>
                  <a:cubicBezTo>
                    <a:pt x="3615" y="2751"/>
                    <a:pt x="4714" y="3137"/>
                    <a:pt x="5751" y="3470"/>
                  </a:cubicBezTo>
                  <a:cubicBezTo>
                    <a:pt x="6947" y="3855"/>
                    <a:pt x="8528" y="4325"/>
                    <a:pt x="10158" y="4537"/>
                  </a:cubicBezTo>
                  <a:cubicBezTo>
                    <a:pt x="10782" y="4618"/>
                    <a:pt x="11388" y="4660"/>
                    <a:pt x="11973" y="4660"/>
                  </a:cubicBezTo>
                  <a:lnTo>
                    <a:pt x="11974" y="4660"/>
                  </a:lnTo>
                  <a:cubicBezTo>
                    <a:pt x="12932" y="4660"/>
                    <a:pt x="13835" y="4551"/>
                    <a:pt x="14673" y="4333"/>
                  </a:cubicBezTo>
                  <a:cubicBezTo>
                    <a:pt x="14686" y="4329"/>
                    <a:pt x="14695" y="4315"/>
                    <a:pt x="14692" y="4300"/>
                  </a:cubicBezTo>
                  <a:cubicBezTo>
                    <a:pt x="14689" y="4289"/>
                    <a:pt x="14678" y="4282"/>
                    <a:pt x="14667" y="4282"/>
                  </a:cubicBezTo>
                  <a:cubicBezTo>
                    <a:pt x="14664" y="4282"/>
                    <a:pt x="14662" y="4282"/>
                    <a:pt x="14660" y="4283"/>
                  </a:cubicBezTo>
                  <a:cubicBezTo>
                    <a:pt x="13826" y="4499"/>
                    <a:pt x="12927" y="4608"/>
                    <a:pt x="11973" y="4608"/>
                  </a:cubicBezTo>
                  <a:cubicBezTo>
                    <a:pt x="11390" y="4608"/>
                    <a:pt x="10786" y="4567"/>
                    <a:pt x="10165" y="4486"/>
                  </a:cubicBezTo>
                  <a:cubicBezTo>
                    <a:pt x="8540" y="4273"/>
                    <a:pt x="6960" y="3805"/>
                    <a:pt x="5767" y="3420"/>
                  </a:cubicBezTo>
                  <a:cubicBezTo>
                    <a:pt x="4732" y="3088"/>
                    <a:pt x="3636" y="2703"/>
                    <a:pt x="2622" y="2146"/>
                  </a:cubicBezTo>
                  <a:cubicBezTo>
                    <a:pt x="1469" y="1516"/>
                    <a:pt x="628" y="816"/>
                    <a:pt x="51" y="10"/>
                  </a:cubicBezTo>
                  <a:cubicBezTo>
                    <a:pt x="46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5887;p22"/>
            <p:cNvSpPr/>
            <p:nvPr/>
          </p:nvSpPr>
          <p:spPr>
            <a:xfrm>
              <a:off x="1528300" y="4938725"/>
              <a:ext cx="20950" cy="73550"/>
            </a:xfrm>
            <a:custGeom>
              <a:avLst/>
              <a:gdLst/>
              <a:ahLst/>
              <a:cxnLst/>
              <a:rect l="l" t="t" r="r" b="b"/>
              <a:pathLst>
                <a:path w="838" h="2942" extrusionOk="0">
                  <a:moveTo>
                    <a:pt x="29" y="0"/>
                  </a:moveTo>
                  <a:cubicBezTo>
                    <a:pt x="25" y="0"/>
                    <a:pt x="22" y="1"/>
                    <a:pt x="19" y="2"/>
                  </a:cubicBezTo>
                  <a:cubicBezTo>
                    <a:pt x="6" y="8"/>
                    <a:pt x="0" y="22"/>
                    <a:pt x="6" y="36"/>
                  </a:cubicBezTo>
                  <a:cubicBezTo>
                    <a:pt x="385" y="960"/>
                    <a:pt x="646" y="1931"/>
                    <a:pt x="783" y="2920"/>
                  </a:cubicBezTo>
                  <a:cubicBezTo>
                    <a:pt x="785" y="2932"/>
                    <a:pt x="797" y="2942"/>
                    <a:pt x="809" y="2942"/>
                  </a:cubicBezTo>
                  <a:lnTo>
                    <a:pt x="813" y="2942"/>
                  </a:lnTo>
                  <a:cubicBezTo>
                    <a:pt x="826" y="2940"/>
                    <a:pt x="837" y="2927"/>
                    <a:pt x="834" y="2912"/>
                  </a:cubicBezTo>
                  <a:cubicBezTo>
                    <a:pt x="697" y="1919"/>
                    <a:pt x="433" y="945"/>
                    <a:pt x="53" y="17"/>
                  </a:cubicBezTo>
                  <a:cubicBezTo>
                    <a:pt x="49" y="7"/>
                    <a:pt x="39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5888;p22"/>
            <p:cNvSpPr/>
            <p:nvPr/>
          </p:nvSpPr>
          <p:spPr>
            <a:xfrm>
              <a:off x="1521975" y="4921525"/>
              <a:ext cx="5325" cy="10400"/>
            </a:xfrm>
            <a:custGeom>
              <a:avLst/>
              <a:gdLst/>
              <a:ahLst/>
              <a:cxnLst/>
              <a:rect l="l" t="t" r="r" b="b"/>
              <a:pathLst>
                <a:path w="213" h="416" extrusionOk="0">
                  <a:moveTo>
                    <a:pt x="30" y="0"/>
                  </a:moveTo>
                  <a:cubicBezTo>
                    <a:pt x="26" y="0"/>
                    <a:pt x="23" y="1"/>
                    <a:pt x="19" y="3"/>
                  </a:cubicBezTo>
                  <a:cubicBezTo>
                    <a:pt x="6" y="8"/>
                    <a:pt x="0" y="23"/>
                    <a:pt x="6" y="36"/>
                  </a:cubicBezTo>
                  <a:lnTo>
                    <a:pt x="159" y="400"/>
                  </a:lnTo>
                  <a:cubicBezTo>
                    <a:pt x="163" y="410"/>
                    <a:pt x="174" y="416"/>
                    <a:pt x="183" y="416"/>
                  </a:cubicBezTo>
                  <a:cubicBezTo>
                    <a:pt x="187" y="416"/>
                    <a:pt x="190" y="416"/>
                    <a:pt x="194" y="414"/>
                  </a:cubicBezTo>
                  <a:cubicBezTo>
                    <a:pt x="206" y="409"/>
                    <a:pt x="213" y="393"/>
                    <a:pt x="207" y="379"/>
                  </a:cubicBezTo>
                  <a:lnTo>
                    <a:pt x="53" y="16"/>
                  </a:lnTo>
                  <a:cubicBezTo>
                    <a:pt x="49" y="6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5889;p22"/>
            <p:cNvSpPr/>
            <p:nvPr/>
          </p:nvSpPr>
          <p:spPr>
            <a:xfrm>
              <a:off x="1507550" y="4898725"/>
              <a:ext cx="29275" cy="81600"/>
            </a:xfrm>
            <a:custGeom>
              <a:avLst/>
              <a:gdLst/>
              <a:ahLst/>
              <a:cxnLst/>
              <a:rect l="l" t="t" r="r" b="b"/>
              <a:pathLst>
                <a:path w="1171" h="3264" extrusionOk="0">
                  <a:moveTo>
                    <a:pt x="29" y="0"/>
                  </a:moveTo>
                  <a:cubicBezTo>
                    <a:pt x="26" y="0"/>
                    <a:pt x="22" y="1"/>
                    <a:pt x="19" y="3"/>
                  </a:cubicBezTo>
                  <a:cubicBezTo>
                    <a:pt x="7" y="7"/>
                    <a:pt x="0" y="21"/>
                    <a:pt x="4" y="35"/>
                  </a:cubicBezTo>
                  <a:cubicBezTo>
                    <a:pt x="404" y="1090"/>
                    <a:pt x="778" y="2170"/>
                    <a:pt x="1117" y="3246"/>
                  </a:cubicBezTo>
                  <a:cubicBezTo>
                    <a:pt x="1121" y="3257"/>
                    <a:pt x="1130" y="3264"/>
                    <a:pt x="1141" y="3264"/>
                  </a:cubicBezTo>
                  <a:cubicBezTo>
                    <a:pt x="1144" y="3264"/>
                    <a:pt x="1146" y="3264"/>
                    <a:pt x="1149" y="3262"/>
                  </a:cubicBezTo>
                  <a:cubicBezTo>
                    <a:pt x="1163" y="3258"/>
                    <a:pt x="1171" y="3243"/>
                    <a:pt x="1167" y="3230"/>
                  </a:cubicBezTo>
                  <a:cubicBezTo>
                    <a:pt x="828" y="2152"/>
                    <a:pt x="452" y="1072"/>
                    <a:pt x="53" y="17"/>
                  </a:cubicBezTo>
                  <a:cubicBezTo>
                    <a:pt x="49" y="7"/>
                    <a:pt x="39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5890;p22"/>
            <p:cNvSpPr/>
            <p:nvPr/>
          </p:nvSpPr>
          <p:spPr>
            <a:xfrm>
              <a:off x="1565850" y="4989550"/>
              <a:ext cx="8475" cy="64475"/>
            </a:xfrm>
            <a:custGeom>
              <a:avLst/>
              <a:gdLst/>
              <a:ahLst/>
              <a:cxnLst/>
              <a:rect l="l" t="t" r="r" b="b"/>
              <a:pathLst>
                <a:path w="339" h="2579" extrusionOk="0">
                  <a:moveTo>
                    <a:pt x="31" y="1"/>
                  </a:moveTo>
                  <a:cubicBezTo>
                    <a:pt x="29" y="1"/>
                    <a:pt x="26" y="1"/>
                    <a:pt x="24" y="2"/>
                  </a:cubicBezTo>
                  <a:cubicBezTo>
                    <a:pt x="10" y="5"/>
                    <a:pt x="1" y="19"/>
                    <a:pt x="5" y="33"/>
                  </a:cubicBezTo>
                  <a:cubicBezTo>
                    <a:pt x="222" y="856"/>
                    <a:pt x="288" y="1702"/>
                    <a:pt x="200" y="2550"/>
                  </a:cubicBezTo>
                  <a:cubicBezTo>
                    <a:pt x="199" y="2563"/>
                    <a:pt x="209" y="2577"/>
                    <a:pt x="223" y="2578"/>
                  </a:cubicBezTo>
                  <a:lnTo>
                    <a:pt x="226" y="2578"/>
                  </a:lnTo>
                  <a:cubicBezTo>
                    <a:pt x="239" y="2578"/>
                    <a:pt x="250" y="2568"/>
                    <a:pt x="251" y="2554"/>
                  </a:cubicBezTo>
                  <a:cubicBezTo>
                    <a:pt x="339" y="1702"/>
                    <a:pt x="273" y="850"/>
                    <a:pt x="55" y="21"/>
                  </a:cubicBezTo>
                  <a:cubicBezTo>
                    <a:pt x="53" y="9"/>
                    <a:pt x="42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5891;p22"/>
            <p:cNvSpPr/>
            <p:nvPr/>
          </p:nvSpPr>
          <p:spPr>
            <a:xfrm>
              <a:off x="1570000" y="5061100"/>
              <a:ext cx="1475" cy="8150"/>
            </a:xfrm>
            <a:custGeom>
              <a:avLst/>
              <a:gdLst/>
              <a:ahLst/>
              <a:cxnLst/>
              <a:rect l="l" t="t" r="r" b="b"/>
              <a:pathLst>
                <a:path w="59" h="326" extrusionOk="0">
                  <a:moveTo>
                    <a:pt x="31" y="0"/>
                  </a:moveTo>
                  <a:cubicBezTo>
                    <a:pt x="18" y="0"/>
                    <a:pt x="6" y="11"/>
                    <a:pt x="6" y="26"/>
                  </a:cubicBezTo>
                  <a:lnTo>
                    <a:pt x="0" y="299"/>
                  </a:lnTo>
                  <a:cubicBezTo>
                    <a:pt x="0" y="314"/>
                    <a:pt x="11" y="326"/>
                    <a:pt x="26" y="326"/>
                  </a:cubicBezTo>
                  <a:cubicBezTo>
                    <a:pt x="41" y="326"/>
                    <a:pt x="52" y="315"/>
                    <a:pt x="53" y="300"/>
                  </a:cubicBezTo>
                  <a:lnTo>
                    <a:pt x="57" y="26"/>
                  </a:lnTo>
                  <a:cubicBezTo>
                    <a:pt x="58" y="12"/>
                    <a:pt x="46" y="0"/>
                    <a:pt x="3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5892;p22"/>
            <p:cNvSpPr/>
            <p:nvPr/>
          </p:nvSpPr>
          <p:spPr>
            <a:xfrm>
              <a:off x="1549925" y="5028675"/>
              <a:ext cx="3725" cy="29350"/>
            </a:xfrm>
            <a:custGeom>
              <a:avLst/>
              <a:gdLst/>
              <a:ahLst/>
              <a:cxnLst/>
              <a:rect l="l" t="t" r="r" b="b"/>
              <a:pathLst>
                <a:path w="149" h="1174" extrusionOk="0">
                  <a:moveTo>
                    <a:pt x="24" y="0"/>
                  </a:moveTo>
                  <a:cubicBezTo>
                    <a:pt x="10" y="3"/>
                    <a:pt x="0" y="15"/>
                    <a:pt x="2" y="30"/>
                  </a:cubicBezTo>
                  <a:cubicBezTo>
                    <a:pt x="53" y="398"/>
                    <a:pt x="85" y="775"/>
                    <a:pt x="96" y="1148"/>
                  </a:cubicBezTo>
                  <a:cubicBezTo>
                    <a:pt x="96" y="1161"/>
                    <a:pt x="108" y="1173"/>
                    <a:pt x="121" y="1173"/>
                  </a:cubicBezTo>
                  <a:lnTo>
                    <a:pt x="123" y="1173"/>
                  </a:lnTo>
                  <a:cubicBezTo>
                    <a:pt x="136" y="1172"/>
                    <a:pt x="148" y="1160"/>
                    <a:pt x="147" y="1146"/>
                  </a:cubicBezTo>
                  <a:cubicBezTo>
                    <a:pt x="136" y="772"/>
                    <a:pt x="105" y="394"/>
                    <a:pt x="53" y="23"/>
                  </a:cubicBezTo>
                  <a:cubicBezTo>
                    <a:pt x="51" y="8"/>
                    <a:pt x="39" y="0"/>
                    <a:pt x="2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5893;p22"/>
            <p:cNvSpPr/>
            <p:nvPr/>
          </p:nvSpPr>
          <p:spPr>
            <a:xfrm>
              <a:off x="1405275" y="4949525"/>
              <a:ext cx="36225" cy="55075"/>
            </a:xfrm>
            <a:custGeom>
              <a:avLst/>
              <a:gdLst/>
              <a:ahLst/>
              <a:cxnLst/>
              <a:rect l="l" t="t" r="r" b="b"/>
              <a:pathLst>
                <a:path w="1449" h="2203" extrusionOk="0">
                  <a:moveTo>
                    <a:pt x="31" y="0"/>
                  </a:moveTo>
                  <a:cubicBezTo>
                    <a:pt x="26" y="0"/>
                    <a:pt x="22" y="1"/>
                    <a:pt x="18" y="3"/>
                  </a:cubicBezTo>
                  <a:cubicBezTo>
                    <a:pt x="5" y="10"/>
                    <a:pt x="0" y="26"/>
                    <a:pt x="7" y="38"/>
                  </a:cubicBezTo>
                  <a:cubicBezTo>
                    <a:pt x="413" y="789"/>
                    <a:pt x="881" y="1514"/>
                    <a:pt x="1399" y="2192"/>
                  </a:cubicBezTo>
                  <a:cubicBezTo>
                    <a:pt x="1405" y="2199"/>
                    <a:pt x="1413" y="2203"/>
                    <a:pt x="1421" y="2203"/>
                  </a:cubicBezTo>
                  <a:cubicBezTo>
                    <a:pt x="1426" y="2203"/>
                    <a:pt x="1431" y="2200"/>
                    <a:pt x="1436" y="2198"/>
                  </a:cubicBezTo>
                  <a:cubicBezTo>
                    <a:pt x="1448" y="2188"/>
                    <a:pt x="1449" y="2172"/>
                    <a:pt x="1441" y="2161"/>
                  </a:cubicBezTo>
                  <a:cubicBezTo>
                    <a:pt x="924" y="1485"/>
                    <a:pt x="457" y="762"/>
                    <a:pt x="53" y="14"/>
                  </a:cubicBezTo>
                  <a:cubicBezTo>
                    <a:pt x="48" y="5"/>
                    <a:pt x="40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5894;p22"/>
            <p:cNvSpPr/>
            <p:nvPr/>
          </p:nvSpPr>
          <p:spPr>
            <a:xfrm>
              <a:off x="1445450" y="5009975"/>
              <a:ext cx="5975" cy="6875"/>
            </a:xfrm>
            <a:custGeom>
              <a:avLst/>
              <a:gdLst/>
              <a:ahLst/>
              <a:cxnLst/>
              <a:rect l="l" t="t" r="r" b="b"/>
              <a:pathLst>
                <a:path w="239" h="275" extrusionOk="0">
                  <a:moveTo>
                    <a:pt x="31" y="1"/>
                  </a:moveTo>
                  <a:cubicBezTo>
                    <a:pt x="25" y="1"/>
                    <a:pt x="18" y="3"/>
                    <a:pt x="13" y="7"/>
                  </a:cubicBezTo>
                  <a:cubicBezTo>
                    <a:pt x="2" y="15"/>
                    <a:pt x="1" y="31"/>
                    <a:pt x="9" y="43"/>
                  </a:cubicBezTo>
                  <a:lnTo>
                    <a:pt x="189" y="265"/>
                  </a:lnTo>
                  <a:cubicBezTo>
                    <a:pt x="194" y="272"/>
                    <a:pt x="201" y="275"/>
                    <a:pt x="209" y="275"/>
                  </a:cubicBezTo>
                  <a:cubicBezTo>
                    <a:pt x="215" y="275"/>
                    <a:pt x="221" y="273"/>
                    <a:pt x="225" y="269"/>
                  </a:cubicBezTo>
                  <a:cubicBezTo>
                    <a:pt x="237" y="260"/>
                    <a:pt x="239" y="244"/>
                    <a:pt x="229" y="233"/>
                  </a:cubicBezTo>
                  <a:lnTo>
                    <a:pt x="49" y="10"/>
                  </a:lnTo>
                  <a:cubicBezTo>
                    <a:pt x="45" y="4"/>
                    <a:pt x="38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5" name="Google Shape;5895;p22"/>
            <p:cNvSpPr/>
            <p:nvPr/>
          </p:nvSpPr>
          <p:spPr>
            <a:xfrm>
              <a:off x="1419825" y="4996725"/>
              <a:ext cx="37925" cy="55725"/>
            </a:xfrm>
            <a:custGeom>
              <a:avLst/>
              <a:gdLst/>
              <a:ahLst/>
              <a:cxnLst/>
              <a:rect l="l" t="t" r="r" b="b"/>
              <a:pathLst>
                <a:path w="1517" h="2229" extrusionOk="0">
                  <a:moveTo>
                    <a:pt x="29" y="1"/>
                  </a:moveTo>
                  <a:cubicBezTo>
                    <a:pt x="25" y="1"/>
                    <a:pt x="21" y="2"/>
                    <a:pt x="17" y="4"/>
                  </a:cubicBezTo>
                  <a:cubicBezTo>
                    <a:pt x="5" y="12"/>
                    <a:pt x="1" y="28"/>
                    <a:pt x="7" y="41"/>
                  </a:cubicBezTo>
                  <a:cubicBezTo>
                    <a:pt x="449" y="791"/>
                    <a:pt x="940" y="1524"/>
                    <a:pt x="1467" y="2219"/>
                  </a:cubicBezTo>
                  <a:cubicBezTo>
                    <a:pt x="1471" y="2225"/>
                    <a:pt x="1479" y="2228"/>
                    <a:pt x="1487" y="2228"/>
                  </a:cubicBezTo>
                  <a:cubicBezTo>
                    <a:pt x="1493" y="2228"/>
                    <a:pt x="1498" y="2227"/>
                    <a:pt x="1503" y="2223"/>
                  </a:cubicBezTo>
                  <a:cubicBezTo>
                    <a:pt x="1514" y="2215"/>
                    <a:pt x="1517" y="2198"/>
                    <a:pt x="1507" y="2186"/>
                  </a:cubicBezTo>
                  <a:cubicBezTo>
                    <a:pt x="983" y="1494"/>
                    <a:pt x="493" y="763"/>
                    <a:pt x="53" y="14"/>
                  </a:cubicBezTo>
                  <a:cubicBezTo>
                    <a:pt x="48" y="5"/>
                    <a:pt x="38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6" name="Google Shape;5896;p22"/>
            <p:cNvSpPr/>
            <p:nvPr/>
          </p:nvSpPr>
          <p:spPr>
            <a:xfrm>
              <a:off x="1459825" y="5056825"/>
              <a:ext cx="5275" cy="7650"/>
            </a:xfrm>
            <a:custGeom>
              <a:avLst/>
              <a:gdLst/>
              <a:ahLst/>
              <a:cxnLst/>
              <a:rect l="l" t="t" r="r" b="b"/>
              <a:pathLst>
                <a:path w="211" h="306" extrusionOk="0">
                  <a:moveTo>
                    <a:pt x="31" y="1"/>
                  </a:moveTo>
                  <a:cubicBezTo>
                    <a:pt x="27" y="1"/>
                    <a:pt x="22" y="2"/>
                    <a:pt x="18" y="4"/>
                  </a:cubicBezTo>
                  <a:cubicBezTo>
                    <a:pt x="4" y="11"/>
                    <a:pt x="0" y="27"/>
                    <a:pt x="8" y="39"/>
                  </a:cubicBezTo>
                  <a:lnTo>
                    <a:pt x="159" y="292"/>
                  </a:lnTo>
                  <a:cubicBezTo>
                    <a:pt x="163" y="300"/>
                    <a:pt x="172" y="306"/>
                    <a:pt x="180" y="306"/>
                  </a:cubicBezTo>
                  <a:cubicBezTo>
                    <a:pt x="186" y="306"/>
                    <a:pt x="190" y="304"/>
                    <a:pt x="194" y="302"/>
                  </a:cubicBezTo>
                  <a:cubicBezTo>
                    <a:pt x="206" y="295"/>
                    <a:pt x="210" y="279"/>
                    <a:pt x="203" y="267"/>
                  </a:cubicBezTo>
                  <a:lnTo>
                    <a:pt x="53" y="14"/>
                  </a:lnTo>
                  <a:cubicBezTo>
                    <a:pt x="48" y="5"/>
                    <a:pt x="40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7" name="Google Shape;5897;p22"/>
            <p:cNvSpPr/>
            <p:nvPr/>
          </p:nvSpPr>
          <p:spPr>
            <a:xfrm>
              <a:off x="1475825" y="5004225"/>
              <a:ext cx="31550" cy="50400"/>
            </a:xfrm>
            <a:custGeom>
              <a:avLst/>
              <a:gdLst/>
              <a:ahLst/>
              <a:cxnLst/>
              <a:rect l="l" t="t" r="r" b="b"/>
              <a:pathLst>
                <a:path w="1262" h="2016" extrusionOk="0">
                  <a:moveTo>
                    <a:pt x="28" y="1"/>
                  </a:moveTo>
                  <a:cubicBezTo>
                    <a:pt x="22" y="1"/>
                    <a:pt x="16" y="3"/>
                    <a:pt x="11" y="7"/>
                  </a:cubicBezTo>
                  <a:cubicBezTo>
                    <a:pt x="2" y="16"/>
                    <a:pt x="1" y="32"/>
                    <a:pt x="10" y="43"/>
                  </a:cubicBezTo>
                  <a:cubicBezTo>
                    <a:pt x="528" y="618"/>
                    <a:pt x="931" y="1276"/>
                    <a:pt x="1207" y="1998"/>
                  </a:cubicBezTo>
                  <a:cubicBezTo>
                    <a:pt x="1211" y="2009"/>
                    <a:pt x="1221" y="2015"/>
                    <a:pt x="1231" y="2015"/>
                  </a:cubicBezTo>
                  <a:cubicBezTo>
                    <a:pt x="1234" y="2015"/>
                    <a:pt x="1237" y="2014"/>
                    <a:pt x="1241" y="2013"/>
                  </a:cubicBezTo>
                  <a:cubicBezTo>
                    <a:pt x="1253" y="2009"/>
                    <a:pt x="1261" y="1993"/>
                    <a:pt x="1256" y="1981"/>
                  </a:cubicBezTo>
                  <a:cubicBezTo>
                    <a:pt x="977" y="1251"/>
                    <a:pt x="571" y="588"/>
                    <a:pt x="49" y="10"/>
                  </a:cubicBezTo>
                  <a:cubicBezTo>
                    <a:pt x="43" y="4"/>
                    <a:pt x="35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8" name="Google Shape;5898;p22"/>
            <p:cNvSpPr/>
            <p:nvPr/>
          </p:nvSpPr>
          <p:spPr>
            <a:xfrm>
              <a:off x="1507750" y="5059700"/>
              <a:ext cx="4225" cy="6875"/>
            </a:xfrm>
            <a:custGeom>
              <a:avLst/>
              <a:gdLst/>
              <a:ahLst/>
              <a:cxnLst/>
              <a:rect l="l" t="t" r="r" b="b"/>
              <a:pathLst>
                <a:path w="169" h="275" extrusionOk="0">
                  <a:moveTo>
                    <a:pt x="30" y="1"/>
                  </a:moveTo>
                  <a:cubicBezTo>
                    <a:pt x="26" y="1"/>
                    <a:pt x="22" y="2"/>
                    <a:pt x="18" y="4"/>
                  </a:cubicBezTo>
                  <a:cubicBezTo>
                    <a:pt x="6" y="9"/>
                    <a:pt x="0" y="25"/>
                    <a:pt x="7" y="39"/>
                  </a:cubicBezTo>
                  <a:lnTo>
                    <a:pt x="116" y="259"/>
                  </a:lnTo>
                  <a:cubicBezTo>
                    <a:pt x="121" y="268"/>
                    <a:pt x="130" y="274"/>
                    <a:pt x="139" y="274"/>
                  </a:cubicBezTo>
                  <a:lnTo>
                    <a:pt x="139" y="274"/>
                  </a:lnTo>
                  <a:cubicBezTo>
                    <a:pt x="143" y="274"/>
                    <a:pt x="147" y="273"/>
                    <a:pt x="151" y="271"/>
                  </a:cubicBezTo>
                  <a:cubicBezTo>
                    <a:pt x="164" y="265"/>
                    <a:pt x="168" y="249"/>
                    <a:pt x="163" y="236"/>
                  </a:cubicBezTo>
                  <a:lnTo>
                    <a:pt x="53" y="14"/>
                  </a:lnTo>
                  <a:cubicBezTo>
                    <a:pt x="49" y="6"/>
                    <a:pt x="40" y="1"/>
                    <a:pt x="30" y="1"/>
                  </a:cubicBezTo>
                  <a:close/>
                  <a:moveTo>
                    <a:pt x="139" y="274"/>
                  </a:moveTo>
                  <a:cubicBezTo>
                    <a:pt x="139" y="274"/>
                    <a:pt x="139" y="274"/>
                    <a:pt x="139" y="274"/>
                  </a:cubicBezTo>
                  <a:lnTo>
                    <a:pt x="140" y="274"/>
                  </a:lnTo>
                  <a:cubicBezTo>
                    <a:pt x="140" y="274"/>
                    <a:pt x="140" y="274"/>
                    <a:pt x="139" y="274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9" name="Google Shape;5899;p22"/>
            <p:cNvSpPr/>
            <p:nvPr/>
          </p:nvSpPr>
          <p:spPr>
            <a:xfrm>
              <a:off x="1427400" y="4943450"/>
              <a:ext cx="22450" cy="29200"/>
            </a:xfrm>
            <a:custGeom>
              <a:avLst/>
              <a:gdLst/>
              <a:ahLst/>
              <a:cxnLst/>
              <a:rect l="l" t="t" r="r" b="b"/>
              <a:pathLst>
                <a:path w="898" h="1168" extrusionOk="0">
                  <a:moveTo>
                    <a:pt x="30" y="0"/>
                  </a:moveTo>
                  <a:cubicBezTo>
                    <a:pt x="24" y="0"/>
                    <a:pt x="19" y="2"/>
                    <a:pt x="14" y="6"/>
                  </a:cubicBezTo>
                  <a:cubicBezTo>
                    <a:pt x="3" y="14"/>
                    <a:pt x="0" y="31"/>
                    <a:pt x="8" y="42"/>
                  </a:cubicBezTo>
                  <a:lnTo>
                    <a:pt x="848" y="1159"/>
                  </a:lnTo>
                  <a:cubicBezTo>
                    <a:pt x="853" y="1165"/>
                    <a:pt x="861" y="1168"/>
                    <a:pt x="869" y="1168"/>
                  </a:cubicBezTo>
                  <a:cubicBezTo>
                    <a:pt x="875" y="1168"/>
                    <a:pt x="880" y="1167"/>
                    <a:pt x="884" y="1164"/>
                  </a:cubicBezTo>
                  <a:cubicBezTo>
                    <a:pt x="896" y="1154"/>
                    <a:pt x="898" y="1138"/>
                    <a:pt x="890" y="1128"/>
                  </a:cubicBezTo>
                  <a:lnTo>
                    <a:pt x="50" y="11"/>
                  </a:lnTo>
                  <a:cubicBezTo>
                    <a:pt x="45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0" name="Google Shape;5900;p22"/>
            <p:cNvSpPr/>
            <p:nvPr/>
          </p:nvSpPr>
          <p:spPr>
            <a:xfrm>
              <a:off x="1290100" y="5004825"/>
              <a:ext cx="41825" cy="36150"/>
            </a:xfrm>
            <a:custGeom>
              <a:avLst/>
              <a:gdLst/>
              <a:ahLst/>
              <a:cxnLst/>
              <a:rect l="l" t="t" r="r" b="b"/>
              <a:pathLst>
                <a:path w="1673" h="1446" extrusionOk="0">
                  <a:moveTo>
                    <a:pt x="30" y="1"/>
                  </a:moveTo>
                  <a:cubicBezTo>
                    <a:pt x="24" y="1"/>
                    <a:pt x="18" y="3"/>
                    <a:pt x="13" y="7"/>
                  </a:cubicBezTo>
                  <a:cubicBezTo>
                    <a:pt x="2" y="15"/>
                    <a:pt x="1" y="33"/>
                    <a:pt x="10" y="43"/>
                  </a:cubicBezTo>
                  <a:cubicBezTo>
                    <a:pt x="476" y="590"/>
                    <a:pt x="1020" y="1061"/>
                    <a:pt x="1630" y="1441"/>
                  </a:cubicBezTo>
                  <a:cubicBezTo>
                    <a:pt x="1634" y="1444"/>
                    <a:pt x="1639" y="1445"/>
                    <a:pt x="1643" y="1445"/>
                  </a:cubicBezTo>
                  <a:cubicBezTo>
                    <a:pt x="1653" y="1445"/>
                    <a:pt x="1661" y="1441"/>
                    <a:pt x="1666" y="1433"/>
                  </a:cubicBezTo>
                  <a:cubicBezTo>
                    <a:pt x="1673" y="1421"/>
                    <a:pt x="1670" y="1405"/>
                    <a:pt x="1658" y="1398"/>
                  </a:cubicBezTo>
                  <a:cubicBezTo>
                    <a:pt x="1053" y="1019"/>
                    <a:pt x="512" y="552"/>
                    <a:pt x="50" y="10"/>
                  </a:cubicBezTo>
                  <a:cubicBezTo>
                    <a:pt x="45" y="4"/>
                    <a:pt x="38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1" name="Google Shape;5901;p22"/>
            <p:cNvSpPr/>
            <p:nvPr/>
          </p:nvSpPr>
          <p:spPr>
            <a:xfrm>
              <a:off x="1337900" y="5046000"/>
              <a:ext cx="9850" cy="8650"/>
            </a:xfrm>
            <a:custGeom>
              <a:avLst/>
              <a:gdLst/>
              <a:ahLst/>
              <a:cxnLst/>
              <a:rect l="l" t="t" r="r" b="b"/>
              <a:pathLst>
                <a:path w="394" h="346" extrusionOk="0">
                  <a:moveTo>
                    <a:pt x="30" y="1"/>
                  </a:moveTo>
                  <a:cubicBezTo>
                    <a:pt x="22" y="1"/>
                    <a:pt x="15" y="4"/>
                    <a:pt x="10" y="10"/>
                  </a:cubicBezTo>
                  <a:cubicBezTo>
                    <a:pt x="0" y="20"/>
                    <a:pt x="2" y="36"/>
                    <a:pt x="12" y="46"/>
                  </a:cubicBezTo>
                  <a:lnTo>
                    <a:pt x="347" y="339"/>
                  </a:lnTo>
                  <a:cubicBezTo>
                    <a:pt x="351" y="343"/>
                    <a:pt x="358" y="346"/>
                    <a:pt x="364" y="346"/>
                  </a:cubicBezTo>
                  <a:cubicBezTo>
                    <a:pt x="372" y="346"/>
                    <a:pt x="378" y="343"/>
                    <a:pt x="384" y="336"/>
                  </a:cubicBezTo>
                  <a:cubicBezTo>
                    <a:pt x="393" y="326"/>
                    <a:pt x="392" y="310"/>
                    <a:pt x="381" y="300"/>
                  </a:cubicBezTo>
                  <a:lnTo>
                    <a:pt x="47" y="7"/>
                  </a:lnTo>
                  <a:cubicBezTo>
                    <a:pt x="42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2" name="Google Shape;5902;p22"/>
            <p:cNvSpPr/>
            <p:nvPr/>
          </p:nvSpPr>
          <p:spPr>
            <a:xfrm>
              <a:off x="1326900" y="5055525"/>
              <a:ext cx="36650" cy="31050"/>
            </a:xfrm>
            <a:custGeom>
              <a:avLst/>
              <a:gdLst/>
              <a:ahLst/>
              <a:cxnLst/>
              <a:rect l="l" t="t" r="r" b="b"/>
              <a:pathLst>
                <a:path w="1466" h="1242" extrusionOk="0">
                  <a:moveTo>
                    <a:pt x="31" y="1"/>
                  </a:moveTo>
                  <a:cubicBezTo>
                    <a:pt x="24" y="1"/>
                    <a:pt x="18" y="3"/>
                    <a:pt x="13" y="8"/>
                  </a:cubicBezTo>
                  <a:cubicBezTo>
                    <a:pt x="2" y="17"/>
                    <a:pt x="0" y="33"/>
                    <a:pt x="11" y="44"/>
                  </a:cubicBezTo>
                  <a:cubicBezTo>
                    <a:pt x="426" y="504"/>
                    <a:pt x="900" y="905"/>
                    <a:pt x="1422" y="1238"/>
                  </a:cubicBezTo>
                  <a:cubicBezTo>
                    <a:pt x="1426" y="1240"/>
                    <a:pt x="1432" y="1242"/>
                    <a:pt x="1436" y="1242"/>
                  </a:cubicBezTo>
                  <a:cubicBezTo>
                    <a:pt x="1445" y="1242"/>
                    <a:pt x="1453" y="1238"/>
                    <a:pt x="1457" y="1229"/>
                  </a:cubicBezTo>
                  <a:cubicBezTo>
                    <a:pt x="1466" y="1217"/>
                    <a:pt x="1463" y="1201"/>
                    <a:pt x="1449" y="1194"/>
                  </a:cubicBezTo>
                  <a:cubicBezTo>
                    <a:pt x="931" y="864"/>
                    <a:pt x="461" y="465"/>
                    <a:pt x="49" y="9"/>
                  </a:cubicBezTo>
                  <a:cubicBezTo>
                    <a:pt x="44" y="4"/>
                    <a:pt x="37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3" name="Google Shape;5903;p22"/>
            <p:cNvSpPr/>
            <p:nvPr/>
          </p:nvSpPr>
          <p:spPr>
            <a:xfrm>
              <a:off x="1369400" y="5089950"/>
              <a:ext cx="5025" cy="4300"/>
            </a:xfrm>
            <a:custGeom>
              <a:avLst/>
              <a:gdLst/>
              <a:ahLst/>
              <a:cxnLst/>
              <a:rect l="l" t="t" r="r" b="b"/>
              <a:pathLst>
                <a:path w="201" h="172" extrusionOk="0">
                  <a:moveTo>
                    <a:pt x="30" y="1"/>
                  </a:moveTo>
                  <a:cubicBezTo>
                    <a:pt x="23" y="1"/>
                    <a:pt x="16" y="4"/>
                    <a:pt x="10" y="10"/>
                  </a:cubicBezTo>
                  <a:cubicBezTo>
                    <a:pt x="1" y="21"/>
                    <a:pt x="2" y="38"/>
                    <a:pt x="14" y="46"/>
                  </a:cubicBezTo>
                  <a:lnTo>
                    <a:pt x="154" y="165"/>
                  </a:lnTo>
                  <a:cubicBezTo>
                    <a:pt x="160" y="169"/>
                    <a:pt x="165" y="171"/>
                    <a:pt x="170" y="171"/>
                  </a:cubicBezTo>
                  <a:cubicBezTo>
                    <a:pt x="179" y="171"/>
                    <a:pt x="185" y="167"/>
                    <a:pt x="191" y="162"/>
                  </a:cubicBezTo>
                  <a:cubicBezTo>
                    <a:pt x="200" y="151"/>
                    <a:pt x="199" y="134"/>
                    <a:pt x="188" y="126"/>
                  </a:cubicBezTo>
                  <a:lnTo>
                    <a:pt x="47" y="7"/>
                  </a:lnTo>
                  <a:cubicBezTo>
                    <a:pt x="42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4" name="Google Shape;5904;p22"/>
            <p:cNvSpPr/>
            <p:nvPr/>
          </p:nvSpPr>
          <p:spPr>
            <a:xfrm>
              <a:off x="1396750" y="5060975"/>
              <a:ext cx="35675" cy="27550"/>
            </a:xfrm>
            <a:custGeom>
              <a:avLst/>
              <a:gdLst/>
              <a:ahLst/>
              <a:cxnLst/>
              <a:rect l="l" t="t" r="r" b="b"/>
              <a:pathLst>
                <a:path w="1427" h="1102" extrusionOk="0">
                  <a:moveTo>
                    <a:pt x="30" y="1"/>
                  </a:moveTo>
                  <a:cubicBezTo>
                    <a:pt x="21" y="1"/>
                    <a:pt x="13" y="5"/>
                    <a:pt x="9" y="12"/>
                  </a:cubicBezTo>
                  <a:cubicBezTo>
                    <a:pt x="1" y="24"/>
                    <a:pt x="3" y="40"/>
                    <a:pt x="15" y="48"/>
                  </a:cubicBezTo>
                  <a:cubicBezTo>
                    <a:pt x="498" y="356"/>
                    <a:pt x="959" y="707"/>
                    <a:pt x="1381" y="1095"/>
                  </a:cubicBezTo>
                  <a:cubicBezTo>
                    <a:pt x="1386" y="1099"/>
                    <a:pt x="1392" y="1102"/>
                    <a:pt x="1398" y="1102"/>
                  </a:cubicBezTo>
                  <a:cubicBezTo>
                    <a:pt x="1405" y="1102"/>
                    <a:pt x="1412" y="1098"/>
                    <a:pt x="1417" y="1092"/>
                  </a:cubicBezTo>
                  <a:cubicBezTo>
                    <a:pt x="1427" y="1081"/>
                    <a:pt x="1427" y="1065"/>
                    <a:pt x="1416" y="1056"/>
                  </a:cubicBezTo>
                  <a:cubicBezTo>
                    <a:pt x="991" y="668"/>
                    <a:pt x="529" y="315"/>
                    <a:pt x="44" y="5"/>
                  </a:cubicBezTo>
                  <a:cubicBezTo>
                    <a:pt x="39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5" name="Google Shape;5905;p22"/>
            <p:cNvSpPr/>
            <p:nvPr/>
          </p:nvSpPr>
          <p:spPr>
            <a:xfrm>
              <a:off x="1435900" y="5091650"/>
              <a:ext cx="4275" cy="4050"/>
            </a:xfrm>
            <a:custGeom>
              <a:avLst/>
              <a:gdLst/>
              <a:ahLst/>
              <a:cxnLst/>
              <a:rect l="l" t="t" r="r" b="b"/>
              <a:pathLst>
                <a:path w="171" h="162" extrusionOk="0">
                  <a:moveTo>
                    <a:pt x="30" y="1"/>
                  </a:moveTo>
                  <a:cubicBezTo>
                    <a:pt x="23" y="1"/>
                    <a:pt x="16" y="4"/>
                    <a:pt x="11" y="9"/>
                  </a:cubicBezTo>
                  <a:cubicBezTo>
                    <a:pt x="1" y="20"/>
                    <a:pt x="2" y="36"/>
                    <a:pt x="11" y="45"/>
                  </a:cubicBezTo>
                  <a:lnTo>
                    <a:pt x="123" y="154"/>
                  </a:lnTo>
                  <a:cubicBezTo>
                    <a:pt x="128" y="160"/>
                    <a:pt x="135" y="161"/>
                    <a:pt x="142" y="161"/>
                  </a:cubicBezTo>
                  <a:cubicBezTo>
                    <a:pt x="149" y="161"/>
                    <a:pt x="155" y="158"/>
                    <a:pt x="159" y="153"/>
                  </a:cubicBezTo>
                  <a:cubicBezTo>
                    <a:pt x="170" y="144"/>
                    <a:pt x="170" y="127"/>
                    <a:pt x="159" y="117"/>
                  </a:cubicBezTo>
                  <a:lnTo>
                    <a:pt x="48" y="8"/>
                  </a:lnTo>
                  <a:cubicBezTo>
                    <a:pt x="43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6" name="Google Shape;5906;p22"/>
            <p:cNvSpPr/>
            <p:nvPr/>
          </p:nvSpPr>
          <p:spPr>
            <a:xfrm>
              <a:off x="1417750" y="5105550"/>
              <a:ext cx="40175" cy="31600"/>
            </a:xfrm>
            <a:custGeom>
              <a:avLst/>
              <a:gdLst/>
              <a:ahLst/>
              <a:cxnLst/>
              <a:rect l="l" t="t" r="r" b="b"/>
              <a:pathLst>
                <a:path w="1607" h="1264" extrusionOk="0">
                  <a:moveTo>
                    <a:pt x="31" y="0"/>
                  </a:moveTo>
                  <a:cubicBezTo>
                    <a:pt x="22" y="0"/>
                    <a:pt x="14" y="5"/>
                    <a:pt x="8" y="13"/>
                  </a:cubicBezTo>
                  <a:cubicBezTo>
                    <a:pt x="0" y="25"/>
                    <a:pt x="4" y="41"/>
                    <a:pt x="16" y="48"/>
                  </a:cubicBezTo>
                  <a:cubicBezTo>
                    <a:pt x="573" y="391"/>
                    <a:pt x="1093" y="798"/>
                    <a:pt x="1559" y="1257"/>
                  </a:cubicBezTo>
                  <a:cubicBezTo>
                    <a:pt x="1565" y="1263"/>
                    <a:pt x="1570" y="1264"/>
                    <a:pt x="1577" y="1264"/>
                  </a:cubicBezTo>
                  <a:cubicBezTo>
                    <a:pt x="1584" y="1264"/>
                    <a:pt x="1590" y="1261"/>
                    <a:pt x="1596" y="1256"/>
                  </a:cubicBezTo>
                  <a:cubicBezTo>
                    <a:pt x="1606" y="1246"/>
                    <a:pt x="1605" y="1230"/>
                    <a:pt x="1596" y="1220"/>
                  </a:cubicBezTo>
                  <a:cubicBezTo>
                    <a:pt x="1126" y="758"/>
                    <a:pt x="604" y="349"/>
                    <a:pt x="43" y="3"/>
                  </a:cubicBezTo>
                  <a:cubicBezTo>
                    <a:pt x="39" y="1"/>
                    <a:pt x="35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7" name="Google Shape;5907;p22"/>
            <p:cNvSpPr/>
            <p:nvPr/>
          </p:nvSpPr>
          <p:spPr>
            <a:xfrm>
              <a:off x="1314125" y="5146525"/>
              <a:ext cx="45650" cy="18625"/>
            </a:xfrm>
            <a:custGeom>
              <a:avLst/>
              <a:gdLst/>
              <a:ahLst/>
              <a:cxnLst/>
              <a:rect l="l" t="t" r="r" b="b"/>
              <a:pathLst>
                <a:path w="1826" h="745" extrusionOk="0">
                  <a:moveTo>
                    <a:pt x="29" y="0"/>
                  </a:moveTo>
                  <a:cubicBezTo>
                    <a:pt x="20" y="0"/>
                    <a:pt x="11" y="6"/>
                    <a:pt x="6" y="15"/>
                  </a:cubicBezTo>
                  <a:cubicBezTo>
                    <a:pt x="0" y="29"/>
                    <a:pt x="6" y="45"/>
                    <a:pt x="19" y="50"/>
                  </a:cubicBezTo>
                  <a:cubicBezTo>
                    <a:pt x="595" y="308"/>
                    <a:pt x="1189" y="541"/>
                    <a:pt x="1788" y="743"/>
                  </a:cubicBezTo>
                  <a:cubicBezTo>
                    <a:pt x="1791" y="743"/>
                    <a:pt x="1794" y="744"/>
                    <a:pt x="1796" y="744"/>
                  </a:cubicBezTo>
                  <a:lnTo>
                    <a:pt x="1796" y="743"/>
                  </a:lnTo>
                  <a:cubicBezTo>
                    <a:pt x="1807" y="743"/>
                    <a:pt x="1818" y="736"/>
                    <a:pt x="1822" y="725"/>
                  </a:cubicBezTo>
                  <a:cubicBezTo>
                    <a:pt x="1826" y="712"/>
                    <a:pt x="1819" y="697"/>
                    <a:pt x="1806" y="693"/>
                  </a:cubicBezTo>
                  <a:cubicBezTo>
                    <a:pt x="1208" y="493"/>
                    <a:pt x="615" y="260"/>
                    <a:pt x="41" y="3"/>
                  </a:cubicBezTo>
                  <a:cubicBezTo>
                    <a:pt x="37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8" name="Google Shape;5908;p22"/>
            <p:cNvSpPr/>
            <p:nvPr/>
          </p:nvSpPr>
          <p:spPr>
            <a:xfrm>
              <a:off x="1366050" y="5166425"/>
              <a:ext cx="6150" cy="2775"/>
            </a:xfrm>
            <a:custGeom>
              <a:avLst/>
              <a:gdLst/>
              <a:ahLst/>
              <a:cxnLst/>
              <a:rect l="l" t="t" r="r" b="b"/>
              <a:pathLst>
                <a:path w="246" h="111" extrusionOk="0">
                  <a:moveTo>
                    <a:pt x="29" y="1"/>
                  </a:moveTo>
                  <a:cubicBezTo>
                    <a:pt x="18" y="1"/>
                    <a:pt x="8" y="7"/>
                    <a:pt x="4" y="18"/>
                  </a:cubicBezTo>
                  <a:cubicBezTo>
                    <a:pt x="0" y="32"/>
                    <a:pt x="8" y="46"/>
                    <a:pt x="22" y="50"/>
                  </a:cubicBezTo>
                  <a:lnTo>
                    <a:pt x="209" y="110"/>
                  </a:lnTo>
                  <a:cubicBezTo>
                    <a:pt x="210" y="110"/>
                    <a:pt x="213" y="111"/>
                    <a:pt x="216" y="111"/>
                  </a:cubicBezTo>
                  <a:cubicBezTo>
                    <a:pt x="226" y="111"/>
                    <a:pt x="237" y="103"/>
                    <a:pt x="241" y="92"/>
                  </a:cubicBezTo>
                  <a:cubicBezTo>
                    <a:pt x="245" y="79"/>
                    <a:pt x="237" y="64"/>
                    <a:pt x="224" y="60"/>
                  </a:cubicBezTo>
                  <a:lnTo>
                    <a:pt x="37" y="2"/>
                  </a:lnTo>
                  <a:cubicBezTo>
                    <a:pt x="34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9" name="Google Shape;5909;p22"/>
            <p:cNvSpPr/>
            <p:nvPr/>
          </p:nvSpPr>
          <p:spPr>
            <a:xfrm>
              <a:off x="1287325" y="5116150"/>
              <a:ext cx="46325" cy="16475"/>
            </a:xfrm>
            <a:custGeom>
              <a:avLst/>
              <a:gdLst/>
              <a:ahLst/>
              <a:cxnLst/>
              <a:rect l="l" t="t" r="r" b="b"/>
              <a:pathLst>
                <a:path w="1853" h="659" extrusionOk="0">
                  <a:moveTo>
                    <a:pt x="30" y="1"/>
                  </a:moveTo>
                  <a:cubicBezTo>
                    <a:pt x="19" y="1"/>
                    <a:pt x="8" y="7"/>
                    <a:pt x="4" y="18"/>
                  </a:cubicBezTo>
                  <a:cubicBezTo>
                    <a:pt x="0" y="31"/>
                    <a:pt x="7" y="46"/>
                    <a:pt x="22" y="52"/>
                  </a:cubicBezTo>
                  <a:lnTo>
                    <a:pt x="1815" y="657"/>
                  </a:lnTo>
                  <a:cubicBezTo>
                    <a:pt x="1818" y="658"/>
                    <a:pt x="1820" y="658"/>
                    <a:pt x="1823" y="658"/>
                  </a:cubicBezTo>
                  <a:cubicBezTo>
                    <a:pt x="1834" y="658"/>
                    <a:pt x="1844" y="652"/>
                    <a:pt x="1848" y="641"/>
                  </a:cubicBezTo>
                  <a:cubicBezTo>
                    <a:pt x="1853" y="627"/>
                    <a:pt x="1846" y="613"/>
                    <a:pt x="1832" y="609"/>
                  </a:cubicBezTo>
                  <a:lnTo>
                    <a:pt x="38" y="2"/>
                  </a:lnTo>
                  <a:cubicBezTo>
                    <a:pt x="35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0" name="Google Shape;5910;p22"/>
            <p:cNvSpPr/>
            <p:nvPr/>
          </p:nvSpPr>
          <p:spPr>
            <a:xfrm>
              <a:off x="1338375" y="5133500"/>
              <a:ext cx="8100" cy="4000"/>
            </a:xfrm>
            <a:custGeom>
              <a:avLst/>
              <a:gdLst/>
              <a:ahLst/>
              <a:cxnLst/>
              <a:rect l="l" t="t" r="r" b="b"/>
              <a:pathLst>
                <a:path w="324" h="160" extrusionOk="0">
                  <a:moveTo>
                    <a:pt x="29" y="0"/>
                  </a:moveTo>
                  <a:cubicBezTo>
                    <a:pt x="19" y="0"/>
                    <a:pt x="8" y="6"/>
                    <a:pt x="4" y="17"/>
                  </a:cubicBezTo>
                  <a:cubicBezTo>
                    <a:pt x="0" y="30"/>
                    <a:pt x="6" y="45"/>
                    <a:pt x="19" y="50"/>
                  </a:cubicBezTo>
                  <a:lnTo>
                    <a:pt x="284" y="157"/>
                  </a:lnTo>
                  <a:cubicBezTo>
                    <a:pt x="288" y="158"/>
                    <a:pt x="291" y="159"/>
                    <a:pt x="294" y="159"/>
                  </a:cubicBezTo>
                  <a:lnTo>
                    <a:pt x="294" y="159"/>
                  </a:lnTo>
                  <a:cubicBezTo>
                    <a:pt x="305" y="159"/>
                    <a:pt x="314" y="152"/>
                    <a:pt x="318" y="143"/>
                  </a:cubicBezTo>
                  <a:cubicBezTo>
                    <a:pt x="323" y="130"/>
                    <a:pt x="316" y="115"/>
                    <a:pt x="304" y="110"/>
                  </a:cubicBezTo>
                  <a:lnTo>
                    <a:pt x="38" y="2"/>
                  </a:lnTo>
                  <a:cubicBezTo>
                    <a:pt x="35" y="1"/>
                    <a:pt x="32" y="0"/>
                    <a:pt x="29" y="0"/>
                  </a:cubicBezTo>
                  <a:close/>
                  <a:moveTo>
                    <a:pt x="294" y="159"/>
                  </a:moveTo>
                  <a:cubicBezTo>
                    <a:pt x="294" y="159"/>
                    <a:pt x="294" y="159"/>
                    <a:pt x="293" y="159"/>
                  </a:cubicBezTo>
                  <a:lnTo>
                    <a:pt x="295" y="159"/>
                  </a:lnTo>
                  <a:cubicBezTo>
                    <a:pt x="295" y="159"/>
                    <a:pt x="294" y="159"/>
                    <a:pt x="294" y="159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1" name="Google Shape;5911;p22"/>
            <p:cNvSpPr/>
            <p:nvPr/>
          </p:nvSpPr>
          <p:spPr>
            <a:xfrm>
              <a:off x="1405425" y="5154900"/>
              <a:ext cx="36950" cy="14000"/>
            </a:xfrm>
            <a:custGeom>
              <a:avLst/>
              <a:gdLst/>
              <a:ahLst/>
              <a:cxnLst/>
              <a:rect l="l" t="t" r="r" b="b"/>
              <a:pathLst>
                <a:path w="1478" h="560" extrusionOk="0">
                  <a:moveTo>
                    <a:pt x="31" y="0"/>
                  </a:moveTo>
                  <a:cubicBezTo>
                    <a:pt x="20" y="0"/>
                    <a:pt x="9" y="7"/>
                    <a:pt x="5" y="18"/>
                  </a:cubicBezTo>
                  <a:cubicBezTo>
                    <a:pt x="1" y="31"/>
                    <a:pt x="7" y="46"/>
                    <a:pt x="21" y="50"/>
                  </a:cubicBezTo>
                  <a:lnTo>
                    <a:pt x="1440" y="559"/>
                  </a:lnTo>
                  <a:cubicBezTo>
                    <a:pt x="1443" y="560"/>
                    <a:pt x="1446" y="560"/>
                    <a:pt x="1448" y="560"/>
                  </a:cubicBezTo>
                  <a:cubicBezTo>
                    <a:pt x="1459" y="560"/>
                    <a:pt x="1469" y="555"/>
                    <a:pt x="1473" y="544"/>
                  </a:cubicBezTo>
                  <a:cubicBezTo>
                    <a:pt x="1478" y="530"/>
                    <a:pt x="1471" y="516"/>
                    <a:pt x="1458" y="510"/>
                  </a:cubicBezTo>
                  <a:lnTo>
                    <a:pt x="38" y="2"/>
                  </a:lnTo>
                  <a:cubicBezTo>
                    <a:pt x="36" y="1"/>
                    <a:pt x="33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2" name="Google Shape;5912;p22"/>
            <p:cNvSpPr/>
            <p:nvPr/>
          </p:nvSpPr>
          <p:spPr>
            <a:xfrm>
              <a:off x="1405800" y="5179875"/>
              <a:ext cx="38275" cy="11325"/>
            </a:xfrm>
            <a:custGeom>
              <a:avLst/>
              <a:gdLst/>
              <a:ahLst/>
              <a:cxnLst/>
              <a:rect l="l" t="t" r="r" b="b"/>
              <a:pathLst>
                <a:path w="1531" h="453" extrusionOk="0">
                  <a:moveTo>
                    <a:pt x="30" y="1"/>
                  </a:moveTo>
                  <a:cubicBezTo>
                    <a:pt x="19" y="1"/>
                    <a:pt x="9" y="7"/>
                    <a:pt x="5" y="18"/>
                  </a:cubicBezTo>
                  <a:cubicBezTo>
                    <a:pt x="1" y="32"/>
                    <a:pt x="7" y="47"/>
                    <a:pt x="21" y="52"/>
                  </a:cubicBezTo>
                  <a:cubicBezTo>
                    <a:pt x="501" y="219"/>
                    <a:pt x="997" y="353"/>
                    <a:pt x="1498" y="451"/>
                  </a:cubicBezTo>
                  <a:lnTo>
                    <a:pt x="1502" y="451"/>
                  </a:lnTo>
                  <a:lnTo>
                    <a:pt x="1502" y="453"/>
                  </a:lnTo>
                  <a:cubicBezTo>
                    <a:pt x="1514" y="453"/>
                    <a:pt x="1526" y="443"/>
                    <a:pt x="1528" y="431"/>
                  </a:cubicBezTo>
                  <a:cubicBezTo>
                    <a:pt x="1530" y="417"/>
                    <a:pt x="1522" y="403"/>
                    <a:pt x="1507" y="400"/>
                  </a:cubicBezTo>
                  <a:cubicBezTo>
                    <a:pt x="1010" y="304"/>
                    <a:pt x="516" y="169"/>
                    <a:pt x="38" y="2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3" name="Google Shape;5913;p22"/>
            <p:cNvSpPr/>
            <p:nvPr/>
          </p:nvSpPr>
          <p:spPr>
            <a:xfrm>
              <a:off x="1455150" y="5183475"/>
              <a:ext cx="22000" cy="7500"/>
            </a:xfrm>
            <a:custGeom>
              <a:avLst/>
              <a:gdLst/>
              <a:ahLst/>
              <a:cxnLst/>
              <a:rect l="l" t="t" r="r" b="b"/>
              <a:pathLst>
                <a:path w="880" h="300" extrusionOk="0">
                  <a:moveTo>
                    <a:pt x="28" y="0"/>
                  </a:moveTo>
                  <a:cubicBezTo>
                    <a:pt x="17" y="0"/>
                    <a:pt x="7" y="8"/>
                    <a:pt x="4" y="20"/>
                  </a:cubicBezTo>
                  <a:cubicBezTo>
                    <a:pt x="0" y="33"/>
                    <a:pt x="8" y="47"/>
                    <a:pt x="22" y="52"/>
                  </a:cubicBezTo>
                  <a:lnTo>
                    <a:pt x="842" y="298"/>
                  </a:lnTo>
                  <a:cubicBezTo>
                    <a:pt x="845" y="299"/>
                    <a:pt x="848" y="299"/>
                    <a:pt x="850" y="299"/>
                  </a:cubicBezTo>
                  <a:cubicBezTo>
                    <a:pt x="861" y="299"/>
                    <a:pt x="872" y="293"/>
                    <a:pt x="875" y="282"/>
                  </a:cubicBezTo>
                  <a:cubicBezTo>
                    <a:pt x="880" y="267"/>
                    <a:pt x="872" y="254"/>
                    <a:pt x="858" y="250"/>
                  </a:cubicBezTo>
                  <a:lnTo>
                    <a:pt x="36" y="2"/>
                  </a:lnTo>
                  <a:cubicBezTo>
                    <a:pt x="34" y="1"/>
                    <a:pt x="3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4" name="Google Shape;5914;p22"/>
            <p:cNvSpPr/>
            <p:nvPr/>
          </p:nvSpPr>
          <p:spPr>
            <a:xfrm>
              <a:off x="1459950" y="5224075"/>
              <a:ext cx="35500" cy="4325"/>
            </a:xfrm>
            <a:custGeom>
              <a:avLst/>
              <a:gdLst/>
              <a:ahLst/>
              <a:cxnLst/>
              <a:rect l="l" t="t" r="r" b="b"/>
              <a:pathLst>
                <a:path w="1420" h="173" extrusionOk="0">
                  <a:moveTo>
                    <a:pt x="1391" y="0"/>
                  </a:moveTo>
                  <a:cubicBezTo>
                    <a:pt x="1389" y="0"/>
                    <a:pt x="1387" y="0"/>
                    <a:pt x="1385" y="1"/>
                  </a:cubicBezTo>
                  <a:cubicBezTo>
                    <a:pt x="1038" y="82"/>
                    <a:pt x="682" y="121"/>
                    <a:pt x="327" y="121"/>
                  </a:cubicBezTo>
                  <a:cubicBezTo>
                    <a:pt x="228" y="121"/>
                    <a:pt x="129" y="118"/>
                    <a:pt x="30" y="112"/>
                  </a:cubicBezTo>
                  <a:cubicBezTo>
                    <a:pt x="28" y="112"/>
                    <a:pt x="27" y="112"/>
                    <a:pt x="25" y="112"/>
                  </a:cubicBezTo>
                  <a:cubicBezTo>
                    <a:pt x="11" y="112"/>
                    <a:pt x="3" y="123"/>
                    <a:pt x="2" y="135"/>
                  </a:cubicBezTo>
                  <a:cubicBezTo>
                    <a:pt x="1" y="150"/>
                    <a:pt x="11" y="162"/>
                    <a:pt x="26" y="163"/>
                  </a:cubicBezTo>
                  <a:cubicBezTo>
                    <a:pt x="128" y="170"/>
                    <a:pt x="231" y="173"/>
                    <a:pt x="333" y="173"/>
                  </a:cubicBezTo>
                  <a:cubicBezTo>
                    <a:pt x="691" y="173"/>
                    <a:pt x="1047" y="132"/>
                    <a:pt x="1397" y="52"/>
                  </a:cubicBezTo>
                  <a:cubicBezTo>
                    <a:pt x="1412" y="48"/>
                    <a:pt x="1420" y="34"/>
                    <a:pt x="1417" y="21"/>
                  </a:cubicBezTo>
                  <a:cubicBezTo>
                    <a:pt x="1414" y="8"/>
                    <a:pt x="1404" y="0"/>
                    <a:pt x="139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5" name="Google Shape;5915;p22"/>
            <p:cNvSpPr/>
            <p:nvPr/>
          </p:nvSpPr>
          <p:spPr>
            <a:xfrm>
              <a:off x="1499775" y="5221500"/>
              <a:ext cx="7250" cy="2625"/>
            </a:xfrm>
            <a:custGeom>
              <a:avLst/>
              <a:gdLst/>
              <a:ahLst/>
              <a:cxnLst/>
              <a:rect l="l" t="t" r="r" b="b"/>
              <a:pathLst>
                <a:path w="290" h="105" extrusionOk="0">
                  <a:moveTo>
                    <a:pt x="260" y="1"/>
                  </a:moveTo>
                  <a:cubicBezTo>
                    <a:pt x="258" y="1"/>
                    <a:pt x="257" y="1"/>
                    <a:pt x="255" y="1"/>
                  </a:cubicBezTo>
                  <a:lnTo>
                    <a:pt x="23" y="54"/>
                  </a:lnTo>
                  <a:cubicBezTo>
                    <a:pt x="10" y="56"/>
                    <a:pt x="0" y="70"/>
                    <a:pt x="4" y="85"/>
                  </a:cubicBezTo>
                  <a:cubicBezTo>
                    <a:pt x="7" y="97"/>
                    <a:pt x="18" y="105"/>
                    <a:pt x="30" y="105"/>
                  </a:cubicBezTo>
                  <a:cubicBezTo>
                    <a:pt x="31" y="105"/>
                    <a:pt x="33" y="105"/>
                    <a:pt x="35" y="104"/>
                  </a:cubicBezTo>
                  <a:lnTo>
                    <a:pt x="265" y="52"/>
                  </a:lnTo>
                  <a:cubicBezTo>
                    <a:pt x="280" y="48"/>
                    <a:pt x="290" y="35"/>
                    <a:pt x="286" y="22"/>
                  </a:cubicBezTo>
                  <a:cubicBezTo>
                    <a:pt x="283" y="9"/>
                    <a:pt x="273" y="1"/>
                    <a:pt x="26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6" name="Google Shape;5916;p22"/>
            <p:cNvSpPr/>
            <p:nvPr/>
          </p:nvSpPr>
          <p:spPr>
            <a:xfrm>
              <a:off x="1386200" y="5238025"/>
              <a:ext cx="47700" cy="10900"/>
            </a:xfrm>
            <a:custGeom>
              <a:avLst/>
              <a:gdLst/>
              <a:ahLst/>
              <a:cxnLst/>
              <a:rect l="l" t="t" r="r" b="b"/>
              <a:pathLst>
                <a:path w="1908" h="436" extrusionOk="0">
                  <a:moveTo>
                    <a:pt x="31" y="0"/>
                  </a:moveTo>
                  <a:cubicBezTo>
                    <a:pt x="19" y="0"/>
                    <a:pt x="8" y="8"/>
                    <a:pt x="4" y="20"/>
                  </a:cubicBezTo>
                  <a:cubicBezTo>
                    <a:pt x="0" y="33"/>
                    <a:pt x="8" y="48"/>
                    <a:pt x="23" y="52"/>
                  </a:cubicBezTo>
                  <a:cubicBezTo>
                    <a:pt x="630" y="220"/>
                    <a:pt x="1253" y="349"/>
                    <a:pt x="1877" y="435"/>
                  </a:cubicBezTo>
                  <a:lnTo>
                    <a:pt x="1881" y="435"/>
                  </a:lnTo>
                  <a:cubicBezTo>
                    <a:pt x="1893" y="435"/>
                    <a:pt x="1904" y="426"/>
                    <a:pt x="1907" y="414"/>
                  </a:cubicBezTo>
                  <a:cubicBezTo>
                    <a:pt x="1908" y="399"/>
                    <a:pt x="1898" y="386"/>
                    <a:pt x="1884" y="384"/>
                  </a:cubicBezTo>
                  <a:cubicBezTo>
                    <a:pt x="1262" y="298"/>
                    <a:pt x="641" y="169"/>
                    <a:pt x="37" y="1"/>
                  </a:cubicBezTo>
                  <a:cubicBezTo>
                    <a:pt x="35" y="1"/>
                    <a:pt x="33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7" name="Google Shape;5917;p22"/>
            <p:cNvSpPr/>
            <p:nvPr/>
          </p:nvSpPr>
          <p:spPr>
            <a:xfrm>
              <a:off x="1436975" y="5237175"/>
              <a:ext cx="12575" cy="2400"/>
            </a:xfrm>
            <a:custGeom>
              <a:avLst/>
              <a:gdLst/>
              <a:ahLst/>
              <a:cxnLst/>
              <a:rect l="l" t="t" r="r" b="b"/>
              <a:pathLst>
                <a:path w="503" h="96" extrusionOk="0">
                  <a:moveTo>
                    <a:pt x="30" y="0"/>
                  </a:moveTo>
                  <a:cubicBezTo>
                    <a:pt x="19" y="0"/>
                    <a:pt x="8" y="8"/>
                    <a:pt x="5" y="19"/>
                  </a:cubicBezTo>
                  <a:cubicBezTo>
                    <a:pt x="1" y="32"/>
                    <a:pt x="9" y="47"/>
                    <a:pt x="22" y="51"/>
                  </a:cubicBezTo>
                  <a:cubicBezTo>
                    <a:pt x="119" y="81"/>
                    <a:pt x="221" y="95"/>
                    <a:pt x="324" y="95"/>
                  </a:cubicBezTo>
                  <a:cubicBezTo>
                    <a:pt x="375" y="95"/>
                    <a:pt x="427" y="91"/>
                    <a:pt x="478" y="83"/>
                  </a:cubicBezTo>
                  <a:cubicBezTo>
                    <a:pt x="493" y="82"/>
                    <a:pt x="502" y="69"/>
                    <a:pt x="500" y="55"/>
                  </a:cubicBezTo>
                  <a:cubicBezTo>
                    <a:pt x="499" y="41"/>
                    <a:pt x="487" y="32"/>
                    <a:pt x="473" y="32"/>
                  </a:cubicBezTo>
                  <a:cubicBezTo>
                    <a:pt x="472" y="32"/>
                    <a:pt x="471" y="32"/>
                    <a:pt x="470" y="32"/>
                  </a:cubicBezTo>
                  <a:cubicBezTo>
                    <a:pt x="421" y="40"/>
                    <a:pt x="371" y="43"/>
                    <a:pt x="321" y="43"/>
                  </a:cubicBezTo>
                  <a:cubicBezTo>
                    <a:pt x="225" y="43"/>
                    <a:pt x="129" y="30"/>
                    <a:pt x="37" y="1"/>
                  </a:cubicBezTo>
                  <a:cubicBezTo>
                    <a:pt x="35" y="1"/>
                    <a:pt x="32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8" name="Google Shape;5918;p22"/>
            <p:cNvSpPr/>
            <p:nvPr/>
          </p:nvSpPr>
          <p:spPr>
            <a:xfrm>
              <a:off x="1507175" y="5223275"/>
              <a:ext cx="35075" cy="11650"/>
            </a:xfrm>
            <a:custGeom>
              <a:avLst/>
              <a:gdLst/>
              <a:ahLst/>
              <a:cxnLst/>
              <a:rect l="l" t="t" r="r" b="b"/>
              <a:pathLst>
                <a:path w="1403" h="466" extrusionOk="0">
                  <a:moveTo>
                    <a:pt x="1374" y="1"/>
                  </a:moveTo>
                  <a:cubicBezTo>
                    <a:pt x="1370" y="1"/>
                    <a:pt x="1367" y="2"/>
                    <a:pt x="1363" y="3"/>
                  </a:cubicBezTo>
                  <a:cubicBezTo>
                    <a:pt x="933" y="185"/>
                    <a:pt x="482" y="322"/>
                    <a:pt x="25" y="413"/>
                  </a:cubicBezTo>
                  <a:cubicBezTo>
                    <a:pt x="10" y="417"/>
                    <a:pt x="0" y="431"/>
                    <a:pt x="3" y="444"/>
                  </a:cubicBezTo>
                  <a:cubicBezTo>
                    <a:pt x="6" y="456"/>
                    <a:pt x="17" y="466"/>
                    <a:pt x="29" y="466"/>
                  </a:cubicBezTo>
                  <a:cubicBezTo>
                    <a:pt x="31" y="466"/>
                    <a:pt x="33" y="464"/>
                    <a:pt x="34" y="464"/>
                  </a:cubicBezTo>
                  <a:cubicBezTo>
                    <a:pt x="495" y="373"/>
                    <a:pt x="950" y="233"/>
                    <a:pt x="1383" y="50"/>
                  </a:cubicBezTo>
                  <a:cubicBezTo>
                    <a:pt x="1397" y="45"/>
                    <a:pt x="1402" y="30"/>
                    <a:pt x="1397" y="16"/>
                  </a:cubicBezTo>
                  <a:cubicBezTo>
                    <a:pt x="1393" y="6"/>
                    <a:pt x="1384" y="1"/>
                    <a:pt x="137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9" name="Google Shape;5919;p22"/>
            <p:cNvSpPr/>
            <p:nvPr/>
          </p:nvSpPr>
          <p:spPr>
            <a:xfrm>
              <a:off x="1474200" y="5245300"/>
              <a:ext cx="16000" cy="2975"/>
            </a:xfrm>
            <a:custGeom>
              <a:avLst/>
              <a:gdLst/>
              <a:ahLst/>
              <a:cxnLst/>
              <a:rect l="l" t="t" r="r" b="b"/>
              <a:pathLst>
                <a:path w="640" h="119" extrusionOk="0">
                  <a:moveTo>
                    <a:pt x="611" y="1"/>
                  </a:moveTo>
                  <a:cubicBezTo>
                    <a:pt x="609" y="1"/>
                    <a:pt x="607" y="1"/>
                    <a:pt x="605" y="2"/>
                  </a:cubicBezTo>
                  <a:cubicBezTo>
                    <a:pt x="425" y="45"/>
                    <a:pt x="240" y="68"/>
                    <a:pt x="58" y="68"/>
                  </a:cubicBezTo>
                  <a:cubicBezTo>
                    <a:pt x="48" y="68"/>
                    <a:pt x="38" y="68"/>
                    <a:pt x="28" y="68"/>
                  </a:cubicBezTo>
                  <a:lnTo>
                    <a:pt x="27" y="68"/>
                  </a:lnTo>
                  <a:cubicBezTo>
                    <a:pt x="13" y="68"/>
                    <a:pt x="1" y="78"/>
                    <a:pt x="1" y="93"/>
                  </a:cubicBezTo>
                  <a:cubicBezTo>
                    <a:pt x="1" y="107"/>
                    <a:pt x="13" y="119"/>
                    <a:pt x="27" y="119"/>
                  </a:cubicBezTo>
                  <a:lnTo>
                    <a:pt x="61" y="119"/>
                  </a:lnTo>
                  <a:cubicBezTo>
                    <a:pt x="248" y="119"/>
                    <a:pt x="435" y="97"/>
                    <a:pt x="617" y="52"/>
                  </a:cubicBezTo>
                  <a:cubicBezTo>
                    <a:pt x="631" y="49"/>
                    <a:pt x="640" y="34"/>
                    <a:pt x="636" y="21"/>
                  </a:cubicBezTo>
                  <a:cubicBezTo>
                    <a:pt x="634" y="9"/>
                    <a:pt x="623" y="1"/>
                    <a:pt x="61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0" name="Google Shape;5920;p22"/>
            <p:cNvSpPr/>
            <p:nvPr/>
          </p:nvSpPr>
          <p:spPr>
            <a:xfrm>
              <a:off x="1615025" y="4914925"/>
              <a:ext cx="10875" cy="47575"/>
            </a:xfrm>
            <a:custGeom>
              <a:avLst/>
              <a:gdLst/>
              <a:ahLst/>
              <a:cxnLst/>
              <a:rect l="l" t="t" r="r" b="b"/>
              <a:pathLst>
                <a:path w="435" h="1903" extrusionOk="0">
                  <a:moveTo>
                    <a:pt x="404" y="0"/>
                  </a:moveTo>
                  <a:cubicBezTo>
                    <a:pt x="393" y="0"/>
                    <a:pt x="383" y="7"/>
                    <a:pt x="380" y="18"/>
                  </a:cubicBezTo>
                  <a:cubicBezTo>
                    <a:pt x="177" y="618"/>
                    <a:pt x="49" y="1242"/>
                    <a:pt x="2" y="1874"/>
                  </a:cubicBezTo>
                  <a:cubicBezTo>
                    <a:pt x="1" y="1889"/>
                    <a:pt x="12" y="1901"/>
                    <a:pt x="26" y="1903"/>
                  </a:cubicBezTo>
                  <a:lnTo>
                    <a:pt x="28" y="1903"/>
                  </a:lnTo>
                  <a:cubicBezTo>
                    <a:pt x="41" y="1903"/>
                    <a:pt x="53" y="1892"/>
                    <a:pt x="53" y="1878"/>
                  </a:cubicBezTo>
                  <a:cubicBezTo>
                    <a:pt x="102" y="1250"/>
                    <a:pt x="227" y="630"/>
                    <a:pt x="429" y="34"/>
                  </a:cubicBezTo>
                  <a:cubicBezTo>
                    <a:pt x="434" y="21"/>
                    <a:pt x="426" y="6"/>
                    <a:pt x="412" y="2"/>
                  </a:cubicBezTo>
                  <a:cubicBezTo>
                    <a:pt x="410" y="1"/>
                    <a:pt x="407" y="0"/>
                    <a:pt x="40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1" name="Google Shape;5921;p22"/>
            <p:cNvSpPr/>
            <p:nvPr/>
          </p:nvSpPr>
          <p:spPr>
            <a:xfrm>
              <a:off x="1614250" y="4970250"/>
              <a:ext cx="1550" cy="7025"/>
            </a:xfrm>
            <a:custGeom>
              <a:avLst/>
              <a:gdLst/>
              <a:ahLst/>
              <a:cxnLst/>
              <a:rect l="l" t="t" r="r" b="b"/>
              <a:pathLst>
                <a:path w="62" h="281" extrusionOk="0">
                  <a:moveTo>
                    <a:pt x="36" y="0"/>
                  </a:moveTo>
                  <a:cubicBezTo>
                    <a:pt x="20" y="0"/>
                    <a:pt x="9" y="11"/>
                    <a:pt x="9" y="26"/>
                  </a:cubicBezTo>
                  <a:lnTo>
                    <a:pt x="1" y="253"/>
                  </a:lnTo>
                  <a:cubicBezTo>
                    <a:pt x="1" y="268"/>
                    <a:pt x="12" y="280"/>
                    <a:pt x="26" y="280"/>
                  </a:cubicBezTo>
                  <a:lnTo>
                    <a:pt x="28" y="280"/>
                  </a:lnTo>
                  <a:cubicBezTo>
                    <a:pt x="41" y="280"/>
                    <a:pt x="53" y="269"/>
                    <a:pt x="53" y="256"/>
                  </a:cubicBezTo>
                  <a:lnTo>
                    <a:pt x="60" y="27"/>
                  </a:lnTo>
                  <a:cubicBezTo>
                    <a:pt x="61" y="14"/>
                    <a:pt x="49" y="2"/>
                    <a:pt x="3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2" name="Google Shape;5922;p22"/>
            <p:cNvSpPr/>
            <p:nvPr/>
          </p:nvSpPr>
          <p:spPr>
            <a:xfrm>
              <a:off x="1640750" y="4887175"/>
              <a:ext cx="7575" cy="24950"/>
            </a:xfrm>
            <a:custGeom>
              <a:avLst/>
              <a:gdLst/>
              <a:ahLst/>
              <a:cxnLst/>
              <a:rect l="l" t="t" r="r" b="b"/>
              <a:pathLst>
                <a:path w="303" h="998" extrusionOk="0">
                  <a:moveTo>
                    <a:pt x="273" y="1"/>
                  </a:moveTo>
                  <a:cubicBezTo>
                    <a:pt x="262" y="1"/>
                    <a:pt x="252" y="8"/>
                    <a:pt x="249" y="21"/>
                  </a:cubicBezTo>
                  <a:lnTo>
                    <a:pt x="4" y="965"/>
                  </a:lnTo>
                  <a:cubicBezTo>
                    <a:pt x="1" y="979"/>
                    <a:pt x="9" y="993"/>
                    <a:pt x="23" y="997"/>
                  </a:cubicBezTo>
                  <a:lnTo>
                    <a:pt x="29" y="997"/>
                  </a:lnTo>
                  <a:cubicBezTo>
                    <a:pt x="41" y="997"/>
                    <a:pt x="52" y="989"/>
                    <a:pt x="55" y="979"/>
                  </a:cubicBezTo>
                  <a:lnTo>
                    <a:pt x="300" y="33"/>
                  </a:lnTo>
                  <a:cubicBezTo>
                    <a:pt x="302" y="19"/>
                    <a:pt x="294" y="5"/>
                    <a:pt x="281" y="2"/>
                  </a:cubicBezTo>
                  <a:cubicBezTo>
                    <a:pt x="278" y="1"/>
                    <a:pt x="276" y="1"/>
                    <a:pt x="27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3" name="Google Shape;5923;p22"/>
            <p:cNvSpPr/>
            <p:nvPr/>
          </p:nvSpPr>
          <p:spPr>
            <a:xfrm>
              <a:off x="1620850" y="4987775"/>
              <a:ext cx="5050" cy="35325"/>
            </a:xfrm>
            <a:custGeom>
              <a:avLst/>
              <a:gdLst/>
              <a:ahLst/>
              <a:cxnLst/>
              <a:rect l="l" t="t" r="r" b="b"/>
              <a:pathLst>
                <a:path w="202" h="1413" extrusionOk="0">
                  <a:moveTo>
                    <a:pt x="175" y="0"/>
                  </a:moveTo>
                  <a:cubicBezTo>
                    <a:pt x="162" y="0"/>
                    <a:pt x="149" y="11"/>
                    <a:pt x="149" y="26"/>
                  </a:cubicBezTo>
                  <a:cubicBezTo>
                    <a:pt x="120" y="478"/>
                    <a:pt x="72" y="934"/>
                    <a:pt x="2" y="1382"/>
                  </a:cubicBezTo>
                  <a:cubicBezTo>
                    <a:pt x="1" y="1397"/>
                    <a:pt x="10" y="1410"/>
                    <a:pt x="25" y="1412"/>
                  </a:cubicBezTo>
                  <a:cubicBezTo>
                    <a:pt x="25" y="1413"/>
                    <a:pt x="26" y="1413"/>
                    <a:pt x="27" y="1413"/>
                  </a:cubicBezTo>
                  <a:lnTo>
                    <a:pt x="29" y="1412"/>
                  </a:lnTo>
                  <a:cubicBezTo>
                    <a:pt x="41" y="1412"/>
                    <a:pt x="52" y="1402"/>
                    <a:pt x="54" y="1390"/>
                  </a:cubicBezTo>
                  <a:cubicBezTo>
                    <a:pt x="123" y="941"/>
                    <a:pt x="173" y="482"/>
                    <a:pt x="200" y="29"/>
                  </a:cubicBezTo>
                  <a:cubicBezTo>
                    <a:pt x="201" y="14"/>
                    <a:pt x="190" y="2"/>
                    <a:pt x="17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4" name="Google Shape;5924;p22"/>
            <p:cNvSpPr/>
            <p:nvPr/>
          </p:nvSpPr>
          <p:spPr>
            <a:xfrm>
              <a:off x="1612050" y="4987450"/>
              <a:ext cx="2200" cy="13225"/>
            </a:xfrm>
            <a:custGeom>
              <a:avLst/>
              <a:gdLst/>
              <a:ahLst/>
              <a:cxnLst/>
              <a:rect l="l" t="t" r="r" b="b"/>
              <a:pathLst>
                <a:path w="88" h="529" extrusionOk="0">
                  <a:moveTo>
                    <a:pt x="58" y="1"/>
                  </a:moveTo>
                  <a:cubicBezTo>
                    <a:pt x="46" y="1"/>
                    <a:pt x="36" y="12"/>
                    <a:pt x="35" y="25"/>
                  </a:cubicBezTo>
                  <a:lnTo>
                    <a:pt x="0" y="502"/>
                  </a:lnTo>
                  <a:cubicBezTo>
                    <a:pt x="0" y="515"/>
                    <a:pt x="11" y="529"/>
                    <a:pt x="24" y="529"/>
                  </a:cubicBezTo>
                  <a:lnTo>
                    <a:pt x="27" y="529"/>
                  </a:lnTo>
                  <a:cubicBezTo>
                    <a:pt x="40" y="529"/>
                    <a:pt x="51" y="519"/>
                    <a:pt x="53" y="504"/>
                  </a:cubicBezTo>
                  <a:lnTo>
                    <a:pt x="86" y="29"/>
                  </a:lnTo>
                  <a:cubicBezTo>
                    <a:pt x="88" y="15"/>
                    <a:pt x="77" y="3"/>
                    <a:pt x="62" y="1"/>
                  </a:cubicBezTo>
                  <a:cubicBezTo>
                    <a:pt x="61" y="1"/>
                    <a:pt x="59" y="1"/>
                    <a:pt x="5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5" name="Google Shape;5925;p22"/>
            <p:cNvSpPr/>
            <p:nvPr/>
          </p:nvSpPr>
          <p:spPr>
            <a:xfrm>
              <a:off x="1687150" y="4924600"/>
              <a:ext cx="18575" cy="32525"/>
            </a:xfrm>
            <a:custGeom>
              <a:avLst/>
              <a:gdLst/>
              <a:ahLst/>
              <a:cxnLst/>
              <a:rect l="l" t="t" r="r" b="b"/>
              <a:pathLst>
                <a:path w="743" h="1301" extrusionOk="0">
                  <a:moveTo>
                    <a:pt x="712" y="1"/>
                  </a:moveTo>
                  <a:cubicBezTo>
                    <a:pt x="703" y="1"/>
                    <a:pt x="694" y="6"/>
                    <a:pt x="689" y="16"/>
                  </a:cubicBezTo>
                  <a:cubicBezTo>
                    <a:pt x="490" y="443"/>
                    <a:pt x="261" y="862"/>
                    <a:pt x="8" y="1261"/>
                  </a:cubicBezTo>
                  <a:cubicBezTo>
                    <a:pt x="0" y="1272"/>
                    <a:pt x="4" y="1288"/>
                    <a:pt x="16" y="1296"/>
                  </a:cubicBezTo>
                  <a:cubicBezTo>
                    <a:pt x="20" y="1299"/>
                    <a:pt x="24" y="1300"/>
                    <a:pt x="30" y="1300"/>
                  </a:cubicBezTo>
                  <a:cubicBezTo>
                    <a:pt x="38" y="1300"/>
                    <a:pt x="46" y="1296"/>
                    <a:pt x="51" y="1288"/>
                  </a:cubicBezTo>
                  <a:cubicBezTo>
                    <a:pt x="306" y="887"/>
                    <a:pt x="537" y="468"/>
                    <a:pt x="736" y="37"/>
                  </a:cubicBezTo>
                  <a:cubicBezTo>
                    <a:pt x="743" y="25"/>
                    <a:pt x="737" y="9"/>
                    <a:pt x="724" y="4"/>
                  </a:cubicBezTo>
                  <a:cubicBezTo>
                    <a:pt x="720" y="2"/>
                    <a:pt x="716" y="1"/>
                    <a:pt x="71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6" name="Google Shape;5926;p22"/>
            <p:cNvSpPr/>
            <p:nvPr/>
          </p:nvSpPr>
          <p:spPr>
            <a:xfrm>
              <a:off x="1676250" y="4966700"/>
              <a:ext cx="8125" cy="13800"/>
            </a:xfrm>
            <a:custGeom>
              <a:avLst/>
              <a:gdLst/>
              <a:ahLst/>
              <a:cxnLst/>
              <a:rect l="l" t="t" r="r" b="b"/>
              <a:pathLst>
                <a:path w="325" h="552" extrusionOk="0">
                  <a:moveTo>
                    <a:pt x="296" y="0"/>
                  </a:moveTo>
                  <a:cubicBezTo>
                    <a:pt x="286" y="0"/>
                    <a:pt x="276" y="6"/>
                    <a:pt x="272" y="16"/>
                  </a:cubicBezTo>
                  <a:cubicBezTo>
                    <a:pt x="197" y="187"/>
                    <a:pt x="108" y="354"/>
                    <a:pt x="8" y="511"/>
                  </a:cubicBezTo>
                  <a:cubicBezTo>
                    <a:pt x="0" y="523"/>
                    <a:pt x="4" y="539"/>
                    <a:pt x="16" y="547"/>
                  </a:cubicBezTo>
                  <a:cubicBezTo>
                    <a:pt x="20" y="549"/>
                    <a:pt x="26" y="550"/>
                    <a:pt x="30" y="550"/>
                  </a:cubicBezTo>
                  <a:lnTo>
                    <a:pt x="30" y="551"/>
                  </a:lnTo>
                  <a:cubicBezTo>
                    <a:pt x="39" y="551"/>
                    <a:pt x="47" y="546"/>
                    <a:pt x="53" y="539"/>
                  </a:cubicBezTo>
                  <a:cubicBezTo>
                    <a:pt x="152" y="379"/>
                    <a:pt x="242" y="210"/>
                    <a:pt x="319" y="37"/>
                  </a:cubicBezTo>
                  <a:cubicBezTo>
                    <a:pt x="325" y="24"/>
                    <a:pt x="319" y="9"/>
                    <a:pt x="306" y="3"/>
                  </a:cubicBezTo>
                  <a:cubicBezTo>
                    <a:pt x="303" y="1"/>
                    <a:pt x="299" y="0"/>
                    <a:pt x="29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7" name="Google Shape;5927;p22"/>
            <p:cNvSpPr/>
            <p:nvPr/>
          </p:nvSpPr>
          <p:spPr>
            <a:xfrm>
              <a:off x="1709250" y="4910075"/>
              <a:ext cx="3875" cy="5175"/>
            </a:xfrm>
            <a:custGeom>
              <a:avLst/>
              <a:gdLst/>
              <a:ahLst/>
              <a:cxnLst/>
              <a:rect l="l" t="t" r="r" b="b"/>
              <a:pathLst>
                <a:path w="155" h="207" extrusionOk="0">
                  <a:moveTo>
                    <a:pt x="125" y="0"/>
                  </a:moveTo>
                  <a:cubicBezTo>
                    <a:pt x="116" y="0"/>
                    <a:pt x="108" y="5"/>
                    <a:pt x="102" y="13"/>
                  </a:cubicBezTo>
                  <a:lnTo>
                    <a:pt x="7" y="167"/>
                  </a:lnTo>
                  <a:cubicBezTo>
                    <a:pt x="0" y="180"/>
                    <a:pt x="4" y="196"/>
                    <a:pt x="16" y="204"/>
                  </a:cubicBezTo>
                  <a:cubicBezTo>
                    <a:pt x="20" y="206"/>
                    <a:pt x="24" y="206"/>
                    <a:pt x="30" y="206"/>
                  </a:cubicBezTo>
                  <a:cubicBezTo>
                    <a:pt x="38" y="206"/>
                    <a:pt x="47" y="202"/>
                    <a:pt x="51" y="194"/>
                  </a:cubicBezTo>
                  <a:lnTo>
                    <a:pt x="147" y="40"/>
                  </a:lnTo>
                  <a:cubicBezTo>
                    <a:pt x="155" y="28"/>
                    <a:pt x="151" y="11"/>
                    <a:pt x="139" y="5"/>
                  </a:cubicBezTo>
                  <a:cubicBezTo>
                    <a:pt x="134" y="2"/>
                    <a:pt x="130" y="0"/>
                    <a:pt x="12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8" name="Google Shape;5928;p22"/>
            <p:cNvSpPr/>
            <p:nvPr/>
          </p:nvSpPr>
          <p:spPr>
            <a:xfrm>
              <a:off x="1663575" y="4990375"/>
              <a:ext cx="16125" cy="29000"/>
            </a:xfrm>
            <a:custGeom>
              <a:avLst/>
              <a:gdLst/>
              <a:ahLst/>
              <a:cxnLst/>
              <a:rect l="l" t="t" r="r" b="b"/>
              <a:pathLst>
                <a:path w="645" h="1160" extrusionOk="0">
                  <a:moveTo>
                    <a:pt x="616" y="1"/>
                  </a:moveTo>
                  <a:cubicBezTo>
                    <a:pt x="606" y="1"/>
                    <a:pt x="596" y="6"/>
                    <a:pt x="592" y="16"/>
                  </a:cubicBezTo>
                  <a:cubicBezTo>
                    <a:pt x="420" y="393"/>
                    <a:pt x="223" y="764"/>
                    <a:pt x="7" y="1121"/>
                  </a:cubicBezTo>
                  <a:cubicBezTo>
                    <a:pt x="0" y="1133"/>
                    <a:pt x="4" y="1149"/>
                    <a:pt x="16" y="1156"/>
                  </a:cubicBezTo>
                  <a:cubicBezTo>
                    <a:pt x="20" y="1158"/>
                    <a:pt x="24" y="1160"/>
                    <a:pt x="30" y="1160"/>
                  </a:cubicBezTo>
                  <a:cubicBezTo>
                    <a:pt x="38" y="1160"/>
                    <a:pt x="47" y="1156"/>
                    <a:pt x="51" y="1147"/>
                  </a:cubicBezTo>
                  <a:cubicBezTo>
                    <a:pt x="268" y="790"/>
                    <a:pt x="466" y="416"/>
                    <a:pt x="639" y="38"/>
                  </a:cubicBezTo>
                  <a:cubicBezTo>
                    <a:pt x="645" y="24"/>
                    <a:pt x="639" y="9"/>
                    <a:pt x="626" y="3"/>
                  </a:cubicBezTo>
                  <a:cubicBezTo>
                    <a:pt x="623" y="1"/>
                    <a:pt x="619" y="1"/>
                    <a:pt x="61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9" name="Google Shape;5929;p22"/>
            <p:cNvSpPr/>
            <p:nvPr/>
          </p:nvSpPr>
          <p:spPr>
            <a:xfrm>
              <a:off x="1702075" y="4996350"/>
              <a:ext cx="26625" cy="27075"/>
            </a:xfrm>
            <a:custGeom>
              <a:avLst/>
              <a:gdLst/>
              <a:ahLst/>
              <a:cxnLst/>
              <a:rect l="l" t="t" r="r" b="b"/>
              <a:pathLst>
                <a:path w="1065" h="1083" extrusionOk="0">
                  <a:moveTo>
                    <a:pt x="1036" y="1"/>
                  </a:moveTo>
                  <a:cubicBezTo>
                    <a:pt x="1030" y="1"/>
                    <a:pt x="1024" y="3"/>
                    <a:pt x="1019" y="7"/>
                  </a:cubicBezTo>
                  <a:cubicBezTo>
                    <a:pt x="664" y="329"/>
                    <a:pt x="323" y="676"/>
                    <a:pt x="10" y="1039"/>
                  </a:cubicBezTo>
                  <a:cubicBezTo>
                    <a:pt x="1" y="1050"/>
                    <a:pt x="2" y="1066"/>
                    <a:pt x="13" y="1075"/>
                  </a:cubicBezTo>
                  <a:cubicBezTo>
                    <a:pt x="17" y="1079"/>
                    <a:pt x="23" y="1081"/>
                    <a:pt x="29" y="1081"/>
                  </a:cubicBezTo>
                  <a:lnTo>
                    <a:pt x="29" y="1082"/>
                  </a:lnTo>
                  <a:cubicBezTo>
                    <a:pt x="37" y="1082"/>
                    <a:pt x="44" y="1078"/>
                    <a:pt x="49" y="1073"/>
                  </a:cubicBezTo>
                  <a:cubicBezTo>
                    <a:pt x="361" y="712"/>
                    <a:pt x="700" y="366"/>
                    <a:pt x="1054" y="46"/>
                  </a:cubicBezTo>
                  <a:cubicBezTo>
                    <a:pt x="1065" y="37"/>
                    <a:pt x="1065" y="19"/>
                    <a:pt x="1055" y="10"/>
                  </a:cubicBezTo>
                  <a:cubicBezTo>
                    <a:pt x="1050" y="4"/>
                    <a:pt x="1043" y="1"/>
                    <a:pt x="103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0" name="Google Shape;5930;p22"/>
            <p:cNvSpPr/>
            <p:nvPr/>
          </p:nvSpPr>
          <p:spPr>
            <a:xfrm>
              <a:off x="1732825" y="4987275"/>
              <a:ext cx="6075" cy="5275"/>
            </a:xfrm>
            <a:custGeom>
              <a:avLst/>
              <a:gdLst/>
              <a:ahLst/>
              <a:cxnLst/>
              <a:rect l="l" t="t" r="r" b="b"/>
              <a:pathLst>
                <a:path w="243" h="211" extrusionOk="0">
                  <a:moveTo>
                    <a:pt x="213" y="1"/>
                  </a:moveTo>
                  <a:cubicBezTo>
                    <a:pt x="207" y="1"/>
                    <a:pt x="201" y="3"/>
                    <a:pt x="197" y="7"/>
                  </a:cubicBezTo>
                  <a:lnTo>
                    <a:pt x="12" y="164"/>
                  </a:lnTo>
                  <a:cubicBezTo>
                    <a:pt x="1" y="174"/>
                    <a:pt x="0" y="190"/>
                    <a:pt x="10" y="201"/>
                  </a:cubicBezTo>
                  <a:cubicBezTo>
                    <a:pt x="15" y="207"/>
                    <a:pt x="23" y="210"/>
                    <a:pt x="30" y="210"/>
                  </a:cubicBezTo>
                  <a:cubicBezTo>
                    <a:pt x="35" y="210"/>
                    <a:pt x="42" y="207"/>
                    <a:pt x="46" y="203"/>
                  </a:cubicBezTo>
                  <a:lnTo>
                    <a:pt x="230" y="46"/>
                  </a:lnTo>
                  <a:cubicBezTo>
                    <a:pt x="241" y="36"/>
                    <a:pt x="242" y="20"/>
                    <a:pt x="233" y="10"/>
                  </a:cubicBezTo>
                  <a:cubicBezTo>
                    <a:pt x="228" y="4"/>
                    <a:pt x="220" y="1"/>
                    <a:pt x="21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1" name="Google Shape;5931;p22"/>
            <p:cNvSpPr/>
            <p:nvPr/>
          </p:nvSpPr>
          <p:spPr>
            <a:xfrm>
              <a:off x="1754050" y="4969475"/>
              <a:ext cx="24900" cy="27700"/>
            </a:xfrm>
            <a:custGeom>
              <a:avLst/>
              <a:gdLst/>
              <a:ahLst/>
              <a:cxnLst/>
              <a:rect l="l" t="t" r="r" b="b"/>
              <a:pathLst>
                <a:path w="996" h="1108" extrusionOk="0">
                  <a:moveTo>
                    <a:pt x="967" y="0"/>
                  </a:moveTo>
                  <a:cubicBezTo>
                    <a:pt x="960" y="0"/>
                    <a:pt x="953" y="3"/>
                    <a:pt x="947" y="9"/>
                  </a:cubicBezTo>
                  <a:cubicBezTo>
                    <a:pt x="626" y="349"/>
                    <a:pt x="309" y="705"/>
                    <a:pt x="8" y="1066"/>
                  </a:cubicBezTo>
                  <a:cubicBezTo>
                    <a:pt x="0" y="1077"/>
                    <a:pt x="0" y="1093"/>
                    <a:pt x="12" y="1102"/>
                  </a:cubicBezTo>
                  <a:cubicBezTo>
                    <a:pt x="16" y="1106"/>
                    <a:pt x="23" y="1108"/>
                    <a:pt x="28" y="1108"/>
                  </a:cubicBezTo>
                  <a:cubicBezTo>
                    <a:pt x="35" y="1108"/>
                    <a:pt x="43" y="1105"/>
                    <a:pt x="48" y="1098"/>
                  </a:cubicBezTo>
                  <a:cubicBezTo>
                    <a:pt x="348" y="739"/>
                    <a:pt x="663" y="384"/>
                    <a:pt x="985" y="44"/>
                  </a:cubicBezTo>
                  <a:cubicBezTo>
                    <a:pt x="996" y="34"/>
                    <a:pt x="994" y="17"/>
                    <a:pt x="985" y="7"/>
                  </a:cubicBezTo>
                  <a:cubicBezTo>
                    <a:pt x="980" y="3"/>
                    <a:pt x="973" y="0"/>
                    <a:pt x="96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2" name="Google Shape;5932;p22"/>
            <p:cNvSpPr/>
            <p:nvPr/>
          </p:nvSpPr>
          <p:spPr>
            <a:xfrm>
              <a:off x="1781275" y="4959000"/>
              <a:ext cx="5350" cy="7075"/>
            </a:xfrm>
            <a:custGeom>
              <a:avLst/>
              <a:gdLst/>
              <a:ahLst/>
              <a:cxnLst/>
              <a:rect l="l" t="t" r="r" b="b"/>
              <a:pathLst>
                <a:path w="214" h="283" extrusionOk="0">
                  <a:moveTo>
                    <a:pt x="185" y="1"/>
                  </a:moveTo>
                  <a:cubicBezTo>
                    <a:pt x="176" y="1"/>
                    <a:pt x="167" y="5"/>
                    <a:pt x="162" y="13"/>
                  </a:cubicBezTo>
                  <a:lnTo>
                    <a:pt x="9" y="242"/>
                  </a:lnTo>
                  <a:cubicBezTo>
                    <a:pt x="1" y="254"/>
                    <a:pt x="3" y="270"/>
                    <a:pt x="16" y="278"/>
                  </a:cubicBezTo>
                  <a:cubicBezTo>
                    <a:pt x="20" y="281"/>
                    <a:pt x="25" y="282"/>
                    <a:pt x="30" y="282"/>
                  </a:cubicBezTo>
                  <a:cubicBezTo>
                    <a:pt x="38" y="282"/>
                    <a:pt x="46" y="278"/>
                    <a:pt x="52" y="271"/>
                  </a:cubicBezTo>
                  <a:lnTo>
                    <a:pt x="205" y="41"/>
                  </a:lnTo>
                  <a:cubicBezTo>
                    <a:pt x="213" y="29"/>
                    <a:pt x="209" y="13"/>
                    <a:pt x="199" y="5"/>
                  </a:cubicBezTo>
                  <a:cubicBezTo>
                    <a:pt x="194" y="2"/>
                    <a:pt x="189" y="1"/>
                    <a:pt x="18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3" name="Google Shape;5933;p22"/>
            <p:cNvSpPr/>
            <p:nvPr/>
          </p:nvSpPr>
          <p:spPr>
            <a:xfrm>
              <a:off x="1736550" y="5011475"/>
              <a:ext cx="20750" cy="20875"/>
            </a:xfrm>
            <a:custGeom>
              <a:avLst/>
              <a:gdLst/>
              <a:ahLst/>
              <a:cxnLst/>
              <a:rect l="l" t="t" r="r" b="b"/>
              <a:pathLst>
                <a:path w="830" h="835" extrusionOk="0">
                  <a:moveTo>
                    <a:pt x="800" y="1"/>
                  </a:moveTo>
                  <a:cubicBezTo>
                    <a:pt x="792" y="1"/>
                    <a:pt x="785" y="4"/>
                    <a:pt x="779" y="10"/>
                  </a:cubicBezTo>
                  <a:cubicBezTo>
                    <a:pt x="547" y="289"/>
                    <a:pt x="288" y="550"/>
                    <a:pt x="13" y="789"/>
                  </a:cubicBezTo>
                  <a:cubicBezTo>
                    <a:pt x="2" y="799"/>
                    <a:pt x="0" y="815"/>
                    <a:pt x="10" y="825"/>
                  </a:cubicBezTo>
                  <a:cubicBezTo>
                    <a:pt x="15" y="832"/>
                    <a:pt x="22" y="835"/>
                    <a:pt x="30" y="835"/>
                  </a:cubicBezTo>
                  <a:cubicBezTo>
                    <a:pt x="35" y="835"/>
                    <a:pt x="42" y="832"/>
                    <a:pt x="46" y="828"/>
                  </a:cubicBezTo>
                  <a:cubicBezTo>
                    <a:pt x="325" y="587"/>
                    <a:pt x="584" y="324"/>
                    <a:pt x="820" y="42"/>
                  </a:cubicBezTo>
                  <a:cubicBezTo>
                    <a:pt x="829" y="32"/>
                    <a:pt x="828" y="16"/>
                    <a:pt x="816" y="6"/>
                  </a:cubicBezTo>
                  <a:cubicBezTo>
                    <a:pt x="811" y="3"/>
                    <a:pt x="806" y="1"/>
                    <a:pt x="80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4" name="Google Shape;5934;p22"/>
            <p:cNvSpPr/>
            <p:nvPr/>
          </p:nvSpPr>
          <p:spPr>
            <a:xfrm>
              <a:off x="1719700" y="5036925"/>
              <a:ext cx="11650" cy="9625"/>
            </a:xfrm>
            <a:custGeom>
              <a:avLst/>
              <a:gdLst/>
              <a:ahLst/>
              <a:cxnLst/>
              <a:rect l="l" t="t" r="r" b="b"/>
              <a:pathLst>
                <a:path w="466" h="385" extrusionOk="0">
                  <a:moveTo>
                    <a:pt x="438" y="1"/>
                  </a:moveTo>
                  <a:cubicBezTo>
                    <a:pt x="431" y="1"/>
                    <a:pt x="424" y="3"/>
                    <a:pt x="419" y="8"/>
                  </a:cubicBezTo>
                  <a:cubicBezTo>
                    <a:pt x="298" y="132"/>
                    <a:pt x="162" y="242"/>
                    <a:pt x="17" y="338"/>
                  </a:cubicBezTo>
                  <a:cubicBezTo>
                    <a:pt x="4" y="344"/>
                    <a:pt x="0" y="360"/>
                    <a:pt x="9" y="373"/>
                  </a:cubicBezTo>
                  <a:cubicBezTo>
                    <a:pt x="14" y="381"/>
                    <a:pt x="22" y="385"/>
                    <a:pt x="30" y="385"/>
                  </a:cubicBezTo>
                  <a:lnTo>
                    <a:pt x="31" y="385"/>
                  </a:lnTo>
                  <a:cubicBezTo>
                    <a:pt x="35" y="385"/>
                    <a:pt x="41" y="383"/>
                    <a:pt x="45" y="381"/>
                  </a:cubicBezTo>
                  <a:cubicBezTo>
                    <a:pt x="193" y="284"/>
                    <a:pt x="331" y="171"/>
                    <a:pt x="457" y="46"/>
                  </a:cubicBezTo>
                  <a:cubicBezTo>
                    <a:pt x="466" y="35"/>
                    <a:pt x="466" y="19"/>
                    <a:pt x="457" y="8"/>
                  </a:cubicBezTo>
                  <a:cubicBezTo>
                    <a:pt x="451" y="3"/>
                    <a:pt x="444" y="1"/>
                    <a:pt x="43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5" name="Google Shape;5935;p22"/>
            <p:cNvSpPr/>
            <p:nvPr/>
          </p:nvSpPr>
          <p:spPr>
            <a:xfrm>
              <a:off x="1671475" y="5048625"/>
              <a:ext cx="18050" cy="17025"/>
            </a:xfrm>
            <a:custGeom>
              <a:avLst/>
              <a:gdLst/>
              <a:ahLst/>
              <a:cxnLst/>
              <a:rect l="l" t="t" r="r" b="b"/>
              <a:pathLst>
                <a:path w="722" h="681" extrusionOk="0">
                  <a:moveTo>
                    <a:pt x="692" y="1"/>
                  </a:moveTo>
                  <a:cubicBezTo>
                    <a:pt x="687" y="1"/>
                    <a:pt x="682" y="2"/>
                    <a:pt x="677" y="5"/>
                  </a:cubicBezTo>
                  <a:cubicBezTo>
                    <a:pt x="425" y="184"/>
                    <a:pt x="201" y="397"/>
                    <a:pt x="10" y="639"/>
                  </a:cubicBezTo>
                  <a:cubicBezTo>
                    <a:pt x="0" y="650"/>
                    <a:pt x="3" y="666"/>
                    <a:pt x="14" y="675"/>
                  </a:cubicBezTo>
                  <a:cubicBezTo>
                    <a:pt x="19" y="678"/>
                    <a:pt x="24" y="681"/>
                    <a:pt x="30" y="681"/>
                  </a:cubicBezTo>
                  <a:cubicBezTo>
                    <a:pt x="38" y="681"/>
                    <a:pt x="45" y="677"/>
                    <a:pt x="50" y="671"/>
                  </a:cubicBezTo>
                  <a:cubicBezTo>
                    <a:pt x="238" y="433"/>
                    <a:pt x="459" y="223"/>
                    <a:pt x="707" y="48"/>
                  </a:cubicBezTo>
                  <a:cubicBezTo>
                    <a:pt x="719" y="40"/>
                    <a:pt x="721" y="24"/>
                    <a:pt x="713" y="12"/>
                  </a:cubicBezTo>
                  <a:cubicBezTo>
                    <a:pt x="708" y="5"/>
                    <a:pt x="700" y="1"/>
                    <a:pt x="6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6" name="Google Shape;5936;p22"/>
            <p:cNvSpPr/>
            <p:nvPr/>
          </p:nvSpPr>
          <p:spPr>
            <a:xfrm>
              <a:off x="1794150" y="5068125"/>
              <a:ext cx="31375" cy="14075"/>
            </a:xfrm>
            <a:custGeom>
              <a:avLst/>
              <a:gdLst/>
              <a:ahLst/>
              <a:cxnLst/>
              <a:rect l="l" t="t" r="r" b="b"/>
              <a:pathLst>
                <a:path w="1255" h="563" extrusionOk="0">
                  <a:moveTo>
                    <a:pt x="1226" y="1"/>
                  </a:moveTo>
                  <a:cubicBezTo>
                    <a:pt x="1222" y="1"/>
                    <a:pt x="1219" y="2"/>
                    <a:pt x="1216" y="3"/>
                  </a:cubicBezTo>
                  <a:lnTo>
                    <a:pt x="20" y="513"/>
                  </a:lnTo>
                  <a:cubicBezTo>
                    <a:pt x="6" y="518"/>
                    <a:pt x="1" y="534"/>
                    <a:pt x="6" y="547"/>
                  </a:cubicBezTo>
                  <a:cubicBezTo>
                    <a:pt x="10" y="557"/>
                    <a:pt x="20" y="563"/>
                    <a:pt x="31" y="563"/>
                  </a:cubicBezTo>
                  <a:cubicBezTo>
                    <a:pt x="33" y="563"/>
                    <a:pt x="37" y="563"/>
                    <a:pt x="40" y="561"/>
                  </a:cubicBezTo>
                  <a:lnTo>
                    <a:pt x="1236" y="50"/>
                  </a:lnTo>
                  <a:cubicBezTo>
                    <a:pt x="1249" y="45"/>
                    <a:pt x="1255" y="30"/>
                    <a:pt x="1249" y="16"/>
                  </a:cubicBezTo>
                  <a:cubicBezTo>
                    <a:pt x="1245" y="6"/>
                    <a:pt x="1236" y="1"/>
                    <a:pt x="12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7" name="Google Shape;5937;p22"/>
            <p:cNvSpPr/>
            <p:nvPr/>
          </p:nvSpPr>
          <p:spPr>
            <a:xfrm>
              <a:off x="1831300" y="5058525"/>
              <a:ext cx="9500" cy="6425"/>
            </a:xfrm>
            <a:custGeom>
              <a:avLst/>
              <a:gdLst/>
              <a:ahLst/>
              <a:cxnLst/>
              <a:rect l="l" t="t" r="r" b="b"/>
              <a:pathLst>
                <a:path w="380" h="257" extrusionOk="0">
                  <a:moveTo>
                    <a:pt x="349" y="1"/>
                  </a:moveTo>
                  <a:cubicBezTo>
                    <a:pt x="344" y="1"/>
                    <a:pt x="340" y="2"/>
                    <a:pt x="335" y="5"/>
                  </a:cubicBezTo>
                  <a:lnTo>
                    <a:pt x="15" y="209"/>
                  </a:lnTo>
                  <a:cubicBezTo>
                    <a:pt x="3" y="216"/>
                    <a:pt x="0" y="232"/>
                    <a:pt x="8" y="244"/>
                  </a:cubicBezTo>
                  <a:cubicBezTo>
                    <a:pt x="12" y="252"/>
                    <a:pt x="20" y="257"/>
                    <a:pt x="30" y="257"/>
                  </a:cubicBezTo>
                  <a:cubicBezTo>
                    <a:pt x="34" y="257"/>
                    <a:pt x="39" y="255"/>
                    <a:pt x="43" y="252"/>
                  </a:cubicBezTo>
                  <a:lnTo>
                    <a:pt x="363" y="48"/>
                  </a:lnTo>
                  <a:cubicBezTo>
                    <a:pt x="376" y="41"/>
                    <a:pt x="380" y="25"/>
                    <a:pt x="372" y="13"/>
                  </a:cubicBezTo>
                  <a:cubicBezTo>
                    <a:pt x="366" y="5"/>
                    <a:pt x="358" y="1"/>
                    <a:pt x="34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8" name="Google Shape;5938;p22"/>
            <p:cNvSpPr/>
            <p:nvPr/>
          </p:nvSpPr>
          <p:spPr>
            <a:xfrm>
              <a:off x="1756800" y="5063075"/>
              <a:ext cx="30350" cy="13650"/>
            </a:xfrm>
            <a:custGeom>
              <a:avLst/>
              <a:gdLst/>
              <a:ahLst/>
              <a:cxnLst/>
              <a:rect l="l" t="t" r="r" b="b"/>
              <a:pathLst>
                <a:path w="1214" h="546" extrusionOk="0">
                  <a:moveTo>
                    <a:pt x="1184" y="1"/>
                  </a:moveTo>
                  <a:cubicBezTo>
                    <a:pt x="1181" y="1"/>
                    <a:pt x="1179" y="1"/>
                    <a:pt x="1176" y="2"/>
                  </a:cubicBezTo>
                  <a:cubicBezTo>
                    <a:pt x="775" y="128"/>
                    <a:pt x="386" y="295"/>
                    <a:pt x="18" y="496"/>
                  </a:cubicBezTo>
                  <a:cubicBezTo>
                    <a:pt x="6" y="504"/>
                    <a:pt x="0" y="518"/>
                    <a:pt x="7" y="532"/>
                  </a:cubicBezTo>
                  <a:cubicBezTo>
                    <a:pt x="12" y="540"/>
                    <a:pt x="22" y="545"/>
                    <a:pt x="30" y="545"/>
                  </a:cubicBezTo>
                  <a:cubicBezTo>
                    <a:pt x="35" y="545"/>
                    <a:pt x="39" y="544"/>
                    <a:pt x="43" y="541"/>
                  </a:cubicBezTo>
                  <a:cubicBezTo>
                    <a:pt x="408" y="342"/>
                    <a:pt x="795" y="177"/>
                    <a:pt x="1192" y="52"/>
                  </a:cubicBezTo>
                  <a:cubicBezTo>
                    <a:pt x="1206" y="48"/>
                    <a:pt x="1214" y="33"/>
                    <a:pt x="1208" y="19"/>
                  </a:cubicBezTo>
                  <a:cubicBezTo>
                    <a:pt x="1205" y="8"/>
                    <a:pt x="1195" y="1"/>
                    <a:pt x="118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9" name="Google Shape;5939;p22"/>
            <p:cNvSpPr/>
            <p:nvPr/>
          </p:nvSpPr>
          <p:spPr>
            <a:xfrm>
              <a:off x="1791450" y="5056750"/>
              <a:ext cx="10350" cy="5200"/>
            </a:xfrm>
            <a:custGeom>
              <a:avLst/>
              <a:gdLst/>
              <a:ahLst/>
              <a:cxnLst/>
              <a:rect l="l" t="t" r="r" b="b"/>
              <a:pathLst>
                <a:path w="414" h="208" extrusionOk="0">
                  <a:moveTo>
                    <a:pt x="384" y="1"/>
                  </a:moveTo>
                  <a:cubicBezTo>
                    <a:pt x="380" y="1"/>
                    <a:pt x="376" y="1"/>
                    <a:pt x="373" y="3"/>
                  </a:cubicBezTo>
                  <a:lnTo>
                    <a:pt x="20" y="158"/>
                  </a:lnTo>
                  <a:cubicBezTo>
                    <a:pt x="7" y="163"/>
                    <a:pt x="0" y="178"/>
                    <a:pt x="7" y="192"/>
                  </a:cubicBezTo>
                  <a:cubicBezTo>
                    <a:pt x="11" y="201"/>
                    <a:pt x="20" y="208"/>
                    <a:pt x="30" y="208"/>
                  </a:cubicBezTo>
                  <a:cubicBezTo>
                    <a:pt x="34" y="208"/>
                    <a:pt x="38" y="206"/>
                    <a:pt x="40" y="205"/>
                  </a:cubicBezTo>
                  <a:lnTo>
                    <a:pt x="394" y="50"/>
                  </a:lnTo>
                  <a:cubicBezTo>
                    <a:pt x="408" y="45"/>
                    <a:pt x="413" y="29"/>
                    <a:pt x="408" y="17"/>
                  </a:cubicBezTo>
                  <a:cubicBezTo>
                    <a:pt x="403" y="7"/>
                    <a:pt x="393" y="1"/>
                    <a:pt x="38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0" name="Google Shape;5940;p22"/>
            <p:cNvSpPr/>
            <p:nvPr/>
          </p:nvSpPr>
          <p:spPr>
            <a:xfrm>
              <a:off x="1741325" y="5101050"/>
              <a:ext cx="36825" cy="11825"/>
            </a:xfrm>
            <a:custGeom>
              <a:avLst/>
              <a:gdLst/>
              <a:ahLst/>
              <a:cxnLst/>
              <a:rect l="l" t="t" r="r" b="b"/>
              <a:pathLst>
                <a:path w="1473" h="473" extrusionOk="0">
                  <a:moveTo>
                    <a:pt x="1443" y="1"/>
                  </a:moveTo>
                  <a:cubicBezTo>
                    <a:pt x="1441" y="1"/>
                    <a:pt x="1438" y="1"/>
                    <a:pt x="1436" y="2"/>
                  </a:cubicBezTo>
                  <a:lnTo>
                    <a:pt x="22" y="421"/>
                  </a:lnTo>
                  <a:cubicBezTo>
                    <a:pt x="9" y="426"/>
                    <a:pt x="0" y="440"/>
                    <a:pt x="5" y="454"/>
                  </a:cubicBezTo>
                  <a:cubicBezTo>
                    <a:pt x="9" y="465"/>
                    <a:pt x="18" y="473"/>
                    <a:pt x="30" y="473"/>
                  </a:cubicBezTo>
                  <a:cubicBezTo>
                    <a:pt x="31" y="473"/>
                    <a:pt x="34" y="473"/>
                    <a:pt x="37" y="471"/>
                  </a:cubicBezTo>
                  <a:lnTo>
                    <a:pt x="1451" y="52"/>
                  </a:lnTo>
                  <a:cubicBezTo>
                    <a:pt x="1464" y="47"/>
                    <a:pt x="1472" y="33"/>
                    <a:pt x="1468" y="19"/>
                  </a:cubicBezTo>
                  <a:cubicBezTo>
                    <a:pt x="1465" y="8"/>
                    <a:pt x="1454" y="1"/>
                    <a:pt x="144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1" name="Google Shape;5941;p22"/>
            <p:cNvSpPr/>
            <p:nvPr/>
          </p:nvSpPr>
          <p:spPr>
            <a:xfrm>
              <a:off x="1782050" y="5096250"/>
              <a:ext cx="7325" cy="4075"/>
            </a:xfrm>
            <a:custGeom>
              <a:avLst/>
              <a:gdLst/>
              <a:ahLst/>
              <a:cxnLst/>
              <a:rect l="l" t="t" r="r" b="b"/>
              <a:pathLst>
                <a:path w="293" h="163" extrusionOk="0">
                  <a:moveTo>
                    <a:pt x="264" y="0"/>
                  </a:moveTo>
                  <a:cubicBezTo>
                    <a:pt x="260" y="0"/>
                    <a:pt x="256" y="1"/>
                    <a:pt x="252" y="3"/>
                  </a:cubicBezTo>
                  <a:lnTo>
                    <a:pt x="20" y="113"/>
                  </a:lnTo>
                  <a:cubicBezTo>
                    <a:pt x="6" y="120"/>
                    <a:pt x="1" y="135"/>
                    <a:pt x="7" y="148"/>
                  </a:cubicBezTo>
                  <a:cubicBezTo>
                    <a:pt x="11" y="157"/>
                    <a:pt x="21" y="163"/>
                    <a:pt x="30" y="163"/>
                  </a:cubicBezTo>
                  <a:cubicBezTo>
                    <a:pt x="34" y="163"/>
                    <a:pt x="37" y="161"/>
                    <a:pt x="41" y="160"/>
                  </a:cubicBezTo>
                  <a:lnTo>
                    <a:pt x="275" y="50"/>
                  </a:lnTo>
                  <a:cubicBezTo>
                    <a:pt x="287" y="43"/>
                    <a:pt x="293" y="28"/>
                    <a:pt x="287" y="15"/>
                  </a:cubicBezTo>
                  <a:cubicBezTo>
                    <a:pt x="283" y="5"/>
                    <a:pt x="274" y="0"/>
                    <a:pt x="26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2" name="Google Shape;5942;p22"/>
            <p:cNvSpPr/>
            <p:nvPr/>
          </p:nvSpPr>
          <p:spPr>
            <a:xfrm>
              <a:off x="1858275" y="5037200"/>
              <a:ext cx="15950" cy="12375"/>
            </a:xfrm>
            <a:custGeom>
              <a:avLst/>
              <a:gdLst/>
              <a:ahLst/>
              <a:cxnLst/>
              <a:rect l="l" t="t" r="r" b="b"/>
              <a:pathLst>
                <a:path w="638" h="495" extrusionOk="0">
                  <a:moveTo>
                    <a:pt x="609" y="0"/>
                  </a:moveTo>
                  <a:cubicBezTo>
                    <a:pt x="602" y="0"/>
                    <a:pt x="596" y="2"/>
                    <a:pt x="591" y="8"/>
                  </a:cubicBezTo>
                  <a:cubicBezTo>
                    <a:pt x="419" y="177"/>
                    <a:pt x="226" y="325"/>
                    <a:pt x="16" y="446"/>
                  </a:cubicBezTo>
                  <a:cubicBezTo>
                    <a:pt x="4" y="453"/>
                    <a:pt x="0" y="469"/>
                    <a:pt x="7" y="481"/>
                  </a:cubicBezTo>
                  <a:cubicBezTo>
                    <a:pt x="12" y="489"/>
                    <a:pt x="20" y="495"/>
                    <a:pt x="30" y="495"/>
                  </a:cubicBezTo>
                  <a:cubicBezTo>
                    <a:pt x="34" y="495"/>
                    <a:pt x="39" y="493"/>
                    <a:pt x="43" y="491"/>
                  </a:cubicBezTo>
                  <a:cubicBezTo>
                    <a:pt x="256" y="367"/>
                    <a:pt x="452" y="218"/>
                    <a:pt x="627" y="44"/>
                  </a:cubicBezTo>
                  <a:cubicBezTo>
                    <a:pt x="638" y="35"/>
                    <a:pt x="638" y="18"/>
                    <a:pt x="628" y="8"/>
                  </a:cubicBezTo>
                  <a:cubicBezTo>
                    <a:pt x="623" y="3"/>
                    <a:pt x="616" y="0"/>
                    <a:pt x="60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3" name="Google Shape;5943;p22"/>
            <p:cNvSpPr/>
            <p:nvPr/>
          </p:nvSpPr>
          <p:spPr>
            <a:xfrm>
              <a:off x="1709475" y="5086450"/>
              <a:ext cx="25950" cy="15600"/>
            </a:xfrm>
            <a:custGeom>
              <a:avLst/>
              <a:gdLst/>
              <a:ahLst/>
              <a:cxnLst/>
              <a:rect l="l" t="t" r="r" b="b"/>
              <a:pathLst>
                <a:path w="1038" h="624" extrusionOk="0">
                  <a:moveTo>
                    <a:pt x="1008" y="0"/>
                  </a:moveTo>
                  <a:cubicBezTo>
                    <a:pt x="1004" y="0"/>
                    <a:pt x="1000" y="1"/>
                    <a:pt x="996" y="3"/>
                  </a:cubicBezTo>
                  <a:cubicBezTo>
                    <a:pt x="662" y="178"/>
                    <a:pt x="331" y="370"/>
                    <a:pt x="15" y="576"/>
                  </a:cubicBezTo>
                  <a:cubicBezTo>
                    <a:pt x="3" y="583"/>
                    <a:pt x="0" y="599"/>
                    <a:pt x="7" y="611"/>
                  </a:cubicBezTo>
                  <a:cubicBezTo>
                    <a:pt x="13" y="619"/>
                    <a:pt x="21" y="623"/>
                    <a:pt x="30" y="623"/>
                  </a:cubicBezTo>
                  <a:cubicBezTo>
                    <a:pt x="34" y="623"/>
                    <a:pt x="39" y="622"/>
                    <a:pt x="44" y="619"/>
                  </a:cubicBezTo>
                  <a:cubicBezTo>
                    <a:pt x="358" y="415"/>
                    <a:pt x="687" y="224"/>
                    <a:pt x="1020" y="49"/>
                  </a:cubicBezTo>
                  <a:cubicBezTo>
                    <a:pt x="1032" y="42"/>
                    <a:pt x="1038" y="27"/>
                    <a:pt x="1031" y="14"/>
                  </a:cubicBezTo>
                  <a:cubicBezTo>
                    <a:pt x="1026" y="5"/>
                    <a:pt x="1018" y="0"/>
                    <a:pt x="100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4" name="Google Shape;5944;p22"/>
            <p:cNvSpPr/>
            <p:nvPr/>
          </p:nvSpPr>
          <p:spPr>
            <a:xfrm>
              <a:off x="1806975" y="5162000"/>
              <a:ext cx="44275" cy="6550"/>
            </a:xfrm>
            <a:custGeom>
              <a:avLst/>
              <a:gdLst/>
              <a:ahLst/>
              <a:cxnLst/>
              <a:rect l="l" t="t" r="r" b="b"/>
              <a:pathLst>
                <a:path w="1771" h="262" extrusionOk="0">
                  <a:moveTo>
                    <a:pt x="1742" y="1"/>
                  </a:moveTo>
                  <a:cubicBezTo>
                    <a:pt x="1741" y="1"/>
                    <a:pt x="1739" y="1"/>
                    <a:pt x="1737" y="1"/>
                  </a:cubicBezTo>
                  <a:cubicBezTo>
                    <a:pt x="1174" y="109"/>
                    <a:pt x="598" y="180"/>
                    <a:pt x="26" y="210"/>
                  </a:cubicBezTo>
                  <a:cubicBezTo>
                    <a:pt x="11" y="211"/>
                    <a:pt x="1" y="223"/>
                    <a:pt x="2" y="237"/>
                  </a:cubicBezTo>
                  <a:cubicBezTo>
                    <a:pt x="2" y="250"/>
                    <a:pt x="14" y="261"/>
                    <a:pt x="27" y="261"/>
                  </a:cubicBezTo>
                  <a:lnTo>
                    <a:pt x="29" y="261"/>
                  </a:lnTo>
                  <a:cubicBezTo>
                    <a:pt x="603" y="232"/>
                    <a:pt x="1182" y="162"/>
                    <a:pt x="1747" y="53"/>
                  </a:cubicBezTo>
                  <a:cubicBezTo>
                    <a:pt x="1762" y="50"/>
                    <a:pt x="1771" y="36"/>
                    <a:pt x="1768" y="22"/>
                  </a:cubicBezTo>
                  <a:cubicBezTo>
                    <a:pt x="1766" y="10"/>
                    <a:pt x="1755" y="1"/>
                    <a:pt x="174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5" name="Google Shape;5945;p22"/>
            <p:cNvSpPr/>
            <p:nvPr/>
          </p:nvSpPr>
          <p:spPr>
            <a:xfrm>
              <a:off x="1857450" y="5158750"/>
              <a:ext cx="9450" cy="3225"/>
            </a:xfrm>
            <a:custGeom>
              <a:avLst/>
              <a:gdLst/>
              <a:ahLst/>
              <a:cxnLst/>
              <a:rect l="l" t="t" r="r" b="b"/>
              <a:pathLst>
                <a:path w="378" h="129" extrusionOk="0">
                  <a:moveTo>
                    <a:pt x="348" y="0"/>
                  </a:moveTo>
                  <a:cubicBezTo>
                    <a:pt x="346" y="0"/>
                    <a:pt x="344" y="1"/>
                    <a:pt x="343" y="1"/>
                  </a:cubicBezTo>
                  <a:lnTo>
                    <a:pt x="24" y="78"/>
                  </a:lnTo>
                  <a:cubicBezTo>
                    <a:pt x="9" y="82"/>
                    <a:pt x="1" y="95"/>
                    <a:pt x="4" y="109"/>
                  </a:cubicBezTo>
                  <a:cubicBezTo>
                    <a:pt x="8" y="121"/>
                    <a:pt x="17" y="129"/>
                    <a:pt x="29" y="129"/>
                  </a:cubicBezTo>
                  <a:cubicBezTo>
                    <a:pt x="32" y="129"/>
                    <a:pt x="33" y="129"/>
                    <a:pt x="36" y="127"/>
                  </a:cubicBezTo>
                  <a:lnTo>
                    <a:pt x="355" y="52"/>
                  </a:lnTo>
                  <a:cubicBezTo>
                    <a:pt x="370" y="48"/>
                    <a:pt x="378" y="35"/>
                    <a:pt x="375" y="21"/>
                  </a:cubicBezTo>
                  <a:cubicBezTo>
                    <a:pt x="371" y="8"/>
                    <a:pt x="361" y="0"/>
                    <a:pt x="34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6" name="Google Shape;5946;p22"/>
            <p:cNvSpPr/>
            <p:nvPr/>
          </p:nvSpPr>
          <p:spPr>
            <a:xfrm>
              <a:off x="1879025" y="5155375"/>
              <a:ext cx="38800" cy="14975"/>
            </a:xfrm>
            <a:custGeom>
              <a:avLst/>
              <a:gdLst/>
              <a:ahLst/>
              <a:cxnLst/>
              <a:rect l="l" t="t" r="r" b="b"/>
              <a:pathLst>
                <a:path w="1552" h="599" extrusionOk="0">
                  <a:moveTo>
                    <a:pt x="1522" y="0"/>
                  </a:moveTo>
                  <a:cubicBezTo>
                    <a:pt x="1518" y="0"/>
                    <a:pt x="1515" y="1"/>
                    <a:pt x="1511" y="3"/>
                  </a:cubicBezTo>
                  <a:cubicBezTo>
                    <a:pt x="1031" y="219"/>
                    <a:pt x="529" y="402"/>
                    <a:pt x="22" y="548"/>
                  </a:cubicBezTo>
                  <a:cubicBezTo>
                    <a:pt x="8" y="552"/>
                    <a:pt x="0" y="566"/>
                    <a:pt x="4" y="580"/>
                  </a:cubicBezTo>
                  <a:cubicBezTo>
                    <a:pt x="8" y="592"/>
                    <a:pt x="18" y="599"/>
                    <a:pt x="30" y="599"/>
                  </a:cubicBezTo>
                  <a:cubicBezTo>
                    <a:pt x="31" y="599"/>
                    <a:pt x="34" y="599"/>
                    <a:pt x="37" y="597"/>
                  </a:cubicBezTo>
                  <a:cubicBezTo>
                    <a:pt x="546" y="452"/>
                    <a:pt x="1050" y="268"/>
                    <a:pt x="1533" y="50"/>
                  </a:cubicBezTo>
                  <a:cubicBezTo>
                    <a:pt x="1546" y="44"/>
                    <a:pt x="1551" y="28"/>
                    <a:pt x="1546" y="15"/>
                  </a:cubicBezTo>
                  <a:cubicBezTo>
                    <a:pt x="1541" y="6"/>
                    <a:pt x="1532" y="0"/>
                    <a:pt x="152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7" name="Google Shape;5947;p22"/>
            <p:cNvSpPr/>
            <p:nvPr/>
          </p:nvSpPr>
          <p:spPr>
            <a:xfrm>
              <a:off x="1746775" y="5147625"/>
              <a:ext cx="40725" cy="9850"/>
            </a:xfrm>
            <a:custGeom>
              <a:avLst/>
              <a:gdLst/>
              <a:ahLst/>
              <a:cxnLst/>
              <a:rect l="l" t="t" r="r" b="b"/>
              <a:pathLst>
                <a:path w="1629" h="394" extrusionOk="0">
                  <a:moveTo>
                    <a:pt x="1601" y="0"/>
                  </a:moveTo>
                  <a:cubicBezTo>
                    <a:pt x="1599" y="0"/>
                    <a:pt x="1598" y="0"/>
                    <a:pt x="1596" y="1"/>
                  </a:cubicBezTo>
                  <a:cubicBezTo>
                    <a:pt x="1070" y="91"/>
                    <a:pt x="540" y="206"/>
                    <a:pt x="23" y="342"/>
                  </a:cubicBezTo>
                  <a:cubicBezTo>
                    <a:pt x="10" y="345"/>
                    <a:pt x="0" y="360"/>
                    <a:pt x="4" y="373"/>
                  </a:cubicBezTo>
                  <a:cubicBezTo>
                    <a:pt x="7" y="385"/>
                    <a:pt x="18" y="392"/>
                    <a:pt x="30" y="392"/>
                  </a:cubicBezTo>
                  <a:lnTo>
                    <a:pt x="30" y="393"/>
                  </a:lnTo>
                  <a:cubicBezTo>
                    <a:pt x="31" y="393"/>
                    <a:pt x="34" y="392"/>
                    <a:pt x="37" y="392"/>
                  </a:cubicBezTo>
                  <a:cubicBezTo>
                    <a:pt x="552" y="256"/>
                    <a:pt x="1079" y="142"/>
                    <a:pt x="1604" y="52"/>
                  </a:cubicBezTo>
                  <a:cubicBezTo>
                    <a:pt x="1619" y="49"/>
                    <a:pt x="1628" y="36"/>
                    <a:pt x="1626" y="22"/>
                  </a:cubicBezTo>
                  <a:cubicBezTo>
                    <a:pt x="1623" y="9"/>
                    <a:pt x="1612" y="0"/>
                    <a:pt x="160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8" name="Google Shape;5948;p22"/>
            <p:cNvSpPr/>
            <p:nvPr/>
          </p:nvSpPr>
          <p:spPr>
            <a:xfrm>
              <a:off x="1792550" y="5145875"/>
              <a:ext cx="5675" cy="2150"/>
            </a:xfrm>
            <a:custGeom>
              <a:avLst/>
              <a:gdLst/>
              <a:ahLst/>
              <a:cxnLst/>
              <a:rect l="l" t="t" r="r" b="b"/>
              <a:pathLst>
                <a:path w="227" h="86" extrusionOk="0">
                  <a:moveTo>
                    <a:pt x="199" y="0"/>
                  </a:moveTo>
                  <a:cubicBezTo>
                    <a:pt x="197" y="0"/>
                    <a:pt x="196" y="0"/>
                    <a:pt x="194" y="1"/>
                  </a:cubicBezTo>
                  <a:lnTo>
                    <a:pt x="23" y="33"/>
                  </a:lnTo>
                  <a:cubicBezTo>
                    <a:pt x="10" y="37"/>
                    <a:pt x="0" y="50"/>
                    <a:pt x="3" y="64"/>
                  </a:cubicBezTo>
                  <a:cubicBezTo>
                    <a:pt x="6" y="76"/>
                    <a:pt x="17" y="85"/>
                    <a:pt x="29" y="85"/>
                  </a:cubicBezTo>
                  <a:cubicBezTo>
                    <a:pt x="30" y="85"/>
                    <a:pt x="31" y="85"/>
                    <a:pt x="34" y="84"/>
                  </a:cubicBezTo>
                  <a:lnTo>
                    <a:pt x="204" y="52"/>
                  </a:lnTo>
                  <a:cubicBezTo>
                    <a:pt x="217" y="49"/>
                    <a:pt x="226" y="36"/>
                    <a:pt x="224" y="22"/>
                  </a:cubicBezTo>
                  <a:cubicBezTo>
                    <a:pt x="221" y="9"/>
                    <a:pt x="211" y="0"/>
                    <a:pt x="19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9" name="Google Shape;5949;p22"/>
            <p:cNvSpPr/>
            <p:nvPr/>
          </p:nvSpPr>
          <p:spPr>
            <a:xfrm>
              <a:off x="1780275" y="5167375"/>
              <a:ext cx="10625" cy="2875"/>
            </a:xfrm>
            <a:custGeom>
              <a:avLst/>
              <a:gdLst/>
              <a:ahLst/>
              <a:cxnLst/>
              <a:rect l="l" t="t" r="r" b="b"/>
              <a:pathLst>
                <a:path w="425" h="115" extrusionOk="0">
                  <a:moveTo>
                    <a:pt x="398" y="1"/>
                  </a:moveTo>
                  <a:cubicBezTo>
                    <a:pt x="396" y="1"/>
                    <a:pt x="394" y="1"/>
                    <a:pt x="392" y="2"/>
                  </a:cubicBezTo>
                  <a:lnTo>
                    <a:pt x="23" y="64"/>
                  </a:lnTo>
                  <a:cubicBezTo>
                    <a:pt x="10" y="66"/>
                    <a:pt x="0" y="78"/>
                    <a:pt x="2" y="93"/>
                  </a:cubicBezTo>
                  <a:cubicBezTo>
                    <a:pt x="4" y="105"/>
                    <a:pt x="15" y="115"/>
                    <a:pt x="27" y="115"/>
                  </a:cubicBezTo>
                  <a:lnTo>
                    <a:pt x="33" y="115"/>
                  </a:lnTo>
                  <a:lnTo>
                    <a:pt x="400" y="53"/>
                  </a:lnTo>
                  <a:cubicBezTo>
                    <a:pt x="415" y="50"/>
                    <a:pt x="424" y="37"/>
                    <a:pt x="421" y="23"/>
                  </a:cubicBezTo>
                  <a:cubicBezTo>
                    <a:pt x="419" y="11"/>
                    <a:pt x="409" y="1"/>
                    <a:pt x="39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0" name="Google Shape;5950;p22"/>
            <p:cNvSpPr/>
            <p:nvPr/>
          </p:nvSpPr>
          <p:spPr>
            <a:xfrm>
              <a:off x="1763025" y="5184450"/>
              <a:ext cx="45500" cy="3325"/>
            </a:xfrm>
            <a:custGeom>
              <a:avLst/>
              <a:gdLst/>
              <a:ahLst/>
              <a:cxnLst/>
              <a:rect l="l" t="t" r="r" b="b"/>
              <a:pathLst>
                <a:path w="1820" h="133" extrusionOk="0">
                  <a:moveTo>
                    <a:pt x="1792" y="1"/>
                  </a:moveTo>
                  <a:lnTo>
                    <a:pt x="26" y="82"/>
                  </a:lnTo>
                  <a:cubicBezTo>
                    <a:pt x="11" y="82"/>
                    <a:pt x="0" y="94"/>
                    <a:pt x="2" y="108"/>
                  </a:cubicBezTo>
                  <a:cubicBezTo>
                    <a:pt x="2" y="122"/>
                    <a:pt x="14" y="133"/>
                    <a:pt x="27" y="133"/>
                  </a:cubicBezTo>
                  <a:lnTo>
                    <a:pt x="28" y="133"/>
                  </a:lnTo>
                  <a:lnTo>
                    <a:pt x="1794" y="53"/>
                  </a:lnTo>
                  <a:cubicBezTo>
                    <a:pt x="1808" y="52"/>
                    <a:pt x="1819" y="40"/>
                    <a:pt x="1819" y="25"/>
                  </a:cubicBezTo>
                  <a:cubicBezTo>
                    <a:pt x="1819" y="12"/>
                    <a:pt x="1804" y="2"/>
                    <a:pt x="17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1" name="Google Shape;5951;p22"/>
            <p:cNvSpPr/>
            <p:nvPr/>
          </p:nvSpPr>
          <p:spPr>
            <a:xfrm>
              <a:off x="1858075" y="5137425"/>
              <a:ext cx="29975" cy="4400"/>
            </a:xfrm>
            <a:custGeom>
              <a:avLst/>
              <a:gdLst/>
              <a:ahLst/>
              <a:cxnLst/>
              <a:rect l="l" t="t" r="r" b="b"/>
              <a:pathLst>
                <a:path w="1199" h="176" extrusionOk="0">
                  <a:moveTo>
                    <a:pt x="1171" y="1"/>
                  </a:moveTo>
                  <a:cubicBezTo>
                    <a:pt x="1171" y="1"/>
                    <a:pt x="1170" y="1"/>
                    <a:pt x="1169" y="1"/>
                  </a:cubicBezTo>
                  <a:lnTo>
                    <a:pt x="24" y="123"/>
                  </a:lnTo>
                  <a:cubicBezTo>
                    <a:pt x="11" y="125"/>
                    <a:pt x="0" y="138"/>
                    <a:pt x="1" y="152"/>
                  </a:cubicBezTo>
                  <a:cubicBezTo>
                    <a:pt x="3" y="165"/>
                    <a:pt x="15" y="176"/>
                    <a:pt x="27" y="176"/>
                  </a:cubicBezTo>
                  <a:lnTo>
                    <a:pt x="27" y="175"/>
                  </a:lnTo>
                  <a:lnTo>
                    <a:pt x="30" y="175"/>
                  </a:lnTo>
                  <a:lnTo>
                    <a:pt x="1175" y="52"/>
                  </a:lnTo>
                  <a:cubicBezTo>
                    <a:pt x="1188" y="51"/>
                    <a:pt x="1199" y="39"/>
                    <a:pt x="1197" y="24"/>
                  </a:cubicBezTo>
                  <a:cubicBezTo>
                    <a:pt x="1196" y="11"/>
                    <a:pt x="1183" y="1"/>
                    <a:pt x="117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2" name="Google Shape;5952;p22"/>
            <p:cNvSpPr/>
            <p:nvPr/>
          </p:nvSpPr>
          <p:spPr>
            <a:xfrm>
              <a:off x="1768300" y="5237225"/>
              <a:ext cx="42475" cy="6025"/>
            </a:xfrm>
            <a:custGeom>
              <a:avLst/>
              <a:gdLst/>
              <a:ahLst/>
              <a:cxnLst/>
              <a:rect l="l" t="t" r="r" b="b"/>
              <a:pathLst>
                <a:path w="1699" h="241" extrusionOk="0">
                  <a:moveTo>
                    <a:pt x="27" y="0"/>
                  </a:moveTo>
                  <a:cubicBezTo>
                    <a:pt x="14" y="0"/>
                    <a:pt x="3" y="10"/>
                    <a:pt x="2" y="23"/>
                  </a:cubicBezTo>
                  <a:cubicBezTo>
                    <a:pt x="0" y="37"/>
                    <a:pt x="10" y="50"/>
                    <a:pt x="25" y="52"/>
                  </a:cubicBezTo>
                  <a:lnTo>
                    <a:pt x="1669" y="240"/>
                  </a:lnTo>
                  <a:lnTo>
                    <a:pt x="1671" y="240"/>
                  </a:lnTo>
                  <a:cubicBezTo>
                    <a:pt x="1683" y="240"/>
                    <a:pt x="1696" y="231"/>
                    <a:pt x="1697" y="217"/>
                  </a:cubicBezTo>
                  <a:cubicBezTo>
                    <a:pt x="1698" y="202"/>
                    <a:pt x="1689" y="190"/>
                    <a:pt x="1674" y="189"/>
                  </a:cubicBezTo>
                  <a:lnTo>
                    <a:pt x="30" y="1"/>
                  </a:lnTo>
                  <a:cubicBezTo>
                    <a:pt x="29" y="1"/>
                    <a:pt x="28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3" name="Google Shape;5953;p22"/>
            <p:cNvSpPr/>
            <p:nvPr/>
          </p:nvSpPr>
          <p:spPr>
            <a:xfrm>
              <a:off x="1814975" y="5242500"/>
              <a:ext cx="6750" cy="1725"/>
            </a:xfrm>
            <a:custGeom>
              <a:avLst/>
              <a:gdLst/>
              <a:ahLst/>
              <a:cxnLst/>
              <a:rect l="l" t="t" r="r" b="b"/>
              <a:pathLst>
                <a:path w="270" h="69" extrusionOk="0">
                  <a:moveTo>
                    <a:pt x="25" y="0"/>
                  </a:moveTo>
                  <a:cubicBezTo>
                    <a:pt x="11" y="0"/>
                    <a:pt x="2" y="12"/>
                    <a:pt x="2" y="25"/>
                  </a:cubicBezTo>
                  <a:cubicBezTo>
                    <a:pt x="1" y="40"/>
                    <a:pt x="12" y="52"/>
                    <a:pt x="25" y="53"/>
                  </a:cubicBezTo>
                  <a:lnTo>
                    <a:pt x="242" y="68"/>
                  </a:lnTo>
                  <a:lnTo>
                    <a:pt x="243" y="68"/>
                  </a:lnTo>
                  <a:cubicBezTo>
                    <a:pt x="256" y="68"/>
                    <a:pt x="268" y="57"/>
                    <a:pt x="268" y="44"/>
                  </a:cubicBezTo>
                  <a:cubicBezTo>
                    <a:pt x="270" y="30"/>
                    <a:pt x="259" y="18"/>
                    <a:pt x="246" y="17"/>
                  </a:cubicBezTo>
                  <a:lnTo>
                    <a:pt x="29" y="1"/>
                  </a:lnTo>
                  <a:cubicBezTo>
                    <a:pt x="27" y="1"/>
                    <a:pt x="26" y="0"/>
                    <a:pt x="2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4" name="Google Shape;5954;p22"/>
            <p:cNvSpPr/>
            <p:nvPr/>
          </p:nvSpPr>
          <p:spPr>
            <a:xfrm>
              <a:off x="1836225" y="5254550"/>
              <a:ext cx="28450" cy="3950"/>
            </a:xfrm>
            <a:custGeom>
              <a:avLst/>
              <a:gdLst/>
              <a:ahLst/>
              <a:cxnLst/>
              <a:rect l="l" t="t" r="r" b="b"/>
              <a:pathLst>
                <a:path w="1138" h="158" extrusionOk="0">
                  <a:moveTo>
                    <a:pt x="30" y="0"/>
                  </a:moveTo>
                  <a:cubicBezTo>
                    <a:pt x="17" y="0"/>
                    <a:pt x="6" y="8"/>
                    <a:pt x="4" y="22"/>
                  </a:cubicBezTo>
                  <a:cubicBezTo>
                    <a:pt x="1" y="35"/>
                    <a:pt x="10" y="49"/>
                    <a:pt x="25" y="52"/>
                  </a:cubicBezTo>
                  <a:cubicBezTo>
                    <a:pt x="383" y="111"/>
                    <a:pt x="748" y="147"/>
                    <a:pt x="1111" y="158"/>
                  </a:cubicBezTo>
                  <a:cubicBezTo>
                    <a:pt x="1126" y="158"/>
                    <a:pt x="1136" y="147"/>
                    <a:pt x="1136" y="132"/>
                  </a:cubicBezTo>
                  <a:cubicBezTo>
                    <a:pt x="1138" y="117"/>
                    <a:pt x="1126" y="107"/>
                    <a:pt x="1112" y="105"/>
                  </a:cubicBezTo>
                  <a:cubicBezTo>
                    <a:pt x="752" y="95"/>
                    <a:pt x="388" y="60"/>
                    <a:pt x="33" y="0"/>
                  </a:cubicBezTo>
                  <a:cubicBezTo>
                    <a:pt x="32" y="0"/>
                    <a:pt x="31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5" name="Google Shape;5955;p22"/>
            <p:cNvSpPr/>
            <p:nvPr/>
          </p:nvSpPr>
          <p:spPr>
            <a:xfrm>
              <a:off x="1871025" y="5258000"/>
              <a:ext cx="6950" cy="2000"/>
            </a:xfrm>
            <a:custGeom>
              <a:avLst/>
              <a:gdLst/>
              <a:ahLst/>
              <a:cxnLst/>
              <a:rect l="l" t="t" r="r" b="b"/>
              <a:pathLst>
                <a:path w="278" h="80" extrusionOk="0">
                  <a:moveTo>
                    <a:pt x="28" y="1"/>
                  </a:moveTo>
                  <a:cubicBezTo>
                    <a:pt x="14" y="1"/>
                    <a:pt x="4" y="10"/>
                    <a:pt x="3" y="24"/>
                  </a:cubicBezTo>
                  <a:cubicBezTo>
                    <a:pt x="0" y="37"/>
                    <a:pt x="11" y="51"/>
                    <a:pt x="24" y="52"/>
                  </a:cubicBezTo>
                  <a:lnTo>
                    <a:pt x="248" y="79"/>
                  </a:lnTo>
                  <a:lnTo>
                    <a:pt x="250" y="79"/>
                  </a:lnTo>
                  <a:cubicBezTo>
                    <a:pt x="264" y="79"/>
                    <a:pt x="275" y="68"/>
                    <a:pt x="276" y="56"/>
                  </a:cubicBezTo>
                  <a:cubicBezTo>
                    <a:pt x="277" y="41"/>
                    <a:pt x="268" y="29"/>
                    <a:pt x="253" y="27"/>
                  </a:cubicBezTo>
                  <a:lnTo>
                    <a:pt x="31" y="1"/>
                  </a:lnTo>
                  <a:cubicBezTo>
                    <a:pt x="30" y="1"/>
                    <a:pt x="2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6" name="Google Shape;5956;p22"/>
            <p:cNvSpPr/>
            <p:nvPr/>
          </p:nvSpPr>
          <p:spPr>
            <a:xfrm>
              <a:off x="1716750" y="5219925"/>
              <a:ext cx="42000" cy="5225"/>
            </a:xfrm>
            <a:custGeom>
              <a:avLst/>
              <a:gdLst/>
              <a:ahLst/>
              <a:cxnLst/>
              <a:rect l="l" t="t" r="r" b="b"/>
              <a:pathLst>
                <a:path w="1680" h="209" extrusionOk="0">
                  <a:moveTo>
                    <a:pt x="27" y="1"/>
                  </a:moveTo>
                  <a:cubicBezTo>
                    <a:pt x="14" y="1"/>
                    <a:pt x="3" y="11"/>
                    <a:pt x="1" y="25"/>
                  </a:cubicBezTo>
                  <a:cubicBezTo>
                    <a:pt x="0" y="39"/>
                    <a:pt x="11" y="52"/>
                    <a:pt x="26" y="54"/>
                  </a:cubicBezTo>
                  <a:lnTo>
                    <a:pt x="1649" y="207"/>
                  </a:lnTo>
                  <a:lnTo>
                    <a:pt x="1651" y="207"/>
                  </a:lnTo>
                  <a:lnTo>
                    <a:pt x="1652" y="208"/>
                  </a:lnTo>
                  <a:cubicBezTo>
                    <a:pt x="1664" y="208"/>
                    <a:pt x="1676" y="198"/>
                    <a:pt x="1678" y="184"/>
                  </a:cubicBezTo>
                  <a:cubicBezTo>
                    <a:pt x="1679" y="169"/>
                    <a:pt x="1668" y="157"/>
                    <a:pt x="1653" y="156"/>
                  </a:cubicBezTo>
                  <a:lnTo>
                    <a:pt x="30" y="1"/>
                  </a:lnTo>
                  <a:cubicBezTo>
                    <a:pt x="29" y="1"/>
                    <a:pt x="28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7" name="Google Shape;5957;p22"/>
            <p:cNvSpPr/>
            <p:nvPr/>
          </p:nvSpPr>
          <p:spPr>
            <a:xfrm>
              <a:off x="1762850" y="5224700"/>
              <a:ext cx="6950" cy="1925"/>
            </a:xfrm>
            <a:custGeom>
              <a:avLst/>
              <a:gdLst/>
              <a:ahLst/>
              <a:cxnLst/>
              <a:rect l="l" t="t" r="r" b="b"/>
              <a:pathLst>
                <a:path w="278" h="77" extrusionOk="0">
                  <a:moveTo>
                    <a:pt x="26" y="0"/>
                  </a:moveTo>
                  <a:cubicBezTo>
                    <a:pt x="12" y="0"/>
                    <a:pt x="3" y="12"/>
                    <a:pt x="2" y="24"/>
                  </a:cubicBezTo>
                  <a:cubicBezTo>
                    <a:pt x="1" y="39"/>
                    <a:pt x="11" y="51"/>
                    <a:pt x="25" y="52"/>
                  </a:cubicBezTo>
                  <a:lnTo>
                    <a:pt x="248" y="76"/>
                  </a:lnTo>
                  <a:lnTo>
                    <a:pt x="251" y="76"/>
                  </a:lnTo>
                  <a:cubicBezTo>
                    <a:pt x="264" y="76"/>
                    <a:pt x="275" y="67"/>
                    <a:pt x="276" y="54"/>
                  </a:cubicBezTo>
                  <a:cubicBezTo>
                    <a:pt x="278" y="40"/>
                    <a:pt x="268" y="27"/>
                    <a:pt x="253" y="25"/>
                  </a:cubicBezTo>
                  <a:lnTo>
                    <a:pt x="31" y="1"/>
                  </a:lnTo>
                  <a:cubicBezTo>
                    <a:pt x="29" y="1"/>
                    <a:pt x="28" y="0"/>
                    <a:pt x="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8" name="Google Shape;5958;p22"/>
            <p:cNvSpPr/>
            <p:nvPr/>
          </p:nvSpPr>
          <p:spPr>
            <a:xfrm>
              <a:off x="1847375" y="5235600"/>
              <a:ext cx="36475" cy="7750"/>
            </a:xfrm>
            <a:custGeom>
              <a:avLst/>
              <a:gdLst/>
              <a:ahLst/>
              <a:cxnLst/>
              <a:rect l="l" t="t" r="r" b="b"/>
              <a:pathLst>
                <a:path w="1459" h="310" extrusionOk="0">
                  <a:moveTo>
                    <a:pt x="27" y="1"/>
                  </a:moveTo>
                  <a:cubicBezTo>
                    <a:pt x="14" y="1"/>
                    <a:pt x="5" y="9"/>
                    <a:pt x="3" y="21"/>
                  </a:cubicBezTo>
                  <a:cubicBezTo>
                    <a:pt x="0" y="36"/>
                    <a:pt x="10" y="49"/>
                    <a:pt x="23" y="52"/>
                  </a:cubicBezTo>
                  <a:lnTo>
                    <a:pt x="1426" y="308"/>
                  </a:lnTo>
                  <a:cubicBezTo>
                    <a:pt x="1428" y="309"/>
                    <a:pt x="1429" y="309"/>
                    <a:pt x="1431" y="309"/>
                  </a:cubicBezTo>
                  <a:lnTo>
                    <a:pt x="1431" y="309"/>
                  </a:lnTo>
                  <a:cubicBezTo>
                    <a:pt x="1444" y="309"/>
                    <a:pt x="1455" y="300"/>
                    <a:pt x="1456" y="288"/>
                  </a:cubicBezTo>
                  <a:cubicBezTo>
                    <a:pt x="1459" y="273"/>
                    <a:pt x="1449" y="259"/>
                    <a:pt x="1436" y="257"/>
                  </a:cubicBezTo>
                  <a:lnTo>
                    <a:pt x="33" y="1"/>
                  </a:lnTo>
                  <a:cubicBezTo>
                    <a:pt x="31" y="1"/>
                    <a:pt x="29" y="1"/>
                    <a:pt x="27" y="1"/>
                  </a:cubicBezTo>
                  <a:close/>
                  <a:moveTo>
                    <a:pt x="1431" y="309"/>
                  </a:moveTo>
                  <a:cubicBezTo>
                    <a:pt x="1431" y="309"/>
                    <a:pt x="1431" y="309"/>
                    <a:pt x="1430" y="309"/>
                  </a:cubicBezTo>
                  <a:lnTo>
                    <a:pt x="1432" y="309"/>
                  </a:lnTo>
                  <a:cubicBezTo>
                    <a:pt x="1431" y="309"/>
                    <a:pt x="1431" y="309"/>
                    <a:pt x="1431" y="309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9" name="Google Shape;5959;p22"/>
            <p:cNvSpPr/>
            <p:nvPr/>
          </p:nvSpPr>
          <p:spPr>
            <a:xfrm>
              <a:off x="1742425" y="5245575"/>
              <a:ext cx="42450" cy="8300"/>
            </a:xfrm>
            <a:custGeom>
              <a:avLst/>
              <a:gdLst/>
              <a:ahLst/>
              <a:cxnLst/>
              <a:rect l="l" t="t" r="r" b="b"/>
              <a:pathLst>
                <a:path w="1698" h="332" extrusionOk="0">
                  <a:moveTo>
                    <a:pt x="28" y="1"/>
                  </a:moveTo>
                  <a:cubicBezTo>
                    <a:pt x="16" y="1"/>
                    <a:pt x="6" y="9"/>
                    <a:pt x="4" y="22"/>
                  </a:cubicBezTo>
                  <a:cubicBezTo>
                    <a:pt x="1" y="35"/>
                    <a:pt x="10" y="49"/>
                    <a:pt x="24" y="51"/>
                  </a:cubicBezTo>
                  <a:cubicBezTo>
                    <a:pt x="566" y="167"/>
                    <a:pt x="1119" y="261"/>
                    <a:pt x="1668" y="330"/>
                  </a:cubicBezTo>
                  <a:cubicBezTo>
                    <a:pt x="1668" y="331"/>
                    <a:pt x="1669" y="331"/>
                    <a:pt x="1670" y="331"/>
                  </a:cubicBezTo>
                  <a:cubicBezTo>
                    <a:pt x="1684" y="331"/>
                    <a:pt x="1695" y="320"/>
                    <a:pt x="1696" y="308"/>
                  </a:cubicBezTo>
                  <a:cubicBezTo>
                    <a:pt x="1697" y="294"/>
                    <a:pt x="1688" y="281"/>
                    <a:pt x="1673" y="279"/>
                  </a:cubicBezTo>
                  <a:cubicBezTo>
                    <a:pt x="1127" y="210"/>
                    <a:pt x="575" y="116"/>
                    <a:pt x="35" y="2"/>
                  </a:cubicBezTo>
                  <a:cubicBezTo>
                    <a:pt x="32" y="1"/>
                    <a:pt x="3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0" name="Google Shape;5960;p22"/>
            <p:cNvSpPr/>
            <p:nvPr/>
          </p:nvSpPr>
          <p:spPr>
            <a:xfrm>
              <a:off x="1690650" y="5282050"/>
              <a:ext cx="38750" cy="13075"/>
            </a:xfrm>
            <a:custGeom>
              <a:avLst/>
              <a:gdLst/>
              <a:ahLst/>
              <a:cxnLst/>
              <a:rect l="l" t="t" r="r" b="b"/>
              <a:pathLst>
                <a:path w="1550" h="523" extrusionOk="0">
                  <a:moveTo>
                    <a:pt x="27" y="1"/>
                  </a:moveTo>
                  <a:cubicBezTo>
                    <a:pt x="16" y="1"/>
                    <a:pt x="7" y="8"/>
                    <a:pt x="4" y="18"/>
                  </a:cubicBezTo>
                  <a:cubicBezTo>
                    <a:pt x="0" y="33"/>
                    <a:pt x="7" y="47"/>
                    <a:pt x="20" y="52"/>
                  </a:cubicBezTo>
                  <a:lnTo>
                    <a:pt x="1512" y="522"/>
                  </a:lnTo>
                  <a:cubicBezTo>
                    <a:pt x="1515" y="523"/>
                    <a:pt x="1518" y="523"/>
                    <a:pt x="1520" y="523"/>
                  </a:cubicBezTo>
                  <a:cubicBezTo>
                    <a:pt x="1531" y="523"/>
                    <a:pt x="1542" y="516"/>
                    <a:pt x="1545" y="505"/>
                  </a:cubicBezTo>
                  <a:cubicBezTo>
                    <a:pt x="1550" y="491"/>
                    <a:pt x="1542" y="477"/>
                    <a:pt x="1528" y="472"/>
                  </a:cubicBezTo>
                  <a:lnTo>
                    <a:pt x="36" y="2"/>
                  </a:lnTo>
                  <a:cubicBezTo>
                    <a:pt x="33" y="1"/>
                    <a:pt x="30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1" name="Google Shape;5961;p22"/>
            <p:cNvSpPr/>
            <p:nvPr/>
          </p:nvSpPr>
          <p:spPr>
            <a:xfrm>
              <a:off x="1737325" y="5297000"/>
              <a:ext cx="5850" cy="2700"/>
            </a:xfrm>
            <a:custGeom>
              <a:avLst/>
              <a:gdLst/>
              <a:ahLst/>
              <a:cxnLst/>
              <a:rect l="l" t="t" r="r" b="b"/>
              <a:pathLst>
                <a:path w="234" h="108" extrusionOk="0">
                  <a:moveTo>
                    <a:pt x="30" y="0"/>
                  </a:moveTo>
                  <a:cubicBezTo>
                    <a:pt x="19" y="0"/>
                    <a:pt x="9" y="7"/>
                    <a:pt x="6" y="19"/>
                  </a:cubicBezTo>
                  <a:cubicBezTo>
                    <a:pt x="0" y="33"/>
                    <a:pt x="8" y="47"/>
                    <a:pt x="22" y="51"/>
                  </a:cubicBezTo>
                  <a:lnTo>
                    <a:pt x="195" y="107"/>
                  </a:lnTo>
                  <a:cubicBezTo>
                    <a:pt x="198" y="108"/>
                    <a:pt x="201" y="108"/>
                    <a:pt x="204" y="108"/>
                  </a:cubicBezTo>
                  <a:cubicBezTo>
                    <a:pt x="214" y="108"/>
                    <a:pt x="225" y="101"/>
                    <a:pt x="228" y="90"/>
                  </a:cubicBezTo>
                  <a:cubicBezTo>
                    <a:pt x="233" y="76"/>
                    <a:pt x="225" y="62"/>
                    <a:pt x="212" y="57"/>
                  </a:cubicBezTo>
                  <a:lnTo>
                    <a:pt x="38" y="2"/>
                  </a:lnTo>
                  <a:cubicBezTo>
                    <a:pt x="35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2" name="Google Shape;5962;p22"/>
            <p:cNvSpPr/>
            <p:nvPr/>
          </p:nvSpPr>
          <p:spPr>
            <a:xfrm>
              <a:off x="1769375" y="5294075"/>
              <a:ext cx="23575" cy="6175"/>
            </a:xfrm>
            <a:custGeom>
              <a:avLst/>
              <a:gdLst/>
              <a:ahLst/>
              <a:cxnLst/>
              <a:rect l="l" t="t" r="r" b="b"/>
              <a:pathLst>
                <a:path w="943" h="247" extrusionOk="0">
                  <a:moveTo>
                    <a:pt x="29" y="1"/>
                  </a:moveTo>
                  <a:cubicBezTo>
                    <a:pt x="17" y="1"/>
                    <a:pt x="7" y="9"/>
                    <a:pt x="5" y="22"/>
                  </a:cubicBezTo>
                  <a:cubicBezTo>
                    <a:pt x="0" y="35"/>
                    <a:pt x="10" y="49"/>
                    <a:pt x="23" y="53"/>
                  </a:cubicBezTo>
                  <a:lnTo>
                    <a:pt x="909" y="246"/>
                  </a:lnTo>
                  <a:lnTo>
                    <a:pt x="914" y="246"/>
                  </a:lnTo>
                  <a:cubicBezTo>
                    <a:pt x="926" y="246"/>
                    <a:pt x="937" y="238"/>
                    <a:pt x="940" y="226"/>
                  </a:cubicBezTo>
                  <a:cubicBezTo>
                    <a:pt x="942" y="213"/>
                    <a:pt x="934" y="198"/>
                    <a:pt x="919" y="195"/>
                  </a:cubicBezTo>
                  <a:lnTo>
                    <a:pt x="35" y="2"/>
                  </a:lnTo>
                  <a:cubicBezTo>
                    <a:pt x="33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3" name="Google Shape;5963;p22"/>
            <p:cNvSpPr/>
            <p:nvPr/>
          </p:nvSpPr>
          <p:spPr>
            <a:xfrm>
              <a:off x="1797250" y="5299975"/>
              <a:ext cx="5875" cy="2200"/>
            </a:xfrm>
            <a:custGeom>
              <a:avLst/>
              <a:gdLst/>
              <a:ahLst/>
              <a:cxnLst/>
              <a:rect l="l" t="t" r="r" b="b"/>
              <a:pathLst>
                <a:path w="235" h="88" extrusionOk="0">
                  <a:moveTo>
                    <a:pt x="29" y="1"/>
                  </a:moveTo>
                  <a:cubicBezTo>
                    <a:pt x="17" y="1"/>
                    <a:pt x="6" y="9"/>
                    <a:pt x="3" y="22"/>
                  </a:cubicBezTo>
                  <a:cubicBezTo>
                    <a:pt x="1" y="36"/>
                    <a:pt x="10" y="49"/>
                    <a:pt x="25" y="52"/>
                  </a:cubicBezTo>
                  <a:lnTo>
                    <a:pt x="203" y="87"/>
                  </a:lnTo>
                  <a:lnTo>
                    <a:pt x="208" y="87"/>
                  </a:lnTo>
                  <a:cubicBezTo>
                    <a:pt x="220" y="87"/>
                    <a:pt x="231" y="79"/>
                    <a:pt x="232" y="67"/>
                  </a:cubicBezTo>
                  <a:cubicBezTo>
                    <a:pt x="235" y="52"/>
                    <a:pt x="227" y="39"/>
                    <a:pt x="212" y="36"/>
                  </a:cubicBezTo>
                  <a:lnTo>
                    <a:pt x="34" y="1"/>
                  </a:lnTo>
                  <a:cubicBezTo>
                    <a:pt x="33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4" name="Google Shape;5964;p22"/>
            <p:cNvSpPr/>
            <p:nvPr/>
          </p:nvSpPr>
          <p:spPr>
            <a:xfrm>
              <a:off x="1808725" y="5313625"/>
              <a:ext cx="22100" cy="3675"/>
            </a:xfrm>
            <a:custGeom>
              <a:avLst/>
              <a:gdLst/>
              <a:ahLst/>
              <a:cxnLst/>
              <a:rect l="l" t="t" r="r" b="b"/>
              <a:pathLst>
                <a:path w="884" h="147" extrusionOk="0">
                  <a:moveTo>
                    <a:pt x="28" y="1"/>
                  </a:moveTo>
                  <a:cubicBezTo>
                    <a:pt x="15" y="1"/>
                    <a:pt x="4" y="11"/>
                    <a:pt x="3" y="23"/>
                  </a:cubicBezTo>
                  <a:cubicBezTo>
                    <a:pt x="1" y="37"/>
                    <a:pt x="10" y="51"/>
                    <a:pt x="23" y="52"/>
                  </a:cubicBezTo>
                  <a:cubicBezTo>
                    <a:pt x="298" y="101"/>
                    <a:pt x="578" y="132"/>
                    <a:pt x="855" y="146"/>
                  </a:cubicBezTo>
                  <a:lnTo>
                    <a:pt x="856" y="146"/>
                  </a:lnTo>
                  <a:cubicBezTo>
                    <a:pt x="870" y="146"/>
                    <a:pt x="882" y="136"/>
                    <a:pt x="882" y="121"/>
                  </a:cubicBezTo>
                  <a:cubicBezTo>
                    <a:pt x="883" y="107"/>
                    <a:pt x="872" y="95"/>
                    <a:pt x="857" y="94"/>
                  </a:cubicBezTo>
                  <a:cubicBezTo>
                    <a:pt x="582" y="81"/>
                    <a:pt x="305" y="48"/>
                    <a:pt x="33" y="1"/>
                  </a:cubicBezTo>
                  <a:cubicBezTo>
                    <a:pt x="31" y="1"/>
                    <a:pt x="3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5" name="Google Shape;5965;p22"/>
            <p:cNvSpPr/>
            <p:nvPr/>
          </p:nvSpPr>
          <p:spPr>
            <a:xfrm>
              <a:off x="1656425" y="5255650"/>
              <a:ext cx="33600" cy="14450"/>
            </a:xfrm>
            <a:custGeom>
              <a:avLst/>
              <a:gdLst/>
              <a:ahLst/>
              <a:cxnLst/>
              <a:rect l="l" t="t" r="r" b="b"/>
              <a:pathLst>
                <a:path w="1344" h="578" extrusionOk="0">
                  <a:moveTo>
                    <a:pt x="29" y="1"/>
                  </a:moveTo>
                  <a:cubicBezTo>
                    <a:pt x="19" y="1"/>
                    <a:pt x="10" y="7"/>
                    <a:pt x="6" y="17"/>
                  </a:cubicBezTo>
                  <a:cubicBezTo>
                    <a:pt x="1" y="30"/>
                    <a:pt x="6" y="45"/>
                    <a:pt x="20" y="51"/>
                  </a:cubicBezTo>
                  <a:lnTo>
                    <a:pt x="1305" y="575"/>
                  </a:lnTo>
                  <a:cubicBezTo>
                    <a:pt x="1307" y="577"/>
                    <a:pt x="1310" y="578"/>
                    <a:pt x="1314" y="578"/>
                  </a:cubicBezTo>
                  <a:cubicBezTo>
                    <a:pt x="1323" y="578"/>
                    <a:pt x="1334" y="571"/>
                    <a:pt x="1338" y="562"/>
                  </a:cubicBezTo>
                  <a:cubicBezTo>
                    <a:pt x="1344" y="548"/>
                    <a:pt x="1337" y="534"/>
                    <a:pt x="1323" y="528"/>
                  </a:cubicBezTo>
                  <a:lnTo>
                    <a:pt x="40" y="4"/>
                  </a:lnTo>
                  <a:cubicBezTo>
                    <a:pt x="36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66" name="Google Shape;5966;p22"/>
          <p:cNvGrpSpPr/>
          <p:nvPr/>
        </p:nvGrpSpPr>
        <p:grpSpPr>
          <a:xfrm rot="-8892587" flipH="1">
            <a:off x="8110218" y="473264"/>
            <a:ext cx="2076946" cy="1991696"/>
            <a:chOff x="4664175" y="3416300"/>
            <a:chExt cx="497525" cy="477100"/>
          </a:xfrm>
        </p:grpSpPr>
        <p:sp>
          <p:nvSpPr>
            <p:cNvPr id="5967" name="Google Shape;5967;p22"/>
            <p:cNvSpPr/>
            <p:nvPr/>
          </p:nvSpPr>
          <p:spPr>
            <a:xfrm>
              <a:off x="4665550" y="3417575"/>
              <a:ext cx="494775" cy="474525"/>
            </a:xfrm>
            <a:custGeom>
              <a:avLst/>
              <a:gdLst/>
              <a:ahLst/>
              <a:cxnLst/>
              <a:rect l="l" t="t" r="r" b="b"/>
              <a:pathLst>
                <a:path w="19791" h="18981" extrusionOk="0">
                  <a:moveTo>
                    <a:pt x="5893" y="1"/>
                  </a:moveTo>
                  <a:cubicBezTo>
                    <a:pt x="5500" y="1240"/>
                    <a:pt x="5103" y="2524"/>
                    <a:pt x="5258" y="3815"/>
                  </a:cubicBezTo>
                  <a:cubicBezTo>
                    <a:pt x="5426" y="5215"/>
                    <a:pt x="6229" y="6461"/>
                    <a:pt x="7137" y="7543"/>
                  </a:cubicBezTo>
                  <a:cubicBezTo>
                    <a:pt x="8044" y="8623"/>
                    <a:pt x="9014" y="9639"/>
                    <a:pt x="9793" y="10816"/>
                  </a:cubicBezTo>
                  <a:cubicBezTo>
                    <a:pt x="8385" y="9343"/>
                    <a:pt x="6921" y="7829"/>
                    <a:pt x="5045" y="7029"/>
                  </a:cubicBezTo>
                  <a:cubicBezTo>
                    <a:pt x="3500" y="6370"/>
                    <a:pt x="1794" y="6192"/>
                    <a:pt x="113" y="6192"/>
                  </a:cubicBezTo>
                  <a:cubicBezTo>
                    <a:pt x="81" y="6192"/>
                    <a:pt x="50" y="6192"/>
                    <a:pt x="18" y="6192"/>
                  </a:cubicBezTo>
                  <a:cubicBezTo>
                    <a:pt x="876" y="7138"/>
                    <a:pt x="1248" y="8447"/>
                    <a:pt x="2106" y="9392"/>
                  </a:cubicBezTo>
                  <a:cubicBezTo>
                    <a:pt x="2956" y="10329"/>
                    <a:pt x="4199" y="10812"/>
                    <a:pt x="5433" y="11090"/>
                  </a:cubicBezTo>
                  <a:cubicBezTo>
                    <a:pt x="6667" y="11367"/>
                    <a:pt x="7850" y="11534"/>
                    <a:pt x="9068" y="11874"/>
                  </a:cubicBezTo>
                  <a:cubicBezTo>
                    <a:pt x="8891" y="11887"/>
                    <a:pt x="8714" y="11893"/>
                    <a:pt x="8537" y="11893"/>
                  </a:cubicBezTo>
                  <a:cubicBezTo>
                    <a:pt x="7535" y="11893"/>
                    <a:pt x="6534" y="11716"/>
                    <a:pt x="5531" y="11632"/>
                  </a:cubicBezTo>
                  <a:cubicBezTo>
                    <a:pt x="5235" y="11608"/>
                    <a:pt x="4935" y="11593"/>
                    <a:pt x="4634" y="11593"/>
                  </a:cubicBezTo>
                  <a:cubicBezTo>
                    <a:pt x="3739" y="11593"/>
                    <a:pt x="2846" y="11728"/>
                    <a:pt x="2074" y="12164"/>
                  </a:cubicBezTo>
                  <a:cubicBezTo>
                    <a:pt x="1214" y="12648"/>
                    <a:pt x="592" y="13391"/>
                    <a:pt x="0" y="14180"/>
                  </a:cubicBezTo>
                  <a:cubicBezTo>
                    <a:pt x="579" y="14973"/>
                    <a:pt x="1521" y="15457"/>
                    <a:pt x="2491" y="15592"/>
                  </a:cubicBezTo>
                  <a:cubicBezTo>
                    <a:pt x="2702" y="15621"/>
                    <a:pt x="2915" y="15635"/>
                    <a:pt x="3128" y="15635"/>
                  </a:cubicBezTo>
                  <a:cubicBezTo>
                    <a:pt x="3892" y="15635"/>
                    <a:pt x="4657" y="15454"/>
                    <a:pt x="5367" y="15164"/>
                  </a:cubicBezTo>
                  <a:cubicBezTo>
                    <a:pt x="7054" y="14476"/>
                    <a:pt x="8483" y="13187"/>
                    <a:pt x="10260" y="12789"/>
                  </a:cubicBezTo>
                  <a:lnTo>
                    <a:pt x="10260" y="12789"/>
                  </a:lnTo>
                  <a:cubicBezTo>
                    <a:pt x="9598" y="13189"/>
                    <a:pt x="9048" y="13773"/>
                    <a:pt x="8690" y="14457"/>
                  </a:cubicBezTo>
                  <a:cubicBezTo>
                    <a:pt x="7978" y="15816"/>
                    <a:pt x="7932" y="17451"/>
                    <a:pt x="8021" y="18980"/>
                  </a:cubicBezTo>
                  <a:cubicBezTo>
                    <a:pt x="9212" y="18510"/>
                    <a:pt x="10214" y="17576"/>
                    <a:pt x="10770" y="16422"/>
                  </a:cubicBezTo>
                  <a:cubicBezTo>
                    <a:pt x="11325" y="15266"/>
                    <a:pt x="11671" y="13996"/>
                    <a:pt x="11297" y="12772"/>
                  </a:cubicBezTo>
                  <a:lnTo>
                    <a:pt x="11297" y="12770"/>
                  </a:lnTo>
                  <a:cubicBezTo>
                    <a:pt x="12216" y="13761"/>
                    <a:pt x="13080" y="14605"/>
                    <a:pt x="14238" y="15302"/>
                  </a:cubicBezTo>
                  <a:cubicBezTo>
                    <a:pt x="15073" y="15805"/>
                    <a:pt x="16058" y="16144"/>
                    <a:pt x="17026" y="16144"/>
                  </a:cubicBezTo>
                  <a:cubicBezTo>
                    <a:pt x="17398" y="16144"/>
                    <a:pt x="17769" y="16094"/>
                    <a:pt x="18127" y="15983"/>
                  </a:cubicBezTo>
                  <a:cubicBezTo>
                    <a:pt x="17034" y="13743"/>
                    <a:pt x="14643" y="12103"/>
                    <a:pt x="12168" y="11823"/>
                  </a:cubicBezTo>
                  <a:cubicBezTo>
                    <a:pt x="13129" y="11451"/>
                    <a:pt x="14153" y="11270"/>
                    <a:pt x="15160" y="11036"/>
                  </a:cubicBezTo>
                  <a:cubicBezTo>
                    <a:pt x="16165" y="10802"/>
                    <a:pt x="17176" y="10505"/>
                    <a:pt x="18036" y="9935"/>
                  </a:cubicBezTo>
                  <a:cubicBezTo>
                    <a:pt x="18896" y="9363"/>
                    <a:pt x="19658" y="8523"/>
                    <a:pt x="19790" y="7499"/>
                  </a:cubicBezTo>
                  <a:cubicBezTo>
                    <a:pt x="19091" y="7236"/>
                    <a:pt x="18360" y="6969"/>
                    <a:pt x="17621" y="6969"/>
                  </a:cubicBezTo>
                  <a:cubicBezTo>
                    <a:pt x="17497" y="6969"/>
                    <a:pt x="17373" y="6976"/>
                    <a:pt x="17249" y="6992"/>
                  </a:cubicBezTo>
                  <a:cubicBezTo>
                    <a:pt x="16156" y="7135"/>
                    <a:pt x="15273" y="7923"/>
                    <a:pt x="14488" y="8697"/>
                  </a:cubicBezTo>
                  <a:cubicBezTo>
                    <a:pt x="13703" y="9469"/>
                    <a:pt x="12854" y="10309"/>
                    <a:pt x="11787" y="10583"/>
                  </a:cubicBezTo>
                  <a:cubicBezTo>
                    <a:pt x="12468" y="9839"/>
                    <a:pt x="13151" y="9094"/>
                    <a:pt x="13720" y="8262"/>
                  </a:cubicBezTo>
                  <a:cubicBezTo>
                    <a:pt x="14290" y="7431"/>
                    <a:pt x="14748" y="6505"/>
                    <a:pt x="14927" y="5514"/>
                  </a:cubicBezTo>
                  <a:cubicBezTo>
                    <a:pt x="15151" y="4276"/>
                    <a:pt x="15034" y="3040"/>
                    <a:pt x="14821" y="1802"/>
                  </a:cubicBezTo>
                  <a:cubicBezTo>
                    <a:pt x="13416" y="2218"/>
                    <a:pt x="12223" y="3295"/>
                    <a:pt x="11666" y="4650"/>
                  </a:cubicBezTo>
                  <a:cubicBezTo>
                    <a:pt x="10974" y="6333"/>
                    <a:pt x="11269" y="8238"/>
                    <a:pt x="11083" y="10049"/>
                  </a:cubicBezTo>
                  <a:cubicBezTo>
                    <a:pt x="10970" y="8808"/>
                    <a:pt x="10856" y="7563"/>
                    <a:pt x="10579" y="6349"/>
                  </a:cubicBezTo>
                  <a:cubicBezTo>
                    <a:pt x="10300" y="5134"/>
                    <a:pt x="9851" y="3944"/>
                    <a:pt x="9119" y="2935"/>
                  </a:cubicBezTo>
                  <a:cubicBezTo>
                    <a:pt x="8261" y="1751"/>
                    <a:pt x="7133" y="777"/>
                    <a:pt x="5893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8" name="Google Shape;5968;p22"/>
            <p:cNvSpPr/>
            <p:nvPr/>
          </p:nvSpPr>
          <p:spPr>
            <a:xfrm>
              <a:off x="4664175" y="3416300"/>
              <a:ext cx="497525" cy="477100"/>
            </a:xfrm>
            <a:custGeom>
              <a:avLst/>
              <a:gdLst/>
              <a:ahLst/>
              <a:cxnLst/>
              <a:rect l="l" t="t" r="r" b="b"/>
              <a:pathLst>
                <a:path w="19901" h="19084" extrusionOk="0">
                  <a:moveTo>
                    <a:pt x="5978" y="132"/>
                  </a:moveTo>
                  <a:cubicBezTo>
                    <a:pt x="7281" y="956"/>
                    <a:pt x="8343" y="1927"/>
                    <a:pt x="9132" y="3017"/>
                  </a:cubicBezTo>
                  <a:cubicBezTo>
                    <a:pt x="9785" y="3917"/>
                    <a:pt x="10273" y="5059"/>
                    <a:pt x="10583" y="6412"/>
                  </a:cubicBezTo>
                  <a:cubicBezTo>
                    <a:pt x="10861" y="7626"/>
                    <a:pt x="10975" y="8886"/>
                    <a:pt x="11087" y="10105"/>
                  </a:cubicBezTo>
                  <a:cubicBezTo>
                    <a:pt x="11090" y="10132"/>
                    <a:pt x="11113" y="10152"/>
                    <a:pt x="11138" y="10152"/>
                  </a:cubicBezTo>
                  <a:lnTo>
                    <a:pt x="11140" y="10152"/>
                  </a:lnTo>
                  <a:cubicBezTo>
                    <a:pt x="11165" y="10152"/>
                    <a:pt x="11188" y="10132"/>
                    <a:pt x="11191" y="10105"/>
                  </a:cubicBezTo>
                  <a:cubicBezTo>
                    <a:pt x="11251" y="9512"/>
                    <a:pt x="11261" y="8900"/>
                    <a:pt x="11270" y="8307"/>
                  </a:cubicBezTo>
                  <a:cubicBezTo>
                    <a:pt x="11288" y="7097"/>
                    <a:pt x="11308" y="5845"/>
                    <a:pt x="11769" y="4721"/>
                  </a:cubicBezTo>
                  <a:cubicBezTo>
                    <a:pt x="12317" y="3389"/>
                    <a:pt x="13460" y="2345"/>
                    <a:pt x="14834" y="1919"/>
                  </a:cubicBezTo>
                  <a:cubicBezTo>
                    <a:pt x="15017" y="2991"/>
                    <a:pt x="15167" y="4256"/>
                    <a:pt x="14931" y="5555"/>
                  </a:cubicBezTo>
                  <a:cubicBezTo>
                    <a:pt x="14771" y="6441"/>
                    <a:pt x="14368" y="7358"/>
                    <a:pt x="13733" y="8284"/>
                  </a:cubicBezTo>
                  <a:cubicBezTo>
                    <a:pt x="13164" y="9114"/>
                    <a:pt x="12473" y="9868"/>
                    <a:pt x="11803" y="10599"/>
                  </a:cubicBezTo>
                  <a:cubicBezTo>
                    <a:pt x="11788" y="10616"/>
                    <a:pt x="11785" y="10641"/>
                    <a:pt x="11797" y="10661"/>
                  </a:cubicBezTo>
                  <a:cubicBezTo>
                    <a:pt x="11807" y="10677"/>
                    <a:pt x="11823" y="10686"/>
                    <a:pt x="11840" y="10686"/>
                  </a:cubicBezTo>
                  <a:cubicBezTo>
                    <a:pt x="11845" y="10686"/>
                    <a:pt x="11849" y="10685"/>
                    <a:pt x="11854" y="10684"/>
                  </a:cubicBezTo>
                  <a:cubicBezTo>
                    <a:pt x="12932" y="10408"/>
                    <a:pt x="13803" y="9550"/>
                    <a:pt x="14580" y="8784"/>
                  </a:cubicBezTo>
                  <a:cubicBezTo>
                    <a:pt x="15333" y="8042"/>
                    <a:pt x="16228" y="7237"/>
                    <a:pt x="17311" y="7094"/>
                  </a:cubicBezTo>
                  <a:cubicBezTo>
                    <a:pt x="17432" y="7079"/>
                    <a:pt x="17554" y="7071"/>
                    <a:pt x="17675" y="7071"/>
                  </a:cubicBezTo>
                  <a:cubicBezTo>
                    <a:pt x="18410" y="7071"/>
                    <a:pt x="19136" y="7338"/>
                    <a:pt x="19789" y="7584"/>
                  </a:cubicBezTo>
                  <a:cubicBezTo>
                    <a:pt x="19618" y="8751"/>
                    <a:pt x="18636" y="9560"/>
                    <a:pt x="18063" y="9942"/>
                  </a:cubicBezTo>
                  <a:cubicBezTo>
                    <a:pt x="17188" y="10522"/>
                    <a:pt x="16171" y="10812"/>
                    <a:pt x="15202" y="11036"/>
                  </a:cubicBezTo>
                  <a:cubicBezTo>
                    <a:pt x="14984" y="11087"/>
                    <a:pt x="14764" y="11136"/>
                    <a:pt x="14545" y="11184"/>
                  </a:cubicBezTo>
                  <a:cubicBezTo>
                    <a:pt x="13766" y="11356"/>
                    <a:pt x="12960" y="11534"/>
                    <a:pt x="12204" y="11826"/>
                  </a:cubicBezTo>
                  <a:cubicBezTo>
                    <a:pt x="12181" y="11835"/>
                    <a:pt x="12167" y="11858"/>
                    <a:pt x="12170" y="11881"/>
                  </a:cubicBezTo>
                  <a:cubicBezTo>
                    <a:pt x="12174" y="11905"/>
                    <a:pt x="12193" y="11924"/>
                    <a:pt x="12216" y="11927"/>
                  </a:cubicBezTo>
                  <a:cubicBezTo>
                    <a:pt x="14666" y="12203"/>
                    <a:pt x="17025" y="13839"/>
                    <a:pt x="18110" y="16002"/>
                  </a:cubicBezTo>
                  <a:cubicBezTo>
                    <a:pt x="17784" y="16096"/>
                    <a:pt x="17438" y="16143"/>
                    <a:pt x="17080" y="16143"/>
                  </a:cubicBezTo>
                  <a:cubicBezTo>
                    <a:pt x="16192" y="16143"/>
                    <a:pt x="15231" y="15857"/>
                    <a:pt x="14319" y="15309"/>
                  </a:cubicBezTo>
                  <a:cubicBezTo>
                    <a:pt x="13213" y="14644"/>
                    <a:pt x="12379" y="13851"/>
                    <a:pt x="11390" y="12786"/>
                  </a:cubicBezTo>
                  <a:cubicBezTo>
                    <a:pt x="11379" y="12776"/>
                    <a:pt x="11365" y="12770"/>
                    <a:pt x="11351" y="12770"/>
                  </a:cubicBezTo>
                  <a:cubicBezTo>
                    <a:pt x="11343" y="12770"/>
                    <a:pt x="11334" y="12772"/>
                    <a:pt x="11325" y="12777"/>
                  </a:cubicBezTo>
                  <a:cubicBezTo>
                    <a:pt x="11305" y="12789"/>
                    <a:pt x="11296" y="12815"/>
                    <a:pt x="11302" y="12838"/>
                  </a:cubicBezTo>
                  <a:cubicBezTo>
                    <a:pt x="11620" y="13875"/>
                    <a:pt x="11448" y="15057"/>
                    <a:pt x="10778" y="16450"/>
                  </a:cubicBezTo>
                  <a:cubicBezTo>
                    <a:pt x="10238" y="17572"/>
                    <a:pt x="9274" y="18481"/>
                    <a:pt x="8123" y="18957"/>
                  </a:cubicBezTo>
                  <a:cubicBezTo>
                    <a:pt x="8049" y="17613"/>
                    <a:pt x="8067" y="15914"/>
                    <a:pt x="8791" y="14533"/>
                  </a:cubicBezTo>
                  <a:cubicBezTo>
                    <a:pt x="9147" y="13852"/>
                    <a:pt x="9684" y="13282"/>
                    <a:pt x="10342" y="12885"/>
                  </a:cubicBezTo>
                  <a:cubicBezTo>
                    <a:pt x="10363" y="12871"/>
                    <a:pt x="10373" y="12844"/>
                    <a:pt x="10363" y="12820"/>
                  </a:cubicBezTo>
                  <a:cubicBezTo>
                    <a:pt x="10355" y="12801"/>
                    <a:pt x="10335" y="12788"/>
                    <a:pt x="10315" y="12788"/>
                  </a:cubicBezTo>
                  <a:cubicBezTo>
                    <a:pt x="10311" y="12788"/>
                    <a:pt x="10307" y="12789"/>
                    <a:pt x="10304" y="12789"/>
                  </a:cubicBezTo>
                  <a:cubicBezTo>
                    <a:pt x="9241" y="13027"/>
                    <a:pt x="8289" y="13590"/>
                    <a:pt x="7369" y="14132"/>
                  </a:cubicBezTo>
                  <a:cubicBezTo>
                    <a:pt x="6738" y="14504"/>
                    <a:pt x="6085" y="14889"/>
                    <a:pt x="5402" y="15168"/>
                  </a:cubicBezTo>
                  <a:cubicBezTo>
                    <a:pt x="4644" y="15477"/>
                    <a:pt x="3884" y="15634"/>
                    <a:pt x="3172" y="15634"/>
                  </a:cubicBezTo>
                  <a:cubicBezTo>
                    <a:pt x="2962" y="15634"/>
                    <a:pt x="2755" y="15620"/>
                    <a:pt x="2554" y="15593"/>
                  </a:cubicBezTo>
                  <a:cubicBezTo>
                    <a:pt x="1549" y="15453"/>
                    <a:pt x="665" y="14958"/>
                    <a:pt x="120" y="14233"/>
                  </a:cubicBezTo>
                  <a:cubicBezTo>
                    <a:pt x="645" y="13533"/>
                    <a:pt x="1278" y="12753"/>
                    <a:pt x="2154" y="12259"/>
                  </a:cubicBezTo>
                  <a:cubicBezTo>
                    <a:pt x="2955" y="11809"/>
                    <a:pt x="3882" y="11695"/>
                    <a:pt x="4687" y="11695"/>
                  </a:cubicBezTo>
                  <a:cubicBezTo>
                    <a:pt x="5010" y="11695"/>
                    <a:pt x="5314" y="11713"/>
                    <a:pt x="5582" y="11736"/>
                  </a:cubicBezTo>
                  <a:cubicBezTo>
                    <a:pt x="5929" y="11764"/>
                    <a:pt x="6282" y="11806"/>
                    <a:pt x="6623" y="11845"/>
                  </a:cubicBezTo>
                  <a:cubicBezTo>
                    <a:pt x="7270" y="11919"/>
                    <a:pt x="7934" y="11996"/>
                    <a:pt x="8597" y="11996"/>
                  </a:cubicBezTo>
                  <a:cubicBezTo>
                    <a:pt x="8774" y="11996"/>
                    <a:pt x="8951" y="11990"/>
                    <a:pt x="9127" y="11978"/>
                  </a:cubicBezTo>
                  <a:cubicBezTo>
                    <a:pt x="9153" y="11975"/>
                    <a:pt x="9173" y="11956"/>
                    <a:pt x="9175" y="11931"/>
                  </a:cubicBezTo>
                  <a:cubicBezTo>
                    <a:pt x="9178" y="11907"/>
                    <a:pt x="9162" y="11882"/>
                    <a:pt x="9138" y="11876"/>
                  </a:cubicBezTo>
                  <a:cubicBezTo>
                    <a:pt x="8378" y="11663"/>
                    <a:pt x="7615" y="11515"/>
                    <a:pt x="6878" y="11373"/>
                  </a:cubicBezTo>
                  <a:cubicBezTo>
                    <a:pt x="6428" y="11285"/>
                    <a:pt x="5964" y="11195"/>
                    <a:pt x="5499" y="11090"/>
                  </a:cubicBezTo>
                  <a:cubicBezTo>
                    <a:pt x="4000" y="10754"/>
                    <a:pt x="2921" y="10203"/>
                    <a:pt x="2200" y="9410"/>
                  </a:cubicBezTo>
                  <a:cubicBezTo>
                    <a:pt x="1775" y="8940"/>
                    <a:pt x="1463" y="8370"/>
                    <a:pt x="1163" y="7818"/>
                  </a:cubicBezTo>
                  <a:cubicBezTo>
                    <a:pt x="876" y="7295"/>
                    <a:pt x="581" y="6754"/>
                    <a:pt x="187" y="6295"/>
                  </a:cubicBezTo>
                  <a:lnTo>
                    <a:pt x="187" y="6295"/>
                  </a:lnTo>
                  <a:cubicBezTo>
                    <a:pt x="2197" y="6297"/>
                    <a:pt x="3755" y="6563"/>
                    <a:pt x="5080" y="7128"/>
                  </a:cubicBezTo>
                  <a:cubicBezTo>
                    <a:pt x="6976" y="7938"/>
                    <a:pt x="8483" y="9513"/>
                    <a:pt x="9812" y="10903"/>
                  </a:cubicBezTo>
                  <a:cubicBezTo>
                    <a:pt x="9821" y="10914"/>
                    <a:pt x="9835" y="10919"/>
                    <a:pt x="9849" y="10919"/>
                  </a:cubicBezTo>
                  <a:cubicBezTo>
                    <a:pt x="9860" y="10919"/>
                    <a:pt x="9871" y="10916"/>
                    <a:pt x="9880" y="10908"/>
                  </a:cubicBezTo>
                  <a:cubicBezTo>
                    <a:pt x="9902" y="10891"/>
                    <a:pt x="9907" y="10861"/>
                    <a:pt x="9892" y="10838"/>
                  </a:cubicBezTo>
                  <a:cubicBezTo>
                    <a:pt x="9317" y="9969"/>
                    <a:pt x="8627" y="9176"/>
                    <a:pt x="7959" y="8407"/>
                  </a:cubicBezTo>
                  <a:cubicBezTo>
                    <a:pt x="7720" y="8130"/>
                    <a:pt x="7472" y="7845"/>
                    <a:pt x="7233" y="7560"/>
                  </a:cubicBezTo>
                  <a:cubicBezTo>
                    <a:pt x="6099" y="6211"/>
                    <a:pt x="5505" y="5035"/>
                    <a:pt x="5365" y="3859"/>
                  </a:cubicBezTo>
                  <a:cubicBezTo>
                    <a:pt x="5212" y="2581"/>
                    <a:pt x="5613" y="1283"/>
                    <a:pt x="5978" y="132"/>
                  </a:cubicBezTo>
                  <a:close/>
                  <a:moveTo>
                    <a:pt x="5948" y="0"/>
                  </a:moveTo>
                  <a:cubicBezTo>
                    <a:pt x="5942" y="0"/>
                    <a:pt x="5936" y="1"/>
                    <a:pt x="5930" y="3"/>
                  </a:cubicBezTo>
                  <a:cubicBezTo>
                    <a:pt x="5916" y="9"/>
                    <a:pt x="5904" y="22"/>
                    <a:pt x="5898" y="37"/>
                  </a:cubicBezTo>
                  <a:cubicBezTo>
                    <a:pt x="5526" y="1214"/>
                    <a:pt x="5103" y="2547"/>
                    <a:pt x="5262" y="3871"/>
                  </a:cubicBezTo>
                  <a:cubicBezTo>
                    <a:pt x="5406" y="5067"/>
                    <a:pt x="6006" y="6260"/>
                    <a:pt x="7153" y="7627"/>
                  </a:cubicBezTo>
                  <a:cubicBezTo>
                    <a:pt x="7393" y="7912"/>
                    <a:pt x="7640" y="8199"/>
                    <a:pt x="7881" y="8475"/>
                  </a:cubicBezTo>
                  <a:cubicBezTo>
                    <a:pt x="8403" y="9075"/>
                    <a:pt x="8939" y="9692"/>
                    <a:pt x="9420" y="10346"/>
                  </a:cubicBezTo>
                  <a:cubicBezTo>
                    <a:pt x="8199" y="9081"/>
                    <a:pt x="6817" y="7756"/>
                    <a:pt x="5121" y="7033"/>
                  </a:cubicBezTo>
                  <a:cubicBezTo>
                    <a:pt x="3773" y="6457"/>
                    <a:pt x="2191" y="6192"/>
                    <a:pt x="150" y="6192"/>
                  </a:cubicBezTo>
                  <a:cubicBezTo>
                    <a:pt x="124" y="6192"/>
                    <a:pt x="99" y="6192"/>
                    <a:pt x="73" y="6192"/>
                  </a:cubicBezTo>
                  <a:cubicBezTo>
                    <a:pt x="53" y="6192"/>
                    <a:pt x="34" y="6204"/>
                    <a:pt x="26" y="6223"/>
                  </a:cubicBezTo>
                  <a:cubicBezTo>
                    <a:pt x="18" y="6241"/>
                    <a:pt x="20" y="6263"/>
                    <a:pt x="34" y="6278"/>
                  </a:cubicBezTo>
                  <a:cubicBezTo>
                    <a:pt x="459" y="6746"/>
                    <a:pt x="770" y="7316"/>
                    <a:pt x="1071" y="7868"/>
                  </a:cubicBezTo>
                  <a:cubicBezTo>
                    <a:pt x="1375" y="8425"/>
                    <a:pt x="1690" y="9001"/>
                    <a:pt x="2123" y="9478"/>
                  </a:cubicBezTo>
                  <a:cubicBezTo>
                    <a:pt x="2859" y="10290"/>
                    <a:pt x="3956" y="10849"/>
                    <a:pt x="5476" y="11191"/>
                  </a:cubicBezTo>
                  <a:cubicBezTo>
                    <a:pt x="5943" y="11296"/>
                    <a:pt x="6408" y="11386"/>
                    <a:pt x="6857" y="11473"/>
                  </a:cubicBezTo>
                  <a:cubicBezTo>
                    <a:pt x="7488" y="11597"/>
                    <a:pt x="8138" y="11722"/>
                    <a:pt x="8789" y="11889"/>
                  </a:cubicBezTo>
                  <a:cubicBezTo>
                    <a:pt x="8724" y="11891"/>
                    <a:pt x="8658" y="11891"/>
                    <a:pt x="8593" y="11891"/>
                  </a:cubicBezTo>
                  <a:cubicBezTo>
                    <a:pt x="7936" y="11891"/>
                    <a:pt x="7278" y="11816"/>
                    <a:pt x="6635" y="11741"/>
                  </a:cubicBezTo>
                  <a:cubicBezTo>
                    <a:pt x="6294" y="11702"/>
                    <a:pt x="5939" y="11660"/>
                    <a:pt x="5590" y="11632"/>
                  </a:cubicBezTo>
                  <a:cubicBezTo>
                    <a:pt x="5320" y="11610"/>
                    <a:pt x="5013" y="11591"/>
                    <a:pt x="4686" y="11591"/>
                  </a:cubicBezTo>
                  <a:cubicBezTo>
                    <a:pt x="3868" y="11591"/>
                    <a:pt x="2922" y="11708"/>
                    <a:pt x="2104" y="12169"/>
                  </a:cubicBezTo>
                  <a:cubicBezTo>
                    <a:pt x="1196" y="12680"/>
                    <a:pt x="551" y="13486"/>
                    <a:pt x="15" y="14200"/>
                  </a:cubicBezTo>
                  <a:cubicBezTo>
                    <a:pt x="2" y="14219"/>
                    <a:pt x="0" y="14243"/>
                    <a:pt x="14" y="14262"/>
                  </a:cubicBezTo>
                  <a:cubicBezTo>
                    <a:pt x="573" y="15028"/>
                    <a:pt x="1494" y="15550"/>
                    <a:pt x="2539" y="15695"/>
                  </a:cubicBezTo>
                  <a:cubicBezTo>
                    <a:pt x="2745" y="15724"/>
                    <a:pt x="2957" y="15738"/>
                    <a:pt x="3174" y="15738"/>
                  </a:cubicBezTo>
                  <a:cubicBezTo>
                    <a:pt x="3899" y="15738"/>
                    <a:pt x="4672" y="15577"/>
                    <a:pt x="5441" y="15263"/>
                  </a:cubicBezTo>
                  <a:cubicBezTo>
                    <a:pt x="6131" y="14982"/>
                    <a:pt x="6787" y="14596"/>
                    <a:pt x="7421" y="14222"/>
                  </a:cubicBezTo>
                  <a:cubicBezTo>
                    <a:pt x="8247" y="13735"/>
                    <a:pt x="9099" y="13232"/>
                    <a:pt x="10026" y="12967"/>
                  </a:cubicBezTo>
                  <a:lnTo>
                    <a:pt x="10026" y="12967"/>
                  </a:lnTo>
                  <a:cubicBezTo>
                    <a:pt x="9471" y="13360"/>
                    <a:pt x="9015" y="13880"/>
                    <a:pt x="8698" y="14484"/>
                  </a:cubicBezTo>
                  <a:cubicBezTo>
                    <a:pt x="7950" y="15914"/>
                    <a:pt x="7944" y="17667"/>
                    <a:pt x="8024" y="19035"/>
                  </a:cubicBezTo>
                  <a:cubicBezTo>
                    <a:pt x="8025" y="19052"/>
                    <a:pt x="8033" y="19066"/>
                    <a:pt x="8048" y="19076"/>
                  </a:cubicBezTo>
                  <a:cubicBezTo>
                    <a:pt x="8056" y="19081"/>
                    <a:pt x="8066" y="19084"/>
                    <a:pt x="8075" y="19084"/>
                  </a:cubicBezTo>
                  <a:cubicBezTo>
                    <a:pt x="8082" y="19084"/>
                    <a:pt x="8088" y="19083"/>
                    <a:pt x="8095" y="19080"/>
                  </a:cubicBezTo>
                  <a:cubicBezTo>
                    <a:pt x="9298" y="18604"/>
                    <a:pt x="10310" y="17661"/>
                    <a:pt x="10872" y="16494"/>
                  </a:cubicBezTo>
                  <a:cubicBezTo>
                    <a:pt x="11510" y="15168"/>
                    <a:pt x="11702" y="14024"/>
                    <a:pt x="11457" y="13011"/>
                  </a:cubicBezTo>
                  <a:lnTo>
                    <a:pt x="11457" y="13011"/>
                  </a:lnTo>
                  <a:cubicBezTo>
                    <a:pt x="12391" y="14005"/>
                    <a:pt x="13203" y="14759"/>
                    <a:pt x="14266" y="15398"/>
                  </a:cubicBezTo>
                  <a:cubicBezTo>
                    <a:pt x="15194" y="15956"/>
                    <a:pt x="16175" y="16246"/>
                    <a:pt x="17082" y="16246"/>
                  </a:cubicBezTo>
                  <a:cubicBezTo>
                    <a:pt x="17471" y="16246"/>
                    <a:pt x="17847" y="16193"/>
                    <a:pt x="18198" y="16084"/>
                  </a:cubicBezTo>
                  <a:cubicBezTo>
                    <a:pt x="18212" y="16080"/>
                    <a:pt x="18224" y="16069"/>
                    <a:pt x="18231" y="16054"/>
                  </a:cubicBezTo>
                  <a:cubicBezTo>
                    <a:pt x="18236" y="16041"/>
                    <a:pt x="18236" y="16025"/>
                    <a:pt x="18229" y="16011"/>
                  </a:cubicBezTo>
                  <a:cubicBezTo>
                    <a:pt x="17173" y="13851"/>
                    <a:pt x="14865" y="12200"/>
                    <a:pt x="12436" y="11850"/>
                  </a:cubicBezTo>
                  <a:cubicBezTo>
                    <a:pt x="13129" y="11603"/>
                    <a:pt x="13858" y="11441"/>
                    <a:pt x="14567" y="11285"/>
                  </a:cubicBezTo>
                  <a:cubicBezTo>
                    <a:pt x="14787" y="11237"/>
                    <a:pt x="15007" y="11188"/>
                    <a:pt x="15227" y="11137"/>
                  </a:cubicBezTo>
                  <a:cubicBezTo>
                    <a:pt x="16205" y="10910"/>
                    <a:pt x="17231" y="10618"/>
                    <a:pt x="18119" y="10029"/>
                  </a:cubicBezTo>
                  <a:cubicBezTo>
                    <a:pt x="18715" y="9633"/>
                    <a:pt x="19738" y="8785"/>
                    <a:pt x="19898" y="7557"/>
                  </a:cubicBezTo>
                  <a:cubicBezTo>
                    <a:pt x="19900" y="7533"/>
                    <a:pt x="19887" y="7510"/>
                    <a:pt x="19864" y="7502"/>
                  </a:cubicBezTo>
                  <a:cubicBezTo>
                    <a:pt x="19192" y="7250"/>
                    <a:pt x="18444" y="6968"/>
                    <a:pt x="17676" y="6968"/>
                  </a:cubicBezTo>
                  <a:cubicBezTo>
                    <a:pt x="17550" y="6968"/>
                    <a:pt x="17424" y="6976"/>
                    <a:pt x="17297" y="6992"/>
                  </a:cubicBezTo>
                  <a:cubicBezTo>
                    <a:pt x="16182" y="7139"/>
                    <a:pt x="15272" y="7955"/>
                    <a:pt x="14499" y="8718"/>
                  </a:cubicBezTo>
                  <a:cubicBezTo>
                    <a:pt x="13748" y="9458"/>
                    <a:pt x="12972" y="10224"/>
                    <a:pt x="12005" y="10533"/>
                  </a:cubicBezTo>
                  <a:cubicBezTo>
                    <a:pt x="12637" y="9843"/>
                    <a:pt x="13281" y="9127"/>
                    <a:pt x="13818" y="8343"/>
                  </a:cubicBezTo>
                  <a:cubicBezTo>
                    <a:pt x="14461" y="7404"/>
                    <a:pt x="14870" y="6473"/>
                    <a:pt x="15033" y="5574"/>
                  </a:cubicBezTo>
                  <a:cubicBezTo>
                    <a:pt x="15276" y="4234"/>
                    <a:pt x="15115" y="2937"/>
                    <a:pt x="14927" y="1844"/>
                  </a:cubicBezTo>
                  <a:cubicBezTo>
                    <a:pt x="14924" y="1830"/>
                    <a:pt x="14916" y="1817"/>
                    <a:pt x="14902" y="1809"/>
                  </a:cubicBezTo>
                  <a:cubicBezTo>
                    <a:pt x="14895" y="1803"/>
                    <a:pt x="14885" y="1801"/>
                    <a:pt x="14876" y="1801"/>
                  </a:cubicBezTo>
                  <a:cubicBezTo>
                    <a:pt x="14871" y="1801"/>
                    <a:pt x="14866" y="1802"/>
                    <a:pt x="14861" y="1803"/>
                  </a:cubicBezTo>
                  <a:cubicBezTo>
                    <a:pt x="13432" y="2227"/>
                    <a:pt x="12240" y="3303"/>
                    <a:pt x="11674" y="4681"/>
                  </a:cubicBezTo>
                  <a:cubicBezTo>
                    <a:pt x="11204" y="5824"/>
                    <a:pt x="11185" y="7085"/>
                    <a:pt x="11166" y="8305"/>
                  </a:cubicBezTo>
                  <a:cubicBezTo>
                    <a:pt x="11160" y="8693"/>
                    <a:pt x="11154" y="9088"/>
                    <a:pt x="11134" y="9480"/>
                  </a:cubicBezTo>
                  <a:cubicBezTo>
                    <a:pt x="11036" y="8452"/>
                    <a:pt x="10916" y="7405"/>
                    <a:pt x="10684" y="6388"/>
                  </a:cubicBezTo>
                  <a:cubicBezTo>
                    <a:pt x="10371" y="5023"/>
                    <a:pt x="9878" y="3867"/>
                    <a:pt x="9217" y="2956"/>
                  </a:cubicBezTo>
                  <a:cubicBezTo>
                    <a:pt x="8407" y="1838"/>
                    <a:pt x="7316" y="847"/>
                    <a:pt x="5976" y="9"/>
                  </a:cubicBezTo>
                  <a:cubicBezTo>
                    <a:pt x="5967" y="3"/>
                    <a:pt x="5958" y="0"/>
                    <a:pt x="594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9" name="Google Shape;5969;p22"/>
            <p:cNvSpPr/>
            <p:nvPr/>
          </p:nvSpPr>
          <p:spPr>
            <a:xfrm>
              <a:off x="4812325" y="3417150"/>
              <a:ext cx="347950" cy="290700"/>
            </a:xfrm>
            <a:custGeom>
              <a:avLst/>
              <a:gdLst/>
              <a:ahLst/>
              <a:cxnLst/>
              <a:rect l="l" t="t" r="r" b="b"/>
              <a:pathLst>
                <a:path w="13918" h="11628" extrusionOk="0">
                  <a:moveTo>
                    <a:pt x="30" y="1"/>
                  </a:moveTo>
                  <a:cubicBezTo>
                    <a:pt x="27" y="1"/>
                    <a:pt x="24" y="2"/>
                    <a:pt x="21" y="3"/>
                  </a:cubicBezTo>
                  <a:cubicBezTo>
                    <a:pt x="7" y="8"/>
                    <a:pt x="0" y="23"/>
                    <a:pt x="6" y="36"/>
                  </a:cubicBezTo>
                  <a:cubicBezTo>
                    <a:pt x="1375" y="3616"/>
                    <a:pt x="3001" y="7403"/>
                    <a:pt x="4975" y="11613"/>
                  </a:cubicBezTo>
                  <a:cubicBezTo>
                    <a:pt x="4979" y="11621"/>
                    <a:pt x="4989" y="11628"/>
                    <a:pt x="4998" y="11628"/>
                  </a:cubicBezTo>
                  <a:cubicBezTo>
                    <a:pt x="5000" y="11628"/>
                    <a:pt x="5001" y="11628"/>
                    <a:pt x="5002" y="11626"/>
                  </a:cubicBezTo>
                  <a:cubicBezTo>
                    <a:pt x="6625" y="11364"/>
                    <a:pt x="8106" y="10554"/>
                    <a:pt x="9537" y="9770"/>
                  </a:cubicBezTo>
                  <a:cubicBezTo>
                    <a:pt x="9801" y="9626"/>
                    <a:pt x="10065" y="9479"/>
                    <a:pt x="10327" y="9333"/>
                  </a:cubicBezTo>
                  <a:cubicBezTo>
                    <a:pt x="11469" y="8696"/>
                    <a:pt x="12651" y="8037"/>
                    <a:pt x="13898" y="7589"/>
                  </a:cubicBezTo>
                  <a:cubicBezTo>
                    <a:pt x="13911" y="7585"/>
                    <a:pt x="13918" y="7570"/>
                    <a:pt x="13914" y="7557"/>
                  </a:cubicBezTo>
                  <a:cubicBezTo>
                    <a:pt x="13910" y="7546"/>
                    <a:pt x="13899" y="7539"/>
                    <a:pt x="13889" y="7539"/>
                  </a:cubicBezTo>
                  <a:cubicBezTo>
                    <a:pt x="13886" y="7539"/>
                    <a:pt x="13883" y="7540"/>
                    <a:pt x="13880" y="7541"/>
                  </a:cubicBezTo>
                  <a:cubicBezTo>
                    <a:pt x="12629" y="7990"/>
                    <a:pt x="11445" y="8649"/>
                    <a:pt x="10302" y="9288"/>
                  </a:cubicBezTo>
                  <a:cubicBezTo>
                    <a:pt x="10039" y="9435"/>
                    <a:pt x="9777" y="9582"/>
                    <a:pt x="9513" y="9725"/>
                  </a:cubicBezTo>
                  <a:cubicBezTo>
                    <a:pt x="8090" y="10503"/>
                    <a:pt x="6619" y="11308"/>
                    <a:pt x="5014" y="11573"/>
                  </a:cubicBezTo>
                  <a:cubicBezTo>
                    <a:pt x="3044" y="7373"/>
                    <a:pt x="1421" y="3592"/>
                    <a:pt x="54" y="18"/>
                  </a:cubicBezTo>
                  <a:cubicBezTo>
                    <a:pt x="50" y="7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0" name="Google Shape;5970;p22"/>
            <p:cNvSpPr/>
            <p:nvPr/>
          </p:nvSpPr>
          <p:spPr>
            <a:xfrm>
              <a:off x="4864625" y="3706500"/>
              <a:ext cx="73375" cy="186000"/>
            </a:xfrm>
            <a:custGeom>
              <a:avLst/>
              <a:gdLst/>
              <a:ahLst/>
              <a:cxnLst/>
              <a:rect l="l" t="t" r="r" b="b"/>
              <a:pathLst>
                <a:path w="2935" h="7440" extrusionOk="0">
                  <a:moveTo>
                    <a:pt x="2907" y="1"/>
                  </a:moveTo>
                  <a:cubicBezTo>
                    <a:pt x="2894" y="1"/>
                    <a:pt x="2883" y="10"/>
                    <a:pt x="2881" y="23"/>
                  </a:cubicBezTo>
                  <a:cubicBezTo>
                    <a:pt x="2431" y="2626"/>
                    <a:pt x="1437" y="5177"/>
                    <a:pt x="8" y="7399"/>
                  </a:cubicBezTo>
                  <a:cubicBezTo>
                    <a:pt x="0" y="7411"/>
                    <a:pt x="4" y="7427"/>
                    <a:pt x="17" y="7436"/>
                  </a:cubicBezTo>
                  <a:cubicBezTo>
                    <a:pt x="21" y="7438"/>
                    <a:pt x="25" y="7440"/>
                    <a:pt x="30" y="7440"/>
                  </a:cubicBezTo>
                  <a:cubicBezTo>
                    <a:pt x="39" y="7440"/>
                    <a:pt x="48" y="7436"/>
                    <a:pt x="52" y="7427"/>
                  </a:cubicBezTo>
                  <a:cubicBezTo>
                    <a:pt x="1486" y="5200"/>
                    <a:pt x="2481" y="2642"/>
                    <a:pt x="2932" y="31"/>
                  </a:cubicBezTo>
                  <a:cubicBezTo>
                    <a:pt x="2935" y="17"/>
                    <a:pt x="2925" y="4"/>
                    <a:pt x="2912" y="1"/>
                  </a:cubicBezTo>
                  <a:cubicBezTo>
                    <a:pt x="2910" y="1"/>
                    <a:pt x="2908" y="1"/>
                    <a:pt x="290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1" name="Google Shape;5971;p22"/>
            <p:cNvSpPr/>
            <p:nvPr/>
          </p:nvSpPr>
          <p:spPr>
            <a:xfrm>
              <a:off x="4936575" y="3706525"/>
              <a:ext cx="182900" cy="111275"/>
            </a:xfrm>
            <a:custGeom>
              <a:avLst/>
              <a:gdLst/>
              <a:ahLst/>
              <a:cxnLst/>
              <a:rect l="l" t="t" r="r" b="b"/>
              <a:pathLst>
                <a:path w="7316" h="4451" extrusionOk="0">
                  <a:moveTo>
                    <a:pt x="29" y="1"/>
                  </a:moveTo>
                  <a:cubicBezTo>
                    <a:pt x="21" y="1"/>
                    <a:pt x="14" y="4"/>
                    <a:pt x="9" y="10"/>
                  </a:cubicBezTo>
                  <a:cubicBezTo>
                    <a:pt x="0" y="20"/>
                    <a:pt x="1" y="37"/>
                    <a:pt x="12" y="46"/>
                  </a:cubicBezTo>
                  <a:cubicBezTo>
                    <a:pt x="1144" y="976"/>
                    <a:pt x="2292" y="1833"/>
                    <a:pt x="3427" y="2591"/>
                  </a:cubicBezTo>
                  <a:cubicBezTo>
                    <a:pt x="4658" y="3416"/>
                    <a:pt x="5991" y="4059"/>
                    <a:pt x="7280" y="4449"/>
                  </a:cubicBezTo>
                  <a:cubicBezTo>
                    <a:pt x="7282" y="4451"/>
                    <a:pt x="7284" y="4451"/>
                    <a:pt x="7286" y="4451"/>
                  </a:cubicBezTo>
                  <a:cubicBezTo>
                    <a:pt x="7298" y="4451"/>
                    <a:pt x="7308" y="4444"/>
                    <a:pt x="7312" y="4433"/>
                  </a:cubicBezTo>
                  <a:cubicBezTo>
                    <a:pt x="7316" y="4418"/>
                    <a:pt x="7308" y="4405"/>
                    <a:pt x="7294" y="4401"/>
                  </a:cubicBezTo>
                  <a:cubicBezTo>
                    <a:pt x="6010" y="4011"/>
                    <a:pt x="4683" y="3370"/>
                    <a:pt x="3455" y="2548"/>
                  </a:cubicBezTo>
                  <a:cubicBezTo>
                    <a:pt x="2322" y="1791"/>
                    <a:pt x="1175" y="935"/>
                    <a:pt x="46" y="6"/>
                  </a:cubicBezTo>
                  <a:cubicBezTo>
                    <a:pt x="41" y="2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2" name="Google Shape;5972;p22"/>
            <p:cNvSpPr/>
            <p:nvPr/>
          </p:nvSpPr>
          <p:spPr>
            <a:xfrm>
              <a:off x="4936525" y="3463500"/>
              <a:ext cx="100100" cy="244350"/>
            </a:xfrm>
            <a:custGeom>
              <a:avLst/>
              <a:gdLst/>
              <a:ahLst/>
              <a:cxnLst/>
              <a:rect l="l" t="t" r="r" b="b"/>
              <a:pathLst>
                <a:path w="4004" h="9774" extrusionOk="0">
                  <a:moveTo>
                    <a:pt x="3973" y="1"/>
                  </a:moveTo>
                  <a:cubicBezTo>
                    <a:pt x="3963" y="1"/>
                    <a:pt x="3953" y="6"/>
                    <a:pt x="3949" y="16"/>
                  </a:cubicBezTo>
                  <a:cubicBezTo>
                    <a:pt x="3330" y="1414"/>
                    <a:pt x="2845" y="2711"/>
                    <a:pt x="2331" y="4086"/>
                  </a:cubicBezTo>
                  <a:cubicBezTo>
                    <a:pt x="1676" y="5833"/>
                    <a:pt x="999" y="7641"/>
                    <a:pt x="7" y="9736"/>
                  </a:cubicBezTo>
                  <a:cubicBezTo>
                    <a:pt x="1" y="9750"/>
                    <a:pt x="7" y="9764"/>
                    <a:pt x="20" y="9771"/>
                  </a:cubicBezTo>
                  <a:cubicBezTo>
                    <a:pt x="24" y="9772"/>
                    <a:pt x="28" y="9774"/>
                    <a:pt x="30" y="9774"/>
                  </a:cubicBezTo>
                  <a:cubicBezTo>
                    <a:pt x="40" y="9774"/>
                    <a:pt x="49" y="9767"/>
                    <a:pt x="55" y="9759"/>
                  </a:cubicBezTo>
                  <a:cubicBezTo>
                    <a:pt x="1047" y="7662"/>
                    <a:pt x="1724" y="5852"/>
                    <a:pt x="2379" y="4103"/>
                  </a:cubicBezTo>
                  <a:cubicBezTo>
                    <a:pt x="2893" y="2730"/>
                    <a:pt x="3379" y="1433"/>
                    <a:pt x="3996" y="36"/>
                  </a:cubicBezTo>
                  <a:cubicBezTo>
                    <a:pt x="4003" y="23"/>
                    <a:pt x="3996" y="8"/>
                    <a:pt x="3983" y="3"/>
                  </a:cubicBezTo>
                  <a:cubicBezTo>
                    <a:pt x="3980" y="1"/>
                    <a:pt x="3976" y="1"/>
                    <a:pt x="397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3" name="Google Shape;5973;p22"/>
            <p:cNvSpPr/>
            <p:nvPr/>
          </p:nvSpPr>
          <p:spPr>
            <a:xfrm>
              <a:off x="4667725" y="3571675"/>
              <a:ext cx="270275" cy="136175"/>
            </a:xfrm>
            <a:custGeom>
              <a:avLst/>
              <a:gdLst/>
              <a:ahLst/>
              <a:cxnLst/>
              <a:rect l="l" t="t" r="r" b="b"/>
              <a:pathLst>
                <a:path w="10811" h="5447" extrusionOk="0">
                  <a:moveTo>
                    <a:pt x="30" y="1"/>
                  </a:moveTo>
                  <a:cubicBezTo>
                    <a:pt x="21" y="1"/>
                    <a:pt x="11" y="6"/>
                    <a:pt x="8" y="16"/>
                  </a:cubicBezTo>
                  <a:cubicBezTo>
                    <a:pt x="1" y="28"/>
                    <a:pt x="6" y="44"/>
                    <a:pt x="20" y="49"/>
                  </a:cubicBezTo>
                  <a:cubicBezTo>
                    <a:pt x="1295" y="655"/>
                    <a:pt x="2483" y="1463"/>
                    <a:pt x="3633" y="2246"/>
                  </a:cubicBezTo>
                  <a:cubicBezTo>
                    <a:pt x="4068" y="2542"/>
                    <a:pt x="4517" y="2848"/>
                    <a:pt x="4965" y="3138"/>
                  </a:cubicBezTo>
                  <a:cubicBezTo>
                    <a:pt x="6433" y="4089"/>
                    <a:pt x="8729" y="5195"/>
                    <a:pt x="10780" y="5445"/>
                  </a:cubicBezTo>
                  <a:cubicBezTo>
                    <a:pt x="10781" y="5447"/>
                    <a:pt x="10782" y="5447"/>
                    <a:pt x="10782" y="5447"/>
                  </a:cubicBezTo>
                  <a:cubicBezTo>
                    <a:pt x="10796" y="5447"/>
                    <a:pt x="10807" y="5436"/>
                    <a:pt x="10808" y="5424"/>
                  </a:cubicBezTo>
                  <a:cubicBezTo>
                    <a:pt x="10811" y="5409"/>
                    <a:pt x="10800" y="5396"/>
                    <a:pt x="10786" y="5394"/>
                  </a:cubicBezTo>
                  <a:cubicBezTo>
                    <a:pt x="8744" y="5145"/>
                    <a:pt x="6456" y="4044"/>
                    <a:pt x="4993" y="3095"/>
                  </a:cubicBezTo>
                  <a:cubicBezTo>
                    <a:pt x="4547" y="2805"/>
                    <a:pt x="4097" y="2499"/>
                    <a:pt x="3663" y="2203"/>
                  </a:cubicBezTo>
                  <a:cubicBezTo>
                    <a:pt x="2511" y="1420"/>
                    <a:pt x="1321" y="610"/>
                    <a:pt x="41" y="4"/>
                  </a:cubicBezTo>
                  <a:cubicBezTo>
                    <a:pt x="38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4" name="Google Shape;5974;p22"/>
            <p:cNvSpPr/>
            <p:nvPr/>
          </p:nvSpPr>
          <p:spPr>
            <a:xfrm>
              <a:off x="4666125" y="3706525"/>
              <a:ext cx="271900" cy="67325"/>
            </a:xfrm>
            <a:custGeom>
              <a:avLst/>
              <a:gdLst/>
              <a:ahLst/>
              <a:cxnLst/>
              <a:rect l="l" t="t" r="r" b="b"/>
              <a:pathLst>
                <a:path w="10876" h="2693" extrusionOk="0">
                  <a:moveTo>
                    <a:pt x="10847" y="0"/>
                  </a:moveTo>
                  <a:cubicBezTo>
                    <a:pt x="10843" y="0"/>
                    <a:pt x="10838" y="2"/>
                    <a:pt x="10834" y="4"/>
                  </a:cubicBezTo>
                  <a:cubicBezTo>
                    <a:pt x="7876" y="1720"/>
                    <a:pt x="4453" y="2641"/>
                    <a:pt x="1091" y="2641"/>
                  </a:cubicBezTo>
                  <a:cubicBezTo>
                    <a:pt x="736" y="2641"/>
                    <a:pt x="382" y="2631"/>
                    <a:pt x="29" y="2610"/>
                  </a:cubicBezTo>
                  <a:cubicBezTo>
                    <a:pt x="15" y="2610"/>
                    <a:pt x="3" y="2620"/>
                    <a:pt x="2" y="2634"/>
                  </a:cubicBezTo>
                  <a:cubicBezTo>
                    <a:pt x="0" y="2649"/>
                    <a:pt x="11" y="2661"/>
                    <a:pt x="26" y="2661"/>
                  </a:cubicBezTo>
                  <a:cubicBezTo>
                    <a:pt x="380" y="2683"/>
                    <a:pt x="735" y="2692"/>
                    <a:pt x="1090" y="2692"/>
                  </a:cubicBezTo>
                  <a:cubicBezTo>
                    <a:pt x="4463" y="2692"/>
                    <a:pt x="7893" y="1769"/>
                    <a:pt x="10860" y="49"/>
                  </a:cubicBezTo>
                  <a:cubicBezTo>
                    <a:pt x="10872" y="42"/>
                    <a:pt x="10876" y="26"/>
                    <a:pt x="10869" y="14"/>
                  </a:cubicBezTo>
                  <a:cubicBezTo>
                    <a:pt x="10864" y="5"/>
                    <a:pt x="10856" y="0"/>
                    <a:pt x="1084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5" name="Google Shape;5975;p22"/>
            <p:cNvSpPr/>
            <p:nvPr/>
          </p:nvSpPr>
          <p:spPr>
            <a:xfrm>
              <a:off x="4784050" y="3589500"/>
              <a:ext cx="21700" cy="68150"/>
            </a:xfrm>
            <a:custGeom>
              <a:avLst/>
              <a:gdLst/>
              <a:ahLst/>
              <a:cxnLst/>
              <a:rect l="l" t="t" r="r" b="b"/>
              <a:pathLst>
                <a:path w="868" h="2726" extrusionOk="0">
                  <a:moveTo>
                    <a:pt x="29" y="0"/>
                  </a:moveTo>
                  <a:cubicBezTo>
                    <a:pt x="26" y="0"/>
                    <a:pt x="22" y="1"/>
                    <a:pt x="19" y="2"/>
                  </a:cubicBezTo>
                  <a:cubicBezTo>
                    <a:pt x="5" y="8"/>
                    <a:pt x="0" y="24"/>
                    <a:pt x="5" y="36"/>
                  </a:cubicBezTo>
                  <a:cubicBezTo>
                    <a:pt x="374" y="892"/>
                    <a:pt x="646" y="1789"/>
                    <a:pt x="814" y="2704"/>
                  </a:cubicBezTo>
                  <a:cubicBezTo>
                    <a:pt x="817" y="2717"/>
                    <a:pt x="827" y="2725"/>
                    <a:pt x="840" y="2725"/>
                  </a:cubicBezTo>
                  <a:lnTo>
                    <a:pt x="844" y="2725"/>
                  </a:lnTo>
                  <a:cubicBezTo>
                    <a:pt x="858" y="2723"/>
                    <a:pt x="868" y="2709"/>
                    <a:pt x="865" y="2696"/>
                  </a:cubicBezTo>
                  <a:cubicBezTo>
                    <a:pt x="696" y="1775"/>
                    <a:pt x="422" y="875"/>
                    <a:pt x="52" y="16"/>
                  </a:cubicBezTo>
                  <a:cubicBezTo>
                    <a:pt x="49" y="6"/>
                    <a:pt x="39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6" name="Google Shape;5976;p22"/>
            <p:cNvSpPr/>
            <p:nvPr/>
          </p:nvSpPr>
          <p:spPr>
            <a:xfrm>
              <a:off x="4713250" y="3639375"/>
              <a:ext cx="64350" cy="7025"/>
            </a:xfrm>
            <a:custGeom>
              <a:avLst/>
              <a:gdLst/>
              <a:ahLst/>
              <a:cxnLst/>
              <a:rect l="l" t="t" r="r" b="b"/>
              <a:pathLst>
                <a:path w="2574" h="281" extrusionOk="0">
                  <a:moveTo>
                    <a:pt x="2544" y="1"/>
                  </a:moveTo>
                  <a:cubicBezTo>
                    <a:pt x="2543" y="1"/>
                    <a:pt x="2541" y="1"/>
                    <a:pt x="2539" y="1"/>
                  </a:cubicBezTo>
                  <a:cubicBezTo>
                    <a:pt x="1897" y="152"/>
                    <a:pt x="1241" y="229"/>
                    <a:pt x="583" y="229"/>
                  </a:cubicBezTo>
                  <a:cubicBezTo>
                    <a:pt x="399" y="229"/>
                    <a:pt x="214" y="223"/>
                    <a:pt x="30" y="211"/>
                  </a:cubicBezTo>
                  <a:cubicBezTo>
                    <a:pt x="29" y="211"/>
                    <a:pt x="28" y="211"/>
                    <a:pt x="27" y="211"/>
                  </a:cubicBezTo>
                  <a:cubicBezTo>
                    <a:pt x="11" y="211"/>
                    <a:pt x="3" y="222"/>
                    <a:pt x="1" y="235"/>
                  </a:cubicBezTo>
                  <a:cubicBezTo>
                    <a:pt x="0" y="250"/>
                    <a:pt x="11" y="262"/>
                    <a:pt x="26" y="263"/>
                  </a:cubicBezTo>
                  <a:cubicBezTo>
                    <a:pt x="211" y="275"/>
                    <a:pt x="396" y="281"/>
                    <a:pt x="580" y="281"/>
                  </a:cubicBezTo>
                  <a:cubicBezTo>
                    <a:pt x="1243" y="281"/>
                    <a:pt x="1905" y="204"/>
                    <a:pt x="2551" y="51"/>
                  </a:cubicBezTo>
                  <a:cubicBezTo>
                    <a:pt x="2566" y="48"/>
                    <a:pt x="2574" y="35"/>
                    <a:pt x="2570" y="20"/>
                  </a:cubicBezTo>
                  <a:cubicBezTo>
                    <a:pt x="2567" y="8"/>
                    <a:pt x="2557" y="1"/>
                    <a:pt x="254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7" name="Google Shape;5977;p22"/>
            <p:cNvSpPr/>
            <p:nvPr/>
          </p:nvSpPr>
          <p:spPr>
            <a:xfrm>
              <a:off x="4801425" y="3680800"/>
              <a:ext cx="48550" cy="14650"/>
            </a:xfrm>
            <a:custGeom>
              <a:avLst/>
              <a:gdLst/>
              <a:ahLst/>
              <a:cxnLst/>
              <a:rect l="l" t="t" r="r" b="b"/>
              <a:pathLst>
                <a:path w="1942" h="586" extrusionOk="0">
                  <a:moveTo>
                    <a:pt x="1912" y="1"/>
                  </a:moveTo>
                  <a:cubicBezTo>
                    <a:pt x="1910" y="1"/>
                    <a:pt x="1909" y="1"/>
                    <a:pt x="1907" y="1"/>
                  </a:cubicBezTo>
                  <a:lnTo>
                    <a:pt x="23" y="536"/>
                  </a:lnTo>
                  <a:cubicBezTo>
                    <a:pt x="9" y="538"/>
                    <a:pt x="1" y="553"/>
                    <a:pt x="5" y="567"/>
                  </a:cubicBezTo>
                  <a:cubicBezTo>
                    <a:pt x="9" y="579"/>
                    <a:pt x="18" y="585"/>
                    <a:pt x="30" y="585"/>
                  </a:cubicBezTo>
                  <a:lnTo>
                    <a:pt x="37" y="585"/>
                  </a:lnTo>
                  <a:lnTo>
                    <a:pt x="1920" y="51"/>
                  </a:lnTo>
                  <a:cubicBezTo>
                    <a:pt x="1934" y="49"/>
                    <a:pt x="1942" y="34"/>
                    <a:pt x="1938" y="20"/>
                  </a:cubicBezTo>
                  <a:cubicBezTo>
                    <a:pt x="1935" y="9"/>
                    <a:pt x="1924" y="1"/>
                    <a:pt x="191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8" name="Google Shape;5978;p22"/>
            <p:cNvSpPr/>
            <p:nvPr/>
          </p:nvSpPr>
          <p:spPr>
            <a:xfrm>
              <a:off x="4858075" y="3635675"/>
              <a:ext cx="16725" cy="55875"/>
            </a:xfrm>
            <a:custGeom>
              <a:avLst/>
              <a:gdLst/>
              <a:ahLst/>
              <a:cxnLst/>
              <a:rect l="l" t="t" r="r" b="b"/>
              <a:pathLst>
                <a:path w="669" h="2235" extrusionOk="0">
                  <a:moveTo>
                    <a:pt x="29" y="1"/>
                  </a:moveTo>
                  <a:cubicBezTo>
                    <a:pt x="25" y="1"/>
                    <a:pt x="21" y="2"/>
                    <a:pt x="18" y="4"/>
                  </a:cubicBezTo>
                  <a:cubicBezTo>
                    <a:pt x="4" y="9"/>
                    <a:pt x="0" y="25"/>
                    <a:pt x="5" y="37"/>
                  </a:cubicBezTo>
                  <a:cubicBezTo>
                    <a:pt x="361" y="748"/>
                    <a:pt x="566" y="1478"/>
                    <a:pt x="616" y="2210"/>
                  </a:cubicBezTo>
                  <a:cubicBezTo>
                    <a:pt x="618" y="2224"/>
                    <a:pt x="628" y="2234"/>
                    <a:pt x="642" y="2234"/>
                  </a:cubicBezTo>
                  <a:lnTo>
                    <a:pt x="644" y="2234"/>
                  </a:lnTo>
                  <a:cubicBezTo>
                    <a:pt x="658" y="2233"/>
                    <a:pt x="669" y="2221"/>
                    <a:pt x="669" y="2206"/>
                  </a:cubicBezTo>
                  <a:cubicBezTo>
                    <a:pt x="618" y="1469"/>
                    <a:pt x="410" y="730"/>
                    <a:pt x="53" y="15"/>
                  </a:cubicBezTo>
                  <a:cubicBezTo>
                    <a:pt x="48" y="6"/>
                    <a:pt x="38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9" name="Google Shape;5979;p22"/>
            <p:cNvSpPr/>
            <p:nvPr/>
          </p:nvSpPr>
          <p:spPr>
            <a:xfrm>
              <a:off x="4796250" y="3489300"/>
              <a:ext cx="61075" cy="37400"/>
            </a:xfrm>
            <a:custGeom>
              <a:avLst/>
              <a:gdLst/>
              <a:ahLst/>
              <a:cxnLst/>
              <a:rect l="l" t="t" r="r" b="b"/>
              <a:pathLst>
                <a:path w="2443" h="1496" extrusionOk="0">
                  <a:moveTo>
                    <a:pt x="30" y="1"/>
                  </a:moveTo>
                  <a:cubicBezTo>
                    <a:pt x="22" y="1"/>
                    <a:pt x="15" y="5"/>
                    <a:pt x="10" y="12"/>
                  </a:cubicBezTo>
                  <a:cubicBezTo>
                    <a:pt x="0" y="23"/>
                    <a:pt x="3" y="39"/>
                    <a:pt x="14" y="48"/>
                  </a:cubicBezTo>
                  <a:cubicBezTo>
                    <a:pt x="754" y="613"/>
                    <a:pt x="1557" y="1100"/>
                    <a:pt x="2402" y="1493"/>
                  </a:cubicBezTo>
                  <a:cubicBezTo>
                    <a:pt x="2406" y="1495"/>
                    <a:pt x="2410" y="1496"/>
                    <a:pt x="2413" y="1496"/>
                  </a:cubicBezTo>
                  <a:cubicBezTo>
                    <a:pt x="2423" y="1496"/>
                    <a:pt x="2433" y="1490"/>
                    <a:pt x="2437" y="1481"/>
                  </a:cubicBezTo>
                  <a:cubicBezTo>
                    <a:pt x="2442" y="1468"/>
                    <a:pt x="2437" y="1451"/>
                    <a:pt x="2423" y="1446"/>
                  </a:cubicBezTo>
                  <a:cubicBezTo>
                    <a:pt x="1582" y="1055"/>
                    <a:pt x="782" y="570"/>
                    <a:pt x="46" y="7"/>
                  </a:cubicBezTo>
                  <a:cubicBezTo>
                    <a:pt x="41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0" name="Google Shape;5980;p22"/>
            <p:cNvSpPr/>
            <p:nvPr/>
          </p:nvSpPr>
          <p:spPr>
            <a:xfrm>
              <a:off x="4868150" y="3492625"/>
              <a:ext cx="27200" cy="63275"/>
            </a:xfrm>
            <a:custGeom>
              <a:avLst/>
              <a:gdLst/>
              <a:ahLst/>
              <a:cxnLst/>
              <a:rect l="l" t="t" r="r" b="b"/>
              <a:pathLst>
                <a:path w="1088" h="2531" extrusionOk="0">
                  <a:moveTo>
                    <a:pt x="1061" y="1"/>
                  </a:moveTo>
                  <a:cubicBezTo>
                    <a:pt x="1049" y="1"/>
                    <a:pt x="1037" y="9"/>
                    <a:pt x="1034" y="20"/>
                  </a:cubicBezTo>
                  <a:cubicBezTo>
                    <a:pt x="802" y="885"/>
                    <a:pt x="457" y="1717"/>
                    <a:pt x="7" y="2492"/>
                  </a:cubicBezTo>
                  <a:cubicBezTo>
                    <a:pt x="1" y="2504"/>
                    <a:pt x="5" y="2520"/>
                    <a:pt x="18" y="2527"/>
                  </a:cubicBezTo>
                  <a:cubicBezTo>
                    <a:pt x="22" y="2529"/>
                    <a:pt x="26" y="2531"/>
                    <a:pt x="30" y="2531"/>
                  </a:cubicBezTo>
                  <a:cubicBezTo>
                    <a:pt x="40" y="2531"/>
                    <a:pt x="48" y="2525"/>
                    <a:pt x="53" y="2517"/>
                  </a:cubicBezTo>
                  <a:cubicBezTo>
                    <a:pt x="504" y="1738"/>
                    <a:pt x="851" y="903"/>
                    <a:pt x="1084" y="34"/>
                  </a:cubicBezTo>
                  <a:cubicBezTo>
                    <a:pt x="1088" y="19"/>
                    <a:pt x="1080" y="5"/>
                    <a:pt x="1066" y="1"/>
                  </a:cubicBezTo>
                  <a:cubicBezTo>
                    <a:pt x="1064" y="1"/>
                    <a:pt x="1063" y="1"/>
                    <a:pt x="106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1" name="Google Shape;5981;p22"/>
            <p:cNvSpPr/>
            <p:nvPr/>
          </p:nvSpPr>
          <p:spPr>
            <a:xfrm>
              <a:off x="4813200" y="3559950"/>
              <a:ext cx="69800" cy="27700"/>
            </a:xfrm>
            <a:custGeom>
              <a:avLst/>
              <a:gdLst/>
              <a:ahLst/>
              <a:cxnLst/>
              <a:rect l="l" t="t" r="r" b="b"/>
              <a:pathLst>
                <a:path w="2792" h="1108" extrusionOk="0">
                  <a:moveTo>
                    <a:pt x="30" y="1"/>
                  </a:moveTo>
                  <a:cubicBezTo>
                    <a:pt x="21" y="1"/>
                    <a:pt x="13" y="6"/>
                    <a:pt x="7" y="14"/>
                  </a:cubicBezTo>
                  <a:cubicBezTo>
                    <a:pt x="0" y="26"/>
                    <a:pt x="6" y="42"/>
                    <a:pt x="18" y="49"/>
                  </a:cubicBezTo>
                  <a:cubicBezTo>
                    <a:pt x="879" y="525"/>
                    <a:pt x="1800" y="882"/>
                    <a:pt x="2758" y="1106"/>
                  </a:cubicBezTo>
                  <a:cubicBezTo>
                    <a:pt x="2760" y="1108"/>
                    <a:pt x="2762" y="1108"/>
                    <a:pt x="2764" y="1108"/>
                  </a:cubicBezTo>
                  <a:cubicBezTo>
                    <a:pt x="2776" y="1108"/>
                    <a:pt x="2787" y="1100"/>
                    <a:pt x="2789" y="1087"/>
                  </a:cubicBezTo>
                  <a:cubicBezTo>
                    <a:pt x="2792" y="1074"/>
                    <a:pt x="2784" y="1059"/>
                    <a:pt x="2770" y="1056"/>
                  </a:cubicBezTo>
                  <a:cubicBezTo>
                    <a:pt x="1817" y="832"/>
                    <a:pt x="899" y="478"/>
                    <a:pt x="43" y="4"/>
                  </a:cubicBezTo>
                  <a:cubicBezTo>
                    <a:pt x="39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2" name="Google Shape;5982;p22"/>
            <p:cNvSpPr/>
            <p:nvPr/>
          </p:nvSpPr>
          <p:spPr>
            <a:xfrm>
              <a:off x="4896350" y="3564800"/>
              <a:ext cx="32875" cy="54525"/>
            </a:xfrm>
            <a:custGeom>
              <a:avLst/>
              <a:gdLst/>
              <a:ahLst/>
              <a:cxnLst/>
              <a:rect l="l" t="t" r="r" b="b"/>
              <a:pathLst>
                <a:path w="1315" h="2181" extrusionOk="0">
                  <a:moveTo>
                    <a:pt x="1287" y="0"/>
                  </a:moveTo>
                  <a:cubicBezTo>
                    <a:pt x="1276" y="0"/>
                    <a:pt x="1266" y="6"/>
                    <a:pt x="1262" y="16"/>
                  </a:cubicBezTo>
                  <a:cubicBezTo>
                    <a:pt x="954" y="784"/>
                    <a:pt x="533" y="1497"/>
                    <a:pt x="8" y="2138"/>
                  </a:cubicBezTo>
                  <a:cubicBezTo>
                    <a:pt x="0" y="2150"/>
                    <a:pt x="1" y="2166"/>
                    <a:pt x="12" y="2176"/>
                  </a:cubicBezTo>
                  <a:cubicBezTo>
                    <a:pt x="18" y="2180"/>
                    <a:pt x="23" y="2181"/>
                    <a:pt x="28" y="2181"/>
                  </a:cubicBezTo>
                  <a:cubicBezTo>
                    <a:pt x="36" y="2181"/>
                    <a:pt x="43" y="2177"/>
                    <a:pt x="48" y="2171"/>
                  </a:cubicBezTo>
                  <a:cubicBezTo>
                    <a:pt x="576" y="1527"/>
                    <a:pt x="1001" y="809"/>
                    <a:pt x="1309" y="35"/>
                  </a:cubicBezTo>
                  <a:cubicBezTo>
                    <a:pt x="1314" y="23"/>
                    <a:pt x="1308" y="7"/>
                    <a:pt x="1296" y="1"/>
                  </a:cubicBezTo>
                  <a:cubicBezTo>
                    <a:pt x="1293" y="1"/>
                    <a:pt x="1290" y="0"/>
                    <a:pt x="128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3" name="Google Shape;5983;p22"/>
            <p:cNvSpPr/>
            <p:nvPr/>
          </p:nvSpPr>
          <p:spPr>
            <a:xfrm>
              <a:off x="4859275" y="3623300"/>
              <a:ext cx="52050" cy="26900"/>
            </a:xfrm>
            <a:custGeom>
              <a:avLst/>
              <a:gdLst/>
              <a:ahLst/>
              <a:cxnLst/>
              <a:rect l="l" t="t" r="r" b="b"/>
              <a:pathLst>
                <a:path w="2082" h="1076" extrusionOk="0">
                  <a:moveTo>
                    <a:pt x="30" y="0"/>
                  </a:moveTo>
                  <a:cubicBezTo>
                    <a:pt x="22" y="0"/>
                    <a:pt x="14" y="4"/>
                    <a:pt x="9" y="10"/>
                  </a:cubicBezTo>
                  <a:cubicBezTo>
                    <a:pt x="1" y="23"/>
                    <a:pt x="5" y="39"/>
                    <a:pt x="15" y="47"/>
                  </a:cubicBezTo>
                  <a:cubicBezTo>
                    <a:pt x="641" y="484"/>
                    <a:pt x="1323" y="828"/>
                    <a:pt x="2044" y="1075"/>
                  </a:cubicBezTo>
                  <a:cubicBezTo>
                    <a:pt x="2047" y="1075"/>
                    <a:pt x="2051" y="1076"/>
                    <a:pt x="2053" y="1076"/>
                  </a:cubicBezTo>
                  <a:cubicBezTo>
                    <a:pt x="2064" y="1076"/>
                    <a:pt x="2074" y="1069"/>
                    <a:pt x="2078" y="1058"/>
                  </a:cubicBezTo>
                  <a:cubicBezTo>
                    <a:pt x="2082" y="1045"/>
                    <a:pt x="2075" y="1030"/>
                    <a:pt x="2062" y="1025"/>
                  </a:cubicBezTo>
                  <a:cubicBezTo>
                    <a:pt x="1344" y="781"/>
                    <a:pt x="666" y="438"/>
                    <a:pt x="45" y="5"/>
                  </a:cubicBezTo>
                  <a:cubicBezTo>
                    <a:pt x="40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4" name="Google Shape;5984;p22"/>
            <p:cNvSpPr/>
            <p:nvPr/>
          </p:nvSpPr>
          <p:spPr>
            <a:xfrm>
              <a:off x="4981200" y="3494725"/>
              <a:ext cx="12375" cy="76550"/>
            </a:xfrm>
            <a:custGeom>
              <a:avLst/>
              <a:gdLst/>
              <a:ahLst/>
              <a:cxnLst/>
              <a:rect l="l" t="t" r="r" b="b"/>
              <a:pathLst>
                <a:path w="495" h="3062" extrusionOk="0">
                  <a:moveTo>
                    <a:pt x="51" y="1"/>
                  </a:moveTo>
                  <a:cubicBezTo>
                    <a:pt x="37" y="1"/>
                    <a:pt x="26" y="13"/>
                    <a:pt x="26" y="26"/>
                  </a:cubicBezTo>
                  <a:cubicBezTo>
                    <a:pt x="0" y="1049"/>
                    <a:pt x="140" y="2065"/>
                    <a:pt x="440" y="3043"/>
                  </a:cubicBezTo>
                  <a:cubicBezTo>
                    <a:pt x="444" y="3053"/>
                    <a:pt x="454" y="3061"/>
                    <a:pt x="466" y="3061"/>
                  </a:cubicBezTo>
                  <a:cubicBezTo>
                    <a:pt x="468" y="3061"/>
                    <a:pt x="470" y="3060"/>
                    <a:pt x="473" y="3060"/>
                  </a:cubicBezTo>
                  <a:cubicBezTo>
                    <a:pt x="486" y="3056"/>
                    <a:pt x="494" y="3041"/>
                    <a:pt x="490" y="3028"/>
                  </a:cubicBezTo>
                  <a:cubicBezTo>
                    <a:pt x="191" y="2055"/>
                    <a:pt x="53" y="1045"/>
                    <a:pt x="77" y="28"/>
                  </a:cubicBezTo>
                  <a:cubicBezTo>
                    <a:pt x="77" y="13"/>
                    <a:pt x="66" y="2"/>
                    <a:pt x="5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5" name="Google Shape;5985;p22"/>
            <p:cNvSpPr/>
            <p:nvPr/>
          </p:nvSpPr>
          <p:spPr>
            <a:xfrm>
              <a:off x="4948425" y="3562900"/>
              <a:ext cx="25500" cy="60275"/>
            </a:xfrm>
            <a:custGeom>
              <a:avLst/>
              <a:gdLst/>
              <a:ahLst/>
              <a:cxnLst/>
              <a:rect l="l" t="t" r="r" b="b"/>
              <a:pathLst>
                <a:path w="1020" h="2411" extrusionOk="0">
                  <a:moveTo>
                    <a:pt x="31" y="0"/>
                  </a:moveTo>
                  <a:cubicBezTo>
                    <a:pt x="28" y="0"/>
                    <a:pt x="25" y="1"/>
                    <a:pt x="22" y="2"/>
                  </a:cubicBezTo>
                  <a:cubicBezTo>
                    <a:pt x="8" y="6"/>
                    <a:pt x="1" y="20"/>
                    <a:pt x="5" y="33"/>
                  </a:cubicBezTo>
                  <a:cubicBezTo>
                    <a:pt x="249" y="848"/>
                    <a:pt x="573" y="1642"/>
                    <a:pt x="967" y="2397"/>
                  </a:cubicBezTo>
                  <a:cubicBezTo>
                    <a:pt x="971" y="2405"/>
                    <a:pt x="980" y="2410"/>
                    <a:pt x="990" y="2410"/>
                  </a:cubicBezTo>
                  <a:cubicBezTo>
                    <a:pt x="994" y="2410"/>
                    <a:pt x="998" y="2409"/>
                    <a:pt x="1002" y="2408"/>
                  </a:cubicBezTo>
                  <a:cubicBezTo>
                    <a:pt x="1014" y="2401"/>
                    <a:pt x="1019" y="2385"/>
                    <a:pt x="1013" y="2373"/>
                  </a:cubicBezTo>
                  <a:cubicBezTo>
                    <a:pt x="620" y="1622"/>
                    <a:pt x="297" y="830"/>
                    <a:pt x="55" y="20"/>
                  </a:cubicBezTo>
                  <a:cubicBezTo>
                    <a:pt x="52" y="8"/>
                    <a:pt x="42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6" name="Google Shape;5986;p22"/>
            <p:cNvSpPr/>
            <p:nvPr/>
          </p:nvSpPr>
          <p:spPr>
            <a:xfrm>
              <a:off x="4984625" y="3565275"/>
              <a:ext cx="52200" cy="30775"/>
            </a:xfrm>
            <a:custGeom>
              <a:avLst/>
              <a:gdLst/>
              <a:ahLst/>
              <a:cxnLst/>
              <a:rect l="l" t="t" r="r" b="b"/>
              <a:pathLst>
                <a:path w="2088" h="1231" extrusionOk="0">
                  <a:moveTo>
                    <a:pt x="2058" y="0"/>
                  </a:moveTo>
                  <a:cubicBezTo>
                    <a:pt x="2052" y="0"/>
                    <a:pt x="2046" y="2"/>
                    <a:pt x="2041" y="7"/>
                  </a:cubicBezTo>
                  <a:cubicBezTo>
                    <a:pt x="1453" y="517"/>
                    <a:pt x="754" y="923"/>
                    <a:pt x="21" y="1181"/>
                  </a:cubicBezTo>
                  <a:cubicBezTo>
                    <a:pt x="7" y="1185"/>
                    <a:pt x="1" y="1200"/>
                    <a:pt x="5" y="1213"/>
                  </a:cubicBezTo>
                  <a:cubicBezTo>
                    <a:pt x="9" y="1224"/>
                    <a:pt x="18" y="1231"/>
                    <a:pt x="29" y="1231"/>
                  </a:cubicBezTo>
                  <a:cubicBezTo>
                    <a:pt x="31" y="1231"/>
                    <a:pt x="34" y="1231"/>
                    <a:pt x="38" y="1230"/>
                  </a:cubicBezTo>
                  <a:cubicBezTo>
                    <a:pt x="778" y="969"/>
                    <a:pt x="1482" y="560"/>
                    <a:pt x="2075" y="46"/>
                  </a:cubicBezTo>
                  <a:cubicBezTo>
                    <a:pt x="2086" y="36"/>
                    <a:pt x="2087" y="20"/>
                    <a:pt x="2078" y="9"/>
                  </a:cubicBezTo>
                  <a:cubicBezTo>
                    <a:pt x="2073" y="3"/>
                    <a:pt x="2065" y="0"/>
                    <a:pt x="205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7" name="Google Shape;5987;p22"/>
            <p:cNvSpPr/>
            <p:nvPr/>
          </p:nvSpPr>
          <p:spPr>
            <a:xfrm>
              <a:off x="4962025" y="3644675"/>
              <a:ext cx="31200" cy="7175"/>
            </a:xfrm>
            <a:custGeom>
              <a:avLst/>
              <a:gdLst/>
              <a:ahLst/>
              <a:cxnLst/>
              <a:rect l="l" t="t" r="r" b="b"/>
              <a:pathLst>
                <a:path w="1248" h="287" extrusionOk="0">
                  <a:moveTo>
                    <a:pt x="1218" y="0"/>
                  </a:moveTo>
                  <a:cubicBezTo>
                    <a:pt x="1214" y="0"/>
                    <a:pt x="1211" y="1"/>
                    <a:pt x="1207" y="3"/>
                  </a:cubicBezTo>
                  <a:cubicBezTo>
                    <a:pt x="875" y="154"/>
                    <a:pt x="508" y="234"/>
                    <a:pt x="144" y="234"/>
                  </a:cubicBezTo>
                  <a:cubicBezTo>
                    <a:pt x="105" y="234"/>
                    <a:pt x="67" y="233"/>
                    <a:pt x="29" y="232"/>
                  </a:cubicBezTo>
                  <a:lnTo>
                    <a:pt x="27" y="232"/>
                  </a:lnTo>
                  <a:cubicBezTo>
                    <a:pt x="13" y="232"/>
                    <a:pt x="2" y="244"/>
                    <a:pt x="0" y="257"/>
                  </a:cubicBezTo>
                  <a:cubicBezTo>
                    <a:pt x="0" y="271"/>
                    <a:pt x="11" y="283"/>
                    <a:pt x="26" y="284"/>
                  </a:cubicBezTo>
                  <a:cubicBezTo>
                    <a:pt x="62" y="285"/>
                    <a:pt x="100" y="287"/>
                    <a:pt x="136" y="287"/>
                  </a:cubicBezTo>
                  <a:lnTo>
                    <a:pt x="138" y="287"/>
                  </a:lnTo>
                  <a:cubicBezTo>
                    <a:pt x="512" y="287"/>
                    <a:pt x="887" y="206"/>
                    <a:pt x="1229" y="50"/>
                  </a:cubicBezTo>
                  <a:cubicBezTo>
                    <a:pt x="1242" y="43"/>
                    <a:pt x="1248" y="29"/>
                    <a:pt x="1241" y="15"/>
                  </a:cubicBezTo>
                  <a:cubicBezTo>
                    <a:pt x="1237" y="6"/>
                    <a:pt x="1227" y="0"/>
                    <a:pt x="121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8" name="Google Shape;5988;p22"/>
            <p:cNvSpPr/>
            <p:nvPr/>
          </p:nvSpPr>
          <p:spPr>
            <a:xfrm>
              <a:off x="5072750" y="3592750"/>
              <a:ext cx="19100" cy="56025"/>
            </a:xfrm>
            <a:custGeom>
              <a:avLst/>
              <a:gdLst/>
              <a:ahLst/>
              <a:cxnLst/>
              <a:rect l="l" t="t" r="r" b="b"/>
              <a:pathLst>
                <a:path w="764" h="2241" extrusionOk="0">
                  <a:moveTo>
                    <a:pt x="734" y="1"/>
                  </a:moveTo>
                  <a:cubicBezTo>
                    <a:pt x="724" y="1"/>
                    <a:pt x="714" y="6"/>
                    <a:pt x="709" y="16"/>
                  </a:cubicBezTo>
                  <a:cubicBezTo>
                    <a:pt x="392" y="717"/>
                    <a:pt x="155" y="1456"/>
                    <a:pt x="3" y="2209"/>
                  </a:cubicBezTo>
                  <a:cubicBezTo>
                    <a:pt x="0" y="2224"/>
                    <a:pt x="10" y="2237"/>
                    <a:pt x="23" y="2240"/>
                  </a:cubicBezTo>
                  <a:lnTo>
                    <a:pt x="29" y="2240"/>
                  </a:lnTo>
                  <a:cubicBezTo>
                    <a:pt x="41" y="2240"/>
                    <a:pt x="51" y="2232"/>
                    <a:pt x="54" y="2220"/>
                  </a:cubicBezTo>
                  <a:cubicBezTo>
                    <a:pt x="205" y="1469"/>
                    <a:pt x="442" y="735"/>
                    <a:pt x="756" y="38"/>
                  </a:cubicBezTo>
                  <a:cubicBezTo>
                    <a:pt x="763" y="24"/>
                    <a:pt x="758" y="10"/>
                    <a:pt x="744" y="3"/>
                  </a:cubicBezTo>
                  <a:cubicBezTo>
                    <a:pt x="741" y="1"/>
                    <a:pt x="737" y="1"/>
                    <a:pt x="73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9" name="Google Shape;5989;p22"/>
            <p:cNvSpPr/>
            <p:nvPr/>
          </p:nvSpPr>
          <p:spPr>
            <a:xfrm>
              <a:off x="5024350" y="3625675"/>
              <a:ext cx="14425" cy="48875"/>
            </a:xfrm>
            <a:custGeom>
              <a:avLst/>
              <a:gdLst/>
              <a:ahLst/>
              <a:cxnLst/>
              <a:rect l="l" t="t" r="r" b="b"/>
              <a:pathLst>
                <a:path w="577" h="1955" extrusionOk="0">
                  <a:moveTo>
                    <a:pt x="547" y="0"/>
                  </a:moveTo>
                  <a:cubicBezTo>
                    <a:pt x="537" y="0"/>
                    <a:pt x="528" y="6"/>
                    <a:pt x="524" y="15"/>
                  </a:cubicBezTo>
                  <a:cubicBezTo>
                    <a:pt x="244" y="620"/>
                    <a:pt x="69" y="1263"/>
                    <a:pt x="2" y="1927"/>
                  </a:cubicBezTo>
                  <a:cubicBezTo>
                    <a:pt x="0" y="1940"/>
                    <a:pt x="10" y="1954"/>
                    <a:pt x="25" y="1955"/>
                  </a:cubicBezTo>
                  <a:lnTo>
                    <a:pt x="27" y="1955"/>
                  </a:lnTo>
                  <a:cubicBezTo>
                    <a:pt x="41" y="1955"/>
                    <a:pt x="51" y="1944"/>
                    <a:pt x="53" y="1931"/>
                  </a:cubicBezTo>
                  <a:cubicBezTo>
                    <a:pt x="119" y="1274"/>
                    <a:pt x="294" y="636"/>
                    <a:pt x="571" y="36"/>
                  </a:cubicBezTo>
                  <a:cubicBezTo>
                    <a:pt x="576" y="24"/>
                    <a:pt x="571" y="8"/>
                    <a:pt x="557" y="3"/>
                  </a:cubicBezTo>
                  <a:cubicBezTo>
                    <a:pt x="554" y="1"/>
                    <a:pt x="550" y="0"/>
                    <a:pt x="54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0" name="Google Shape;5990;p22"/>
            <p:cNvSpPr/>
            <p:nvPr/>
          </p:nvSpPr>
          <p:spPr>
            <a:xfrm>
              <a:off x="5097675" y="3633700"/>
              <a:ext cx="43525" cy="12850"/>
            </a:xfrm>
            <a:custGeom>
              <a:avLst/>
              <a:gdLst/>
              <a:ahLst/>
              <a:cxnLst/>
              <a:rect l="l" t="t" r="r" b="b"/>
              <a:pathLst>
                <a:path w="1741" h="514" extrusionOk="0">
                  <a:moveTo>
                    <a:pt x="28" y="0"/>
                  </a:moveTo>
                  <a:cubicBezTo>
                    <a:pt x="18" y="0"/>
                    <a:pt x="8" y="7"/>
                    <a:pt x="4" y="17"/>
                  </a:cubicBezTo>
                  <a:cubicBezTo>
                    <a:pt x="0" y="30"/>
                    <a:pt x="7" y="45"/>
                    <a:pt x="20" y="50"/>
                  </a:cubicBezTo>
                  <a:cubicBezTo>
                    <a:pt x="567" y="254"/>
                    <a:pt x="1134" y="410"/>
                    <a:pt x="1707" y="512"/>
                  </a:cubicBezTo>
                  <a:cubicBezTo>
                    <a:pt x="1710" y="513"/>
                    <a:pt x="1711" y="513"/>
                    <a:pt x="1713" y="513"/>
                  </a:cubicBezTo>
                  <a:cubicBezTo>
                    <a:pt x="1725" y="513"/>
                    <a:pt x="1736" y="504"/>
                    <a:pt x="1738" y="492"/>
                  </a:cubicBezTo>
                  <a:cubicBezTo>
                    <a:pt x="1741" y="477"/>
                    <a:pt x="1732" y="463"/>
                    <a:pt x="1717" y="461"/>
                  </a:cubicBezTo>
                  <a:cubicBezTo>
                    <a:pt x="1146" y="360"/>
                    <a:pt x="581" y="205"/>
                    <a:pt x="38" y="2"/>
                  </a:cubicBezTo>
                  <a:cubicBezTo>
                    <a:pt x="35" y="1"/>
                    <a:pt x="3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1" name="Google Shape;5991;p22"/>
            <p:cNvSpPr/>
            <p:nvPr/>
          </p:nvSpPr>
          <p:spPr>
            <a:xfrm>
              <a:off x="5048500" y="3661075"/>
              <a:ext cx="46325" cy="16750"/>
            </a:xfrm>
            <a:custGeom>
              <a:avLst/>
              <a:gdLst/>
              <a:ahLst/>
              <a:cxnLst/>
              <a:rect l="l" t="t" r="r" b="b"/>
              <a:pathLst>
                <a:path w="1853" h="670" extrusionOk="0">
                  <a:moveTo>
                    <a:pt x="30" y="1"/>
                  </a:moveTo>
                  <a:cubicBezTo>
                    <a:pt x="21" y="1"/>
                    <a:pt x="12" y="6"/>
                    <a:pt x="7" y="14"/>
                  </a:cubicBezTo>
                  <a:cubicBezTo>
                    <a:pt x="0" y="28"/>
                    <a:pt x="6" y="42"/>
                    <a:pt x="18" y="49"/>
                  </a:cubicBezTo>
                  <a:cubicBezTo>
                    <a:pt x="586" y="342"/>
                    <a:pt x="1192" y="551"/>
                    <a:pt x="1821" y="669"/>
                  </a:cubicBezTo>
                  <a:lnTo>
                    <a:pt x="1825" y="669"/>
                  </a:lnTo>
                  <a:cubicBezTo>
                    <a:pt x="1837" y="669"/>
                    <a:pt x="1847" y="661"/>
                    <a:pt x="1850" y="649"/>
                  </a:cubicBezTo>
                  <a:cubicBezTo>
                    <a:pt x="1853" y="634"/>
                    <a:pt x="1843" y="621"/>
                    <a:pt x="1830" y="618"/>
                  </a:cubicBezTo>
                  <a:cubicBezTo>
                    <a:pt x="1206" y="501"/>
                    <a:pt x="604" y="294"/>
                    <a:pt x="42" y="3"/>
                  </a:cubicBezTo>
                  <a:cubicBezTo>
                    <a:pt x="38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2" name="Google Shape;5992;p22"/>
            <p:cNvSpPr/>
            <p:nvPr/>
          </p:nvSpPr>
          <p:spPr>
            <a:xfrm>
              <a:off x="4725000" y="3716375"/>
              <a:ext cx="76550" cy="44150"/>
            </a:xfrm>
            <a:custGeom>
              <a:avLst/>
              <a:gdLst/>
              <a:ahLst/>
              <a:cxnLst/>
              <a:rect l="l" t="t" r="r" b="b"/>
              <a:pathLst>
                <a:path w="3062" h="1766" extrusionOk="0">
                  <a:moveTo>
                    <a:pt x="30" y="1"/>
                  </a:moveTo>
                  <a:cubicBezTo>
                    <a:pt x="21" y="1"/>
                    <a:pt x="12" y="6"/>
                    <a:pt x="8" y="15"/>
                  </a:cubicBezTo>
                  <a:cubicBezTo>
                    <a:pt x="1" y="29"/>
                    <a:pt x="6" y="44"/>
                    <a:pt x="20" y="50"/>
                  </a:cubicBezTo>
                  <a:cubicBezTo>
                    <a:pt x="1060" y="539"/>
                    <a:pt x="2069" y="1113"/>
                    <a:pt x="3017" y="1760"/>
                  </a:cubicBezTo>
                  <a:cubicBezTo>
                    <a:pt x="3023" y="1764"/>
                    <a:pt x="3027" y="1766"/>
                    <a:pt x="3032" y="1766"/>
                  </a:cubicBezTo>
                  <a:cubicBezTo>
                    <a:pt x="3040" y="1766"/>
                    <a:pt x="3048" y="1762"/>
                    <a:pt x="3054" y="1753"/>
                  </a:cubicBezTo>
                  <a:cubicBezTo>
                    <a:pt x="3062" y="1743"/>
                    <a:pt x="3059" y="1727"/>
                    <a:pt x="3047" y="1718"/>
                  </a:cubicBezTo>
                  <a:cubicBezTo>
                    <a:pt x="2096" y="1069"/>
                    <a:pt x="1084" y="493"/>
                    <a:pt x="41" y="3"/>
                  </a:cubicBezTo>
                  <a:cubicBezTo>
                    <a:pt x="38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3" name="Google Shape;5993;p22"/>
            <p:cNvSpPr/>
            <p:nvPr/>
          </p:nvSpPr>
          <p:spPr>
            <a:xfrm>
              <a:off x="4756725" y="3764700"/>
              <a:ext cx="26225" cy="43050"/>
            </a:xfrm>
            <a:custGeom>
              <a:avLst/>
              <a:gdLst/>
              <a:ahLst/>
              <a:cxnLst/>
              <a:rect l="l" t="t" r="r" b="b"/>
              <a:pathLst>
                <a:path w="1049" h="1722" extrusionOk="0">
                  <a:moveTo>
                    <a:pt x="1019" y="1"/>
                  </a:moveTo>
                  <a:cubicBezTo>
                    <a:pt x="1009" y="1"/>
                    <a:pt x="1000" y="7"/>
                    <a:pt x="995" y="17"/>
                  </a:cubicBezTo>
                  <a:cubicBezTo>
                    <a:pt x="735" y="607"/>
                    <a:pt x="403" y="1167"/>
                    <a:pt x="10" y="1680"/>
                  </a:cubicBezTo>
                  <a:cubicBezTo>
                    <a:pt x="1" y="1690"/>
                    <a:pt x="3" y="1707"/>
                    <a:pt x="14" y="1716"/>
                  </a:cubicBezTo>
                  <a:cubicBezTo>
                    <a:pt x="19" y="1719"/>
                    <a:pt x="25" y="1721"/>
                    <a:pt x="30" y="1721"/>
                  </a:cubicBezTo>
                  <a:cubicBezTo>
                    <a:pt x="38" y="1721"/>
                    <a:pt x="46" y="1717"/>
                    <a:pt x="50" y="1711"/>
                  </a:cubicBezTo>
                  <a:cubicBezTo>
                    <a:pt x="447" y="1195"/>
                    <a:pt x="781" y="632"/>
                    <a:pt x="1043" y="37"/>
                  </a:cubicBezTo>
                  <a:cubicBezTo>
                    <a:pt x="1049" y="24"/>
                    <a:pt x="1043" y="9"/>
                    <a:pt x="1030" y="3"/>
                  </a:cubicBezTo>
                  <a:cubicBezTo>
                    <a:pt x="1026" y="2"/>
                    <a:pt x="1022" y="1"/>
                    <a:pt x="101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4" name="Google Shape;5994;p22"/>
            <p:cNvSpPr/>
            <p:nvPr/>
          </p:nvSpPr>
          <p:spPr>
            <a:xfrm>
              <a:off x="4803625" y="3707125"/>
              <a:ext cx="61025" cy="35275"/>
            </a:xfrm>
            <a:custGeom>
              <a:avLst/>
              <a:gdLst/>
              <a:ahLst/>
              <a:cxnLst/>
              <a:rect l="l" t="t" r="r" b="b"/>
              <a:pathLst>
                <a:path w="2441" h="1411" extrusionOk="0">
                  <a:moveTo>
                    <a:pt x="29" y="0"/>
                  </a:moveTo>
                  <a:cubicBezTo>
                    <a:pt x="19" y="0"/>
                    <a:pt x="8" y="6"/>
                    <a:pt x="5" y="17"/>
                  </a:cubicBezTo>
                  <a:cubicBezTo>
                    <a:pt x="0" y="30"/>
                    <a:pt x="7" y="45"/>
                    <a:pt x="20" y="50"/>
                  </a:cubicBezTo>
                  <a:cubicBezTo>
                    <a:pt x="879" y="376"/>
                    <a:pt x="1678" y="832"/>
                    <a:pt x="2395" y="1405"/>
                  </a:cubicBezTo>
                  <a:cubicBezTo>
                    <a:pt x="2399" y="1409"/>
                    <a:pt x="2405" y="1410"/>
                    <a:pt x="2411" y="1410"/>
                  </a:cubicBezTo>
                  <a:cubicBezTo>
                    <a:pt x="2419" y="1410"/>
                    <a:pt x="2426" y="1408"/>
                    <a:pt x="2431" y="1401"/>
                  </a:cubicBezTo>
                  <a:cubicBezTo>
                    <a:pt x="2440" y="1390"/>
                    <a:pt x="2438" y="1374"/>
                    <a:pt x="2427" y="1365"/>
                  </a:cubicBezTo>
                  <a:cubicBezTo>
                    <a:pt x="1706" y="788"/>
                    <a:pt x="903" y="329"/>
                    <a:pt x="39" y="2"/>
                  </a:cubicBezTo>
                  <a:cubicBezTo>
                    <a:pt x="36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5" name="Google Shape;5995;p22"/>
            <p:cNvSpPr/>
            <p:nvPr/>
          </p:nvSpPr>
          <p:spPr>
            <a:xfrm>
              <a:off x="4835050" y="3745975"/>
              <a:ext cx="17150" cy="32375"/>
            </a:xfrm>
            <a:custGeom>
              <a:avLst/>
              <a:gdLst/>
              <a:ahLst/>
              <a:cxnLst/>
              <a:rect l="l" t="t" r="r" b="b"/>
              <a:pathLst>
                <a:path w="686" h="1295" extrusionOk="0">
                  <a:moveTo>
                    <a:pt x="655" y="0"/>
                  </a:moveTo>
                  <a:cubicBezTo>
                    <a:pt x="645" y="0"/>
                    <a:pt x="636" y="7"/>
                    <a:pt x="632" y="17"/>
                  </a:cubicBezTo>
                  <a:cubicBezTo>
                    <a:pt x="453" y="442"/>
                    <a:pt x="243" y="859"/>
                    <a:pt x="8" y="1256"/>
                  </a:cubicBezTo>
                  <a:cubicBezTo>
                    <a:pt x="1" y="1268"/>
                    <a:pt x="5" y="1284"/>
                    <a:pt x="17" y="1291"/>
                  </a:cubicBezTo>
                  <a:cubicBezTo>
                    <a:pt x="21" y="1293"/>
                    <a:pt x="25" y="1295"/>
                    <a:pt x="30" y="1295"/>
                  </a:cubicBezTo>
                  <a:cubicBezTo>
                    <a:pt x="39" y="1295"/>
                    <a:pt x="48" y="1291"/>
                    <a:pt x="52" y="1282"/>
                  </a:cubicBezTo>
                  <a:cubicBezTo>
                    <a:pt x="289" y="883"/>
                    <a:pt x="500" y="463"/>
                    <a:pt x="680" y="37"/>
                  </a:cubicBezTo>
                  <a:cubicBezTo>
                    <a:pt x="686" y="23"/>
                    <a:pt x="679" y="8"/>
                    <a:pt x="665" y="3"/>
                  </a:cubicBezTo>
                  <a:cubicBezTo>
                    <a:pt x="662" y="1"/>
                    <a:pt x="659" y="0"/>
                    <a:pt x="65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6" name="Google Shape;5996;p22"/>
            <p:cNvSpPr/>
            <p:nvPr/>
          </p:nvSpPr>
          <p:spPr>
            <a:xfrm>
              <a:off x="4988400" y="3744175"/>
              <a:ext cx="73075" cy="5950"/>
            </a:xfrm>
            <a:custGeom>
              <a:avLst/>
              <a:gdLst/>
              <a:ahLst/>
              <a:cxnLst/>
              <a:rect l="l" t="t" r="r" b="b"/>
              <a:pathLst>
                <a:path w="2923" h="238" extrusionOk="0">
                  <a:moveTo>
                    <a:pt x="1118" y="0"/>
                  </a:moveTo>
                  <a:cubicBezTo>
                    <a:pt x="754" y="0"/>
                    <a:pt x="389" y="23"/>
                    <a:pt x="24" y="70"/>
                  </a:cubicBezTo>
                  <a:cubicBezTo>
                    <a:pt x="10" y="72"/>
                    <a:pt x="0" y="84"/>
                    <a:pt x="2" y="99"/>
                  </a:cubicBezTo>
                  <a:cubicBezTo>
                    <a:pt x="4" y="113"/>
                    <a:pt x="16" y="122"/>
                    <a:pt x="31" y="122"/>
                  </a:cubicBezTo>
                  <a:cubicBezTo>
                    <a:pt x="393" y="75"/>
                    <a:pt x="756" y="52"/>
                    <a:pt x="1119" y="52"/>
                  </a:cubicBezTo>
                  <a:cubicBezTo>
                    <a:pt x="1712" y="52"/>
                    <a:pt x="2304" y="114"/>
                    <a:pt x="2889" y="238"/>
                  </a:cubicBezTo>
                  <a:lnTo>
                    <a:pt x="2894" y="238"/>
                  </a:lnTo>
                  <a:cubicBezTo>
                    <a:pt x="2906" y="238"/>
                    <a:pt x="2917" y="230"/>
                    <a:pt x="2918" y="218"/>
                  </a:cubicBezTo>
                  <a:cubicBezTo>
                    <a:pt x="2922" y="204"/>
                    <a:pt x="2913" y="189"/>
                    <a:pt x="2899" y="187"/>
                  </a:cubicBezTo>
                  <a:cubicBezTo>
                    <a:pt x="2311" y="62"/>
                    <a:pt x="1716" y="0"/>
                    <a:pt x="111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7" name="Google Shape;5997;p22"/>
            <p:cNvSpPr/>
            <p:nvPr/>
          </p:nvSpPr>
          <p:spPr>
            <a:xfrm>
              <a:off x="5037225" y="3779075"/>
              <a:ext cx="60625" cy="6000"/>
            </a:xfrm>
            <a:custGeom>
              <a:avLst/>
              <a:gdLst/>
              <a:ahLst/>
              <a:cxnLst/>
              <a:rect l="l" t="t" r="r" b="b"/>
              <a:pathLst>
                <a:path w="2425" h="240" extrusionOk="0">
                  <a:moveTo>
                    <a:pt x="665" y="0"/>
                  </a:moveTo>
                  <a:cubicBezTo>
                    <a:pt x="452" y="0"/>
                    <a:pt x="238" y="9"/>
                    <a:pt x="25" y="26"/>
                  </a:cubicBezTo>
                  <a:cubicBezTo>
                    <a:pt x="11" y="27"/>
                    <a:pt x="1" y="39"/>
                    <a:pt x="2" y="54"/>
                  </a:cubicBezTo>
                  <a:cubicBezTo>
                    <a:pt x="2" y="69"/>
                    <a:pt x="13" y="78"/>
                    <a:pt x="29" y="78"/>
                  </a:cubicBezTo>
                  <a:cubicBezTo>
                    <a:pt x="241" y="61"/>
                    <a:pt x="454" y="53"/>
                    <a:pt x="667" y="53"/>
                  </a:cubicBezTo>
                  <a:cubicBezTo>
                    <a:pt x="1246" y="53"/>
                    <a:pt x="1823" y="116"/>
                    <a:pt x="2391" y="240"/>
                  </a:cubicBezTo>
                  <a:lnTo>
                    <a:pt x="2397" y="240"/>
                  </a:lnTo>
                  <a:cubicBezTo>
                    <a:pt x="2409" y="240"/>
                    <a:pt x="2419" y="232"/>
                    <a:pt x="2422" y="219"/>
                  </a:cubicBezTo>
                  <a:cubicBezTo>
                    <a:pt x="2425" y="206"/>
                    <a:pt x="2415" y="191"/>
                    <a:pt x="2402" y="189"/>
                  </a:cubicBezTo>
                  <a:cubicBezTo>
                    <a:pt x="1831" y="63"/>
                    <a:pt x="1249" y="0"/>
                    <a:pt x="66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8" name="Google Shape;5998;p22"/>
            <p:cNvSpPr/>
            <p:nvPr/>
          </p:nvSpPr>
          <p:spPr>
            <a:xfrm>
              <a:off x="5019375" y="3769075"/>
              <a:ext cx="7725" cy="34800"/>
            </a:xfrm>
            <a:custGeom>
              <a:avLst/>
              <a:gdLst/>
              <a:ahLst/>
              <a:cxnLst/>
              <a:rect l="l" t="t" r="r" b="b"/>
              <a:pathLst>
                <a:path w="309" h="1392" extrusionOk="0">
                  <a:moveTo>
                    <a:pt x="26" y="1"/>
                  </a:moveTo>
                  <a:cubicBezTo>
                    <a:pt x="11" y="1"/>
                    <a:pt x="0" y="13"/>
                    <a:pt x="0" y="26"/>
                  </a:cubicBezTo>
                  <a:cubicBezTo>
                    <a:pt x="11" y="488"/>
                    <a:pt x="97" y="941"/>
                    <a:pt x="256" y="1374"/>
                  </a:cubicBezTo>
                  <a:cubicBezTo>
                    <a:pt x="259" y="1385"/>
                    <a:pt x="269" y="1392"/>
                    <a:pt x="280" y="1392"/>
                  </a:cubicBezTo>
                  <a:lnTo>
                    <a:pt x="280" y="1390"/>
                  </a:lnTo>
                  <a:cubicBezTo>
                    <a:pt x="283" y="1390"/>
                    <a:pt x="285" y="1390"/>
                    <a:pt x="288" y="1389"/>
                  </a:cubicBezTo>
                  <a:cubicBezTo>
                    <a:pt x="302" y="1385"/>
                    <a:pt x="308" y="1370"/>
                    <a:pt x="304" y="1357"/>
                  </a:cubicBezTo>
                  <a:cubicBezTo>
                    <a:pt x="148" y="929"/>
                    <a:pt x="63" y="481"/>
                    <a:pt x="53" y="25"/>
                  </a:cubicBezTo>
                  <a:cubicBezTo>
                    <a:pt x="53" y="11"/>
                    <a:pt x="41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9" name="Google Shape;5999;p22"/>
            <p:cNvSpPr/>
            <p:nvPr/>
          </p:nvSpPr>
          <p:spPr>
            <a:xfrm>
              <a:off x="5064075" y="3794825"/>
              <a:ext cx="12150" cy="25100"/>
            </a:xfrm>
            <a:custGeom>
              <a:avLst/>
              <a:gdLst/>
              <a:ahLst/>
              <a:cxnLst/>
              <a:rect l="l" t="t" r="r" b="b"/>
              <a:pathLst>
                <a:path w="486" h="1004" extrusionOk="0">
                  <a:moveTo>
                    <a:pt x="30" y="1"/>
                  </a:moveTo>
                  <a:cubicBezTo>
                    <a:pt x="27" y="1"/>
                    <a:pt x="25" y="1"/>
                    <a:pt x="22" y="2"/>
                  </a:cubicBezTo>
                  <a:cubicBezTo>
                    <a:pt x="8" y="7"/>
                    <a:pt x="0" y="21"/>
                    <a:pt x="4" y="35"/>
                  </a:cubicBezTo>
                  <a:cubicBezTo>
                    <a:pt x="105" y="371"/>
                    <a:pt x="250" y="693"/>
                    <a:pt x="435" y="991"/>
                  </a:cubicBezTo>
                  <a:cubicBezTo>
                    <a:pt x="439" y="999"/>
                    <a:pt x="447" y="1003"/>
                    <a:pt x="456" y="1003"/>
                  </a:cubicBezTo>
                  <a:cubicBezTo>
                    <a:pt x="460" y="1003"/>
                    <a:pt x="466" y="1002"/>
                    <a:pt x="470" y="999"/>
                  </a:cubicBezTo>
                  <a:cubicBezTo>
                    <a:pt x="482" y="991"/>
                    <a:pt x="486" y="975"/>
                    <a:pt x="478" y="964"/>
                  </a:cubicBezTo>
                  <a:cubicBezTo>
                    <a:pt x="296" y="668"/>
                    <a:pt x="154" y="351"/>
                    <a:pt x="54" y="20"/>
                  </a:cubicBezTo>
                  <a:cubicBezTo>
                    <a:pt x="51" y="9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0" name="Google Shape;6000;p22"/>
            <p:cNvSpPr/>
            <p:nvPr/>
          </p:nvSpPr>
          <p:spPr>
            <a:xfrm>
              <a:off x="4898400" y="3830675"/>
              <a:ext cx="6475" cy="39200"/>
            </a:xfrm>
            <a:custGeom>
              <a:avLst/>
              <a:gdLst/>
              <a:ahLst/>
              <a:cxnLst/>
              <a:rect l="l" t="t" r="r" b="b"/>
              <a:pathLst>
                <a:path w="259" h="1568" extrusionOk="0">
                  <a:moveTo>
                    <a:pt x="29" y="0"/>
                  </a:moveTo>
                  <a:cubicBezTo>
                    <a:pt x="26" y="0"/>
                    <a:pt x="24" y="1"/>
                    <a:pt x="22" y="1"/>
                  </a:cubicBezTo>
                  <a:cubicBezTo>
                    <a:pt x="8" y="5"/>
                    <a:pt x="0" y="20"/>
                    <a:pt x="6" y="34"/>
                  </a:cubicBezTo>
                  <a:cubicBezTo>
                    <a:pt x="151" y="516"/>
                    <a:pt x="206" y="1037"/>
                    <a:pt x="163" y="1540"/>
                  </a:cubicBezTo>
                  <a:cubicBezTo>
                    <a:pt x="162" y="1554"/>
                    <a:pt x="171" y="1567"/>
                    <a:pt x="186" y="1567"/>
                  </a:cubicBezTo>
                  <a:lnTo>
                    <a:pt x="188" y="1567"/>
                  </a:lnTo>
                  <a:cubicBezTo>
                    <a:pt x="202" y="1567"/>
                    <a:pt x="213" y="1558"/>
                    <a:pt x="214" y="1544"/>
                  </a:cubicBezTo>
                  <a:cubicBezTo>
                    <a:pt x="258" y="1036"/>
                    <a:pt x="203" y="507"/>
                    <a:pt x="54" y="19"/>
                  </a:cubicBezTo>
                  <a:cubicBezTo>
                    <a:pt x="51" y="8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1" name="Google Shape;6001;p22"/>
            <p:cNvSpPr/>
            <p:nvPr/>
          </p:nvSpPr>
          <p:spPr>
            <a:xfrm>
              <a:off x="4870775" y="3798850"/>
              <a:ext cx="41400" cy="11325"/>
            </a:xfrm>
            <a:custGeom>
              <a:avLst/>
              <a:gdLst/>
              <a:ahLst/>
              <a:cxnLst/>
              <a:rect l="l" t="t" r="r" b="b"/>
              <a:pathLst>
                <a:path w="1656" h="453" extrusionOk="0">
                  <a:moveTo>
                    <a:pt x="1628" y="0"/>
                  </a:moveTo>
                  <a:cubicBezTo>
                    <a:pt x="1071" y="7"/>
                    <a:pt x="515" y="147"/>
                    <a:pt x="18" y="404"/>
                  </a:cubicBezTo>
                  <a:cubicBezTo>
                    <a:pt x="6" y="411"/>
                    <a:pt x="1" y="425"/>
                    <a:pt x="7" y="439"/>
                  </a:cubicBezTo>
                  <a:cubicBezTo>
                    <a:pt x="13" y="447"/>
                    <a:pt x="21" y="452"/>
                    <a:pt x="30" y="452"/>
                  </a:cubicBezTo>
                  <a:cubicBezTo>
                    <a:pt x="34" y="452"/>
                    <a:pt x="38" y="452"/>
                    <a:pt x="42" y="450"/>
                  </a:cubicBezTo>
                  <a:cubicBezTo>
                    <a:pt x="531" y="197"/>
                    <a:pt x="1080" y="59"/>
                    <a:pt x="1630" y="51"/>
                  </a:cubicBezTo>
                  <a:cubicBezTo>
                    <a:pt x="1645" y="51"/>
                    <a:pt x="1655" y="41"/>
                    <a:pt x="1655" y="26"/>
                  </a:cubicBezTo>
                  <a:cubicBezTo>
                    <a:pt x="1655" y="11"/>
                    <a:pt x="1643" y="0"/>
                    <a:pt x="16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2" name="Google Shape;6002;p22"/>
            <p:cNvSpPr/>
            <p:nvPr/>
          </p:nvSpPr>
          <p:spPr>
            <a:xfrm>
              <a:off x="4924325" y="3759675"/>
              <a:ext cx="19350" cy="51100"/>
            </a:xfrm>
            <a:custGeom>
              <a:avLst/>
              <a:gdLst/>
              <a:ahLst/>
              <a:cxnLst/>
              <a:rect l="l" t="t" r="r" b="b"/>
              <a:pathLst>
                <a:path w="774" h="2044" extrusionOk="0">
                  <a:moveTo>
                    <a:pt x="29" y="0"/>
                  </a:moveTo>
                  <a:cubicBezTo>
                    <a:pt x="24" y="0"/>
                    <a:pt x="18" y="2"/>
                    <a:pt x="14" y="5"/>
                  </a:cubicBezTo>
                  <a:cubicBezTo>
                    <a:pt x="2" y="13"/>
                    <a:pt x="0" y="30"/>
                    <a:pt x="8" y="42"/>
                  </a:cubicBezTo>
                  <a:cubicBezTo>
                    <a:pt x="428" y="596"/>
                    <a:pt x="681" y="1298"/>
                    <a:pt x="721" y="2019"/>
                  </a:cubicBezTo>
                  <a:cubicBezTo>
                    <a:pt x="723" y="2033"/>
                    <a:pt x="734" y="2043"/>
                    <a:pt x="747" y="2043"/>
                  </a:cubicBezTo>
                  <a:lnTo>
                    <a:pt x="748" y="2043"/>
                  </a:lnTo>
                  <a:cubicBezTo>
                    <a:pt x="763" y="2042"/>
                    <a:pt x="774" y="2030"/>
                    <a:pt x="774" y="2017"/>
                  </a:cubicBezTo>
                  <a:cubicBezTo>
                    <a:pt x="734" y="1286"/>
                    <a:pt x="477" y="573"/>
                    <a:pt x="50" y="11"/>
                  </a:cubicBezTo>
                  <a:cubicBezTo>
                    <a:pt x="45" y="4"/>
                    <a:pt x="37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3" name="Google Shape;6003;p22"/>
            <p:cNvSpPr/>
            <p:nvPr/>
          </p:nvSpPr>
          <p:spPr>
            <a:xfrm>
              <a:off x="4819250" y="3573125"/>
              <a:ext cx="39300" cy="16975"/>
            </a:xfrm>
            <a:custGeom>
              <a:avLst/>
              <a:gdLst/>
              <a:ahLst/>
              <a:cxnLst/>
              <a:rect l="l" t="t" r="r" b="b"/>
              <a:pathLst>
                <a:path w="1572" h="679" extrusionOk="0">
                  <a:moveTo>
                    <a:pt x="30" y="1"/>
                  </a:moveTo>
                  <a:cubicBezTo>
                    <a:pt x="21" y="1"/>
                    <a:pt x="12" y="6"/>
                    <a:pt x="7" y="14"/>
                  </a:cubicBezTo>
                  <a:cubicBezTo>
                    <a:pt x="1" y="28"/>
                    <a:pt x="6" y="42"/>
                    <a:pt x="18" y="49"/>
                  </a:cubicBezTo>
                  <a:cubicBezTo>
                    <a:pt x="504" y="301"/>
                    <a:pt x="1014" y="512"/>
                    <a:pt x="1536" y="677"/>
                  </a:cubicBezTo>
                  <a:cubicBezTo>
                    <a:pt x="1538" y="679"/>
                    <a:pt x="1541" y="679"/>
                    <a:pt x="1544" y="679"/>
                  </a:cubicBezTo>
                  <a:cubicBezTo>
                    <a:pt x="1554" y="679"/>
                    <a:pt x="1564" y="672"/>
                    <a:pt x="1568" y="661"/>
                  </a:cubicBezTo>
                  <a:cubicBezTo>
                    <a:pt x="1572" y="648"/>
                    <a:pt x="1565" y="633"/>
                    <a:pt x="1552" y="629"/>
                  </a:cubicBezTo>
                  <a:cubicBezTo>
                    <a:pt x="1032" y="464"/>
                    <a:pt x="525" y="254"/>
                    <a:pt x="42" y="3"/>
                  </a:cubicBezTo>
                  <a:cubicBezTo>
                    <a:pt x="38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4" name="Google Shape;6004;p22"/>
            <p:cNvSpPr/>
            <p:nvPr/>
          </p:nvSpPr>
          <p:spPr>
            <a:xfrm>
              <a:off x="4862175" y="3590300"/>
              <a:ext cx="6650" cy="3025"/>
            </a:xfrm>
            <a:custGeom>
              <a:avLst/>
              <a:gdLst/>
              <a:ahLst/>
              <a:cxnLst/>
              <a:rect l="l" t="t" r="r" b="b"/>
              <a:pathLst>
                <a:path w="266" h="121" extrusionOk="0">
                  <a:moveTo>
                    <a:pt x="30" y="0"/>
                  </a:moveTo>
                  <a:cubicBezTo>
                    <a:pt x="19" y="0"/>
                    <a:pt x="9" y="7"/>
                    <a:pt x="4" y="17"/>
                  </a:cubicBezTo>
                  <a:cubicBezTo>
                    <a:pt x="0" y="31"/>
                    <a:pt x="7" y="46"/>
                    <a:pt x="22" y="51"/>
                  </a:cubicBezTo>
                  <a:lnTo>
                    <a:pt x="228" y="120"/>
                  </a:lnTo>
                  <a:cubicBezTo>
                    <a:pt x="230" y="121"/>
                    <a:pt x="233" y="121"/>
                    <a:pt x="236" y="121"/>
                  </a:cubicBezTo>
                  <a:cubicBezTo>
                    <a:pt x="246" y="121"/>
                    <a:pt x="257" y="114"/>
                    <a:pt x="260" y="103"/>
                  </a:cubicBezTo>
                  <a:cubicBezTo>
                    <a:pt x="265" y="90"/>
                    <a:pt x="257" y="75"/>
                    <a:pt x="244" y="71"/>
                  </a:cubicBezTo>
                  <a:lnTo>
                    <a:pt x="38" y="1"/>
                  </a:lnTo>
                  <a:cubicBezTo>
                    <a:pt x="35" y="0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5" name="Google Shape;6005;p22"/>
            <p:cNvSpPr/>
            <p:nvPr/>
          </p:nvSpPr>
          <p:spPr>
            <a:xfrm>
              <a:off x="4852075" y="3596600"/>
              <a:ext cx="27650" cy="9575"/>
            </a:xfrm>
            <a:custGeom>
              <a:avLst/>
              <a:gdLst/>
              <a:ahLst/>
              <a:cxnLst/>
              <a:rect l="l" t="t" r="r" b="b"/>
              <a:pathLst>
                <a:path w="1106" h="383" extrusionOk="0">
                  <a:moveTo>
                    <a:pt x="30" y="0"/>
                  </a:moveTo>
                  <a:cubicBezTo>
                    <a:pt x="20" y="0"/>
                    <a:pt x="10" y="7"/>
                    <a:pt x="6" y="17"/>
                  </a:cubicBezTo>
                  <a:cubicBezTo>
                    <a:pt x="1" y="29"/>
                    <a:pt x="6" y="45"/>
                    <a:pt x="19" y="51"/>
                  </a:cubicBezTo>
                  <a:cubicBezTo>
                    <a:pt x="360" y="189"/>
                    <a:pt x="712" y="301"/>
                    <a:pt x="1071" y="382"/>
                  </a:cubicBezTo>
                  <a:cubicBezTo>
                    <a:pt x="1073" y="383"/>
                    <a:pt x="1074" y="383"/>
                    <a:pt x="1077" y="383"/>
                  </a:cubicBezTo>
                  <a:cubicBezTo>
                    <a:pt x="1089" y="383"/>
                    <a:pt x="1100" y="375"/>
                    <a:pt x="1102" y="363"/>
                  </a:cubicBezTo>
                  <a:cubicBezTo>
                    <a:pt x="1105" y="348"/>
                    <a:pt x="1097" y="334"/>
                    <a:pt x="1082" y="332"/>
                  </a:cubicBezTo>
                  <a:cubicBezTo>
                    <a:pt x="727" y="251"/>
                    <a:pt x="376" y="139"/>
                    <a:pt x="40" y="2"/>
                  </a:cubicBezTo>
                  <a:cubicBezTo>
                    <a:pt x="36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6" name="Google Shape;6006;p22"/>
            <p:cNvSpPr/>
            <p:nvPr/>
          </p:nvSpPr>
          <p:spPr>
            <a:xfrm>
              <a:off x="4884500" y="3606650"/>
              <a:ext cx="8500" cy="2925"/>
            </a:xfrm>
            <a:custGeom>
              <a:avLst/>
              <a:gdLst/>
              <a:ahLst/>
              <a:cxnLst/>
              <a:rect l="l" t="t" r="r" b="b"/>
              <a:pathLst>
                <a:path w="340" h="117" extrusionOk="0">
                  <a:moveTo>
                    <a:pt x="29" y="0"/>
                  </a:moveTo>
                  <a:cubicBezTo>
                    <a:pt x="17" y="0"/>
                    <a:pt x="7" y="9"/>
                    <a:pt x="5" y="20"/>
                  </a:cubicBezTo>
                  <a:cubicBezTo>
                    <a:pt x="1" y="35"/>
                    <a:pt x="10" y="48"/>
                    <a:pt x="23" y="51"/>
                  </a:cubicBezTo>
                  <a:lnTo>
                    <a:pt x="306" y="117"/>
                  </a:lnTo>
                  <a:lnTo>
                    <a:pt x="311" y="117"/>
                  </a:lnTo>
                  <a:cubicBezTo>
                    <a:pt x="323" y="117"/>
                    <a:pt x="334" y="109"/>
                    <a:pt x="337" y="97"/>
                  </a:cubicBezTo>
                  <a:cubicBezTo>
                    <a:pt x="340" y="83"/>
                    <a:pt x="331" y="68"/>
                    <a:pt x="317" y="66"/>
                  </a:cubicBezTo>
                  <a:lnTo>
                    <a:pt x="35" y="1"/>
                  </a:lnTo>
                  <a:cubicBezTo>
                    <a:pt x="33" y="0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7" name="Google Shape;6007;p22"/>
            <p:cNvSpPr/>
            <p:nvPr/>
          </p:nvSpPr>
          <p:spPr>
            <a:xfrm>
              <a:off x="4874250" y="3623250"/>
              <a:ext cx="31625" cy="15125"/>
            </a:xfrm>
            <a:custGeom>
              <a:avLst/>
              <a:gdLst/>
              <a:ahLst/>
              <a:cxnLst/>
              <a:rect l="l" t="t" r="r" b="b"/>
              <a:pathLst>
                <a:path w="1265" h="605" extrusionOk="0">
                  <a:moveTo>
                    <a:pt x="31" y="0"/>
                  </a:moveTo>
                  <a:cubicBezTo>
                    <a:pt x="22" y="0"/>
                    <a:pt x="13" y="6"/>
                    <a:pt x="8" y="14"/>
                  </a:cubicBezTo>
                  <a:cubicBezTo>
                    <a:pt x="0" y="26"/>
                    <a:pt x="4" y="42"/>
                    <a:pt x="16" y="49"/>
                  </a:cubicBezTo>
                  <a:cubicBezTo>
                    <a:pt x="400" y="273"/>
                    <a:pt x="807" y="460"/>
                    <a:pt x="1227" y="603"/>
                  </a:cubicBezTo>
                  <a:cubicBezTo>
                    <a:pt x="1230" y="603"/>
                    <a:pt x="1232" y="604"/>
                    <a:pt x="1235" y="604"/>
                  </a:cubicBezTo>
                  <a:cubicBezTo>
                    <a:pt x="1246" y="604"/>
                    <a:pt x="1257" y="598"/>
                    <a:pt x="1261" y="587"/>
                  </a:cubicBezTo>
                  <a:cubicBezTo>
                    <a:pt x="1265" y="573"/>
                    <a:pt x="1258" y="559"/>
                    <a:pt x="1245" y="553"/>
                  </a:cubicBezTo>
                  <a:cubicBezTo>
                    <a:pt x="826" y="412"/>
                    <a:pt x="423" y="228"/>
                    <a:pt x="43" y="4"/>
                  </a:cubicBezTo>
                  <a:cubicBezTo>
                    <a:pt x="39" y="2"/>
                    <a:pt x="35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8" name="Google Shape;6008;p22"/>
            <p:cNvSpPr/>
            <p:nvPr/>
          </p:nvSpPr>
          <p:spPr>
            <a:xfrm>
              <a:off x="4863000" y="3616600"/>
              <a:ext cx="6500" cy="3900"/>
            </a:xfrm>
            <a:custGeom>
              <a:avLst/>
              <a:gdLst/>
              <a:ahLst/>
              <a:cxnLst/>
              <a:rect l="l" t="t" r="r" b="b"/>
              <a:pathLst>
                <a:path w="260" h="156" extrusionOk="0">
                  <a:moveTo>
                    <a:pt x="31" y="1"/>
                  </a:moveTo>
                  <a:cubicBezTo>
                    <a:pt x="23" y="1"/>
                    <a:pt x="15" y="4"/>
                    <a:pt x="9" y="11"/>
                  </a:cubicBezTo>
                  <a:cubicBezTo>
                    <a:pt x="1" y="23"/>
                    <a:pt x="4" y="39"/>
                    <a:pt x="14" y="47"/>
                  </a:cubicBezTo>
                  <a:cubicBezTo>
                    <a:pt x="78" y="94"/>
                    <a:pt x="147" y="130"/>
                    <a:pt x="221" y="155"/>
                  </a:cubicBezTo>
                  <a:cubicBezTo>
                    <a:pt x="224" y="156"/>
                    <a:pt x="227" y="156"/>
                    <a:pt x="230" y="156"/>
                  </a:cubicBezTo>
                  <a:cubicBezTo>
                    <a:pt x="240" y="156"/>
                    <a:pt x="251" y="149"/>
                    <a:pt x="255" y="138"/>
                  </a:cubicBezTo>
                  <a:cubicBezTo>
                    <a:pt x="259" y="125"/>
                    <a:pt x="251" y="110"/>
                    <a:pt x="238" y="106"/>
                  </a:cubicBezTo>
                  <a:cubicBezTo>
                    <a:pt x="169" y="83"/>
                    <a:pt x="104" y="50"/>
                    <a:pt x="45" y="5"/>
                  </a:cubicBez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9" name="Google Shape;6009;p22"/>
            <p:cNvSpPr/>
            <p:nvPr/>
          </p:nvSpPr>
          <p:spPr>
            <a:xfrm>
              <a:off x="4797950" y="3516300"/>
              <a:ext cx="28125" cy="17550"/>
            </a:xfrm>
            <a:custGeom>
              <a:avLst/>
              <a:gdLst/>
              <a:ahLst/>
              <a:cxnLst/>
              <a:rect l="l" t="t" r="r" b="b"/>
              <a:pathLst>
                <a:path w="1125" h="702" extrusionOk="0">
                  <a:moveTo>
                    <a:pt x="30" y="0"/>
                  </a:moveTo>
                  <a:cubicBezTo>
                    <a:pt x="23" y="0"/>
                    <a:pt x="16" y="3"/>
                    <a:pt x="10" y="10"/>
                  </a:cubicBezTo>
                  <a:cubicBezTo>
                    <a:pt x="1" y="20"/>
                    <a:pt x="2" y="36"/>
                    <a:pt x="13" y="46"/>
                  </a:cubicBezTo>
                  <a:cubicBezTo>
                    <a:pt x="339" y="314"/>
                    <a:pt x="698" y="533"/>
                    <a:pt x="1085" y="698"/>
                  </a:cubicBezTo>
                  <a:cubicBezTo>
                    <a:pt x="1088" y="700"/>
                    <a:pt x="1092" y="701"/>
                    <a:pt x="1095" y="701"/>
                  </a:cubicBezTo>
                  <a:cubicBezTo>
                    <a:pt x="1106" y="701"/>
                    <a:pt x="1115" y="694"/>
                    <a:pt x="1119" y="685"/>
                  </a:cubicBezTo>
                  <a:cubicBezTo>
                    <a:pt x="1124" y="671"/>
                    <a:pt x="1119" y="657"/>
                    <a:pt x="1106" y="651"/>
                  </a:cubicBezTo>
                  <a:cubicBezTo>
                    <a:pt x="723" y="487"/>
                    <a:pt x="367" y="271"/>
                    <a:pt x="47" y="6"/>
                  </a:cubicBez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0" name="Google Shape;6010;p22"/>
            <p:cNvSpPr/>
            <p:nvPr/>
          </p:nvSpPr>
          <p:spPr>
            <a:xfrm>
              <a:off x="4830550" y="3535375"/>
              <a:ext cx="7700" cy="4175"/>
            </a:xfrm>
            <a:custGeom>
              <a:avLst/>
              <a:gdLst/>
              <a:ahLst/>
              <a:cxnLst/>
              <a:rect l="l" t="t" r="r" b="b"/>
              <a:pathLst>
                <a:path w="308" h="167" extrusionOk="0">
                  <a:moveTo>
                    <a:pt x="32" y="1"/>
                  </a:moveTo>
                  <a:cubicBezTo>
                    <a:pt x="22" y="1"/>
                    <a:pt x="12" y="6"/>
                    <a:pt x="7" y="16"/>
                  </a:cubicBezTo>
                  <a:cubicBezTo>
                    <a:pt x="1" y="28"/>
                    <a:pt x="7" y="44"/>
                    <a:pt x="19" y="50"/>
                  </a:cubicBezTo>
                  <a:lnTo>
                    <a:pt x="267" y="164"/>
                  </a:lnTo>
                  <a:cubicBezTo>
                    <a:pt x="270" y="165"/>
                    <a:pt x="274" y="167"/>
                    <a:pt x="278" y="167"/>
                  </a:cubicBezTo>
                  <a:cubicBezTo>
                    <a:pt x="287" y="167"/>
                    <a:pt x="297" y="161"/>
                    <a:pt x="302" y="152"/>
                  </a:cubicBezTo>
                  <a:cubicBezTo>
                    <a:pt x="307" y="139"/>
                    <a:pt x="302" y="124"/>
                    <a:pt x="289" y="117"/>
                  </a:cubicBezTo>
                  <a:lnTo>
                    <a:pt x="42" y="3"/>
                  </a:lnTo>
                  <a:cubicBezTo>
                    <a:pt x="39" y="1"/>
                    <a:pt x="35" y="1"/>
                    <a:pt x="3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1" name="Google Shape;6011;p22"/>
            <p:cNvSpPr/>
            <p:nvPr/>
          </p:nvSpPr>
          <p:spPr>
            <a:xfrm>
              <a:off x="4827700" y="3548775"/>
              <a:ext cx="46700" cy="18675"/>
            </a:xfrm>
            <a:custGeom>
              <a:avLst/>
              <a:gdLst/>
              <a:ahLst/>
              <a:cxnLst/>
              <a:rect l="l" t="t" r="r" b="b"/>
              <a:pathLst>
                <a:path w="1868" h="747" extrusionOk="0">
                  <a:moveTo>
                    <a:pt x="30" y="1"/>
                  </a:moveTo>
                  <a:cubicBezTo>
                    <a:pt x="20" y="1"/>
                    <a:pt x="12" y="6"/>
                    <a:pt x="7" y="14"/>
                  </a:cubicBezTo>
                  <a:cubicBezTo>
                    <a:pt x="0" y="28"/>
                    <a:pt x="4" y="42"/>
                    <a:pt x="18" y="49"/>
                  </a:cubicBezTo>
                  <a:cubicBezTo>
                    <a:pt x="594" y="349"/>
                    <a:pt x="1204" y="583"/>
                    <a:pt x="1833" y="745"/>
                  </a:cubicBezTo>
                  <a:cubicBezTo>
                    <a:pt x="1835" y="746"/>
                    <a:pt x="1837" y="746"/>
                    <a:pt x="1839" y="746"/>
                  </a:cubicBezTo>
                  <a:cubicBezTo>
                    <a:pt x="1850" y="746"/>
                    <a:pt x="1861" y="738"/>
                    <a:pt x="1864" y="726"/>
                  </a:cubicBezTo>
                  <a:cubicBezTo>
                    <a:pt x="1868" y="712"/>
                    <a:pt x="1859" y="699"/>
                    <a:pt x="1845" y="695"/>
                  </a:cubicBezTo>
                  <a:cubicBezTo>
                    <a:pt x="1220" y="533"/>
                    <a:pt x="614" y="301"/>
                    <a:pt x="42" y="3"/>
                  </a:cubicBezTo>
                  <a:cubicBezTo>
                    <a:pt x="38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2" name="Google Shape;6012;p22"/>
            <p:cNvSpPr/>
            <p:nvPr/>
          </p:nvSpPr>
          <p:spPr>
            <a:xfrm>
              <a:off x="4810200" y="3539900"/>
              <a:ext cx="10500" cy="6275"/>
            </a:xfrm>
            <a:custGeom>
              <a:avLst/>
              <a:gdLst/>
              <a:ahLst/>
              <a:cxnLst/>
              <a:rect l="l" t="t" r="r" b="b"/>
              <a:pathLst>
                <a:path w="420" h="251" extrusionOk="0">
                  <a:moveTo>
                    <a:pt x="30" y="0"/>
                  </a:moveTo>
                  <a:cubicBezTo>
                    <a:pt x="23" y="0"/>
                    <a:pt x="15" y="4"/>
                    <a:pt x="10" y="11"/>
                  </a:cubicBezTo>
                  <a:cubicBezTo>
                    <a:pt x="1" y="22"/>
                    <a:pt x="3" y="38"/>
                    <a:pt x="15" y="48"/>
                  </a:cubicBezTo>
                  <a:cubicBezTo>
                    <a:pt x="127" y="130"/>
                    <a:pt x="250" y="198"/>
                    <a:pt x="380" y="249"/>
                  </a:cubicBezTo>
                  <a:cubicBezTo>
                    <a:pt x="383" y="251"/>
                    <a:pt x="387" y="251"/>
                    <a:pt x="389" y="251"/>
                  </a:cubicBezTo>
                  <a:cubicBezTo>
                    <a:pt x="400" y="251"/>
                    <a:pt x="410" y="245"/>
                    <a:pt x="414" y="235"/>
                  </a:cubicBezTo>
                  <a:cubicBezTo>
                    <a:pt x="419" y="221"/>
                    <a:pt x="412" y="206"/>
                    <a:pt x="399" y="201"/>
                  </a:cubicBezTo>
                  <a:cubicBezTo>
                    <a:pt x="272" y="151"/>
                    <a:pt x="154" y="87"/>
                    <a:pt x="46" y="6"/>
                  </a:cubicBez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3" name="Google Shape;6013;p22"/>
            <p:cNvSpPr/>
            <p:nvPr/>
          </p:nvSpPr>
          <p:spPr>
            <a:xfrm>
              <a:off x="4831550" y="3560450"/>
              <a:ext cx="23825" cy="10525"/>
            </a:xfrm>
            <a:custGeom>
              <a:avLst/>
              <a:gdLst/>
              <a:ahLst/>
              <a:cxnLst/>
              <a:rect l="l" t="t" r="r" b="b"/>
              <a:pathLst>
                <a:path w="953" h="421" extrusionOk="0">
                  <a:moveTo>
                    <a:pt x="31" y="0"/>
                  </a:moveTo>
                  <a:cubicBezTo>
                    <a:pt x="21" y="0"/>
                    <a:pt x="10" y="6"/>
                    <a:pt x="6" y="17"/>
                  </a:cubicBezTo>
                  <a:cubicBezTo>
                    <a:pt x="1" y="30"/>
                    <a:pt x="8" y="45"/>
                    <a:pt x="21" y="50"/>
                  </a:cubicBezTo>
                  <a:lnTo>
                    <a:pt x="913" y="418"/>
                  </a:lnTo>
                  <a:cubicBezTo>
                    <a:pt x="916" y="419"/>
                    <a:pt x="920" y="419"/>
                    <a:pt x="923" y="419"/>
                  </a:cubicBezTo>
                  <a:lnTo>
                    <a:pt x="923" y="420"/>
                  </a:lnTo>
                  <a:cubicBezTo>
                    <a:pt x="933" y="420"/>
                    <a:pt x="943" y="414"/>
                    <a:pt x="947" y="404"/>
                  </a:cubicBezTo>
                  <a:cubicBezTo>
                    <a:pt x="952" y="391"/>
                    <a:pt x="945" y="375"/>
                    <a:pt x="932" y="369"/>
                  </a:cubicBezTo>
                  <a:lnTo>
                    <a:pt x="40" y="2"/>
                  </a:lnTo>
                  <a:cubicBezTo>
                    <a:pt x="37" y="1"/>
                    <a:pt x="34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4" name="Google Shape;6014;p22"/>
            <p:cNvSpPr/>
            <p:nvPr/>
          </p:nvSpPr>
          <p:spPr>
            <a:xfrm>
              <a:off x="4859175" y="3571025"/>
              <a:ext cx="7950" cy="3400"/>
            </a:xfrm>
            <a:custGeom>
              <a:avLst/>
              <a:gdLst/>
              <a:ahLst/>
              <a:cxnLst/>
              <a:rect l="l" t="t" r="r" b="b"/>
              <a:pathLst>
                <a:path w="318" h="136" extrusionOk="0">
                  <a:moveTo>
                    <a:pt x="30" y="1"/>
                  </a:moveTo>
                  <a:cubicBezTo>
                    <a:pt x="20" y="1"/>
                    <a:pt x="10" y="6"/>
                    <a:pt x="6" y="16"/>
                  </a:cubicBezTo>
                  <a:cubicBezTo>
                    <a:pt x="0" y="30"/>
                    <a:pt x="6" y="44"/>
                    <a:pt x="19" y="50"/>
                  </a:cubicBezTo>
                  <a:cubicBezTo>
                    <a:pt x="104" y="87"/>
                    <a:pt x="193" y="117"/>
                    <a:pt x="284" y="136"/>
                  </a:cubicBezTo>
                  <a:lnTo>
                    <a:pt x="290" y="136"/>
                  </a:lnTo>
                  <a:cubicBezTo>
                    <a:pt x="302" y="136"/>
                    <a:pt x="313" y="128"/>
                    <a:pt x="315" y="116"/>
                  </a:cubicBezTo>
                  <a:cubicBezTo>
                    <a:pt x="318" y="101"/>
                    <a:pt x="309" y="87"/>
                    <a:pt x="295" y="85"/>
                  </a:cubicBezTo>
                  <a:cubicBezTo>
                    <a:pt x="208" y="66"/>
                    <a:pt x="122" y="39"/>
                    <a:pt x="41" y="3"/>
                  </a:cubicBezTo>
                  <a:cubicBezTo>
                    <a:pt x="37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5" name="Google Shape;6015;p22"/>
            <p:cNvSpPr/>
            <p:nvPr/>
          </p:nvSpPr>
          <p:spPr>
            <a:xfrm>
              <a:off x="4861550" y="3509075"/>
              <a:ext cx="15400" cy="31350"/>
            </a:xfrm>
            <a:custGeom>
              <a:avLst/>
              <a:gdLst/>
              <a:ahLst/>
              <a:cxnLst/>
              <a:rect l="l" t="t" r="r" b="b"/>
              <a:pathLst>
                <a:path w="616" h="1254" extrusionOk="0">
                  <a:moveTo>
                    <a:pt x="587" y="0"/>
                  </a:moveTo>
                  <a:cubicBezTo>
                    <a:pt x="576" y="0"/>
                    <a:pt x="565" y="8"/>
                    <a:pt x="562" y="19"/>
                  </a:cubicBezTo>
                  <a:cubicBezTo>
                    <a:pt x="431" y="444"/>
                    <a:pt x="251" y="834"/>
                    <a:pt x="9" y="1213"/>
                  </a:cubicBezTo>
                  <a:cubicBezTo>
                    <a:pt x="1" y="1226"/>
                    <a:pt x="5" y="1242"/>
                    <a:pt x="17" y="1250"/>
                  </a:cubicBezTo>
                  <a:cubicBezTo>
                    <a:pt x="21" y="1252"/>
                    <a:pt x="27" y="1254"/>
                    <a:pt x="31" y="1254"/>
                  </a:cubicBezTo>
                  <a:cubicBezTo>
                    <a:pt x="39" y="1254"/>
                    <a:pt x="48" y="1250"/>
                    <a:pt x="52" y="1242"/>
                  </a:cubicBezTo>
                  <a:cubicBezTo>
                    <a:pt x="297" y="858"/>
                    <a:pt x="480" y="463"/>
                    <a:pt x="612" y="34"/>
                  </a:cubicBezTo>
                  <a:cubicBezTo>
                    <a:pt x="616" y="20"/>
                    <a:pt x="608" y="5"/>
                    <a:pt x="594" y="1"/>
                  </a:cubicBezTo>
                  <a:cubicBezTo>
                    <a:pt x="592" y="1"/>
                    <a:pt x="590" y="0"/>
                    <a:pt x="58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6" name="Google Shape;6016;p22"/>
            <p:cNvSpPr/>
            <p:nvPr/>
          </p:nvSpPr>
          <p:spPr>
            <a:xfrm>
              <a:off x="4876875" y="3497150"/>
              <a:ext cx="2875" cy="6625"/>
            </a:xfrm>
            <a:custGeom>
              <a:avLst/>
              <a:gdLst/>
              <a:ahLst/>
              <a:cxnLst/>
              <a:rect l="l" t="t" r="r" b="b"/>
              <a:pathLst>
                <a:path w="115" h="265" extrusionOk="0">
                  <a:moveTo>
                    <a:pt x="85" y="1"/>
                  </a:moveTo>
                  <a:cubicBezTo>
                    <a:pt x="74" y="1"/>
                    <a:pt x="64" y="9"/>
                    <a:pt x="61" y="21"/>
                  </a:cubicBezTo>
                  <a:lnTo>
                    <a:pt x="4" y="232"/>
                  </a:lnTo>
                  <a:cubicBezTo>
                    <a:pt x="0" y="246"/>
                    <a:pt x="8" y="260"/>
                    <a:pt x="22" y="264"/>
                  </a:cubicBezTo>
                  <a:lnTo>
                    <a:pt x="28" y="264"/>
                  </a:lnTo>
                  <a:cubicBezTo>
                    <a:pt x="40" y="264"/>
                    <a:pt x="51" y="256"/>
                    <a:pt x="54" y="246"/>
                  </a:cubicBezTo>
                  <a:lnTo>
                    <a:pt x="110" y="33"/>
                  </a:lnTo>
                  <a:cubicBezTo>
                    <a:pt x="114" y="20"/>
                    <a:pt x="106" y="6"/>
                    <a:pt x="92" y="2"/>
                  </a:cubicBezTo>
                  <a:cubicBezTo>
                    <a:pt x="89" y="1"/>
                    <a:pt x="87" y="1"/>
                    <a:pt x="8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7" name="Google Shape;6017;p22"/>
            <p:cNvSpPr/>
            <p:nvPr/>
          </p:nvSpPr>
          <p:spPr>
            <a:xfrm>
              <a:off x="4870275" y="3470650"/>
              <a:ext cx="7350" cy="33400"/>
            </a:xfrm>
            <a:custGeom>
              <a:avLst/>
              <a:gdLst/>
              <a:ahLst/>
              <a:cxnLst/>
              <a:rect l="l" t="t" r="r" b="b"/>
              <a:pathLst>
                <a:path w="294" h="1336" extrusionOk="0">
                  <a:moveTo>
                    <a:pt x="265" y="0"/>
                  </a:moveTo>
                  <a:cubicBezTo>
                    <a:pt x="252" y="0"/>
                    <a:pt x="242" y="11"/>
                    <a:pt x="241" y="23"/>
                  </a:cubicBezTo>
                  <a:cubicBezTo>
                    <a:pt x="206" y="457"/>
                    <a:pt x="127" y="886"/>
                    <a:pt x="4" y="1301"/>
                  </a:cubicBezTo>
                  <a:cubicBezTo>
                    <a:pt x="0" y="1315"/>
                    <a:pt x="9" y="1330"/>
                    <a:pt x="22" y="1334"/>
                  </a:cubicBezTo>
                  <a:cubicBezTo>
                    <a:pt x="25" y="1335"/>
                    <a:pt x="27" y="1335"/>
                    <a:pt x="29" y="1335"/>
                  </a:cubicBezTo>
                  <a:cubicBezTo>
                    <a:pt x="41" y="1335"/>
                    <a:pt x="50" y="1327"/>
                    <a:pt x="54" y="1316"/>
                  </a:cubicBezTo>
                  <a:cubicBezTo>
                    <a:pt x="178" y="898"/>
                    <a:pt x="257" y="463"/>
                    <a:pt x="292" y="27"/>
                  </a:cubicBezTo>
                  <a:cubicBezTo>
                    <a:pt x="294" y="14"/>
                    <a:pt x="283" y="2"/>
                    <a:pt x="269" y="1"/>
                  </a:cubicBezTo>
                  <a:cubicBezTo>
                    <a:pt x="268" y="0"/>
                    <a:pt x="267" y="0"/>
                    <a:pt x="26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8" name="Google Shape;6018;p22"/>
            <p:cNvSpPr/>
            <p:nvPr/>
          </p:nvSpPr>
          <p:spPr>
            <a:xfrm>
              <a:off x="4867150" y="3509025"/>
              <a:ext cx="2975" cy="4925"/>
            </a:xfrm>
            <a:custGeom>
              <a:avLst/>
              <a:gdLst/>
              <a:ahLst/>
              <a:cxnLst/>
              <a:rect l="l" t="t" r="r" b="b"/>
              <a:pathLst>
                <a:path w="119" h="197" extrusionOk="0">
                  <a:moveTo>
                    <a:pt x="89" y="0"/>
                  </a:moveTo>
                  <a:cubicBezTo>
                    <a:pt x="79" y="0"/>
                    <a:pt x="69" y="6"/>
                    <a:pt x="65" y="17"/>
                  </a:cubicBezTo>
                  <a:lnTo>
                    <a:pt x="6" y="162"/>
                  </a:lnTo>
                  <a:cubicBezTo>
                    <a:pt x="0" y="174"/>
                    <a:pt x="7" y="190"/>
                    <a:pt x="21" y="196"/>
                  </a:cubicBezTo>
                  <a:cubicBezTo>
                    <a:pt x="23" y="196"/>
                    <a:pt x="27" y="197"/>
                    <a:pt x="30" y="197"/>
                  </a:cubicBezTo>
                  <a:cubicBezTo>
                    <a:pt x="41" y="197"/>
                    <a:pt x="50" y="190"/>
                    <a:pt x="54" y="181"/>
                  </a:cubicBezTo>
                  <a:lnTo>
                    <a:pt x="113" y="36"/>
                  </a:lnTo>
                  <a:cubicBezTo>
                    <a:pt x="119" y="23"/>
                    <a:pt x="112" y="7"/>
                    <a:pt x="99" y="2"/>
                  </a:cubicBezTo>
                  <a:cubicBezTo>
                    <a:pt x="95" y="1"/>
                    <a:pt x="92" y="0"/>
                    <a:pt x="8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9" name="Google Shape;6019;p22"/>
            <p:cNvSpPr/>
            <p:nvPr/>
          </p:nvSpPr>
          <p:spPr>
            <a:xfrm>
              <a:off x="4859350" y="3459875"/>
              <a:ext cx="6375" cy="23000"/>
            </a:xfrm>
            <a:custGeom>
              <a:avLst/>
              <a:gdLst/>
              <a:ahLst/>
              <a:cxnLst/>
              <a:rect l="l" t="t" r="r" b="b"/>
              <a:pathLst>
                <a:path w="255" h="920" extrusionOk="0">
                  <a:moveTo>
                    <a:pt x="226" y="1"/>
                  </a:moveTo>
                  <a:cubicBezTo>
                    <a:pt x="215" y="1"/>
                    <a:pt x="203" y="8"/>
                    <a:pt x="201" y="21"/>
                  </a:cubicBezTo>
                  <a:lnTo>
                    <a:pt x="3" y="888"/>
                  </a:lnTo>
                  <a:cubicBezTo>
                    <a:pt x="0" y="901"/>
                    <a:pt x="8" y="916"/>
                    <a:pt x="22" y="919"/>
                  </a:cubicBezTo>
                  <a:cubicBezTo>
                    <a:pt x="24" y="920"/>
                    <a:pt x="26" y="920"/>
                    <a:pt x="28" y="920"/>
                  </a:cubicBezTo>
                  <a:cubicBezTo>
                    <a:pt x="41" y="920"/>
                    <a:pt x="51" y="912"/>
                    <a:pt x="54" y="900"/>
                  </a:cubicBezTo>
                  <a:lnTo>
                    <a:pt x="250" y="32"/>
                  </a:lnTo>
                  <a:cubicBezTo>
                    <a:pt x="254" y="19"/>
                    <a:pt x="245" y="4"/>
                    <a:pt x="232" y="1"/>
                  </a:cubicBezTo>
                  <a:cubicBezTo>
                    <a:pt x="230" y="1"/>
                    <a:pt x="228" y="1"/>
                    <a:pt x="2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0" name="Google Shape;6020;p22"/>
            <p:cNvSpPr/>
            <p:nvPr/>
          </p:nvSpPr>
          <p:spPr>
            <a:xfrm>
              <a:off x="4856250" y="3487650"/>
              <a:ext cx="2775" cy="5350"/>
            </a:xfrm>
            <a:custGeom>
              <a:avLst/>
              <a:gdLst/>
              <a:ahLst/>
              <a:cxnLst/>
              <a:rect l="l" t="t" r="r" b="b"/>
              <a:pathLst>
                <a:path w="111" h="214" extrusionOk="0">
                  <a:moveTo>
                    <a:pt x="81" y="0"/>
                  </a:moveTo>
                  <a:cubicBezTo>
                    <a:pt x="70" y="0"/>
                    <a:pt x="60" y="7"/>
                    <a:pt x="57" y="17"/>
                  </a:cubicBezTo>
                  <a:lnTo>
                    <a:pt x="6" y="180"/>
                  </a:lnTo>
                  <a:cubicBezTo>
                    <a:pt x="0" y="194"/>
                    <a:pt x="9" y="208"/>
                    <a:pt x="22" y="213"/>
                  </a:cubicBezTo>
                  <a:cubicBezTo>
                    <a:pt x="25" y="214"/>
                    <a:pt x="27" y="214"/>
                    <a:pt x="30" y="214"/>
                  </a:cubicBezTo>
                  <a:cubicBezTo>
                    <a:pt x="41" y="214"/>
                    <a:pt x="52" y="207"/>
                    <a:pt x="54" y="196"/>
                  </a:cubicBezTo>
                  <a:lnTo>
                    <a:pt x="107" y="34"/>
                  </a:lnTo>
                  <a:cubicBezTo>
                    <a:pt x="111" y="20"/>
                    <a:pt x="103" y="5"/>
                    <a:pt x="89" y="1"/>
                  </a:cubicBezTo>
                  <a:cubicBezTo>
                    <a:pt x="87" y="1"/>
                    <a:pt x="84" y="0"/>
                    <a:pt x="8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1" name="Google Shape;6021;p22"/>
            <p:cNvSpPr/>
            <p:nvPr/>
          </p:nvSpPr>
          <p:spPr>
            <a:xfrm>
              <a:off x="4844050" y="3466675"/>
              <a:ext cx="10800" cy="32400"/>
            </a:xfrm>
            <a:custGeom>
              <a:avLst/>
              <a:gdLst/>
              <a:ahLst/>
              <a:cxnLst/>
              <a:rect l="l" t="t" r="r" b="b"/>
              <a:pathLst>
                <a:path w="432" h="1296" extrusionOk="0">
                  <a:moveTo>
                    <a:pt x="403" y="0"/>
                  </a:moveTo>
                  <a:cubicBezTo>
                    <a:pt x="391" y="0"/>
                    <a:pt x="381" y="9"/>
                    <a:pt x="378" y="22"/>
                  </a:cubicBezTo>
                  <a:cubicBezTo>
                    <a:pt x="299" y="445"/>
                    <a:pt x="174" y="862"/>
                    <a:pt x="5" y="1259"/>
                  </a:cubicBezTo>
                  <a:cubicBezTo>
                    <a:pt x="0" y="1272"/>
                    <a:pt x="7" y="1287"/>
                    <a:pt x="20" y="1292"/>
                  </a:cubicBezTo>
                  <a:cubicBezTo>
                    <a:pt x="23" y="1294"/>
                    <a:pt x="26" y="1295"/>
                    <a:pt x="30" y="1295"/>
                  </a:cubicBezTo>
                  <a:cubicBezTo>
                    <a:pt x="39" y="1295"/>
                    <a:pt x="50" y="1288"/>
                    <a:pt x="54" y="1279"/>
                  </a:cubicBezTo>
                  <a:cubicBezTo>
                    <a:pt x="222" y="878"/>
                    <a:pt x="349" y="458"/>
                    <a:pt x="429" y="32"/>
                  </a:cubicBezTo>
                  <a:cubicBezTo>
                    <a:pt x="432" y="17"/>
                    <a:pt x="423" y="4"/>
                    <a:pt x="408" y="1"/>
                  </a:cubicBezTo>
                  <a:cubicBezTo>
                    <a:pt x="406" y="1"/>
                    <a:pt x="405" y="0"/>
                    <a:pt x="40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2" name="Google Shape;6022;p22"/>
            <p:cNvSpPr/>
            <p:nvPr/>
          </p:nvSpPr>
          <p:spPr>
            <a:xfrm>
              <a:off x="4831250" y="3444750"/>
              <a:ext cx="7175" cy="21225"/>
            </a:xfrm>
            <a:custGeom>
              <a:avLst/>
              <a:gdLst/>
              <a:ahLst/>
              <a:cxnLst/>
              <a:rect l="l" t="t" r="r" b="b"/>
              <a:pathLst>
                <a:path w="287" h="849" extrusionOk="0">
                  <a:moveTo>
                    <a:pt x="259" y="0"/>
                  </a:moveTo>
                  <a:cubicBezTo>
                    <a:pt x="246" y="0"/>
                    <a:pt x="235" y="9"/>
                    <a:pt x="232" y="21"/>
                  </a:cubicBezTo>
                  <a:cubicBezTo>
                    <a:pt x="174" y="289"/>
                    <a:pt x="98" y="556"/>
                    <a:pt x="5" y="813"/>
                  </a:cubicBezTo>
                  <a:cubicBezTo>
                    <a:pt x="1" y="827"/>
                    <a:pt x="8" y="841"/>
                    <a:pt x="21" y="847"/>
                  </a:cubicBezTo>
                  <a:cubicBezTo>
                    <a:pt x="24" y="848"/>
                    <a:pt x="26" y="848"/>
                    <a:pt x="29" y="848"/>
                  </a:cubicBezTo>
                  <a:cubicBezTo>
                    <a:pt x="40" y="848"/>
                    <a:pt x="51" y="841"/>
                    <a:pt x="53" y="831"/>
                  </a:cubicBezTo>
                  <a:cubicBezTo>
                    <a:pt x="148" y="571"/>
                    <a:pt x="224" y="302"/>
                    <a:pt x="283" y="32"/>
                  </a:cubicBezTo>
                  <a:cubicBezTo>
                    <a:pt x="286" y="18"/>
                    <a:pt x="277" y="5"/>
                    <a:pt x="263" y="1"/>
                  </a:cubicBezTo>
                  <a:cubicBezTo>
                    <a:pt x="262" y="0"/>
                    <a:pt x="260" y="0"/>
                    <a:pt x="25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3" name="Google Shape;6023;p22"/>
            <p:cNvSpPr/>
            <p:nvPr/>
          </p:nvSpPr>
          <p:spPr>
            <a:xfrm>
              <a:off x="4835250" y="3455500"/>
              <a:ext cx="7025" cy="19425"/>
            </a:xfrm>
            <a:custGeom>
              <a:avLst/>
              <a:gdLst/>
              <a:ahLst/>
              <a:cxnLst/>
              <a:rect l="l" t="t" r="r" b="b"/>
              <a:pathLst>
                <a:path w="281" h="777" extrusionOk="0">
                  <a:moveTo>
                    <a:pt x="252" y="0"/>
                  </a:moveTo>
                  <a:cubicBezTo>
                    <a:pt x="240" y="0"/>
                    <a:pt x="230" y="8"/>
                    <a:pt x="227" y="19"/>
                  </a:cubicBezTo>
                  <a:lnTo>
                    <a:pt x="5" y="742"/>
                  </a:lnTo>
                  <a:cubicBezTo>
                    <a:pt x="1" y="756"/>
                    <a:pt x="8" y="771"/>
                    <a:pt x="21" y="775"/>
                  </a:cubicBezTo>
                  <a:cubicBezTo>
                    <a:pt x="24" y="776"/>
                    <a:pt x="27" y="776"/>
                    <a:pt x="29" y="776"/>
                  </a:cubicBezTo>
                  <a:cubicBezTo>
                    <a:pt x="40" y="776"/>
                    <a:pt x="51" y="769"/>
                    <a:pt x="55" y="759"/>
                  </a:cubicBezTo>
                  <a:lnTo>
                    <a:pt x="275" y="33"/>
                  </a:lnTo>
                  <a:cubicBezTo>
                    <a:pt x="281" y="20"/>
                    <a:pt x="273" y="5"/>
                    <a:pt x="259" y="1"/>
                  </a:cubicBezTo>
                  <a:cubicBezTo>
                    <a:pt x="257" y="0"/>
                    <a:pt x="254" y="0"/>
                    <a:pt x="25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4" name="Google Shape;6024;p22"/>
            <p:cNvSpPr/>
            <p:nvPr/>
          </p:nvSpPr>
          <p:spPr>
            <a:xfrm>
              <a:off x="4799150" y="3466700"/>
              <a:ext cx="18975" cy="14900"/>
            </a:xfrm>
            <a:custGeom>
              <a:avLst/>
              <a:gdLst/>
              <a:ahLst/>
              <a:cxnLst/>
              <a:rect l="l" t="t" r="r" b="b"/>
              <a:pathLst>
                <a:path w="759" h="596" extrusionOk="0">
                  <a:moveTo>
                    <a:pt x="28" y="0"/>
                  </a:moveTo>
                  <a:cubicBezTo>
                    <a:pt x="21" y="0"/>
                    <a:pt x="13" y="3"/>
                    <a:pt x="8" y="9"/>
                  </a:cubicBezTo>
                  <a:cubicBezTo>
                    <a:pt x="0" y="20"/>
                    <a:pt x="1" y="37"/>
                    <a:pt x="12" y="46"/>
                  </a:cubicBezTo>
                  <a:cubicBezTo>
                    <a:pt x="238" y="235"/>
                    <a:pt x="474" y="420"/>
                    <a:pt x="714" y="590"/>
                  </a:cubicBezTo>
                  <a:cubicBezTo>
                    <a:pt x="720" y="594"/>
                    <a:pt x="725" y="596"/>
                    <a:pt x="729" y="596"/>
                  </a:cubicBezTo>
                  <a:cubicBezTo>
                    <a:pt x="737" y="596"/>
                    <a:pt x="745" y="592"/>
                    <a:pt x="751" y="585"/>
                  </a:cubicBezTo>
                  <a:cubicBezTo>
                    <a:pt x="759" y="573"/>
                    <a:pt x="756" y="557"/>
                    <a:pt x="744" y="549"/>
                  </a:cubicBezTo>
                  <a:cubicBezTo>
                    <a:pt x="506" y="378"/>
                    <a:pt x="270" y="195"/>
                    <a:pt x="44" y="7"/>
                  </a:cubicBezTo>
                  <a:cubicBezTo>
                    <a:pt x="40" y="2"/>
                    <a:pt x="34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5" name="Google Shape;6025;p22"/>
            <p:cNvSpPr/>
            <p:nvPr/>
          </p:nvSpPr>
          <p:spPr>
            <a:xfrm>
              <a:off x="4800525" y="3458300"/>
              <a:ext cx="24225" cy="19200"/>
            </a:xfrm>
            <a:custGeom>
              <a:avLst/>
              <a:gdLst/>
              <a:ahLst/>
              <a:cxnLst/>
              <a:rect l="l" t="t" r="r" b="b"/>
              <a:pathLst>
                <a:path w="969" h="768" extrusionOk="0">
                  <a:moveTo>
                    <a:pt x="29" y="1"/>
                  </a:moveTo>
                  <a:cubicBezTo>
                    <a:pt x="22" y="1"/>
                    <a:pt x="15" y="3"/>
                    <a:pt x="10" y="9"/>
                  </a:cubicBezTo>
                  <a:cubicBezTo>
                    <a:pt x="0" y="20"/>
                    <a:pt x="2" y="36"/>
                    <a:pt x="12" y="45"/>
                  </a:cubicBezTo>
                  <a:cubicBezTo>
                    <a:pt x="299" y="304"/>
                    <a:pt x="606" y="544"/>
                    <a:pt x="924" y="764"/>
                  </a:cubicBezTo>
                  <a:cubicBezTo>
                    <a:pt x="930" y="766"/>
                    <a:pt x="934" y="768"/>
                    <a:pt x="939" y="768"/>
                  </a:cubicBezTo>
                  <a:cubicBezTo>
                    <a:pt x="947" y="768"/>
                    <a:pt x="955" y="764"/>
                    <a:pt x="961" y="757"/>
                  </a:cubicBezTo>
                  <a:cubicBezTo>
                    <a:pt x="969" y="745"/>
                    <a:pt x="966" y="729"/>
                    <a:pt x="954" y="721"/>
                  </a:cubicBezTo>
                  <a:cubicBezTo>
                    <a:pt x="638" y="504"/>
                    <a:pt x="333" y="263"/>
                    <a:pt x="47" y="8"/>
                  </a:cubicBezTo>
                  <a:cubicBezTo>
                    <a:pt x="42" y="3"/>
                    <a:pt x="36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6" name="Google Shape;6026;p22"/>
            <p:cNvSpPr/>
            <p:nvPr/>
          </p:nvSpPr>
          <p:spPr>
            <a:xfrm>
              <a:off x="4822625" y="3484125"/>
              <a:ext cx="6225" cy="4500"/>
            </a:xfrm>
            <a:custGeom>
              <a:avLst/>
              <a:gdLst/>
              <a:ahLst/>
              <a:cxnLst/>
              <a:rect l="l" t="t" r="r" b="b"/>
              <a:pathLst>
                <a:path w="249" h="180" extrusionOk="0">
                  <a:moveTo>
                    <a:pt x="29" y="0"/>
                  </a:moveTo>
                  <a:cubicBezTo>
                    <a:pt x="21" y="0"/>
                    <a:pt x="13" y="4"/>
                    <a:pt x="8" y="12"/>
                  </a:cubicBezTo>
                  <a:cubicBezTo>
                    <a:pt x="0" y="24"/>
                    <a:pt x="3" y="40"/>
                    <a:pt x="15" y="48"/>
                  </a:cubicBezTo>
                  <a:lnTo>
                    <a:pt x="205" y="176"/>
                  </a:lnTo>
                  <a:cubicBezTo>
                    <a:pt x="210" y="179"/>
                    <a:pt x="214" y="180"/>
                    <a:pt x="219" y="180"/>
                  </a:cubicBezTo>
                  <a:cubicBezTo>
                    <a:pt x="227" y="180"/>
                    <a:pt x="236" y="176"/>
                    <a:pt x="241" y="169"/>
                  </a:cubicBezTo>
                  <a:cubicBezTo>
                    <a:pt x="249" y="157"/>
                    <a:pt x="246" y="141"/>
                    <a:pt x="234" y="133"/>
                  </a:cubicBezTo>
                  <a:lnTo>
                    <a:pt x="45" y="5"/>
                  </a:lnTo>
                  <a:cubicBezTo>
                    <a:pt x="40" y="2"/>
                    <a:pt x="35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7" name="Google Shape;6027;p22"/>
            <p:cNvSpPr/>
            <p:nvPr/>
          </p:nvSpPr>
          <p:spPr>
            <a:xfrm>
              <a:off x="4902100" y="3532175"/>
              <a:ext cx="15575" cy="39975"/>
            </a:xfrm>
            <a:custGeom>
              <a:avLst/>
              <a:gdLst/>
              <a:ahLst/>
              <a:cxnLst/>
              <a:rect l="l" t="t" r="r" b="b"/>
              <a:pathLst>
                <a:path w="623" h="1599" extrusionOk="0">
                  <a:moveTo>
                    <a:pt x="594" y="0"/>
                  </a:moveTo>
                  <a:cubicBezTo>
                    <a:pt x="582" y="0"/>
                    <a:pt x="573" y="8"/>
                    <a:pt x="569" y="19"/>
                  </a:cubicBezTo>
                  <a:cubicBezTo>
                    <a:pt x="431" y="548"/>
                    <a:pt x="241" y="1067"/>
                    <a:pt x="7" y="1562"/>
                  </a:cubicBezTo>
                  <a:cubicBezTo>
                    <a:pt x="0" y="1574"/>
                    <a:pt x="5" y="1590"/>
                    <a:pt x="19" y="1596"/>
                  </a:cubicBezTo>
                  <a:cubicBezTo>
                    <a:pt x="23" y="1598"/>
                    <a:pt x="27" y="1598"/>
                    <a:pt x="30" y="1598"/>
                  </a:cubicBezTo>
                  <a:cubicBezTo>
                    <a:pt x="39" y="1598"/>
                    <a:pt x="49" y="1593"/>
                    <a:pt x="54" y="1584"/>
                  </a:cubicBezTo>
                  <a:cubicBezTo>
                    <a:pt x="289" y="1086"/>
                    <a:pt x="480" y="565"/>
                    <a:pt x="620" y="32"/>
                  </a:cubicBezTo>
                  <a:cubicBezTo>
                    <a:pt x="623" y="19"/>
                    <a:pt x="615" y="4"/>
                    <a:pt x="601" y="2"/>
                  </a:cubicBezTo>
                  <a:cubicBezTo>
                    <a:pt x="599" y="1"/>
                    <a:pt x="596" y="0"/>
                    <a:pt x="59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8" name="Google Shape;6028;p22"/>
            <p:cNvSpPr/>
            <p:nvPr/>
          </p:nvSpPr>
          <p:spPr>
            <a:xfrm>
              <a:off x="4892700" y="3523525"/>
              <a:ext cx="20725" cy="53400"/>
            </a:xfrm>
            <a:custGeom>
              <a:avLst/>
              <a:gdLst/>
              <a:ahLst/>
              <a:cxnLst/>
              <a:rect l="l" t="t" r="r" b="b"/>
              <a:pathLst>
                <a:path w="829" h="2136" extrusionOk="0">
                  <a:moveTo>
                    <a:pt x="800" y="1"/>
                  </a:moveTo>
                  <a:cubicBezTo>
                    <a:pt x="788" y="1"/>
                    <a:pt x="779" y="7"/>
                    <a:pt x="776" y="18"/>
                  </a:cubicBezTo>
                  <a:cubicBezTo>
                    <a:pt x="546" y="717"/>
                    <a:pt x="286" y="1418"/>
                    <a:pt x="6" y="2100"/>
                  </a:cubicBezTo>
                  <a:cubicBezTo>
                    <a:pt x="1" y="2113"/>
                    <a:pt x="6" y="2129"/>
                    <a:pt x="20" y="2134"/>
                  </a:cubicBezTo>
                  <a:cubicBezTo>
                    <a:pt x="22" y="2135"/>
                    <a:pt x="26" y="2135"/>
                    <a:pt x="29" y="2135"/>
                  </a:cubicBezTo>
                  <a:cubicBezTo>
                    <a:pt x="40" y="2135"/>
                    <a:pt x="49" y="2130"/>
                    <a:pt x="53" y="2119"/>
                  </a:cubicBezTo>
                  <a:cubicBezTo>
                    <a:pt x="334" y="1436"/>
                    <a:pt x="594" y="735"/>
                    <a:pt x="824" y="34"/>
                  </a:cubicBezTo>
                  <a:cubicBezTo>
                    <a:pt x="828" y="21"/>
                    <a:pt x="821" y="6"/>
                    <a:pt x="808" y="2"/>
                  </a:cubicBezTo>
                  <a:cubicBezTo>
                    <a:pt x="805" y="1"/>
                    <a:pt x="802" y="1"/>
                    <a:pt x="80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9" name="Google Shape;6029;p22"/>
            <p:cNvSpPr/>
            <p:nvPr/>
          </p:nvSpPr>
          <p:spPr>
            <a:xfrm>
              <a:off x="4892500" y="3506475"/>
              <a:ext cx="13000" cy="36725"/>
            </a:xfrm>
            <a:custGeom>
              <a:avLst/>
              <a:gdLst/>
              <a:ahLst/>
              <a:cxnLst/>
              <a:rect l="l" t="t" r="r" b="b"/>
              <a:pathLst>
                <a:path w="520" h="1469" extrusionOk="0">
                  <a:moveTo>
                    <a:pt x="493" y="0"/>
                  </a:moveTo>
                  <a:cubicBezTo>
                    <a:pt x="480" y="0"/>
                    <a:pt x="469" y="8"/>
                    <a:pt x="466" y="21"/>
                  </a:cubicBezTo>
                  <a:cubicBezTo>
                    <a:pt x="368" y="506"/>
                    <a:pt x="213" y="981"/>
                    <a:pt x="6" y="1432"/>
                  </a:cubicBezTo>
                  <a:cubicBezTo>
                    <a:pt x="1" y="1444"/>
                    <a:pt x="6" y="1460"/>
                    <a:pt x="20" y="1465"/>
                  </a:cubicBezTo>
                  <a:cubicBezTo>
                    <a:pt x="22" y="1468"/>
                    <a:pt x="26" y="1468"/>
                    <a:pt x="30" y="1468"/>
                  </a:cubicBezTo>
                  <a:cubicBezTo>
                    <a:pt x="40" y="1468"/>
                    <a:pt x="49" y="1463"/>
                    <a:pt x="53" y="1453"/>
                  </a:cubicBezTo>
                  <a:cubicBezTo>
                    <a:pt x="262" y="1000"/>
                    <a:pt x="418" y="521"/>
                    <a:pt x="516" y="31"/>
                  </a:cubicBezTo>
                  <a:cubicBezTo>
                    <a:pt x="520" y="18"/>
                    <a:pt x="511" y="4"/>
                    <a:pt x="496" y="0"/>
                  </a:cubicBezTo>
                  <a:cubicBezTo>
                    <a:pt x="495" y="0"/>
                    <a:pt x="494" y="0"/>
                    <a:pt x="49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0" name="Google Shape;6030;p22"/>
            <p:cNvSpPr/>
            <p:nvPr/>
          </p:nvSpPr>
          <p:spPr>
            <a:xfrm>
              <a:off x="4887525" y="3547025"/>
              <a:ext cx="4400" cy="8475"/>
            </a:xfrm>
            <a:custGeom>
              <a:avLst/>
              <a:gdLst/>
              <a:ahLst/>
              <a:cxnLst/>
              <a:rect l="l" t="t" r="r" b="b"/>
              <a:pathLst>
                <a:path w="176" h="339" extrusionOk="0">
                  <a:moveTo>
                    <a:pt x="146" y="0"/>
                  </a:moveTo>
                  <a:cubicBezTo>
                    <a:pt x="136" y="0"/>
                    <a:pt x="127" y="6"/>
                    <a:pt x="123" y="16"/>
                  </a:cubicBezTo>
                  <a:lnTo>
                    <a:pt x="6" y="302"/>
                  </a:lnTo>
                  <a:cubicBezTo>
                    <a:pt x="1" y="316"/>
                    <a:pt x="7" y="330"/>
                    <a:pt x="21" y="336"/>
                  </a:cubicBezTo>
                  <a:cubicBezTo>
                    <a:pt x="23" y="337"/>
                    <a:pt x="27" y="338"/>
                    <a:pt x="30" y="338"/>
                  </a:cubicBezTo>
                  <a:cubicBezTo>
                    <a:pt x="41" y="338"/>
                    <a:pt x="50" y="332"/>
                    <a:pt x="54" y="322"/>
                  </a:cubicBezTo>
                  <a:lnTo>
                    <a:pt x="170" y="36"/>
                  </a:lnTo>
                  <a:cubicBezTo>
                    <a:pt x="175" y="22"/>
                    <a:pt x="170" y="8"/>
                    <a:pt x="157" y="2"/>
                  </a:cubicBezTo>
                  <a:cubicBezTo>
                    <a:pt x="153" y="1"/>
                    <a:pt x="150" y="0"/>
                    <a:pt x="14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1" name="Google Shape;6031;p22"/>
            <p:cNvSpPr/>
            <p:nvPr/>
          </p:nvSpPr>
          <p:spPr>
            <a:xfrm>
              <a:off x="4892600" y="3584550"/>
              <a:ext cx="14750" cy="26475"/>
            </a:xfrm>
            <a:custGeom>
              <a:avLst/>
              <a:gdLst/>
              <a:ahLst/>
              <a:cxnLst/>
              <a:rect l="l" t="t" r="r" b="b"/>
              <a:pathLst>
                <a:path w="590" h="1059" extrusionOk="0">
                  <a:moveTo>
                    <a:pt x="560" y="0"/>
                  </a:moveTo>
                  <a:cubicBezTo>
                    <a:pt x="550" y="0"/>
                    <a:pt x="541" y="6"/>
                    <a:pt x="536" y="15"/>
                  </a:cubicBezTo>
                  <a:cubicBezTo>
                    <a:pt x="379" y="358"/>
                    <a:pt x="201" y="695"/>
                    <a:pt x="7" y="1020"/>
                  </a:cubicBezTo>
                  <a:cubicBezTo>
                    <a:pt x="1" y="1032"/>
                    <a:pt x="5" y="1048"/>
                    <a:pt x="17" y="1055"/>
                  </a:cubicBezTo>
                  <a:cubicBezTo>
                    <a:pt x="21" y="1057"/>
                    <a:pt x="26" y="1059"/>
                    <a:pt x="30" y="1059"/>
                  </a:cubicBezTo>
                  <a:cubicBezTo>
                    <a:pt x="40" y="1059"/>
                    <a:pt x="48" y="1055"/>
                    <a:pt x="53" y="1046"/>
                  </a:cubicBezTo>
                  <a:cubicBezTo>
                    <a:pt x="247" y="721"/>
                    <a:pt x="425" y="381"/>
                    <a:pt x="583" y="36"/>
                  </a:cubicBezTo>
                  <a:cubicBezTo>
                    <a:pt x="590" y="24"/>
                    <a:pt x="585" y="8"/>
                    <a:pt x="571" y="3"/>
                  </a:cubicBezTo>
                  <a:cubicBezTo>
                    <a:pt x="568" y="1"/>
                    <a:pt x="564" y="0"/>
                    <a:pt x="56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2" name="Google Shape;6032;p22"/>
            <p:cNvSpPr/>
            <p:nvPr/>
          </p:nvSpPr>
          <p:spPr>
            <a:xfrm>
              <a:off x="4908150" y="3573400"/>
              <a:ext cx="4100" cy="7650"/>
            </a:xfrm>
            <a:custGeom>
              <a:avLst/>
              <a:gdLst/>
              <a:ahLst/>
              <a:cxnLst/>
              <a:rect l="l" t="t" r="r" b="b"/>
              <a:pathLst>
                <a:path w="164" h="306" extrusionOk="0">
                  <a:moveTo>
                    <a:pt x="133" y="0"/>
                  </a:moveTo>
                  <a:cubicBezTo>
                    <a:pt x="123" y="0"/>
                    <a:pt x="113" y="6"/>
                    <a:pt x="109" y="17"/>
                  </a:cubicBezTo>
                  <a:lnTo>
                    <a:pt x="6" y="271"/>
                  </a:lnTo>
                  <a:cubicBezTo>
                    <a:pt x="0" y="284"/>
                    <a:pt x="7" y="299"/>
                    <a:pt x="20" y="305"/>
                  </a:cubicBezTo>
                  <a:cubicBezTo>
                    <a:pt x="23" y="306"/>
                    <a:pt x="27" y="306"/>
                    <a:pt x="30" y="306"/>
                  </a:cubicBezTo>
                  <a:cubicBezTo>
                    <a:pt x="41" y="306"/>
                    <a:pt x="50" y="301"/>
                    <a:pt x="54" y="290"/>
                  </a:cubicBezTo>
                  <a:lnTo>
                    <a:pt x="158" y="36"/>
                  </a:lnTo>
                  <a:cubicBezTo>
                    <a:pt x="163" y="23"/>
                    <a:pt x="156" y="7"/>
                    <a:pt x="143" y="2"/>
                  </a:cubicBezTo>
                  <a:cubicBezTo>
                    <a:pt x="140" y="1"/>
                    <a:pt x="136" y="0"/>
                    <a:pt x="13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3" name="Google Shape;6033;p22"/>
            <p:cNvSpPr/>
            <p:nvPr/>
          </p:nvSpPr>
          <p:spPr>
            <a:xfrm>
              <a:off x="4919250" y="3590625"/>
              <a:ext cx="13650" cy="23575"/>
            </a:xfrm>
            <a:custGeom>
              <a:avLst/>
              <a:gdLst/>
              <a:ahLst/>
              <a:cxnLst/>
              <a:rect l="l" t="t" r="r" b="b"/>
              <a:pathLst>
                <a:path w="546" h="943" extrusionOk="0">
                  <a:moveTo>
                    <a:pt x="516" y="1"/>
                  </a:moveTo>
                  <a:cubicBezTo>
                    <a:pt x="505" y="1"/>
                    <a:pt x="496" y="7"/>
                    <a:pt x="491" y="18"/>
                  </a:cubicBezTo>
                  <a:cubicBezTo>
                    <a:pt x="382" y="339"/>
                    <a:pt x="220" y="635"/>
                    <a:pt x="8" y="900"/>
                  </a:cubicBezTo>
                  <a:cubicBezTo>
                    <a:pt x="0" y="911"/>
                    <a:pt x="2" y="929"/>
                    <a:pt x="12" y="937"/>
                  </a:cubicBezTo>
                  <a:cubicBezTo>
                    <a:pt x="18" y="941"/>
                    <a:pt x="23" y="942"/>
                    <a:pt x="28" y="942"/>
                  </a:cubicBezTo>
                  <a:cubicBezTo>
                    <a:pt x="37" y="942"/>
                    <a:pt x="45" y="939"/>
                    <a:pt x="49" y="933"/>
                  </a:cubicBezTo>
                  <a:cubicBezTo>
                    <a:pt x="264" y="664"/>
                    <a:pt x="429" y="361"/>
                    <a:pt x="540" y="35"/>
                  </a:cubicBezTo>
                  <a:cubicBezTo>
                    <a:pt x="545" y="22"/>
                    <a:pt x="537" y="7"/>
                    <a:pt x="524" y="2"/>
                  </a:cubicBezTo>
                  <a:cubicBezTo>
                    <a:pt x="521" y="1"/>
                    <a:pt x="518" y="1"/>
                    <a:pt x="51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4" name="Google Shape;6034;p22"/>
            <p:cNvSpPr/>
            <p:nvPr/>
          </p:nvSpPr>
          <p:spPr>
            <a:xfrm>
              <a:off x="4911700" y="3618825"/>
              <a:ext cx="4250" cy="5700"/>
            </a:xfrm>
            <a:custGeom>
              <a:avLst/>
              <a:gdLst/>
              <a:ahLst/>
              <a:cxnLst/>
              <a:rect l="l" t="t" r="r" b="b"/>
              <a:pathLst>
                <a:path w="170" h="228" extrusionOk="0">
                  <a:moveTo>
                    <a:pt x="140" y="1"/>
                  </a:moveTo>
                  <a:cubicBezTo>
                    <a:pt x="132" y="1"/>
                    <a:pt x="123" y="5"/>
                    <a:pt x="118" y="13"/>
                  </a:cubicBezTo>
                  <a:lnTo>
                    <a:pt x="9" y="188"/>
                  </a:lnTo>
                  <a:cubicBezTo>
                    <a:pt x="1" y="200"/>
                    <a:pt x="5" y="216"/>
                    <a:pt x="17" y="224"/>
                  </a:cubicBezTo>
                  <a:cubicBezTo>
                    <a:pt x="21" y="226"/>
                    <a:pt x="25" y="227"/>
                    <a:pt x="30" y="227"/>
                  </a:cubicBezTo>
                  <a:cubicBezTo>
                    <a:pt x="39" y="227"/>
                    <a:pt x="48" y="223"/>
                    <a:pt x="52" y="215"/>
                  </a:cubicBezTo>
                  <a:lnTo>
                    <a:pt x="162" y="40"/>
                  </a:lnTo>
                  <a:cubicBezTo>
                    <a:pt x="169" y="28"/>
                    <a:pt x="165" y="12"/>
                    <a:pt x="153" y="5"/>
                  </a:cubicBezTo>
                  <a:cubicBezTo>
                    <a:pt x="149" y="2"/>
                    <a:pt x="145" y="1"/>
                    <a:pt x="14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5" name="Google Shape;6035;p22"/>
            <p:cNvSpPr/>
            <p:nvPr/>
          </p:nvSpPr>
          <p:spPr>
            <a:xfrm>
              <a:off x="4923775" y="3602475"/>
              <a:ext cx="11200" cy="18850"/>
            </a:xfrm>
            <a:custGeom>
              <a:avLst/>
              <a:gdLst/>
              <a:ahLst/>
              <a:cxnLst/>
              <a:rect l="l" t="t" r="r" b="b"/>
              <a:pathLst>
                <a:path w="448" h="754" extrusionOk="0">
                  <a:moveTo>
                    <a:pt x="420" y="0"/>
                  </a:moveTo>
                  <a:cubicBezTo>
                    <a:pt x="409" y="0"/>
                    <a:pt x="398" y="8"/>
                    <a:pt x="394" y="19"/>
                  </a:cubicBezTo>
                  <a:cubicBezTo>
                    <a:pt x="313" y="269"/>
                    <a:pt x="180" y="508"/>
                    <a:pt x="9" y="710"/>
                  </a:cubicBezTo>
                  <a:cubicBezTo>
                    <a:pt x="1" y="721"/>
                    <a:pt x="2" y="737"/>
                    <a:pt x="13" y="747"/>
                  </a:cubicBezTo>
                  <a:cubicBezTo>
                    <a:pt x="17" y="751"/>
                    <a:pt x="24" y="753"/>
                    <a:pt x="29" y="753"/>
                  </a:cubicBezTo>
                  <a:cubicBezTo>
                    <a:pt x="36" y="753"/>
                    <a:pt x="44" y="749"/>
                    <a:pt x="49" y="744"/>
                  </a:cubicBezTo>
                  <a:cubicBezTo>
                    <a:pt x="223" y="537"/>
                    <a:pt x="360" y="292"/>
                    <a:pt x="443" y="35"/>
                  </a:cubicBezTo>
                  <a:cubicBezTo>
                    <a:pt x="447" y="20"/>
                    <a:pt x="441" y="7"/>
                    <a:pt x="427" y="1"/>
                  </a:cubicBezTo>
                  <a:cubicBezTo>
                    <a:pt x="425" y="1"/>
                    <a:pt x="423" y="0"/>
                    <a:pt x="42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6" name="Google Shape;6036;p22"/>
            <p:cNvSpPr/>
            <p:nvPr/>
          </p:nvSpPr>
          <p:spPr>
            <a:xfrm>
              <a:off x="4992700" y="3513900"/>
              <a:ext cx="7400" cy="39750"/>
            </a:xfrm>
            <a:custGeom>
              <a:avLst/>
              <a:gdLst/>
              <a:ahLst/>
              <a:cxnLst/>
              <a:rect l="l" t="t" r="r" b="b"/>
              <a:pathLst>
                <a:path w="296" h="1590" extrusionOk="0">
                  <a:moveTo>
                    <a:pt x="26" y="1"/>
                  </a:moveTo>
                  <a:cubicBezTo>
                    <a:pt x="13" y="1"/>
                    <a:pt x="0" y="13"/>
                    <a:pt x="2" y="28"/>
                  </a:cubicBezTo>
                  <a:cubicBezTo>
                    <a:pt x="17" y="550"/>
                    <a:pt x="97" y="1069"/>
                    <a:pt x="241" y="1571"/>
                  </a:cubicBezTo>
                  <a:cubicBezTo>
                    <a:pt x="244" y="1581"/>
                    <a:pt x="255" y="1588"/>
                    <a:pt x="267" y="1588"/>
                  </a:cubicBezTo>
                  <a:lnTo>
                    <a:pt x="265" y="1589"/>
                  </a:lnTo>
                  <a:cubicBezTo>
                    <a:pt x="268" y="1589"/>
                    <a:pt x="271" y="1588"/>
                    <a:pt x="274" y="1588"/>
                  </a:cubicBezTo>
                  <a:cubicBezTo>
                    <a:pt x="287" y="1584"/>
                    <a:pt x="295" y="1569"/>
                    <a:pt x="291" y="1556"/>
                  </a:cubicBezTo>
                  <a:cubicBezTo>
                    <a:pt x="147" y="1058"/>
                    <a:pt x="68" y="544"/>
                    <a:pt x="53" y="26"/>
                  </a:cubicBezTo>
                  <a:cubicBezTo>
                    <a:pt x="53" y="11"/>
                    <a:pt x="41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7" name="Google Shape;6037;p22"/>
            <p:cNvSpPr/>
            <p:nvPr/>
          </p:nvSpPr>
          <p:spPr>
            <a:xfrm>
              <a:off x="4991850" y="3500375"/>
              <a:ext cx="1550" cy="6450"/>
            </a:xfrm>
            <a:custGeom>
              <a:avLst/>
              <a:gdLst/>
              <a:ahLst/>
              <a:cxnLst/>
              <a:rect l="l" t="t" r="r" b="b"/>
              <a:pathLst>
                <a:path w="62" h="258" extrusionOk="0">
                  <a:moveTo>
                    <a:pt x="26" y="1"/>
                  </a:moveTo>
                  <a:cubicBezTo>
                    <a:pt x="12" y="2"/>
                    <a:pt x="1" y="14"/>
                    <a:pt x="1" y="28"/>
                  </a:cubicBezTo>
                  <a:lnTo>
                    <a:pt x="9" y="234"/>
                  </a:lnTo>
                  <a:cubicBezTo>
                    <a:pt x="10" y="247"/>
                    <a:pt x="21" y="258"/>
                    <a:pt x="36" y="258"/>
                  </a:cubicBezTo>
                  <a:cubicBezTo>
                    <a:pt x="51" y="258"/>
                    <a:pt x="61" y="246"/>
                    <a:pt x="61" y="231"/>
                  </a:cubicBezTo>
                  <a:lnTo>
                    <a:pt x="53" y="26"/>
                  </a:lnTo>
                  <a:cubicBezTo>
                    <a:pt x="52" y="12"/>
                    <a:pt x="42" y="2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6038;p22"/>
            <p:cNvSpPr/>
            <p:nvPr/>
          </p:nvSpPr>
          <p:spPr>
            <a:xfrm>
              <a:off x="4998750" y="3479250"/>
              <a:ext cx="3550" cy="34825"/>
            </a:xfrm>
            <a:custGeom>
              <a:avLst/>
              <a:gdLst/>
              <a:ahLst/>
              <a:cxnLst/>
              <a:rect l="l" t="t" r="r" b="b"/>
              <a:pathLst>
                <a:path w="142" h="1393" extrusionOk="0">
                  <a:moveTo>
                    <a:pt x="115" y="1"/>
                  </a:moveTo>
                  <a:cubicBezTo>
                    <a:pt x="102" y="1"/>
                    <a:pt x="91" y="10"/>
                    <a:pt x="89" y="24"/>
                  </a:cubicBezTo>
                  <a:cubicBezTo>
                    <a:pt x="32" y="466"/>
                    <a:pt x="1" y="918"/>
                    <a:pt x="1" y="1366"/>
                  </a:cubicBezTo>
                  <a:cubicBezTo>
                    <a:pt x="1" y="1381"/>
                    <a:pt x="11" y="1392"/>
                    <a:pt x="26" y="1392"/>
                  </a:cubicBezTo>
                  <a:cubicBezTo>
                    <a:pt x="40" y="1392"/>
                    <a:pt x="52" y="1381"/>
                    <a:pt x="52" y="1366"/>
                  </a:cubicBezTo>
                  <a:cubicBezTo>
                    <a:pt x="53" y="921"/>
                    <a:pt x="83" y="472"/>
                    <a:pt x="140" y="31"/>
                  </a:cubicBezTo>
                  <a:cubicBezTo>
                    <a:pt x="142" y="16"/>
                    <a:pt x="132" y="4"/>
                    <a:pt x="118" y="1"/>
                  </a:cubicBezTo>
                  <a:cubicBezTo>
                    <a:pt x="117" y="1"/>
                    <a:pt x="116" y="1"/>
                    <a:pt x="11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22"/>
            <p:cNvSpPr/>
            <p:nvPr/>
          </p:nvSpPr>
          <p:spPr>
            <a:xfrm>
              <a:off x="5010625" y="3485050"/>
              <a:ext cx="3325" cy="32000"/>
            </a:xfrm>
            <a:custGeom>
              <a:avLst/>
              <a:gdLst/>
              <a:ahLst/>
              <a:cxnLst/>
              <a:rect l="l" t="t" r="r" b="b"/>
              <a:pathLst>
                <a:path w="133" h="1280" extrusionOk="0">
                  <a:moveTo>
                    <a:pt x="44" y="0"/>
                  </a:moveTo>
                  <a:cubicBezTo>
                    <a:pt x="27" y="2"/>
                    <a:pt x="18" y="10"/>
                    <a:pt x="17" y="25"/>
                  </a:cubicBezTo>
                  <a:cubicBezTo>
                    <a:pt x="0" y="436"/>
                    <a:pt x="21" y="851"/>
                    <a:pt x="78" y="1258"/>
                  </a:cubicBezTo>
                  <a:cubicBezTo>
                    <a:pt x="81" y="1270"/>
                    <a:pt x="92" y="1280"/>
                    <a:pt x="104" y="1280"/>
                  </a:cubicBezTo>
                  <a:lnTo>
                    <a:pt x="108" y="1280"/>
                  </a:lnTo>
                  <a:cubicBezTo>
                    <a:pt x="123" y="1278"/>
                    <a:pt x="132" y="1265"/>
                    <a:pt x="130" y="1250"/>
                  </a:cubicBezTo>
                  <a:cubicBezTo>
                    <a:pt x="73" y="847"/>
                    <a:pt x="53" y="435"/>
                    <a:pt x="69" y="27"/>
                  </a:cubicBezTo>
                  <a:cubicBezTo>
                    <a:pt x="69" y="12"/>
                    <a:pt x="58" y="0"/>
                    <a:pt x="4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22"/>
            <p:cNvSpPr/>
            <p:nvPr/>
          </p:nvSpPr>
          <p:spPr>
            <a:xfrm>
              <a:off x="4961275" y="3559525"/>
              <a:ext cx="19875" cy="45350"/>
            </a:xfrm>
            <a:custGeom>
              <a:avLst/>
              <a:gdLst/>
              <a:ahLst/>
              <a:cxnLst/>
              <a:rect l="l" t="t" r="r" b="b"/>
              <a:pathLst>
                <a:path w="795" h="1814" extrusionOk="0">
                  <a:moveTo>
                    <a:pt x="31" y="0"/>
                  </a:moveTo>
                  <a:cubicBezTo>
                    <a:pt x="28" y="0"/>
                    <a:pt x="26" y="1"/>
                    <a:pt x="24" y="1"/>
                  </a:cubicBezTo>
                  <a:cubicBezTo>
                    <a:pt x="9" y="5"/>
                    <a:pt x="1" y="19"/>
                    <a:pt x="5" y="34"/>
                  </a:cubicBezTo>
                  <a:cubicBezTo>
                    <a:pt x="172" y="652"/>
                    <a:pt x="421" y="1247"/>
                    <a:pt x="743" y="1800"/>
                  </a:cubicBezTo>
                  <a:cubicBezTo>
                    <a:pt x="748" y="1808"/>
                    <a:pt x="757" y="1813"/>
                    <a:pt x="765" y="1813"/>
                  </a:cubicBezTo>
                  <a:cubicBezTo>
                    <a:pt x="770" y="1813"/>
                    <a:pt x="774" y="1812"/>
                    <a:pt x="778" y="1809"/>
                  </a:cubicBezTo>
                  <a:cubicBezTo>
                    <a:pt x="791" y="1803"/>
                    <a:pt x="795" y="1786"/>
                    <a:pt x="788" y="1774"/>
                  </a:cubicBezTo>
                  <a:cubicBezTo>
                    <a:pt x="466" y="1224"/>
                    <a:pt x="220" y="634"/>
                    <a:pt x="55" y="20"/>
                  </a:cubicBezTo>
                  <a:cubicBezTo>
                    <a:pt x="52" y="8"/>
                    <a:pt x="42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22"/>
            <p:cNvSpPr/>
            <p:nvPr/>
          </p:nvSpPr>
          <p:spPr>
            <a:xfrm>
              <a:off x="4971375" y="3569400"/>
              <a:ext cx="12325" cy="27800"/>
            </a:xfrm>
            <a:custGeom>
              <a:avLst/>
              <a:gdLst/>
              <a:ahLst/>
              <a:cxnLst/>
              <a:rect l="l" t="t" r="r" b="b"/>
              <a:pathLst>
                <a:path w="493" h="1112" extrusionOk="0">
                  <a:moveTo>
                    <a:pt x="30" y="1"/>
                  </a:moveTo>
                  <a:cubicBezTo>
                    <a:pt x="27" y="1"/>
                    <a:pt x="25" y="1"/>
                    <a:pt x="22" y="2"/>
                  </a:cubicBezTo>
                  <a:cubicBezTo>
                    <a:pt x="9" y="6"/>
                    <a:pt x="0" y="21"/>
                    <a:pt x="5" y="34"/>
                  </a:cubicBezTo>
                  <a:cubicBezTo>
                    <a:pt x="123" y="399"/>
                    <a:pt x="268" y="755"/>
                    <a:pt x="440" y="1097"/>
                  </a:cubicBezTo>
                  <a:cubicBezTo>
                    <a:pt x="444" y="1106"/>
                    <a:pt x="454" y="1112"/>
                    <a:pt x="463" y="1112"/>
                  </a:cubicBezTo>
                  <a:cubicBezTo>
                    <a:pt x="467" y="1112"/>
                    <a:pt x="471" y="1110"/>
                    <a:pt x="475" y="1109"/>
                  </a:cubicBezTo>
                  <a:cubicBezTo>
                    <a:pt x="487" y="1102"/>
                    <a:pt x="493" y="1086"/>
                    <a:pt x="486" y="1074"/>
                  </a:cubicBezTo>
                  <a:cubicBezTo>
                    <a:pt x="317" y="735"/>
                    <a:pt x="171" y="380"/>
                    <a:pt x="54" y="18"/>
                  </a:cubicBezTo>
                  <a:cubicBezTo>
                    <a:pt x="51" y="7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22"/>
            <p:cNvSpPr/>
            <p:nvPr/>
          </p:nvSpPr>
          <p:spPr>
            <a:xfrm>
              <a:off x="4965450" y="3547950"/>
              <a:ext cx="4075" cy="11925"/>
            </a:xfrm>
            <a:custGeom>
              <a:avLst/>
              <a:gdLst/>
              <a:ahLst/>
              <a:cxnLst/>
              <a:rect l="l" t="t" r="r" b="b"/>
              <a:pathLst>
                <a:path w="163" h="477" extrusionOk="0">
                  <a:moveTo>
                    <a:pt x="29" y="1"/>
                  </a:moveTo>
                  <a:cubicBezTo>
                    <a:pt x="27" y="1"/>
                    <a:pt x="25" y="1"/>
                    <a:pt x="22" y="1"/>
                  </a:cubicBezTo>
                  <a:cubicBezTo>
                    <a:pt x="9" y="5"/>
                    <a:pt x="1" y="19"/>
                    <a:pt x="3" y="32"/>
                  </a:cubicBezTo>
                  <a:lnTo>
                    <a:pt x="108" y="458"/>
                  </a:lnTo>
                  <a:cubicBezTo>
                    <a:pt x="111" y="468"/>
                    <a:pt x="122" y="476"/>
                    <a:pt x="134" y="476"/>
                  </a:cubicBezTo>
                  <a:lnTo>
                    <a:pt x="139" y="476"/>
                  </a:lnTo>
                  <a:cubicBezTo>
                    <a:pt x="153" y="472"/>
                    <a:pt x="162" y="459"/>
                    <a:pt x="158" y="445"/>
                  </a:cubicBezTo>
                  <a:lnTo>
                    <a:pt x="55" y="20"/>
                  </a:lnTo>
                  <a:cubicBezTo>
                    <a:pt x="51" y="9"/>
                    <a:pt x="4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22"/>
            <p:cNvSpPr/>
            <p:nvPr/>
          </p:nvSpPr>
          <p:spPr>
            <a:xfrm>
              <a:off x="4972025" y="3506125"/>
              <a:ext cx="5100" cy="35475"/>
            </a:xfrm>
            <a:custGeom>
              <a:avLst/>
              <a:gdLst/>
              <a:ahLst/>
              <a:cxnLst/>
              <a:rect l="l" t="t" r="r" b="b"/>
              <a:pathLst>
                <a:path w="204" h="1419" extrusionOk="0">
                  <a:moveTo>
                    <a:pt x="42" y="1"/>
                  </a:moveTo>
                  <a:cubicBezTo>
                    <a:pt x="28" y="4"/>
                    <a:pt x="15" y="12"/>
                    <a:pt x="15" y="26"/>
                  </a:cubicBezTo>
                  <a:cubicBezTo>
                    <a:pt x="0" y="488"/>
                    <a:pt x="46" y="949"/>
                    <a:pt x="149" y="1399"/>
                  </a:cubicBezTo>
                  <a:cubicBezTo>
                    <a:pt x="152" y="1411"/>
                    <a:pt x="163" y="1419"/>
                    <a:pt x="175" y="1419"/>
                  </a:cubicBezTo>
                  <a:lnTo>
                    <a:pt x="180" y="1419"/>
                  </a:lnTo>
                  <a:cubicBezTo>
                    <a:pt x="194" y="1415"/>
                    <a:pt x="203" y="1401"/>
                    <a:pt x="199" y="1388"/>
                  </a:cubicBezTo>
                  <a:cubicBezTo>
                    <a:pt x="97" y="943"/>
                    <a:pt x="51" y="485"/>
                    <a:pt x="66" y="28"/>
                  </a:cubicBezTo>
                  <a:cubicBezTo>
                    <a:pt x="67" y="13"/>
                    <a:pt x="55" y="2"/>
                    <a:pt x="4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22"/>
            <p:cNvSpPr/>
            <p:nvPr/>
          </p:nvSpPr>
          <p:spPr>
            <a:xfrm>
              <a:off x="4976350" y="3545925"/>
              <a:ext cx="3525" cy="9075"/>
            </a:xfrm>
            <a:custGeom>
              <a:avLst/>
              <a:gdLst/>
              <a:ahLst/>
              <a:cxnLst/>
              <a:rect l="l" t="t" r="r" b="b"/>
              <a:pathLst>
                <a:path w="141" h="363" extrusionOk="0">
                  <a:moveTo>
                    <a:pt x="29" y="1"/>
                  </a:moveTo>
                  <a:cubicBezTo>
                    <a:pt x="27" y="1"/>
                    <a:pt x="24" y="1"/>
                    <a:pt x="22" y="2"/>
                  </a:cubicBezTo>
                  <a:cubicBezTo>
                    <a:pt x="9" y="4"/>
                    <a:pt x="1" y="19"/>
                    <a:pt x="5" y="33"/>
                  </a:cubicBezTo>
                  <a:lnTo>
                    <a:pt x="88" y="343"/>
                  </a:lnTo>
                  <a:cubicBezTo>
                    <a:pt x="91" y="356"/>
                    <a:pt x="101" y="362"/>
                    <a:pt x="112" y="362"/>
                  </a:cubicBezTo>
                  <a:lnTo>
                    <a:pt x="119" y="362"/>
                  </a:lnTo>
                  <a:cubicBezTo>
                    <a:pt x="132" y="358"/>
                    <a:pt x="140" y="345"/>
                    <a:pt x="138" y="330"/>
                  </a:cubicBezTo>
                  <a:lnTo>
                    <a:pt x="54" y="19"/>
                  </a:lnTo>
                  <a:cubicBezTo>
                    <a:pt x="51" y="8"/>
                    <a:pt x="40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22"/>
            <p:cNvSpPr/>
            <p:nvPr/>
          </p:nvSpPr>
          <p:spPr>
            <a:xfrm>
              <a:off x="4989025" y="3570925"/>
              <a:ext cx="22100" cy="11625"/>
            </a:xfrm>
            <a:custGeom>
              <a:avLst/>
              <a:gdLst/>
              <a:ahLst/>
              <a:cxnLst/>
              <a:rect l="l" t="t" r="r" b="b"/>
              <a:pathLst>
                <a:path w="884" h="465" extrusionOk="0">
                  <a:moveTo>
                    <a:pt x="853" y="0"/>
                  </a:moveTo>
                  <a:cubicBezTo>
                    <a:pt x="849" y="0"/>
                    <a:pt x="844" y="2"/>
                    <a:pt x="840" y="4"/>
                  </a:cubicBezTo>
                  <a:cubicBezTo>
                    <a:pt x="583" y="171"/>
                    <a:pt x="309" y="309"/>
                    <a:pt x="21" y="414"/>
                  </a:cubicBezTo>
                  <a:cubicBezTo>
                    <a:pt x="7" y="418"/>
                    <a:pt x="1" y="433"/>
                    <a:pt x="6" y="447"/>
                  </a:cubicBezTo>
                  <a:cubicBezTo>
                    <a:pt x="10" y="457"/>
                    <a:pt x="20" y="464"/>
                    <a:pt x="30" y="464"/>
                  </a:cubicBezTo>
                  <a:cubicBezTo>
                    <a:pt x="33" y="464"/>
                    <a:pt x="36" y="464"/>
                    <a:pt x="40" y="463"/>
                  </a:cubicBezTo>
                  <a:cubicBezTo>
                    <a:pt x="330" y="356"/>
                    <a:pt x="609" y="217"/>
                    <a:pt x="868" y="48"/>
                  </a:cubicBezTo>
                  <a:cubicBezTo>
                    <a:pt x="881" y="40"/>
                    <a:pt x="883" y="24"/>
                    <a:pt x="875" y="12"/>
                  </a:cubicBezTo>
                  <a:cubicBezTo>
                    <a:pt x="870" y="4"/>
                    <a:pt x="862" y="0"/>
                    <a:pt x="85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22"/>
            <p:cNvSpPr/>
            <p:nvPr/>
          </p:nvSpPr>
          <p:spPr>
            <a:xfrm>
              <a:off x="5014925" y="3565025"/>
              <a:ext cx="4575" cy="3650"/>
            </a:xfrm>
            <a:custGeom>
              <a:avLst/>
              <a:gdLst/>
              <a:ahLst/>
              <a:cxnLst/>
              <a:rect l="l" t="t" r="r" b="b"/>
              <a:pathLst>
                <a:path w="183" h="146" extrusionOk="0">
                  <a:moveTo>
                    <a:pt x="153" y="1"/>
                  </a:moveTo>
                  <a:cubicBezTo>
                    <a:pt x="148" y="1"/>
                    <a:pt x="142" y="3"/>
                    <a:pt x="138" y="6"/>
                  </a:cubicBezTo>
                  <a:lnTo>
                    <a:pt x="14" y="100"/>
                  </a:lnTo>
                  <a:cubicBezTo>
                    <a:pt x="3" y="108"/>
                    <a:pt x="1" y="124"/>
                    <a:pt x="9" y="135"/>
                  </a:cubicBezTo>
                  <a:cubicBezTo>
                    <a:pt x="14" y="142"/>
                    <a:pt x="22" y="146"/>
                    <a:pt x="30" y="146"/>
                  </a:cubicBezTo>
                  <a:cubicBezTo>
                    <a:pt x="36" y="146"/>
                    <a:pt x="41" y="144"/>
                    <a:pt x="45" y="140"/>
                  </a:cubicBezTo>
                  <a:lnTo>
                    <a:pt x="169" y="48"/>
                  </a:lnTo>
                  <a:cubicBezTo>
                    <a:pt x="180" y="38"/>
                    <a:pt x="182" y="22"/>
                    <a:pt x="174" y="11"/>
                  </a:cubicBezTo>
                  <a:cubicBezTo>
                    <a:pt x="169" y="4"/>
                    <a:pt x="161" y="1"/>
                    <a:pt x="15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6047;p22"/>
            <p:cNvSpPr/>
            <p:nvPr/>
          </p:nvSpPr>
          <p:spPr>
            <a:xfrm>
              <a:off x="4994075" y="3547950"/>
              <a:ext cx="31575" cy="20800"/>
            </a:xfrm>
            <a:custGeom>
              <a:avLst/>
              <a:gdLst/>
              <a:ahLst/>
              <a:cxnLst/>
              <a:rect l="l" t="t" r="r" b="b"/>
              <a:pathLst>
                <a:path w="1263" h="832" extrusionOk="0">
                  <a:moveTo>
                    <a:pt x="1235" y="0"/>
                  </a:moveTo>
                  <a:cubicBezTo>
                    <a:pt x="1228" y="0"/>
                    <a:pt x="1221" y="3"/>
                    <a:pt x="1217" y="8"/>
                  </a:cubicBezTo>
                  <a:cubicBezTo>
                    <a:pt x="874" y="336"/>
                    <a:pt x="461" y="604"/>
                    <a:pt x="21" y="782"/>
                  </a:cubicBezTo>
                  <a:cubicBezTo>
                    <a:pt x="7" y="787"/>
                    <a:pt x="1" y="803"/>
                    <a:pt x="6" y="815"/>
                  </a:cubicBezTo>
                  <a:cubicBezTo>
                    <a:pt x="10" y="826"/>
                    <a:pt x="19" y="832"/>
                    <a:pt x="30" y="832"/>
                  </a:cubicBezTo>
                  <a:cubicBezTo>
                    <a:pt x="33" y="832"/>
                    <a:pt x="37" y="832"/>
                    <a:pt x="40" y="830"/>
                  </a:cubicBezTo>
                  <a:cubicBezTo>
                    <a:pt x="486" y="650"/>
                    <a:pt x="905" y="378"/>
                    <a:pt x="1252" y="45"/>
                  </a:cubicBezTo>
                  <a:cubicBezTo>
                    <a:pt x="1262" y="35"/>
                    <a:pt x="1262" y="19"/>
                    <a:pt x="1253" y="8"/>
                  </a:cubicBezTo>
                  <a:cubicBezTo>
                    <a:pt x="1248" y="3"/>
                    <a:pt x="1242" y="0"/>
                    <a:pt x="123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8" name="Google Shape;6048;p22"/>
            <p:cNvSpPr/>
            <p:nvPr/>
          </p:nvSpPr>
          <p:spPr>
            <a:xfrm>
              <a:off x="5015975" y="3520200"/>
              <a:ext cx="25350" cy="20875"/>
            </a:xfrm>
            <a:custGeom>
              <a:avLst/>
              <a:gdLst/>
              <a:ahLst/>
              <a:cxnLst/>
              <a:rect l="l" t="t" r="r" b="b"/>
              <a:pathLst>
                <a:path w="1014" h="835" extrusionOk="0">
                  <a:moveTo>
                    <a:pt x="985" y="1"/>
                  </a:moveTo>
                  <a:cubicBezTo>
                    <a:pt x="978" y="1"/>
                    <a:pt x="970" y="4"/>
                    <a:pt x="965" y="11"/>
                  </a:cubicBezTo>
                  <a:cubicBezTo>
                    <a:pt x="697" y="324"/>
                    <a:pt x="378" y="585"/>
                    <a:pt x="17" y="786"/>
                  </a:cubicBezTo>
                  <a:cubicBezTo>
                    <a:pt x="4" y="793"/>
                    <a:pt x="0" y="807"/>
                    <a:pt x="7" y="821"/>
                  </a:cubicBezTo>
                  <a:cubicBezTo>
                    <a:pt x="12" y="829"/>
                    <a:pt x="21" y="834"/>
                    <a:pt x="30" y="834"/>
                  </a:cubicBezTo>
                  <a:cubicBezTo>
                    <a:pt x="34" y="834"/>
                    <a:pt x="38" y="833"/>
                    <a:pt x="42" y="830"/>
                  </a:cubicBezTo>
                  <a:cubicBezTo>
                    <a:pt x="409" y="628"/>
                    <a:pt x="732" y="363"/>
                    <a:pt x="1004" y="43"/>
                  </a:cubicBezTo>
                  <a:cubicBezTo>
                    <a:pt x="1013" y="33"/>
                    <a:pt x="1012" y="16"/>
                    <a:pt x="1001" y="7"/>
                  </a:cubicBezTo>
                  <a:cubicBezTo>
                    <a:pt x="997" y="3"/>
                    <a:pt x="991" y="1"/>
                    <a:pt x="98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9" name="Google Shape;6049;p22"/>
            <p:cNvSpPr/>
            <p:nvPr/>
          </p:nvSpPr>
          <p:spPr>
            <a:xfrm>
              <a:off x="5025175" y="3506250"/>
              <a:ext cx="15875" cy="15250"/>
            </a:xfrm>
            <a:custGeom>
              <a:avLst/>
              <a:gdLst/>
              <a:ahLst/>
              <a:cxnLst/>
              <a:rect l="l" t="t" r="r" b="b"/>
              <a:pathLst>
                <a:path w="635" h="610" extrusionOk="0">
                  <a:moveTo>
                    <a:pt x="605" y="1"/>
                  </a:moveTo>
                  <a:cubicBezTo>
                    <a:pt x="597" y="1"/>
                    <a:pt x="589" y="4"/>
                    <a:pt x="584" y="11"/>
                  </a:cubicBezTo>
                  <a:cubicBezTo>
                    <a:pt x="427" y="226"/>
                    <a:pt x="236" y="412"/>
                    <a:pt x="16" y="562"/>
                  </a:cubicBezTo>
                  <a:cubicBezTo>
                    <a:pt x="4" y="570"/>
                    <a:pt x="1" y="586"/>
                    <a:pt x="9" y="597"/>
                  </a:cubicBezTo>
                  <a:cubicBezTo>
                    <a:pt x="14" y="605"/>
                    <a:pt x="23" y="609"/>
                    <a:pt x="31" y="609"/>
                  </a:cubicBezTo>
                  <a:cubicBezTo>
                    <a:pt x="36" y="609"/>
                    <a:pt x="41" y="608"/>
                    <a:pt x="45" y="604"/>
                  </a:cubicBezTo>
                  <a:cubicBezTo>
                    <a:pt x="270" y="451"/>
                    <a:pt x="466" y="262"/>
                    <a:pt x="627" y="42"/>
                  </a:cubicBezTo>
                  <a:cubicBezTo>
                    <a:pt x="635" y="30"/>
                    <a:pt x="632" y="13"/>
                    <a:pt x="620" y="5"/>
                  </a:cubicBezTo>
                  <a:cubicBezTo>
                    <a:pt x="616" y="2"/>
                    <a:pt x="611" y="1"/>
                    <a:pt x="60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0" name="Google Shape;6050;p22"/>
            <p:cNvSpPr/>
            <p:nvPr/>
          </p:nvSpPr>
          <p:spPr>
            <a:xfrm>
              <a:off x="5014550" y="3524200"/>
              <a:ext cx="6725" cy="5400"/>
            </a:xfrm>
            <a:custGeom>
              <a:avLst/>
              <a:gdLst/>
              <a:ahLst/>
              <a:cxnLst/>
              <a:rect l="l" t="t" r="r" b="b"/>
              <a:pathLst>
                <a:path w="269" h="216" extrusionOk="0">
                  <a:moveTo>
                    <a:pt x="240" y="1"/>
                  </a:moveTo>
                  <a:cubicBezTo>
                    <a:pt x="234" y="1"/>
                    <a:pt x="228" y="2"/>
                    <a:pt x="223" y="6"/>
                  </a:cubicBezTo>
                  <a:lnTo>
                    <a:pt x="13" y="168"/>
                  </a:lnTo>
                  <a:cubicBezTo>
                    <a:pt x="2" y="178"/>
                    <a:pt x="1" y="194"/>
                    <a:pt x="9" y="205"/>
                  </a:cubicBezTo>
                  <a:cubicBezTo>
                    <a:pt x="14" y="212"/>
                    <a:pt x="22" y="216"/>
                    <a:pt x="29" y="216"/>
                  </a:cubicBezTo>
                  <a:cubicBezTo>
                    <a:pt x="34" y="216"/>
                    <a:pt x="41" y="213"/>
                    <a:pt x="45" y="210"/>
                  </a:cubicBezTo>
                  <a:lnTo>
                    <a:pt x="255" y="46"/>
                  </a:lnTo>
                  <a:cubicBezTo>
                    <a:pt x="266" y="38"/>
                    <a:pt x="269" y="22"/>
                    <a:pt x="259" y="10"/>
                  </a:cubicBezTo>
                  <a:cubicBezTo>
                    <a:pt x="255" y="4"/>
                    <a:pt x="247" y="1"/>
                    <a:pt x="24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1" name="Google Shape;6051;p22"/>
            <p:cNvSpPr/>
            <p:nvPr/>
          </p:nvSpPr>
          <p:spPr>
            <a:xfrm>
              <a:off x="5023650" y="3492000"/>
              <a:ext cx="17000" cy="17650"/>
            </a:xfrm>
            <a:custGeom>
              <a:avLst/>
              <a:gdLst/>
              <a:ahLst/>
              <a:cxnLst/>
              <a:rect l="l" t="t" r="r" b="b"/>
              <a:pathLst>
                <a:path w="680" h="706" extrusionOk="0">
                  <a:moveTo>
                    <a:pt x="650" y="0"/>
                  </a:moveTo>
                  <a:cubicBezTo>
                    <a:pt x="642" y="0"/>
                    <a:pt x="634" y="4"/>
                    <a:pt x="630" y="10"/>
                  </a:cubicBezTo>
                  <a:cubicBezTo>
                    <a:pt x="448" y="248"/>
                    <a:pt x="240" y="468"/>
                    <a:pt x="12" y="660"/>
                  </a:cubicBezTo>
                  <a:cubicBezTo>
                    <a:pt x="1" y="669"/>
                    <a:pt x="0" y="686"/>
                    <a:pt x="10" y="698"/>
                  </a:cubicBezTo>
                  <a:cubicBezTo>
                    <a:pt x="14" y="703"/>
                    <a:pt x="22" y="706"/>
                    <a:pt x="28" y="706"/>
                  </a:cubicBezTo>
                  <a:cubicBezTo>
                    <a:pt x="35" y="706"/>
                    <a:pt x="40" y="704"/>
                    <a:pt x="46" y="700"/>
                  </a:cubicBezTo>
                  <a:cubicBezTo>
                    <a:pt x="276" y="504"/>
                    <a:pt x="487" y="283"/>
                    <a:pt x="670" y="43"/>
                  </a:cubicBezTo>
                  <a:cubicBezTo>
                    <a:pt x="679" y="30"/>
                    <a:pt x="677" y="14"/>
                    <a:pt x="666" y="6"/>
                  </a:cubicBezTo>
                  <a:cubicBezTo>
                    <a:pt x="661" y="2"/>
                    <a:pt x="655" y="0"/>
                    <a:pt x="65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2" name="Google Shape;6052;p22"/>
            <p:cNvSpPr/>
            <p:nvPr/>
          </p:nvSpPr>
          <p:spPr>
            <a:xfrm>
              <a:off x="4970425" y="3621825"/>
              <a:ext cx="27375" cy="8475"/>
            </a:xfrm>
            <a:custGeom>
              <a:avLst/>
              <a:gdLst/>
              <a:ahLst/>
              <a:cxnLst/>
              <a:rect l="l" t="t" r="r" b="b"/>
              <a:pathLst>
                <a:path w="1095" h="339" extrusionOk="0">
                  <a:moveTo>
                    <a:pt x="1065" y="1"/>
                  </a:moveTo>
                  <a:cubicBezTo>
                    <a:pt x="1061" y="1"/>
                    <a:pt x="1057" y="2"/>
                    <a:pt x="1053" y="3"/>
                  </a:cubicBezTo>
                  <a:cubicBezTo>
                    <a:pt x="735" y="164"/>
                    <a:pt x="380" y="260"/>
                    <a:pt x="26" y="286"/>
                  </a:cubicBezTo>
                  <a:cubicBezTo>
                    <a:pt x="12" y="287"/>
                    <a:pt x="1" y="299"/>
                    <a:pt x="2" y="314"/>
                  </a:cubicBezTo>
                  <a:cubicBezTo>
                    <a:pt x="3" y="328"/>
                    <a:pt x="14" y="338"/>
                    <a:pt x="28" y="338"/>
                  </a:cubicBezTo>
                  <a:lnTo>
                    <a:pt x="29" y="338"/>
                  </a:lnTo>
                  <a:cubicBezTo>
                    <a:pt x="391" y="312"/>
                    <a:pt x="753" y="212"/>
                    <a:pt x="1076" y="49"/>
                  </a:cubicBezTo>
                  <a:cubicBezTo>
                    <a:pt x="1089" y="44"/>
                    <a:pt x="1095" y="28"/>
                    <a:pt x="1088" y="16"/>
                  </a:cubicBezTo>
                  <a:cubicBezTo>
                    <a:pt x="1083" y="6"/>
                    <a:pt x="1074" y="1"/>
                    <a:pt x="106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3" name="Google Shape;6053;p22"/>
            <p:cNvSpPr/>
            <p:nvPr/>
          </p:nvSpPr>
          <p:spPr>
            <a:xfrm>
              <a:off x="5000675" y="3609200"/>
              <a:ext cx="17075" cy="11000"/>
            </a:xfrm>
            <a:custGeom>
              <a:avLst/>
              <a:gdLst/>
              <a:ahLst/>
              <a:cxnLst/>
              <a:rect l="l" t="t" r="r" b="b"/>
              <a:pathLst>
                <a:path w="683" h="440" extrusionOk="0">
                  <a:moveTo>
                    <a:pt x="652" y="0"/>
                  </a:moveTo>
                  <a:cubicBezTo>
                    <a:pt x="647" y="0"/>
                    <a:pt x="642" y="2"/>
                    <a:pt x="638" y="5"/>
                  </a:cubicBezTo>
                  <a:cubicBezTo>
                    <a:pt x="442" y="148"/>
                    <a:pt x="232" y="278"/>
                    <a:pt x="18" y="391"/>
                  </a:cubicBezTo>
                  <a:cubicBezTo>
                    <a:pt x="4" y="398"/>
                    <a:pt x="0" y="413"/>
                    <a:pt x="7" y="426"/>
                  </a:cubicBezTo>
                  <a:cubicBezTo>
                    <a:pt x="11" y="434"/>
                    <a:pt x="20" y="440"/>
                    <a:pt x="29" y="440"/>
                  </a:cubicBezTo>
                  <a:lnTo>
                    <a:pt x="29" y="440"/>
                  </a:lnTo>
                  <a:cubicBezTo>
                    <a:pt x="33" y="440"/>
                    <a:pt x="37" y="438"/>
                    <a:pt x="41" y="437"/>
                  </a:cubicBezTo>
                  <a:cubicBezTo>
                    <a:pt x="259" y="323"/>
                    <a:pt x="470" y="191"/>
                    <a:pt x="668" y="47"/>
                  </a:cubicBezTo>
                  <a:cubicBezTo>
                    <a:pt x="680" y="39"/>
                    <a:pt x="682" y="23"/>
                    <a:pt x="674" y="11"/>
                  </a:cubicBezTo>
                  <a:cubicBezTo>
                    <a:pt x="668" y="4"/>
                    <a:pt x="660" y="0"/>
                    <a:pt x="652" y="0"/>
                  </a:cubicBezTo>
                  <a:close/>
                  <a:moveTo>
                    <a:pt x="29" y="440"/>
                  </a:moveTo>
                  <a:lnTo>
                    <a:pt x="29" y="440"/>
                  </a:lnTo>
                  <a:cubicBezTo>
                    <a:pt x="29" y="440"/>
                    <a:pt x="29" y="440"/>
                    <a:pt x="28" y="440"/>
                  </a:cubicBezTo>
                  <a:lnTo>
                    <a:pt x="30" y="440"/>
                  </a:lnTo>
                  <a:cubicBezTo>
                    <a:pt x="30" y="440"/>
                    <a:pt x="29" y="440"/>
                    <a:pt x="29" y="44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22"/>
            <p:cNvSpPr/>
            <p:nvPr/>
          </p:nvSpPr>
          <p:spPr>
            <a:xfrm>
              <a:off x="4992500" y="3591250"/>
              <a:ext cx="34050" cy="22425"/>
            </a:xfrm>
            <a:custGeom>
              <a:avLst/>
              <a:gdLst/>
              <a:ahLst/>
              <a:cxnLst/>
              <a:rect l="l" t="t" r="r" b="b"/>
              <a:pathLst>
                <a:path w="1362" h="897" extrusionOk="0">
                  <a:moveTo>
                    <a:pt x="1334" y="1"/>
                  </a:moveTo>
                  <a:cubicBezTo>
                    <a:pt x="1327" y="1"/>
                    <a:pt x="1321" y="3"/>
                    <a:pt x="1316" y="8"/>
                  </a:cubicBezTo>
                  <a:cubicBezTo>
                    <a:pt x="945" y="364"/>
                    <a:pt x="497" y="655"/>
                    <a:pt x="19" y="847"/>
                  </a:cubicBezTo>
                  <a:cubicBezTo>
                    <a:pt x="6" y="852"/>
                    <a:pt x="0" y="867"/>
                    <a:pt x="6" y="881"/>
                  </a:cubicBezTo>
                  <a:cubicBezTo>
                    <a:pt x="10" y="891"/>
                    <a:pt x="19" y="897"/>
                    <a:pt x="30" y="897"/>
                  </a:cubicBezTo>
                  <a:cubicBezTo>
                    <a:pt x="33" y="897"/>
                    <a:pt x="35" y="897"/>
                    <a:pt x="39" y="896"/>
                  </a:cubicBezTo>
                  <a:cubicBezTo>
                    <a:pt x="522" y="700"/>
                    <a:pt x="976" y="406"/>
                    <a:pt x="1351" y="45"/>
                  </a:cubicBezTo>
                  <a:cubicBezTo>
                    <a:pt x="1362" y="35"/>
                    <a:pt x="1362" y="18"/>
                    <a:pt x="1352" y="8"/>
                  </a:cubicBezTo>
                  <a:cubicBezTo>
                    <a:pt x="1348" y="3"/>
                    <a:pt x="1341" y="1"/>
                    <a:pt x="133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5" name="Google Shape;6055;p22"/>
            <p:cNvSpPr/>
            <p:nvPr/>
          </p:nvSpPr>
          <p:spPr>
            <a:xfrm>
              <a:off x="5013550" y="3582075"/>
              <a:ext cx="18425" cy="12450"/>
            </a:xfrm>
            <a:custGeom>
              <a:avLst/>
              <a:gdLst/>
              <a:ahLst/>
              <a:cxnLst/>
              <a:rect l="l" t="t" r="r" b="b"/>
              <a:pathLst>
                <a:path w="737" h="498" extrusionOk="0">
                  <a:moveTo>
                    <a:pt x="706" y="0"/>
                  </a:moveTo>
                  <a:cubicBezTo>
                    <a:pt x="701" y="0"/>
                    <a:pt x="695" y="2"/>
                    <a:pt x="691" y="6"/>
                  </a:cubicBezTo>
                  <a:cubicBezTo>
                    <a:pt x="481" y="174"/>
                    <a:pt x="255" y="322"/>
                    <a:pt x="18" y="447"/>
                  </a:cubicBezTo>
                  <a:cubicBezTo>
                    <a:pt x="6" y="454"/>
                    <a:pt x="1" y="470"/>
                    <a:pt x="7" y="482"/>
                  </a:cubicBezTo>
                  <a:cubicBezTo>
                    <a:pt x="13" y="492"/>
                    <a:pt x="21" y="497"/>
                    <a:pt x="30" y="497"/>
                  </a:cubicBezTo>
                  <a:cubicBezTo>
                    <a:pt x="34" y="497"/>
                    <a:pt x="38" y="496"/>
                    <a:pt x="42" y="493"/>
                  </a:cubicBezTo>
                  <a:cubicBezTo>
                    <a:pt x="282" y="367"/>
                    <a:pt x="512" y="216"/>
                    <a:pt x="723" y="46"/>
                  </a:cubicBezTo>
                  <a:cubicBezTo>
                    <a:pt x="734" y="37"/>
                    <a:pt x="736" y="21"/>
                    <a:pt x="727" y="10"/>
                  </a:cubicBezTo>
                  <a:cubicBezTo>
                    <a:pt x="721" y="4"/>
                    <a:pt x="714" y="0"/>
                    <a:pt x="70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6" name="Google Shape;6056;p22"/>
            <p:cNvSpPr/>
            <p:nvPr/>
          </p:nvSpPr>
          <p:spPr>
            <a:xfrm>
              <a:off x="4980800" y="3614050"/>
              <a:ext cx="6100" cy="2725"/>
            </a:xfrm>
            <a:custGeom>
              <a:avLst/>
              <a:gdLst/>
              <a:ahLst/>
              <a:cxnLst/>
              <a:rect l="l" t="t" r="r" b="b"/>
              <a:pathLst>
                <a:path w="244" h="109" extrusionOk="0">
                  <a:moveTo>
                    <a:pt x="213" y="0"/>
                  </a:moveTo>
                  <a:cubicBezTo>
                    <a:pt x="209" y="0"/>
                    <a:pt x="205" y="2"/>
                    <a:pt x="201" y="4"/>
                  </a:cubicBezTo>
                  <a:cubicBezTo>
                    <a:pt x="148" y="36"/>
                    <a:pt x="88" y="53"/>
                    <a:pt x="26" y="58"/>
                  </a:cubicBezTo>
                  <a:cubicBezTo>
                    <a:pt x="11" y="58"/>
                    <a:pt x="0" y="70"/>
                    <a:pt x="2" y="84"/>
                  </a:cubicBezTo>
                  <a:cubicBezTo>
                    <a:pt x="2" y="98"/>
                    <a:pt x="14" y="109"/>
                    <a:pt x="27" y="109"/>
                  </a:cubicBezTo>
                  <a:lnTo>
                    <a:pt x="28" y="109"/>
                  </a:lnTo>
                  <a:cubicBezTo>
                    <a:pt x="98" y="105"/>
                    <a:pt x="167" y="84"/>
                    <a:pt x="226" y="48"/>
                  </a:cubicBezTo>
                  <a:cubicBezTo>
                    <a:pt x="240" y="41"/>
                    <a:pt x="244" y="25"/>
                    <a:pt x="236" y="13"/>
                  </a:cubicBezTo>
                  <a:cubicBezTo>
                    <a:pt x="231" y="5"/>
                    <a:pt x="222" y="0"/>
                    <a:pt x="21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22"/>
            <p:cNvSpPr/>
            <p:nvPr/>
          </p:nvSpPr>
          <p:spPr>
            <a:xfrm>
              <a:off x="4951775" y="3609725"/>
              <a:ext cx="15275" cy="30300"/>
            </a:xfrm>
            <a:custGeom>
              <a:avLst/>
              <a:gdLst/>
              <a:ahLst/>
              <a:cxnLst/>
              <a:rect l="l" t="t" r="r" b="b"/>
              <a:pathLst>
                <a:path w="611" h="1212" extrusionOk="0">
                  <a:moveTo>
                    <a:pt x="31" y="0"/>
                  </a:moveTo>
                  <a:cubicBezTo>
                    <a:pt x="28" y="0"/>
                    <a:pt x="25" y="1"/>
                    <a:pt x="22" y="2"/>
                  </a:cubicBezTo>
                  <a:cubicBezTo>
                    <a:pt x="8" y="6"/>
                    <a:pt x="0" y="21"/>
                    <a:pt x="6" y="34"/>
                  </a:cubicBezTo>
                  <a:cubicBezTo>
                    <a:pt x="135" y="446"/>
                    <a:pt x="320" y="839"/>
                    <a:pt x="558" y="1199"/>
                  </a:cubicBezTo>
                  <a:cubicBezTo>
                    <a:pt x="564" y="1207"/>
                    <a:pt x="572" y="1211"/>
                    <a:pt x="581" y="1211"/>
                  </a:cubicBezTo>
                  <a:cubicBezTo>
                    <a:pt x="585" y="1211"/>
                    <a:pt x="591" y="1210"/>
                    <a:pt x="595" y="1207"/>
                  </a:cubicBezTo>
                  <a:cubicBezTo>
                    <a:pt x="607" y="1199"/>
                    <a:pt x="611" y="1183"/>
                    <a:pt x="603" y="1171"/>
                  </a:cubicBezTo>
                  <a:cubicBezTo>
                    <a:pt x="367" y="814"/>
                    <a:pt x="183" y="427"/>
                    <a:pt x="54" y="18"/>
                  </a:cubicBezTo>
                  <a:cubicBezTo>
                    <a:pt x="51" y="7"/>
                    <a:pt x="42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22"/>
            <p:cNvSpPr/>
            <p:nvPr/>
          </p:nvSpPr>
          <p:spPr>
            <a:xfrm>
              <a:off x="4958700" y="3657625"/>
              <a:ext cx="8775" cy="1800"/>
            </a:xfrm>
            <a:custGeom>
              <a:avLst/>
              <a:gdLst/>
              <a:ahLst/>
              <a:cxnLst/>
              <a:rect l="l" t="t" r="r" b="b"/>
              <a:pathLst>
                <a:path w="351" h="72" extrusionOk="0">
                  <a:moveTo>
                    <a:pt x="322" y="0"/>
                  </a:moveTo>
                  <a:lnTo>
                    <a:pt x="26" y="20"/>
                  </a:lnTo>
                  <a:cubicBezTo>
                    <a:pt x="11" y="20"/>
                    <a:pt x="0" y="34"/>
                    <a:pt x="2" y="47"/>
                  </a:cubicBezTo>
                  <a:cubicBezTo>
                    <a:pt x="3" y="61"/>
                    <a:pt x="14" y="72"/>
                    <a:pt x="27" y="72"/>
                  </a:cubicBezTo>
                  <a:lnTo>
                    <a:pt x="29" y="72"/>
                  </a:lnTo>
                  <a:lnTo>
                    <a:pt x="325" y="53"/>
                  </a:lnTo>
                  <a:cubicBezTo>
                    <a:pt x="339" y="51"/>
                    <a:pt x="350" y="39"/>
                    <a:pt x="349" y="24"/>
                  </a:cubicBezTo>
                  <a:cubicBezTo>
                    <a:pt x="349" y="11"/>
                    <a:pt x="337" y="0"/>
                    <a:pt x="32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22"/>
            <p:cNvSpPr/>
            <p:nvPr/>
          </p:nvSpPr>
          <p:spPr>
            <a:xfrm>
              <a:off x="5062800" y="3618150"/>
              <a:ext cx="8500" cy="36000"/>
            </a:xfrm>
            <a:custGeom>
              <a:avLst/>
              <a:gdLst/>
              <a:ahLst/>
              <a:cxnLst/>
              <a:rect l="l" t="t" r="r" b="b"/>
              <a:pathLst>
                <a:path w="340" h="1440" extrusionOk="0">
                  <a:moveTo>
                    <a:pt x="312" y="1"/>
                  </a:moveTo>
                  <a:cubicBezTo>
                    <a:pt x="300" y="1"/>
                    <a:pt x="289" y="8"/>
                    <a:pt x="285" y="20"/>
                  </a:cubicBezTo>
                  <a:cubicBezTo>
                    <a:pt x="163" y="475"/>
                    <a:pt x="67" y="942"/>
                    <a:pt x="1" y="1410"/>
                  </a:cubicBezTo>
                  <a:cubicBezTo>
                    <a:pt x="0" y="1424"/>
                    <a:pt x="9" y="1437"/>
                    <a:pt x="24" y="1439"/>
                  </a:cubicBezTo>
                  <a:lnTo>
                    <a:pt x="27" y="1439"/>
                  </a:lnTo>
                  <a:cubicBezTo>
                    <a:pt x="40" y="1439"/>
                    <a:pt x="51" y="1430"/>
                    <a:pt x="53" y="1416"/>
                  </a:cubicBezTo>
                  <a:cubicBezTo>
                    <a:pt x="118" y="952"/>
                    <a:pt x="214" y="487"/>
                    <a:pt x="335" y="33"/>
                  </a:cubicBezTo>
                  <a:cubicBezTo>
                    <a:pt x="339" y="20"/>
                    <a:pt x="331" y="5"/>
                    <a:pt x="318" y="1"/>
                  </a:cubicBezTo>
                  <a:cubicBezTo>
                    <a:pt x="316" y="1"/>
                    <a:pt x="314" y="1"/>
                    <a:pt x="31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22"/>
            <p:cNvSpPr/>
            <p:nvPr/>
          </p:nvSpPr>
          <p:spPr>
            <a:xfrm>
              <a:off x="5054325" y="3631000"/>
              <a:ext cx="5600" cy="27650"/>
            </a:xfrm>
            <a:custGeom>
              <a:avLst/>
              <a:gdLst/>
              <a:ahLst/>
              <a:cxnLst/>
              <a:rect l="l" t="t" r="r" b="b"/>
              <a:pathLst>
                <a:path w="224" h="1106" extrusionOk="0">
                  <a:moveTo>
                    <a:pt x="195" y="0"/>
                  </a:moveTo>
                  <a:cubicBezTo>
                    <a:pt x="184" y="0"/>
                    <a:pt x="173" y="7"/>
                    <a:pt x="170" y="19"/>
                  </a:cubicBezTo>
                  <a:cubicBezTo>
                    <a:pt x="69" y="364"/>
                    <a:pt x="12" y="721"/>
                    <a:pt x="1" y="1080"/>
                  </a:cubicBezTo>
                  <a:cubicBezTo>
                    <a:pt x="0" y="1093"/>
                    <a:pt x="12" y="1106"/>
                    <a:pt x="26" y="1106"/>
                  </a:cubicBezTo>
                  <a:lnTo>
                    <a:pt x="27" y="1106"/>
                  </a:lnTo>
                  <a:cubicBezTo>
                    <a:pt x="40" y="1106"/>
                    <a:pt x="53" y="1095"/>
                    <a:pt x="53" y="1081"/>
                  </a:cubicBezTo>
                  <a:cubicBezTo>
                    <a:pt x="63" y="726"/>
                    <a:pt x="120" y="374"/>
                    <a:pt x="219" y="33"/>
                  </a:cubicBezTo>
                  <a:cubicBezTo>
                    <a:pt x="223" y="20"/>
                    <a:pt x="215" y="5"/>
                    <a:pt x="202" y="1"/>
                  </a:cubicBezTo>
                  <a:cubicBezTo>
                    <a:pt x="199" y="0"/>
                    <a:pt x="197" y="0"/>
                    <a:pt x="19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1" name="Google Shape;6061;p22"/>
            <p:cNvSpPr/>
            <p:nvPr/>
          </p:nvSpPr>
          <p:spPr>
            <a:xfrm>
              <a:off x="5046975" y="3642525"/>
              <a:ext cx="4125" cy="20300"/>
            </a:xfrm>
            <a:custGeom>
              <a:avLst/>
              <a:gdLst/>
              <a:ahLst/>
              <a:cxnLst/>
              <a:rect l="l" t="t" r="r" b="b"/>
              <a:pathLst>
                <a:path w="165" h="812" extrusionOk="0">
                  <a:moveTo>
                    <a:pt x="136" y="1"/>
                  </a:moveTo>
                  <a:cubicBezTo>
                    <a:pt x="124" y="1"/>
                    <a:pt x="113" y="9"/>
                    <a:pt x="111" y="20"/>
                  </a:cubicBezTo>
                  <a:cubicBezTo>
                    <a:pt x="52" y="271"/>
                    <a:pt x="16" y="528"/>
                    <a:pt x="2" y="784"/>
                  </a:cubicBezTo>
                  <a:cubicBezTo>
                    <a:pt x="1" y="798"/>
                    <a:pt x="12" y="810"/>
                    <a:pt x="26" y="811"/>
                  </a:cubicBezTo>
                  <a:lnTo>
                    <a:pt x="28" y="811"/>
                  </a:lnTo>
                  <a:cubicBezTo>
                    <a:pt x="41" y="811"/>
                    <a:pt x="52" y="801"/>
                    <a:pt x="53" y="787"/>
                  </a:cubicBezTo>
                  <a:cubicBezTo>
                    <a:pt x="67" y="533"/>
                    <a:pt x="103" y="280"/>
                    <a:pt x="161" y="32"/>
                  </a:cubicBezTo>
                  <a:cubicBezTo>
                    <a:pt x="165" y="19"/>
                    <a:pt x="155" y="4"/>
                    <a:pt x="142" y="2"/>
                  </a:cubicBezTo>
                  <a:cubicBezTo>
                    <a:pt x="140" y="1"/>
                    <a:pt x="138" y="1"/>
                    <a:pt x="13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6062;p22"/>
            <p:cNvSpPr/>
            <p:nvPr/>
          </p:nvSpPr>
          <p:spPr>
            <a:xfrm>
              <a:off x="5071625" y="3606300"/>
              <a:ext cx="3500" cy="5275"/>
            </a:xfrm>
            <a:custGeom>
              <a:avLst/>
              <a:gdLst/>
              <a:ahLst/>
              <a:cxnLst/>
              <a:rect l="l" t="t" r="r" b="b"/>
              <a:pathLst>
                <a:path w="140" h="211" extrusionOk="0">
                  <a:moveTo>
                    <a:pt x="110" y="1"/>
                  </a:moveTo>
                  <a:cubicBezTo>
                    <a:pt x="100" y="1"/>
                    <a:pt x="91" y="5"/>
                    <a:pt x="87" y="15"/>
                  </a:cubicBezTo>
                  <a:lnTo>
                    <a:pt x="8" y="172"/>
                  </a:lnTo>
                  <a:cubicBezTo>
                    <a:pt x="1" y="186"/>
                    <a:pt x="6" y="201"/>
                    <a:pt x="18" y="207"/>
                  </a:cubicBezTo>
                  <a:cubicBezTo>
                    <a:pt x="22" y="209"/>
                    <a:pt x="26" y="210"/>
                    <a:pt x="30" y="210"/>
                  </a:cubicBezTo>
                  <a:cubicBezTo>
                    <a:pt x="40" y="210"/>
                    <a:pt x="49" y="205"/>
                    <a:pt x="53" y="195"/>
                  </a:cubicBezTo>
                  <a:lnTo>
                    <a:pt x="133" y="38"/>
                  </a:lnTo>
                  <a:cubicBezTo>
                    <a:pt x="139" y="24"/>
                    <a:pt x="134" y="10"/>
                    <a:pt x="121" y="3"/>
                  </a:cubicBezTo>
                  <a:cubicBezTo>
                    <a:pt x="117" y="1"/>
                    <a:pt x="113" y="1"/>
                    <a:pt x="11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22"/>
            <p:cNvSpPr/>
            <p:nvPr/>
          </p:nvSpPr>
          <p:spPr>
            <a:xfrm>
              <a:off x="5107525" y="3592325"/>
              <a:ext cx="8600" cy="19150"/>
            </a:xfrm>
            <a:custGeom>
              <a:avLst/>
              <a:gdLst/>
              <a:ahLst/>
              <a:cxnLst/>
              <a:rect l="l" t="t" r="r" b="b"/>
              <a:pathLst>
                <a:path w="344" h="766" extrusionOk="0">
                  <a:moveTo>
                    <a:pt x="314" y="1"/>
                  </a:moveTo>
                  <a:cubicBezTo>
                    <a:pt x="304" y="1"/>
                    <a:pt x="295" y="6"/>
                    <a:pt x="291" y="14"/>
                  </a:cubicBezTo>
                  <a:cubicBezTo>
                    <a:pt x="173" y="243"/>
                    <a:pt x="76" y="485"/>
                    <a:pt x="4" y="733"/>
                  </a:cubicBezTo>
                  <a:cubicBezTo>
                    <a:pt x="0" y="746"/>
                    <a:pt x="8" y="761"/>
                    <a:pt x="22" y="765"/>
                  </a:cubicBezTo>
                  <a:lnTo>
                    <a:pt x="29" y="765"/>
                  </a:lnTo>
                  <a:cubicBezTo>
                    <a:pt x="41" y="765"/>
                    <a:pt x="50" y="758"/>
                    <a:pt x="54" y="746"/>
                  </a:cubicBezTo>
                  <a:cubicBezTo>
                    <a:pt x="124" y="503"/>
                    <a:pt x="220" y="265"/>
                    <a:pt x="337" y="39"/>
                  </a:cubicBezTo>
                  <a:cubicBezTo>
                    <a:pt x="343" y="25"/>
                    <a:pt x="338" y="10"/>
                    <a:pt x="326" y="4"/>
                  </a:cubicBezTo>
                  <a:cubicBezTo>
                    <a:pt x="322" y="2"/>
                    <a:pt x="318" y="1"/>
                    <a:pt x="31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6064;p22"/>
            <p:cNvSpPr/>
            <p:nvPr/>
          </p:nvSpPr>
          <p:spPr>
            <a:xfrm>
              <a:off x="5104100" y="3614800"/>
              <a:ext cx="3000" cy="5650"/>
            </a:xfrm>
            <a:custGeom>
              <a:avLst/>
              <a:gdLst/>
              <a:ahLst/>
              <a:cxnLst/>
              <a:rect l="l" t="t" r="r" b="b"/>
              <a:pathLst>
                <a:path w="120" h="226" extrusionOk="0">
                  <a:moveTo>
                    <a:pt x="91" y="1"/>
                  </a:moveTo>
                  <a:cubicBezTo>
                    <a:pt x="80" y="1"/>
                    <a:pt x="70" y="6"/>
                    <a:pt x="66" y="17"/>
                  </a:cubicBezTo>
                  <a:lnTo>
                    <a:pt x="4" y="190"/>
                  </a:lnTo>
                  <a:cubicBezTo>
                    <a:pt x="0" y="204"/>
                    <a:pt x="7" y="219"/>
                    <a:pt x="20" y="224"/>
                  </a:cubicBezTo>
                  <a:cubicBezTo>
                    <a:pt x="23" y="225"/>
                    <a:pt x="26" y="225"/>
                    <a:pt x="28" y="225"/>
                  </a:cubicBezTo>
                  <a:cubicBezTo>
                    <a:pt x="39" y="225"/>
                    <a:pt x="49" y="219"/>
                    <a:pt x="53" y="208"/>
                  </a:cubicBezTo>
                  <a:lnTo>
                    <a:pt x="116" y="34"/>
                  </a:lnTo>
                  <a:cubicBezTo>
                    <a:pt x="120" y="21"/>
                    <a:pt x="113" y="6"/>
                    <a:pt x="100" y="2"/>
                  </a:cubicBezTo>
                  <a:cubicBezTo>
                    <a:pt x="97" y="1"/>
                    <a:pt x="94" y="1"/>
                    <a:pt x="9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6065;p22"/>
            <p:cNvSpPr/>
            <p:nvPr/>
          </p:nvSpPr>
          <p:spPr>
            <a:xfrm>
              <a:off x="5092550" y="3591950"/>
              <a:ext cx="13625" cy="35450"/>
            </a:xfrm>
            <a:custGeom>
              <a:avLst/>
              <a:gdLst/>
              <a:ahLst/>
              <a:cxnLst/>
              <a:rect l="l" t="t" r="r" b="b"/>
              <a:pathLst>
                <a:path w="545" h="1418" extrusionOk="0">
                  <a:moveTo>
                    <a:pt x="515" y="0"/>
                  </a:moveTo>
                  <a:cubicBezTo>
                    <a:pt x="505" y="0"/>
                    <a:pt x="495" y="6"/>
                    <a:pt x="490" y="16"/>
                  </a:cubicBezTo>
                  <a:cubicBezTo>
                    <a:pt x="287" y="455"/>
                    <a:pt x="123" y="916"/>
                    <a:pt x="3" y="1385"/>
                  </a:cubicBezTo>
                  <a:cubicBezTo>
                    <a:pt x="1" y="1399"/>
                    <a:pt x="9" y="1414"/>
                    <a:pt x="22" y="1418"/>
                  </a:cubicBezTo>
                  <a:lnTo>
                    <a:pt x="29" y="1418"/>
                  </a:lnTo>
                  <a:cubicBezTo>
                    <a:pt x="40" y="1418"/>
                    <a:pt x="50" y="1411"/>
                    <a:pt x="54" y="1399"/>
                  </a:cubicBezTo>
                  <a:cubicBezTo>
                    <a:pt x="173" y="932"/>
                    <a:pt x="336" y="473"/>
                    <a:pt x="537" y="37"/>
                  </a:cubicBezTo>
                  <a:cubicBezTo>
                    <a:pt x="544" y="24"/>
                    <a:pt x="537" y="9"/>
                    <a:pt x="525" y="2"/>
                  </a:cubicBezTo>
                  <a:cubicBezTo>
                    <a:pt x="522" y="1"/>
                    <a:pt x="518" y="0"/>
                    <a:pt x="51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22"/>
            <p:cNvSpPr/>
            <p:nvPr/>
          </p:nvSpPr>
          <p:spPr>
            <a:xfrm>
              <a:off x="5126950" y="3595375"/>
              <a:ext cx="5150" cy="11925"/>
            </a:xfrm>
            <a:custGeom>
              <a:avLst/>
              <a:gdLst/>
              <a:ahLst/>
              <a:cxnLst/>
              <a:rect l="l" t="t" r="r" b="b"/>
              <a:pathLst>
                <a:path w="206" h="477" extrusionOk="0">
                  <a:moveTo>
                    <a:pt x="176" y="1"/>
                  </a:moveTo>
                  <a:cubicBezTo>
                    <a:pt x="166" y="1"/>
                    <a:pt x="157" y="6"/>
                    <a:pt x="152" y="16"/>
                  </a:cubicBezTo>
                  <a:cubicBezTo>
                    <a:pt x="91" y="153"/>
                    <a:pt x="41" y="297"/>
                    <a:pt x="4" y="444"/>
                  </a:cubicBezTo>
                  <a:cubicBezTo>
                    <a:pt x="1" y="457"/>
                    <a:pt x="9" y="472"/>
                    <a:pt x="22" y="475"/>
                  </a:cubicBezTo>
                  <a:cubicBezTo>
                    <a:pt x="25" y="476"/>
                    <a:pt x="26" y="476"/>
                    <a:pt x="29" y="476"/>
                  </a:cubicBezTo>
                  <a:cubicBezTo>
                    <a:pt x="41" y="476"/>
                    <a:pt x="52" y="468"/>
                    <a:pt x="55" y="456"/>
                  </a:cubicBezTo>
                  <a:cubicBezTo>
                    <a:pt x="91" y="313"/>
                    <a:pt x="139" y="172"/>
                    <a:pt x="200" y="36"/>
                  </a:cubicBezTo>
                  <a:cubicBezTo>
                    <a:pt x="205" y="24"/>
                    <a:pt x="200" y="8"/>
                    <a:pt x="187" y="3"/>
                  </a:cubicBezTo>
                  <a:cubicBezTo>
                    <a:pt x="183" y="1"/>
                    <a:pt x="180" y="1"/>
                    <a:pt x="17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22"/>
            <p:cNvSpPr/>
            <p:nvPr/>
          </p:nvSpPr>
          <p:spPr>
            <a:xfrm>
              <a:off x="5123150" y="3611000"/>
              <a:ext cx="3725" cy="10750"/>
            </a:xfrm>
            <a:custGeom>
              <a:avLst/>
              <a:gdLst/>
              <a:ahLst/>
              <a:cxnLst/>
              <a:rect l="l" t="t" r="r" b="b"/>
              <a:pathLst>
                <a:path w="149" h="430" extrusionOk="0">
                  <a:moveTo>
                    <a:pt x="121" y="0"/>
                  </a:moveTo>
                  <a:cubicBezTo>
                    <a:pt x="109" y="0"/>
                    <a:pt x="97" y="8"/>
                    <a:pt x="95" y="19"/>
                  </a:cubicBezTo>
                  <a:lnTo>
                    <a:pt x="4" y="397"/>
                  </a:lnTo>
                  <a:cubicBezTo>
                    <a:pt x="1" y="411"/>
                    <a:pt x="9" y="426"/>
                    <a:pt x="24" y="428"/>
                  </a:cubicBezTo>
                  <a:cubicBezTo>
                    <a:pt x="25" y="428"/>
                    <a:pt x="28" y="430"/>
                    <a:pt x="29" y="430"/>
                  </a:cubicBezTo>
                  <a:cubicBezTo>
                    <a:pt x="41" y="430"/>
                    <a:pt x="52" y="420"/>
                    <a:pt x="55" y="410"/>
                  </a:cubicBezTo>
                  <a:lnTo>
                    <a:pt x="145" y="32"/>
                  </a:lnTo>
                  <a:cubicBezTo>
                    <a:pt x="149" y="18"/>
                    <a:pt x="139" y="5"/>
                    <a:pt x="126" y="1"/>
                  </a:cubicBezTo>
                  <a:cubicBezTo>
                    <a:pt x="124" y="0"/>
                    <a:pt x="123" y="0"/>
                    <a:pt x="12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22"/>
            <p:cNvSpPr/>
            <p:nvPr/>
          </p:nvSpPr>
          <p:spPr>
            <a:xfrm>
              <a:off x="5107450" y="3629475"/>
              <a:ext cx="19425" cy="7075"/>
            </a:xfrm>
            <a:custGeom>
              <a:avLst/>
              <a:gdLst/>
              <a:ahLst/>
              <a:cxnLst/>
              <a:rect l="l" t="t" r="r" b="b"/>
              <a:pathLst>
                <a:path w="777" h="283" extrusionOk="0">
                  <a:moveTo>
                    <a:pt x="30" y="0"/>
                  </a:moveTo>
                  <a:cubicBezTo>
                    <a:pt x="19" y="0"/>
                    <a:pt x="8" y="8"/>
                    <a:pt x="5" y="19"/>
                  </a:cubicBezTo>
                  <a:cubicBezTo>
                    <a:pt x="1" y="32"/>
                    <a:pt x="7" y="47"/>
                    <a:pt x="21" y="51"/>
                  </a:cubicBezTo>
                  <a:lnTo>
                    <a:pt x="739" y="281"/>
                  </a:lnTo>
                  <a:cubicBezTo>
                    <a:pt x="742" y="283"/>
                    <a:pt x="745" y="283"/>
                    <a:pt x="747" y="283"/>
                  </a:cubicBezTo>
                  <a:cubicBezTo>
                    <a:pt x="758" y="283"/>
                    <a:pt x="769" y="276"/>
                    <a:pt x="773" y="265"/>
                  </a:cubicBezTo>
                  <a:cubicBezTo>
                    <a:pt x="777" y="252"/>
                    <a:pt x="769" y="237"/>
                    <a:pt x="755" y="232"/>
                  </a:cubicBezTo>
                  <a:lnTo>
                    <a:pt x="37" y="2"/>
                  </a:lnTo>
                  <a:cubicBezTo>
                    <a:pt x="35" y="1"/>
                    <a:pt x="32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22"/>
            <p:cNvSpPr/>
            <p:nvPr/>
          </p:nvSpPr>
          <p:spPr>
            <a:xfrm>
              <a:off x="5131225" y="3636850"/>
              <a:ext cx="5375" cy="2300"/>
            </a:xfrm>
            <a:custGeom>
              <a:avLst/>
              <a:gdLst/>
              <a:ahLst/>
              <a:cxnLst/>
              <a:rect l="l" t="t" r="r" b="b"/>
              <a:pathLst>
                <a:path w="215" h="92" extrusionOk="0">
                  <a:moveTo>
                    <a:pt x="30" y="1"/>
                  </a:moveTo>
                  <a:cubicBezTo>
                    <a:pt x="18" y="1"/>
                    <a:pt x="7" y="8"/>
                    <a:pt x="3" y="20"/>
                  </a:cubicBezTo>
                  <a:cubicBezTo>
                    <a:pt x="1" y="35"/>
                    <a:pt x="9" y="48"/>
                    <a:pt x="22" y="52"/>
                  </a:cubicBezTo>
                  <a:lnTo>
                    <a:pt x="180" y="90"/>
                  </a:lnTo>
                  <a:cubicBezTo>
                    <a:pt x="182" y="90"/>
                    <a:pt x="184" y="91"/>
                    <a:pt x="186" y="91"/>
                  </a:cubicBezTo>
                  <a:cubicBezTo>
                    <a:pt x="199" y="91"/>
                    <a:pt x="208" y="83"/>
                    <a:pt x="212" y="71"/>
                  </a:cubicBezTo>
                  <a:cubicBezTo>
                    <a:pt x="215" y="56"/>
                    <a:pt x="207" y="43"/>
                    <a:pt x="193" y="40"/>
                  </a:cubicBezTo>
                  <a:lnTo>
                    <a:pt x="36" y="1"/>
                  </a:lnTo>
                  <a:cubicBezTo>
                    <a:pt x="34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22"/>
            <p:cNvSpPr/>
            <p:nvPr/>
          </p:nvSpPr>
          <p:spPr>
            <a:xfrm>
              <a:off x="5135475" y="3628025"/>
              <a:ext cx="15525" cy="4200"/>
            </a:xfrm>
            <a:custGeom>
              <a:avLst/>
              <a:gdLst/>
              <a:ahLst/>
              <a:cxnLst/>
              <a:rect l="l" t="t" r="r" b="b"/>
              <a:pathLst>
                <a:path w="621" h="168" extrusionOk="0">
                  <a:moveTo>
                    <a:pt x="29" y="1"/>
                  </a:moveTo>
                  <a:cubicBezTo>
                    <a:pt x="17" y="1"/>
                    <a:pt x="8" y="8"/>
                    <a:pt x="4" y="19"/>
                  </a:cubicBezTo>
                  <a:cubicBezTo>
                    <a:pt x="0" y="33"/>
                    <a:pt x="7" y="47"/>
                    <a:pt x="20" y="51"/>
                  </a:cubicBezTo>
                  <a:cubicBezTo>
                    <a:pt x="206" y="109"/>
                    <a:pt x="399" y="148"/>
                    <a:pt x="592" y="167"/>
                  </a:cubicBezTo>
                  <a:lnTo>
                    <a:pt x="594" y="167"/>
                  </a:lnTo>
                  <a:cubicBezTo>
                    <a:pt x="607" y="167"/>
                    <a:pt x="618" y="158"/>
                    <a:pt x="619" y="144"/>
                  </a:cubicBezTo>
                  <a:cubicBezTo>
                    <a:pt x="620" y="129"/>
                    <a:pt x="611" y="117"/>
                    <a:pt x="596" y="116"/>
                  </a:cubicBezTo>
                  <a:cubicBezTo>
                    <a:pt x="407" y="97"/>
                    <a:pt x="218" y="60"/>
                    <a:pt x="37" y="2"/>
                  </a:cubicBezTo>
                  <a:cubicBezTo>
                    <a:pt x="34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22"/>
            <p:cNvSpPr/>
            <p:nvPr/>
          </p:nvSpPr>
          <p:spPr>
            <a:xfrm>
              <a:off x="5142775" y="3618625"/>
              <a:ext cx="13575" cy="2725"/>
            </a:xfrm>
            <a:custGeom>
              <a:avLst/>
              <a:gdLst/>
              <a:ahLst/>
              <a:cxnLst/>
              <a:rect l="l" t="t" r="r" b="b"/>
              <a:pathLst>
                <a:path w="543" h="109" extrusionOk="0">
                  <a:moveTo>
                    <a:pt x="27" y="1"/>
                  </a:moveTo>
                  <a:cubicBezTo>
                    <a:pt x="12" y="1"/>
                    <a:pt x="3" y="11"/>
                    <a:pt x="2" y="24"/>
                  </a:cubicBezTo>
                  <a:cubicBezTo>
                    <a:pt x="0" y="39"/>
                    <a:pt x="10" y="51"/>
                    <a:pt x="24" y="52"/>
                  </a:cubicBezTo>
                  <a:lnTo>
                    <a:pt x="513" y="109"/>
                  </a:lnTo>
                  <a:lnTo>
                    <a:pt x="515" y="109"/>
                  </a:lnTo>
                  <a:cubicBezTo>
                    <a:pt x="529" y="109"/>
                    <a:pt x="540" y="99"/>
                    <a:pt x="541" y="86"/>
                  </a:cubicBezTo>
                  <a:cubicBezTo>
                    <a:pt x="542" y="71"/>
                    <a:pt x="533" y="59"/>
                    <a:pt x="518" y="57"/>
                  </a:cubicBezTo>
                  <a:lnTo>
                    <a:pt x="30" y="1"/>
                  </a:lnTo>
                  <a:cubicBezTo>
                    <a:pt x="29" y="1"/>
                    <a:pt x="28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22"/>
            <p:cNvSpPr/>
            <p:nvPr/>
          </p:nvSpPr>
          <p:spPr>
            <a:xfrm>
              <a:off x="5093700" y="3650475"/>
              <a:ext cx="31100" cy="11300"/>
            </a:xfrm>
            <a:custGeom>
              <a:avLst/>
              <a:gdLst/>
              <a:ahLst/>
              <a:cxnLst/>
              <a:rect l="l" t="t" r="r" b="b"/>
              <a:pathLst>
                <a:path w="1244" h="452" extrusionOk="0">
                  <a:moveTo>
                    <a:pt x="29" y="1"/>
                  </a:moveTo>
                  <a:cubicBezTo>
                    <a:pt x="20" y="1"/>
                    <a:pt x="11" y="6"/>
                    <a:pt x="7" y="16"/>
                  </a:cubicBezTo>
                  <a:cubicBezTo>
                    <a:pt x="0" y="29"/>
                    <a:pt x="6" y="44"/>
                    <a:pt x="19" y="51"/>
                  </a:cubicBezTo>
                  <a:cubicBezTo>
                    <a:pt x="400" y="224"/>
                    <a:pt x="801" y="359"/>
                    <a:pt x="1210" y="452"/>
                  </a:cubicBezTo>
                  <a:lnTo>
                    <a:pt x="1215" y="452"/>
                  </a:lnTo>
                  <a:cubicBezTo>
                    <a:pt x="1227" y="452"/>
                    <a:pt x="1238" y="444"/>
                    <a:pt x="1241" y="432"/>
                  </a:cubicBezTo>
                  <a:cubicBezTo>
                    <a:pt x="1243" y="418"/>
                    <a:pt x="1234" y="403"/>
                    <a:pt x="1221" y="401"/>
                  </a:cubicBezTo>
                  <a:cubicBezTo>
                    <a:pt x="816" y="309"/>
                    <a:pt x="419" y="176"/>
                    <a:pt x="41" y="4"/>
                  </a:cubicBezTo>
                  <a:cubicBezTo>
                    <a:pt x="37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22"/>
            <p:cNvSpPr/>
            <p:nvPr/>
          </p:nvSpPr>
          <p:spPr>
            <a:xfrm>
              <a:off x="5096750" y="3657800"/>
              <a:ext cx="20775" cy="7500"/>
            </a:xfrm>
            <a:custGeom>
              <a:avLst/>
              <a:gdLst/>
              <a:ahLst/>
              <a:cxnLst/>
              <a:rect l="l" t="t" r="r" b="b"/>
              <a:pathLst>
                <a:path w="831" h="300" extrusionOk="0">
                  <a:moveTo>
                    <a:pt x="31" y="1"/>
                  </a:moveTo>
                  <a:cubicBezTo>
                    <a:pt x="21" y="1"/>
                    <a:pt x="12" y="6"/>
                    <a:pt x="8" y="16"/>
                  </a:cubicBezTo>
                  <a:cubicBezTo>
                    <a:pt x="1" y="30"/>
                    <a:pt x="8" y="44"/>
                    <a:pt x="21" y="51"/>
                  </a:cubicBezTo>
                  <a:cubicBezTo>
                    <a:pt x="270" y="159"/>
                    <a:pt x="531" y="242"/>
                    <a:pt x="797" y="299"/>
                  </a:cubicBezTo>
                  <a:cubicBezTo>
                    <a:pt x="800" y="299"/>
                    <a:pt x="801" y="300"/>
                    <a:pt x="803" y="300"/>
                  </a:cubicBezTo>
                  <a:lnTo>
                    <a:pt x="803" y="299"/>
                  </a:lnTo>
                  <a:cubicBezTo>
                    <a:pt x="815" y="299"/>
                    <a:pt x="826" y="291"/>
                    <a:pt x="828" y="278"/>
                  </a:cubicBezTo>
                  <a:cubicBezTo>
                    <a:pt x="831" y="265"/>
                    <a:pt x="823" y="252"/>
                    <a:pt x="808" y="247"/>
                  </a:cubicBezTo>
                  <a:cubicBezTo>
                    <a:pt x="546" y="192"/>
                    <a:pt x="287" y="110"/>
                    <a:pt x="41" y="3"/>
                  </a:cubicBezTo>
                  <a:cubicBezTo>
                    <a:pt x="38" y="1"/>
                    <a:pt x="34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22"/>
            <p:cNvSpPr/>
            <p:nvPr/>
          </p:nvSpPr>
          <p:spPr>
            <a:xfrm>
              <a:off x="5076300" y="3662525"/>
              <a:ext cx="30225" cy="9675"/>
            </a:xfrm>
            <a:custGeom>
              <a:avLst/>
              <a:gdLst/>
              <a:ahLst/>
              <a:cxnLst/>
              <a:rect l="l" t="t" r="r" b="b"/>
              <a:pathLst>
                <a:path w="1209" h="387" extrusionOk="0">
                  <a:moveTo>
                    <a:pt x="29" y="0"/>
                  </a:moveTo>
                  <a:cubicBezTo>
                    <a:pt x="19" y="0"/>
                    <a:pt x="9" y="6"/>
                    <a:pt x="5" y="17"/>
                  </a:cubicBezTo>
                  <a:cubicBezTo>
                    <a:pt x="1" y="30"/>
                    <a:pt x="8" y="45"/>
                    <a:pt x="21" y="50"/>
                  </a:cubicBezTo>
                  <a:cubicBezTo>
                    <a:pt x="395" y="190"/>
                    <a:pt x="784" y="303"/>
                    <a:pt x="1174" y="385"/>
                  </a:cubicBezTo>
                  <a:cubicBezTo>
                    <a:pt x="1177" y="385"/>
                    <a:pt x="1178" y="387"/>
                    <a:pt x="1179" y="387"/>
                  </a:cubicBezTo>
                  <a:lnTo>
                    <a:pt x="1181" y="385"/>
                  </a:lnTo>
                  <a:cubicBezTo>
                    <a:pt x="1191" y="385"/>
                    <a:pt x="1202" y="377"/>
                    <a:pt x="1205" y="365"/>
                  </a:cubicBezTo>
                  <a:cubicBezTo>
                    <a:pt x="1209" y="352"/>
                    <a:pt x="1200" y="338"/>
                    <a:pt x="1185" y="334"/>
                  </a:cubicBezTo>
                  <a:cubicBezTo>
                    <a:pt x="796" y="252"/>
                    <a:pt x="411" y="141"/>
                    <a:pt x="39" y="2"/>
                  </a:cubicBezTo>
                  <a:cubicBezTo>
                    <a:pt x="35" y="1"/>
                    <a:pt x="3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22"/>
            <p:cNvSpPr/>
            <p:nvPr/>
          </p:nvSpPr>
          <p:spPr>
            <a:xfrm>
              <a:off x="5064575" y="3657900"/>
              <a:ext cx="5700" cy="2600"/>
            </a:xfrm>
            <a:custGeom>
              <a:avLst/>
              <a:gdLst/>
              <a:ahLst/>
              <a:cxnLst/>
              <a:rect l="l" t="t" r="r" b="b"/>
              <a:pathLst>
                <a:path w="228" h="104" extrusionOk="0">
                  <a:moveTo>
                    <a:pt x="31" y="0"/>
                  </a:moveTo>
                  <a:cubicBezTo>
                    <a:pt x="20" y="0"/>
                    <a:pt x="9" y="8"/>
                    <a:pt x="6" y="19"/>
                  </a:cubicBezTo>
                  <a:cubicBezTo>
                    <a:pt x="0" y="32"/>
                    <a:pt x="8" y="47"/>
                    <a:pt x="22" y="51"/>
                  </a:cubicBezTo>
                  <a:lnTo>
                    <a:pt x="191" y="102"/>
                  </a:lnTo>
                  <a:cubicBezTo>
                    <a:pt x="194" y="104"/>
                    <a:pt x="197" y="104"/>
                    <a:pt x="199" y="104"/>
                  </a:cubicBezTo>
                  <a:cubicBezTo>
                    <a:pt x="210" y="104"/>
                    <a:pt x="220" y="97"/>
                    <a:pt x="224" y="85"/>
                  </a:cubicBezTo>
                  <a:cubicBezTo>
                    <a:pt x="228" y="71"/>
                    <a:pt x="220" y="56"/>
                    <a:pt x="206" y="52"/>
                  </a:cubicBezTo>
                  <a:lnTo>
                    <a:pt x="38" y="1"/>
                  </a:lnTo>
                  <a:cubicBezTo>
                    <a:pt x="36" y="1"/>
                    <a:pt x="33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22"/>
            <p:cNvSpPr/>
            <p:nvPr/>
          </p:nvSpPr>
          <p:spPr>
            <a:xfrm>
              <a:off x="5087600" y="3639500"/>
              <a:ext cx="23475" cy="9900"/>
            </a:xfrm>
            <a:custGeom>
              <a:avLst/>
              <a:gdLst/>
              <a:ahLst/>
              <a:cxnLst/>
              <a:rect l="l" t="t" r="r" b="b"/>
              <a:pathLst>
                <a:path w="939" h="396" extrusionOk="0">
                  <a:moveTo>
                    <a:pt x="30" y="1"/>
                  </a:moveTo>
                  <a:cubicBezTo>
                    <a:pt x="20" y="1"/>
                    <a:pt x="10" y="7"/>
                    <a:pt x="6" y="18"/>
                  </a:cubicBezTo>
                  <a:cubicBezTo>
                    <a:pt x="1" y="30"/>
                    <a:pt x="8" y="46"/>
                    <a:pt x="21" y="50"/>
                  </a:cubicBezTo>
                  <a:lnTo>
                    <a:pt x="900" y="394"/>
                  </a:lnTo>
                  <a:cubicBezTo>
                    <a:pt x="902" y="396"/>
                    <a:pt x="906" y="396"/>
                    <a:pt x="909" y="396"/>
                  </a:cubicBezTo>
                  <a:cubicBezTo>
                    <a:pt x="920" y="396"/>
                    <a:pt x="929" y="390"/>
                    <a:pt x="933" y="379"/>
                  </a:cubicBezTo>
                  <a:cubicBezTo>
                    <a:pt x="939" y="366"/>
                    <a:pt x="932" y="351"/>
                    <a:pt x="918" y="346"/>
                  </a:cubicBezTo>
                  <a:lnTo>
                    <a:pt x="40" y="3"/>
                  </a:lnTo>
                  <a:cubicBezTo>
                    <a:pt x="37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22"/>
            <p:cNvSpPr/>
            <p:nvPr/>
          </p:nvSpPr>
          <p:spPr>
            <a:xfrm>
              <a:off x="5115800" y="3649875"/>
              <a:ext cx="5950" cy="2525"/>
            </a:xfrm>
            <a:custGeom>
              <a:avLst/>
              <a:gdLst/>
              <a:ahLst/>
              <a:cxnLst/>
              <a:rect l="l" t="t" r="r" b="b"/>
              <a:pathLst>
                <a:path w="238" h="101" extrusionOk="0">
                  <a:moveTo>
                    <a:pt x="29" y="0"/>
                  </a:moveTo>
                  <a:cubicBezTo>
                    <a:pt x="18" y="0"/>
                    <a:pt x="8" y="7"/>
                    <a:pt x="4" y="20"/>
                  </a:cubicBezTo>
                  <a:cubicBezTo>
                    <a:pt x="0" y="33"/>
                    <a:pt x="8" y="48"/>
                    <a:pt x="22" y="51"/>
                  </a:cubicBezTo>
                  <a:lnTo>
                    <a:pt x="201" y="99"/>
                  </a:lnTo>
                  <a:cubicBezTo>
                    <a:pt x="203" y="100"/>
                    <a:pt x="206" y="100"/>
                    <a:pt x="207" y="100"/>
                  </a:cubicBezTo>
                  <a:cubicBezTo>
                    <a:pt x="220" y="100"/>
                    <a:pt x="230" y="92"/>
                    <a:pt x="233" y="82"/>
                  </a:cubicBezTo>
                  <a:cubicBezTo>
                    <a:pt x="237" y="67"/>
                    <a:pt x="229" y="53"/>
                    <a:pt x="216" y="49"/>
                  </a:cubicBezTo>
                  <a:lnTo>
                    <a:pt x="35" y="1"/>
                  </a:lnTo>
                  <a:cubicBezTo>
                    <a:pt x="33" y="0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22"/>
            <p:cNvSpPr/>
            <p:nvPr/>
          </p:nvSpPr>
          <p:spPr>
            <a:xfrm>
              <a:off x="5040800" y="3614675"/>
              <a:ext cx="10300" cy="29050"/>
            </a:xfrm>
            <a:custGeom>
              <a:avLst/>
              <a:gdLst/>
              <a:ahLst/>
              <a:cxnLst/>
              <a:rect l="l" t="t" r="r" b="b"/>
              <a:pathLst>
                <a:path w="412" h="1162" extrusionOk="0">
                  <a:moveTo>
                    <a:pt x="383" y="1"/>
                  </a:moveTo>
                  <a:cubicBezTo>
                    <a:pt x="373" y="1"/>
                    <a:pt x="363" y="6"/>
                    <a:pt x="359" y="16"/>
                  </a:cubicBezTo>
                  <a:cubicBezTo>
                    <a:pt x="206" y="374"/>
                    <a:pt x="86" y="750"/>
                    <a:pt x="3" y="1129"/>
                  </a:cubicBezTo>
                  <a:cubicBezTo>
                    <a:pt x="0" y="1144"/>
                    <a:pt x="10" y="1157"/>
                    <a:pt x="23" y="1160"/>
                  </a:cubicBezTo>
                  <a:cubicBezTo>
                    <a:pt x="24" y="1161"/>
                    <a:pt x="27" y="1161"/>
                    <a:pt x="28" y="1161"/>
                  </a:cubicBezTo>
                  <a:cubicBezTo>
                    <a:pt x="41" y="1161"/>
                    <a:pt x="51" y="1153"/>
                    <a:pt x="54" y="1141"/>
                  </a:cubicBezTo>
                  <a:cubicBezTo>
                    <a:pt x="136" y="763"/>
                    <a:pt x="254" y="392"/>
                    <a:pt x="407" y="37"/>
                  </a:cubicBezTo>
                  <a:cubicBezTo>
                    <a:pt x="412" y="23"/>
                    <a:pt x="407" y="8"/>
                    <a:pt x="393" y="3"/>
                  </a:cubicBezTo>
                  <a:cubicBezTo>
                    <a:pt x="390" y="2"/>
                    <a:pt x="386" y="1"/>
                    <a:pt x="38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22"/>
            <p:cNvSpPr/>
            <p:nvPr/>
          </p:nvSpPr>
          <p:spPr>
            <a:xfrm>
              <a:off x="5039000" y="3648150"/>
              <a:ext cx="1950" cy="6025"/>
            </a:xfrm>
            <a:custGeom>
              <a:avLst/>
              <a:gdLst/>
              <a:ahLst/>
              <a:cxnLst/>
              <a:rect l="l" t="t" r="r" b="b"/>
              <a:pathLst>
                <a:path w="78" h="241" extrusionOk="0">
                  <a:moveTo>
                    <a:pt x="49" y="1"/>
                  </a:moveTo>
                  <a:cubicBezTo>
                    <a:pt x="36" y="1"/>
                    <a:pt x="26" y="11"/>
                    <a:pt x="25" y="23"/>
                  </a:cubicBezTo>
                  <a:lnTo>
                    <a:pt x="2" y="212"/>
                  </a:lnTo>
                  <a:cubicBezTo>
                    <a:pt x="1" y="226"/>
                    <a:pt x="10" y="239"/>
                    <a:pt x="25" y="241"/>
                  </a:cubicBezTo>
                  <a:lnTo>
                    <a:pt x="28" y="241"/>
                  </a:lnTo>
                  <a:cubicBezTo>
                    <a:pt x="41" y="241"/>
                    <a:pt x="52" y="231"/>
                    <a:pt x="53" y="218"/>
                  </a:cubicBezTo>
                  <a:lnTo>
                    <a:pt x="76" y="29"/>
                  </a:lnTo>
                  <a:cubicBezTo>
                    <a:pt x="78" y="15"/>
                    <a:pt x="68" y="3"/>
                    <a:pt x="53" y="1"/>
                  </a:cubicBezTo>
                  <a:cubicBezTo>
                    <a:pt x="52" y="1"/>
                    <a:pt x="50" y="1"/>
                    <a:pt x="4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22"/>
            <p:cNvSpPr/>
            <p:nvPr/>
          </p:nvSpPr>
          <p:spPr>
            <a:xfrm>
              <a:off x="5038450" y="3666950"/>
              <a:ext cx="20800" cy="9550"/>
            </a:xfrm>
            <a:custGeom>
              <a:avLst/>
              <a:gdLst/>
              <a:ahLst/>
              <a:cxnLst/>
              <a:rect l="l" t="t" r="r" b="b"/>
              <a:pathLst>
                <a:path w="832" h="382" extrusionOk="0">
                  <a:moveTo>
                    <a:pt x="29" y="0"/>
                  </a:moveTo>
                  <a:cubicBezTo>
                    <a:pt x="19" y="0"/>
                    <a:pt x="9" y="6"/>
                    <a:pt x="5" y="16"/>
                  </a:cubicBezTo>
                  <a:cubicBezTo>
                    <a:pt x="0" y="29"/>
                    <a:pt x="5" y="44"/>
                    <a:pt x="19" y="50"/>
                  </a:cubicBezTo>
                  <a:lnTo>
                    <a:pt x="791" y="379"/>
                  </a:lnTo>
                  <a:cubicBezTo>
                    <a:pt x="795" y="382"/>
                    <a:pt x="798" y="382"/>
                    <a:pt x="802" y="382"/>
                  </a:cubicBezTo>
                  <a:cubicBezTo>
                    <a:pt x="811" y="382"/>
                    <a:pt x="822" y="377"/>
                    <a:pt x="826" y="366"/>
                  </a:cubicBezTo>
                  <a:cubicBezTo>
                    <a:pt x="831" y="352"/>
                    <a:pt x="825" y="338"/>
                    <a:pt x="813" y="332"/>
                  </a:cubicBezTo>
                  <a:lnTo>
                    <a:pt x="39" y="3"/>
                  </a:lnTo>
                  <a:cubicBezTo>
                    <a:pt x="36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22"/>
            <p:cNvSpPr/>
            <p:nvPr/>
          </p:nvSpPr>
          <p:spPr>
            <a:xfrm>
              <a:off x="5064500" y="3677725"/>
              <a:ext cx="4875" cy="2475"/>
            </a:xfrm>
            <a:custGeom>
              <a:avLst/>
              <a:gdLst/>
              <a:ahLst/>
              <a:cxnLst/>
              <a:rect l="l" t="t" r="r" b="b"/>
              <a:pathLst>
                <a:path w="195" h="99" extrusionOk="0">
                  <a:moveTo>
                    <a:pt x="29" y="0"/>
                  </a:moveTo>
                  <a:cubicBezTo>
                    <a:pt x="19" y="0"/>
                    <a:pt x="9" y="7"/>
                    <a:pt x="5" y="18"/>
                  </a:cubicBezTo>
                  <a:cubicBezTo>
                    <a:pt x="1" y="32"/>
                    <a:pt x="7" y="46"/>
                    <a:pt x="21" y="50"/>
                  </a:cubicBezTo>
                  <a:lnTo>
                    <a:pt x="158" y="98"/>
                  </a:lnTo>
                  <a:cubicBezTo>
                    <a:pt x="161" y="99"/>
                    <a:pt x="163" y="99"/>
                    <a:pt x="166" y="99"/>
                  </a:cubicBezTo>
                  <a:cubicBezTo>
                    <a:pt x="177" y="99"/>
                    <a:pt x="186" y="92"/>
                    <a:pt x="190" y="81"/>
                  </a:cubicBezTo>
                  <a:cubicBezTo>
                    <a:pt x="194" y="68"/>
                    <a:pt x="188" y="53"/>
                    <a:pt x="174" y="48"/>
                  </a:cubicBezTo>
                  <a:lnTo>
                    <a:pt x="38" y="2"/>
                  </a:lnTo>
                  <a:cubicBezTo>
                    <a:pt x="35" y="1"/>
                    <a:pt x="3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22"/>
            <p:cNvSpPr/>
            <p:nvPr/>
          </p:nvSpPr>
          <p:spPr>
            <a:xfrm>
              <a:off x="5017375" y="3656100"/>
              <a:ext cx="3425" cy="22000"/>
            </a:xfrm>
            <a:custGeom>
              <a:avLst/>
              <a:gdLst/>
              <a:ahLst/>
              <a:cxnLst/>
              <a:rect l="l" t="t" r="r" b="b"/>
              <a:pathLst>
                <a:path w="137" h="880" extrusionOk="0">
                  <a:moveTo>
                    <a:pt x="109" y="1"/>
                  </a:moveTo>
                  <a:cubicBezTo>
                    <a:pt x="96" y="1"/>
                    <a:pt x="85" y="8"/>
                    <a:pt x="83" y="21"/>
                  </a:cubicBezTo>
                  <a:cubicBezTo>
                    <a:pt x="25" y="294"/>
                    <a:pt x="1" y="575"/>
                    <a:pt x="12" y="854"/>
                  </a:cubicBezTo>
                  <a:cubicBezTo>
                    <a:pt x="13" y="868"/>
                    <a:pt x="24" y="879"/>
                    <a:pt x="39" y="879"/>
                  </a:cubicBezTo>
                  <a:cubicBezTo>
                    <a:pt x="53" y="878"/>
                    <a:pt x="64" y="867"/>
                    <a:pt x="64" y="852"/>
                  </a:cubicBezTo>
                  <a:cubicBezTo>
                    <a:pt x="53" y="576"/>
                    <a:pt x="76" y="301"/>
                    <a:pt x="133" y="32"/>
                  </a:cubicBezTo>
                  <a:cubicBezTo>
                    <a:pt x="137" y="17"/>
                    <a:pt x="127" y="3"/>
                    <a:pt x="113" y="1"/>
                  </a:cubicBezTo>
                  <a:cubicBezTo>
                    <a:pt x="111" y="1"/>
                    <a:pt x="110" y="1"/>
                    <a:pt x="10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3" name="Google Shape;6083;p22"/>
            <p:cNvSpPr/>
            <p:nvPr/>
          </p:nvSpPr>
          <p:spPr>
            <a:xfrm>
              <a:off x="5043375" y="3677100"/>
              <a:ext cx="27400" cy="9700"/>
            </a:xfrm>
            <a:custGeom>
              <a:avLst/>
              <a:gdLst/>
              <a:ahLst/>
              <a:cxnLst/>
              <a:rect l="l" t="t" r="r" b="b"/>
              <a:pathLst>
                <a:path w="1096" h="388" extrusionOk="0">
                  <a:moveTo>
                    <a:pt x="30" y="1"/>
                  </a:moveTo>
                  <a:cubicBezTo>
                    <a:pt x="20" y="1"/>
                    <a:pt x="10" y="6"/>
                    <a:pt x="6" y="16"/>
                  </a:cubicBezTo>
                  <a:cubicBezTo>
                    <a:pt x="1" y="28"/>
                    <a:pt x="6" y="45"/>
                    <a:pt x="20" y="50"/>
                  </a:cubicBezTo>
                  <a:cubicBezTo>
                    <a:pt x="353" y="198"/>
                    <a:pt x="704" y="312"/>
                    <a:pt x="1062" y="388"/>
                  </a:cubicBezTo>
                  <a:lnTo>
                    <a:pt x="1068" y="388"/>
                  </a:lnTo>
                  <a:cubicBezTo>
                    <a:pt x="1080" y="388"/>
                    <a:pt x="1091" y="380"/>
                    <a:pt x="1093" y="367"/>
                  </a:cubicBezTo>
                  <a:cubicBezTo>
                    <a:pt x="1096" y="354"/>
                    <a:pt x="1086" y="339"/>
                    <a:pt x="1073" y="336"/>
                  </a:cubicBezTo>
                  <a:cubicBezTo>
                    <a:pt x="719" y="262"/>
                    <a:pt x="371" y="149"/>
                    <a:pt x="40" y="3"/>
                  </a:cubicBezTo>
                  <a:cubicBezTo>
                    <a:pt x="37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4" name="Google Shape;6084;p22"/>
            <p:cNvSpPr/>
            <p:nvPr/>
          </p:nvSpPr>
          <p:spPr>
            <a:xfrm>
              <a:off x="5039925" y="3684500"/>
              <a:ext cx="17250" cy="6025"/>
            </a:xfrm>
            <a:custGeom>
              <a:avLst/>
              <a:gdLst/>
              <a:ahLst/>
              <a:cxnLst/>
              <a:rect l="l" t="t" r="r" b="b"/>
              <a:pathLst>
                <a:path w="690" h="241" extrusionOk="0">
                  <a:moveTo>
                    <a:pt x="30" y="1"/>
                  </a:moveTo>
                  <a:cubicBezTo>
                    <a:pt x="19" y="1"/>
                    <a:pt x="10" y="7"/>
                    <a:pt x="6" y="18"/>
                  </a:cubicBezTo>
                  <a:cubicBezTo>
                    <a:pt x="0" y="31"/>
                    <a:pt x="7" y="46"/>
                    <a:pt x="20" y="51"/>
                  </a:cubicBezTo>
                  <a:cubicBezTo>
                    <a:pt x="225" y="133"/>
                    <a:pt x="439" y="197"/>
                    <a:pt x="657" y="241"/>
                  </a:cubicBezTo>
                  <a:lnTo>
                    <a:pt x="661" y="241"/>
                  </a:lnTo>
                  <a:cubicBezTo>
                    <a:pt x="673" y="241"/>
                    <a:pt x="684" y="233"/>
                    <a:pt x="686" y="221"/>
                  </a:cubicBezTo>
                  <a:cubicBezTo>
                    <a:pt x="689" y="206"/>
                    <a:pt x="681" y="193"/>
                    <a:pt x="666" y="190"/>
                  </a:cubicBezTo>
                  <a:cubicBezTo>
                    <a:pt x="452" y="147"/>
                    <a:pt x="241" y="84"/>
                    <a:pt x="39" y="3"/>
                  </a:cubicBezTo>
                  <a:cubicBezTo>
                    <a:pt x="36" y="2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22"/>
            <p:cNvSpPr/>
            <p:nvPr/>
          </p:nvSpPr>
          <p:spPr>
            <a:xfrm>
              <a:off x="4871775" y="3649850"/>
              <a:ext cx="9350" cy="26425"/>
            </a:xfrm>
            <a:custGeom>
              <a:avLst/>
              <a:gdLst/>
              <a:ahLst/>
              <a:cxnLst/>
              <a:rect l="l" t="t" r="r" b="b"/>
              <a:pathLst>
                <a:path w="374" h="1057" extrusionOk="0">
                  <a:moveTo>
                    <a:pt x="32" y="0"/>
                  </a:moveTo>
                  <a:cubicBezTo>
                    <a:pt x="28" y="0"/>
                    <a:pt x="24" y="1"/>
                    <a:pt x="21" y="3"/>
                  </a:cubicBezTo>
                  <a:cubicBezTo>
                    <a:pt x="8" y="9"/>
                    <a:pt x="1" y="23"/>
                    <a:pt x="8" y="37"/>
                  </a:cubicBezTo>
                  <a:cubicBezTo>
                    <a:pt x="149" y="357"/>
                    <a:pt x="254" y="692"/>
                    <a:pt x="320" y="1035"/>
                  </a:cubicBezTo>
                  <a:cubicBezTo>
                    <a:pt x="323" y="1047"/>
                    <a:pt x="333" y="1057"/>
                    <a:pt x="345" y="1057"/>
                  </a:cubicBezTo>
                  <a:cubicBezTo>
                    <a:pt x="347" y="1057"/>
                    <a:pt x="349" y="1057"/>
                    <a:pt x="351" y="1055"/>
                  </a:cubicBezTo>
                  <a:cubicBezTo>
                    <a:pt x="364" y="1052"/>
                    <a:pt x="374" y="1039"/>
                    <a:pt x="371" y="1026"/>
                  </a:cubicBezTo>
                  <a:cubicBezTo>
                    <a:pt x="304" y="678"/>
                    <a:pt x="197" y="339"/>
                    <a:pt x="55" y="15"/>
                  </a:cubicBezTo>
                  <a:cubicBezTo>
                    <a:pt x="51" y="6"/>
                    <a:pt x="41" y="0"/>
                    <a:pt x="3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22"/>
            <p:cNvSpPr/>
            <p:nvPr/>
          </p:nvSpPr>
          <p:spPr>
            <a:xfrm>
              <a:off x="4880500" y="3680250"/>
              <a:ext cx="1950" cy="4300"/>
            </a:xfrm>
            <a:custGeom>
              <a:avLst/>
              <a:gdLst/>
              <a:ahLst/>
              <a:cxnLst/>
              <a:rect l="l" t="t" r="r" b="b"/>
              <a:pathLst>
                <a:path w="78" h="172" extrusionOk="0">
                  <a:moveTo>
                    <a:pt x="28" y="0"/>
                  </a:moveTo>
                  <a:cubicBezTo>
                    <a:pt x="27" y="0"/>
                    <a:pt x="25" y="0"/>
                    <a:pt x="23" y="1"/>
                  </a:cubicBezTo>
                  <a:cubicBezTo>
                    <a:pt x="10" y="3"/>
                    <a:pt x="0" y="17"/>
                    <a:pt x="3" y="30"/>
                  </a:cubicBezTo>
                  <a:lnTo>
                    <a:pt x="23" y="150"/>
                  </a:lnTo>
                  <a:cubicBezTo>
                    <a:pt x="26" y="162"/>
                    <a:pt x="37" y="171"/>
                    <a:pt x="49" y="171"/>
                  </a:cubicBezTo>
                  <a:cubicBezTo>
                    <a:pt x="50" y="171"/>
                    <a:pt x="52" y="171"/>
                    <a:pt x="53" y="170"/>
                  </a:cubicBezTo>
                  <a:cubicBezTo>
                    <a:pt x="68" y="167"/>
                    <a:pt x="77" y="154"/>
                    <a:pt x="74" y="141"/>
                  </a:cubicBezTo>
                  <a:lnTo>
                    <a:pt x="53" y="22"/>
                  </a:lnTo>
                  <a:cubicBezTo>
                    <a:pt x="52" y="9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22"/>
            <p:cNvSpPr/>
            <p:nvPr/>
          </p:nvSpPr>
          <p:spPr>
            <a:xfrm>
              <a:off x="4880925" y="3659100"/>
              <a:ext cx="7975" cy="18800"/>
            </a:xfrm>
            <a:custGeom>
              <a:avLst/>
              <a:gdLst/>
              <a:ahLst/>
              <a:cxnLst/>
              <a:rect l="l" t="t" r="r" b="b"/>
              <a:pathLst>
                <a:path w="319" h="752" extrusionOk="0">
                  <a:moveTo>
                    <a:pt x="30" y="0"/>
                  </a:moveTo>
                  <a:cubicBezTo>
                    <a:pt x="26" y="0"/>
                    <a:pt x="22" y="1"/>
                    <a:pt x="18" y="3"/>
                  </a:cubicBezTo>
                  <a:cubicBezTo>
                    <a:pt x="6" y="10"/>
                    <a:pt x="1" y="26"/>
                    <a:pt x="9" y="38"/>
                  </a:cubicBezTo>
                  <a:cubicBezTo>
                    <a:pt x="129" y="255"/>
                    <a:pt x="215" y="487"/>
                    <a:pt x="265" y="731"/>
                  </a:cubicBezTo>
                  <a:cubicBezTo>
                    <a:pt x="267" y="743"/>
                    <a:pt x="278" y="751"/>
                    <a:pt x="290" y="751"/>
                  </a:cubicBezTo>
                  <a:cubicBezTo>
                    <a:pt x="291" y="751"/>
                    <a:pt x="293" y="751"/>
                    <a:pt x="294" y="750"/>
                  </a:cubicBezTo>
                  <a:cubicBezTo>
                    <a:pt x="309" y="747"/>
                    <a:pt x="318" y="734"/>
                    <a:pt x="314" y="720"/>
                  </a:cubicBezTo>
                  <a:cubicBezTo>
                    <a:pt x="265" y="473"/>
                    <a:pt x="176" y="234"/>
                    <a:pt x="53" y="14"/>
                  </a:cubicBezTo>
                  <a:cubicBezTo>
                    <a:pt x="49" y="5"/>
                    <a:pt x="39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22"/>
            <p:cNvSpPr/>
            <p:nvPr/>
          </p:nvSpPr>
          <p:spPr>
            <a:xfrm>
              <a:off x="4844075" y="3626500"/>
              <a:ext cx="11325" cy="29125"/>
            </a:xfrm>
            <a:custGeom>
              <a:avLst/>
              <a:gdLst/>
              <a:ahLst/>
              <a:cxnLst/>
              <a:rect l="l" t="t" r="r" b="b"/>
              <a:pathLst>
                <a:path w="453" h="1165" extrusionOk="0">
                  <a:moveTo>
                    <a:pt x="30" y="1"/>
                  </a:moveTo>
                  <a:cubicBezTo>
                    <a:pt x="26" y="1"/>
                    <a:pt x="22" y="2"/>
                    <a:pt x="18" y="3"/>
                  </a:cubicBezTo>
                  <a:cubicBezTo>
                    <a:pt x="6" y="9"/>
                    <a:pt x="0" y="25"/>
                    <a:pt x="6" y="37"/>
                  </a:cubicBezTo>
                  <a:cubicBezTo>
                    <a:pt x="177" y="391"/>
                    <a:pt x="309" y="764"/>
                    <a:pt x="399" y="1144"/>
                  </a:cubicBezTo>
                  <a:cubicBezTo>
                    <a:pt x="403" y="1156"/>
                    <a:pt x="412" y="1164"/>
                    <a:pt x="424" y="1164"/>
                  </a:cubicBezTo>
                  <a:lnTo>
                    <a:pt x="430" y="1164"/>
                  </a:lnTo>
                  <a:cubicBezTo>
                    <a:pt x="444" y="1160"/>
                    <a:pt x="452" y="1147"/>
                    <a:pt x="450" y="1132"/>
                  </a:cubicBezTo>
                  <a:cubicBezTo>
                    <a:pt x="358" y="747"/>
                    <a:pt x="224" y="372"/>
                    <a:pt x="53" y="16"/>
                  </a:cubicBezTo>
                  <a:cubicBezTo>
                    <a:pt x="49" y="6"/>
                    <a:pt x="40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22"/>
            <p:cNvSpPr/>
            <p:nvPr/>
          </p:nvSpPr>
          <p:spPr>
            <a:xfrm>
              <a:off x="4855150" y="3659075"/>
              <a:ext cx="2500" cy="4700"/>
            </a:xfrm>
            <a:custGeom>
              <a:avLst/>
              <a:gdLst/>
              <a:ahLst/>
              <a:cxnLst/>
              <a:rect l="l" t="t" r="r" b="b"/>
              <a:pathLst>
                <a:path w="100" h="188" extrusionOk="0">
                  <a:moveTo>
                    <a:pt x="28" y="1"/>
                  </a:moveTo>
                  <a:cubicBezTo>
                    <a:pt x="26" y="1"/>
                    <a:pt x="24" y="1"/>
                    <a:pt x="22" y="1"/>
                  </a:cubicBezTo>
                  <a:cubicBezTo>
                    <a:pt x="8" y="7"/>
                    <a:pt x="0" y="20"/>
                    <a:pt x="4" y="35"/>
                  </a:cubicBezTo>
                  <a:lnTo>
                    <a:pt x="46" y="168"/>
                  </a:lnTo>
                  <a:cubicBezTo>
                    <a:pt x="50" y="180"/>
                    <a:pt x="59" y="187"/>
                    <a:pt x="71" y="187"/>
                  </a:cubicBezTo>
                  <a:cubicBezTo>
                    <a:pt x="73" y="187"/>
                    <a:pt x="75" y="187"/>
                    <a:pt x="78" y="186"/>
                  </a:cubicBezTo>
                  <a:cubicBezTo>
                    <a:pt x="92" y="182"/>
                    <a:pt x="100" y="167"/>
                    <a:pt x="96" y="153"/>
                  </a:cubicBezTo>
                  <a:lnTo>
                    <a:pt x="54" y="19"/>
                  </a:lnTo>
                  <a:cubicBezTo>
                    <a:pt x="50" y="7"/>
                    <a:pt x="3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22"/>
            <p:cNvSpPr/>
            <p:nvPr/>
          </p:nvSpPr>
          <p:spPr>
            <a:xfrm>
              <a:off x="4831875" y="3617075"/>
              <a:ext cx="12325" cy="30175"/>
            </a:xfrm>
            <a:custGeom>
              <a:avLst/>
              <a:gdLst/>
              <a:ahLst/>
              <a:cxnLst/>
              <a:rect l="l" t="t" r="r" b="b"/>
              <a:pathLst>
                <a:path w="493" h="1207" extrusionOk="0">
                  <a:moveTo>
                    <a:pt x="30" y="0"/>
                  </a:moveTo>
                  <a:cubicBezTo>
                    <a:pt x="26" y="0"/>
                    <a:pt x="22" y="1"/>
                    <a:pt x="19" y="2"/>
                  </a:cubicBezTo>
                  <a:cubicBezTo>
                    <a:pt x="5" y="9"/>
                    <a:pt x="0" y="24"/>
                    <a:pt x="7" y="37"/>
                  </a:cubicBezTo>
                  <a:cubicBezTo>
                    <a:pt x="183" y="406"/>
                    <a:pt x="328" y="793"/>
                    <a:pt x="439" y="1188"/>
                  </a:cubicBezTo>
                  <a:cubicBezTo>
                    <a:pt x="441" y="1200"/>
                    <a:pt x="452" y="1206"/>
                    <a:pt x="464" y="1207"/>
                  </a:cubicBezTo>
                  <a:lnTo>
                    <a:pt x="464" y="1207"/>
                  </a:lnTo>
                  <a:cubicBezTo>
                    <a:pt x="466" y="1206"/>
                    <a:pt x="469" y="1206"/>
                    <a:pt x="471" y="1205"/>
                  </a:cubicBezTo>
                  <a:cubicBezTo>
                    <a:pt x="484" y="1202"/>
                    <a:pt x="492" y="1188"/>
                    <a:pt x="488" y="1174"/>
                  </a:cubicBezTo>
                  <a:cubicBezTo>
                    <a:pt x="378" y="776"/>
                    <a:pt x="231" y="386"/>
                    <a:pt x="53" y="15"/>
                  </a:cubicBezTo>
                  <a:cubicBezTo>
                    <a:pt x="49" y="6"/>
                    <a:pt x="39" y="0"/>
                    <a:pt x="30" y="0"/>
                  </a:cubicBezTo>
                  <a:close/>
                  <a:moveTo>
                    <a:pt x="464" y="1207"/>
                  </a:moveTo>
                  <a:lnTo>
                    <a:pt x="464" y="1207"/>
                  </a:lnTo>
                  <a:cubicBezTo>
                    <a:pt x="464" y="1207"/>
                    <a:pt x="463" y="1207"/>
                    <a:pt x="463" y="1207"/>
                  </a:cubicBezTo>
                  <a:lnTo>
                    <a:pt x="464" y="1207"/>
                  </a:lnTo>
                  <a:cubicBezTo>
                    <a:pt x="464" y="1207"/>
                    <a:pt x="464" y="1207"/>
                    <a:pt x="464" y="1207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22"/>
            <p:cNvSpPr/>
            <p:nvPr/>
          </p:nvSpPr>
          <p:spPr>
            <a:xfrm>
              <a:off x="4825000" y="3630500"/>
              <a:ext cx="9300" cy="43150"/>
            </a:xfrm>
            <a:custGeom>
              <a:avLst/>
              <a:gdLst/>
              <a:ahLst/>
              <a:cxnLst/>
              <a:rect l="l" t="t" r="r" b="b"/>
              <a:pathLst>
                <a:path w="372" h="1726" extrusionOk="0">
                  <a:moveTo>
                    <a:pt x="31" y="1"/>
                  </a:moveTo>
                  <a:cubicBezTo>
                    <a:pt x="28" y="1"/>
                    <a:pt x="25" y="1"/>
                    <a:pt x="22" y="2"/>
                  </a:cubicBezTo>
                  <a:cubicBezTo>
                    <a:pt x="9" y="6"/>
                    <a:pt x="1" y="21"/>
                    <a:pt x="6" y="35"/>
                  </a:cubicBezTo>
                  <a:cubicBezTo>
                    <a:pt x="188" y="573"/>
                    <a:pt x="294" y="1134"/>
                    <a:pt x="319" y="1700"/>
                  </a:cubicBezTo>
                  <a:cubicBezTo>
                    <a:pt x="321" y="1715"/>
                    <a:pt x="332" y="1726"/>
                    <a:pt x="345" y="1726"/>
                  </a:cubicBezTo>
                  <a:lnTo>
                    <a:pt x="346" y="1726"/>
                  </a:lnTo>
                  <a:cubicBezTo>
                    <a:pt x="361" y="1724"/>
                    <a:pt x="372" y="1712"/>
                    <a:pt x="372" y="1699"/>
                  </a:cubicBezTo>
                  <a:cubicBezTo>
                    <a:pt x="345" y="1126"/>
                    <a:pt x="239" y="561"/>
                    <a:pt x="54" y="18"/>
                  </a:cubicBezTo>
                  <a:cubicBezTo>
                    <a:pt x="51" y="8"/>
                    <a:pt x="41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22"/>
            <p:cNvSpPr/>
            <p:nvPr/>
          </p:nvSpPr>
          <p:spPr>
            <a:xfrm>
              <a:off x="4821700" y="3619425"/>
              <a:ext cx="2825" cy="6500"/>
            </a:xfrm>
            <a:custGeom>
              <a:avLst/>
              <a:gdLst/>
              <a:ahLst/>
              <a:cxnLst/>
              <a:rect l="l" t="t" r="r" b="b"/>
              <a:pathLst>
                <a:path w="113" h="260" extrusionOk="0">
                  <a:moveTo>
                    <a:pt x="29" y="0"/>
                  </a:moveTo>
                  <a:cubicBezTo>
                    <a:pt x="27" y="0"/>
                    <a:pt x="25" y="1"/>
                    <a:pt x="22" y="1"/>
                  </a:cubicBezTo>
                  <a:cubicBezTo>
                    <a:pt x="9" y="5"/>
                    <a:pt x="1" y="19"/>
                    <a:pt x="3" y="32"/>
                  </a:cubicBezTo>
                  <a:lnTo>
                    <a:pt x="60" y="239"/>
                  </a:lnTo>
                  <a:cubicBezTo>
                    <a:pt x="63" y="252"/>
                    <a:pt x="73" y="260"/>
                    <a:pt x="84" y="260"/>
                  </a:cubicBezTo>
                  <a:cubicBezTo>
                    <a:pt x="87" y="260"/>
                    <a:pt x="88" y="260"/>
                    <a:pt x="91" y="258"/>
                  </a:cubicBezTo>
                  <a:cubicBezTo>
                    <a:pt x="104" y="254"/>
                    <a:pt x="112" y="241"/>
                    <a:pt x="110" y="227"/>
                  </a:cubicBezTo>
                  <a:lnTo>
                    <a:pt x="53" y="20"/>
                  </a:lnTo>
                  <a:cubicBezTo>
                    <a:pt x="51" y="8"/>
                    <a:pt x="4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22"/>
            <p:cNvSpPr/>
            <p:nvPr/>
          </p:nvSpPr>
          <p:spPr>
            <a:xfrm>
              <a:off x="4817075" y="3624425"/>
              <a:ext cx="9625" cy="45600"/>
            </a:xfrm>
            <a:custGeom>
              <a:avLst/>
              <a:gdLst/>
              <a:ahLst/>
              <a:cxnLst/>
              <a:rect l="l" t="t" r="r" b="b"/>
              <a:pathLst>
                <a:path w="385" h="1824" extrusionOk="0">
                  <a:moveTo>
                    <a:pt x="29" y="1"/>
                  </a:moveTo>
                  <a:cubicBezTo>
                    <a:pt x="26" y="1"/>
                    <a:pt x="23" y="1"/>
                    <a:pt x="20" y="2"/>
                  </a:cubicBezTo>
                  <a:cubicBezTo>
                    <a:pt x="7" y="6"/>
                    <a:pt x="0" y="21"/>
                    <a:pt x="4" y="34"/>
                  </a:cubicBezTo>
                  <a:cubicBezTo>
                    <a:pt x="193" y="604"/>
                    <a:pt x="303" y="1199"/>
                    <a:pt x="332" y="1799"/>
                  </a:cubicBezTo>
                  <a:cubicBezTo>
                    <a:pt x="332" y="1813"/>
                    <a:pt x="345" y="1823"/>
                    <a:pt x="358" y="1823"/>
                  </a:cubicBezTo>
                  <a:lnTo>
                    <a:pt x="359" y="1823"/>
                  </a:lnTo>
                  <a:cubicBezTo>
                    <a:pt x="374" y="1822"/>
                    <a:pt x="385" y="1810"/>
                    <a:pt x="384" y="1796"/>
                  </a:cubicBezTo>
                  <a:cubicBezTo>
                    <a:pt x="354" y="1191"/>
                    <a:pt x="242" y="594"/>
                    <a:pt x="54" y="18"/>
                  </a:cubicBezTo>
                  <a:cubicBezTo>
                    <a:pt x="50" y="7"/>
                    <a:pt x="40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22"/>
            <p:cNvSpPr/>
            <p:nvPr/>
          </p:nvSpPr>
          <p:spPr>
            <a:xfrm>
              <a:off x="4792575" y="3593700"/>
              <a:ext cx="12650" cy="35075"/>
            </a:xfrm>
            <a:custGeom>
              <a:avLst/>
              <a:gdLst/>
              <a:ahLst/>
              <a:cxnLst/>
              <a:rect l="l" t="t" r="r" b="b"/>
              <a:pathLst>
                <a:path w="506" h="1403" extrusionOk="0">
                  <a:moveTo>
                    <a:pt x="30" y="0"/>
                  </a:moveTo>
                  <a:cubicBezTo>
                    <a:pt x="26" y="0"/>
                    <a:pt x="23" y="1"/>
                    <a:pt x="20" y="2"/>
                  </a:cubicBezTo>
                  <a:cubicBezTo>
                    <a:pt x="6" y="9"/>
                    <a:pt x="1" y="24"/>
                    <a:pt x="6" y="37"/>
                  </a:cubicBezTo>
                  <a:cubicBezTo>
                    <a:pt x="197" y="469"/>
                    <a:pt x="346" y="921"/>
                    <a:pt x="451" y="1383"/>
                  </a:cubicBezTo>
                  <a:cubicBezTo>
                    <a:pt x="454" y="1395"/>
                    <a:pt x="465" y="1403"/>
                    <a:pt x="476" y="1403"/>
                  </a:cubicBezTo>
                  <a:lnTo>
                    <a:pt x="482" y="1403"/>
                  </a:lnTo>
                  <a:cubicBezTo>
                    <a:pt x="496" y="1399"/>
                    <a:pt x="505" y="1385"/>
                    <a:pt x="501" y="1371"/>
                  </a:cubicBezTo>
                  <a:cubicBezTo>
                    <a:pt x="396" y="908"/>
                    <a:pt x="246" y="452"/>
                    <a:pt x="53" y="16"/>
                  </a:cubicBezTo>
                  <a:cubicBezTo>
                    <a:pt x="49" y="6"/>
                    <a:pt x="39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22"/>
            <p:cNvSpPr/>
            <p:nvPr/>
          </p:nvSpPr>
          <p:spPr>
            <a:xfrm>
              <a:off x="4804825" y="3632425"/>
              <a:ext cx="2250" cy="4400"/>
            </a:xfrm>
            <a:custGeom>
              <a:avLst/>
              <a:gdLst/>
              <a:ahLst/>
              <a:cxnLst/>
              <a:rect l="l" t="t" r="r" b="b"/>
              <a:pathLst>
                <a:path w="90" h="176" extrusionOk="0">
                  <a:moveTo>
                    <a:pt x="28" y="0"/>
                  </a:moveTo>
                  <a:cubicBezTo>
                    <a:pt x="26" y="0"/>
                    <a:pt x="24" y="0"/>
                    <a:pt x="22" y="1"/>
                  </a:cubicBezTo>
                  <a:cubicBezTo>
                    <a:pt x="9" y="5"/>
                    <a:pt x="0" y="18"/>
                    <a:pt x="3" y="33"/>
                  </a:cubicBezTo>
                  <a:lnTo>
                    <a:pt x="37" y="155"/>
                  </a:lnTo>
                  <a:cubicBezTo>
                    <a:pt x="39" y="167"/>
                    <a:pt x="49" y="175"/>
                    <a:pt x="61" y="175"/>
                  </a:cubicBezTo>
                  <a:cubicBezTo>
                    <a:pt x="64" y="175"/>
                    <a:pt x="65" y="174"/>
                    <a:pt x="68" y="174"/>
                  </a:cubicBezTo>
                  <a:cubicBezTo>
                    <a:pt x="81" y="170"/>
                    <a:pt x="89" y="157"/>
                    <a:pt x="87" y="143"/>
                  </a:cubicBezTo>
                  <a:lnTo>
                    <a:pt x="54" y="19"/>
                  </a:lnTo>
                  <a:cubicBezTo>
                    <a:pt x="51" y="8"/>
                    <a:pt x="4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22"/>
            <p:cNvSpPr/>
            <p:nvPr/>
          </p:nvSpPr>
          <p:spPr>
            <a:xfrm>
              <a:off x="4800425" y="3597750"/>
              <a:ext cx="13075" cy="46775"/>
            </a:xfrm>
            <a:custGeom>
              <a:avLst/>
              <a:gdLst/>
              <a:ahLst/>
              <a:cxnLst/>
              <a:rect l="l" t="t" r="r" b="b"/>
              <a:pathLst>
                <a:path w="523" h="1871" extrusionOk="0">
                  <a:moveTo>
                    <a:pt x="28" y="1"/>
                  </a:moveTo>
                  <a:cubicBezTo>
                    <a:pt x="26" y="1"/>
                    <a:pt x="23" y="1"/>
                    <a:pt x="20" y="2"/>
                  </a:cubicBezTo>
                  <a:cubicBezTo>
                    <a:pt x="7" y="7"/>
                    <a:pt x="0" y="22"/>
                    <a:pt x="4" y="36"/>
                  </a:cubicBezTo>
                  <a:cubicBezTo>
                    <a:pt x="214" y="622"/>
                    <a:pt x="372" y="1233"/>
                    <a:pt x="468" y="1849"/>
                  </a:cubicBezTo>
                  <a:cubicBezTo>
                    <a:pt x="471" y="1862"/>
                    <a:pt x="482" y="1871"/>
                    <a:pt x="494" y="1871"/>
                  </a:cubicBezTo>
                  <a:lnTo>
                    <a:pt x="498" y="1871"/>
                  </a:lnTo>
                  <a:cubicBezTo>
                    <a:pt x="513" y="1869"/>
                    <a:pt x="522" y="1856"/>
                    <a:pt x="519" y="1841"/>
                  </a:cubicBezTo>
                  <a:cubicBezTo>
                    <a:pt x="421" y="1222"/>
                    <a:pt x="265" y="607"/>
                    <a:pt x="54" y="18"/>
                  </a:cubicBezTo>
                  <a:cubicBezTo>
                    <a:pt x="50" y="7"/>
                    <a:pt x="3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22"/>
            <p:cNvSpPr/>
            <p:nvPr/>
          </p:nvSpPr>
          <p:spPr>
            <a:xfrm>
              <a:off x="4844100" y="3655400"/>
              <a:ext cx="4075" cy="10150"/>
            </a:xfrm>
            <a:custGeom>
              <a:avLst/>
              <a:gdLst/>
              <a:ahLst/>
              <a:cxnLst/>
              <a:rect l="l" t="t" r="r" b="b"/>
              <a:pathLst>
                <a:path w="163" h="406" extrusionOk="0">
                  <a:moveTo>
                    <a:pt x="30" y="1"/>
                  </a:moveTo>
                  <a:cubicBezTo>
                    <a:pt x="27" y="1"/>
                    <a:pt x="25" y="1"/>
                    <a:pt x="22" y="2"/>
                  </a:cubicBezTo>
                  <a:cubicBezTo>
                    <a:pt x="9" y="6"/>
                    <a:pt x="1" y="21"/>
                    <a:pt x="5" y="34"/>
                  </a:cubicBezTo>
                  <a:lnTo>
                    <a:pt x="108" y="387"/>
                  </a:lnTo>
                  <a:cubicBezTo>
                    <a:pt x="111" y="399"/>
                    <a:pt x="122" y="405"/>
                    <a:pt x="133" y="405"/>
                  </a:cubicBezTo>
                  <a:lnTo>
                    <a:pt x="141" y="405"/>
                  </a:lnTo>
                  <a:cubicBezTo>
                    <a:pt x="154" y="401"/>
                    <a:pt x="162" y="387"/>
                    <a:pt x="158" y="373"/>
                  </a:cubicBezTo>
                  <a:lnTo>
                    <a:pt x="55" y="19"/>
                  </a:lnTo>
                  <a:cubicBezTo>
                    <a:pt x="51" y="8"/>
                    <a:pt x="4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22"/>
            <p:cNvSpPr/>
            <p:nvPr/>
          </p:nvSpPr>
          <p:spPr>
            <a:xfrm>
              <a:off x="4770950" y="3586400"/>
              <a:ext cx="12200" cy="24500"/>
            </a:xfrm>
            <a:custGeom>
              <a:avLst/>
              <a:gdLst/>
              <a:ahLst/>
              <a:cxnLst/>
              <a:rect l="l" t="t" r="r" b="b"/>
              <a:pathLst>
                <a:path w="488" h="980" extrusionOk="0">
                  <a:moveTo>
                    <a:pt x="31" y="0"/>
                  </a:moveTo>
                  <a:cubicBezTo>
                    <a:pt x="26" y="0"/>
                    <a:pt x="21" y="1"/>
                    <a:pt x="17" y="4"/>
                  </a:cubicBezTo>
                  <a:cubicBezTo>
                    <a:pt x="5" y="12"/>
                    <a:pt x="1" y="28"/>
                    <a:pt x="9" y="40"/>
                  </a:cubicBezTo>
                  <a:cubicBezTo>
                    <a:pt x="193" y="325"/>
                    <a:pt x="336" y="636"/>
                    <a:pt x="434" y="960"/>
                  </a:cubicBezTo>
                  <a:cubicBezTo>
                    <a:pt x="437" y="971"/>
                    <a:pt x="447" y="979"/>
                    <a:pt x="458" y="979"/>
                  </a:cubicBezTo>
                  <a:cubicBezTo>
                    <a:pt x="461" y="979"/>
                    <a:pt x="463" y="979"/>
                    <a:pt x="466" y="978"/>
                  </a:cubicBezTo>
                  <a:cubicBezTo>
                    <a:pt x="480" y="974"/>
                    <a:pt x="488" y="959"/>
                    <a:pt x="484" y="946"/>
                  </a:cubicBezTo>
                  <a:cubicBezTo>
                    <a:pt x="384" y="616"/>
                    <a:pt x="239" y="303"/>
                    <a:pt x="52" y="12"/>
                  </a:cubicBezTo>
                  <a:cubicBezTo>
                    <a:pt x="47" y="4"/>
                    <a:pt x="39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22"/>
            <p:cNvSpPr/>
            <p:nvPr/>
          </p:nvSpPr>
          <p:spPr>
            <a:xfrm>
              <a:off x="4783625" y="3615100"/>
              <a:ext cx="3825" cy="8675"/>
            </a:xfrm>
            <a:custGeom>
              <a:avLst/>
              <a:gdLst/>
              <a:ahLst/>
              <a:cxnLst/>
              <a:rect l="l" t="t" r="r" b="b"/>
              <a:pathLst>
                <a:path w="153" h="347" extrusionOk="0">
                  <a:moveTo>
                    <a:pt x="30" y="1"/>
                  </a:moveTo>
                  <a:cubicBezTo>
                    <a:pt x="28" y="1"/>
                    <a:pt x="25" y="1"/>
                    <a:pt x="22" y="2"/>
                  </a:cubicBezTo>
                  <a:cubicBezTo>
                    <a:pt x="9" y="6"/>
                    <a:pt x="1" y="21"/>
                    <a:pt x="5" y="34"/>
                  </a:cubicBezTo>
                  <a:lnTo>
                    <a:pt x="99" y="329"/>
                  </a:lnTo>
                  <a:cubicBezTo>
                    <a:pt x="102" y="340"/>
                    <a:pt x="113" y="346"/>
                    <a:pt x="123" y="346"/>
                  </a:cubicBezTo>
                  <a:cubicBezTo>
                    <a:pt x="126" y="346"/>
                    <a:pt x="129" y="346"/>
                    <a:pt x="131" y="345"/>
                  </a:cubicBezTo>
                  <a:cubicBezTo>
                    <a:pt x="145" y="341"/>
                    <a:pt x="153" y="326"/>
                    <a:pt x="148" y="313"/>
                  </a:cubicBezTo>
                  <a:lnTo>
                    <a:pt x="55" y="18"/>
                  </a:lnTo>
                  <a:cubicBezTo>
                    <a:pt x="51" y="7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22"/>
            <p:cNvSpPr/>
            <p:nvPr/>
          </p:nvSpPr>
          <p:spPr>
            <a:xfrm>
              <a:off x="4757575" y="3582500"/>
              <a:ext cx="16900" cy="36975"/>
            </a:xfrm>
            <a:custGeom>
              <a:avLst/>
              <a:gdLst/>
              <a:ahLst/>
              <a:cxnLst/>
              <a:rect l="l" t="t" r="r" b="b"/>
              <a:pathLst>
                <a:path w="676" h="1479" extrusionOk="0">
                  <a:moveTo>
                    <a:pt x="31" y="1"/>
                  </a:moveTo>
                  <a:cubicBezTo>
                    <a:pt x="27" y="1"/>
                    <a:pt x="23" y="2"/>
                    <a:pt x="19" y="4"/>
                  </a:cubicBezTo>
                  <a:cubicBezTo>
                    <a:pt x="6" y="9"/>
                    <a:pt x="0" y="25"/>
                    <a:pt x="7" y="39"/>
                  </a:cubicBezTo>
                  <a:cubicBezTo>
                    <a:pt x="242" y="496"/>
                    <a:pt x="450" y="975"/>
                    <a:pt x="622" y="1461"/>
                  </a:cubicBezTo>
                  <a:cubicBezTo>
                    <a:pt x="626" y="1472"/>
                    <a:pt x="637" y="1478"/>
                    <a:pt x="646" y="1478"/>
                  </a:cubicBezTo>
                  <a:cubicBezTo>
                    <a:pt x="650" y="1478"/>
                    <a:pt x="653" y="1477"/>
                    <a:pt x="655" y="1477"/>
                  </a:cubicBezTo>
                  <a:cubicBezTo>
                    <a:pt x="669" y="1472"/>
                    <a:pt x="676" y="1457"/>
                    <a:pt x="672" y="1443"/>
                  </a:cubicBezTo>
                  <a:cubicBezTo>
                    <a:pt x="497" y="955"/>
                    <a:pt x="290" y="475"/>
                    <a:pt x="54" y="15"/>
                  </a:cubicBezTo>
                  <a:cubicBezTo>
                    <a:pt x="49" y="5"/>
                    <a:pt x="41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22"/>
            <p:cNvSpPr/>
            <p:nvPr/>
          </p:nvSpPr>
          <p:spPr>
            <a:xfrm>
              <a:off x="4773975" y="3622625"/>
              <a:ext cx="2700" cy="5075"/>
            </a:xfrm>
            <a:custGeom>
              <a:avLst/>
              <a:gdLst/>
              <a:ahLst/>
              <a:cxnLst/>
              <a:rect l="l" t="t" r="r" b="b"/>
              <a:pathLst>
                <a:path w="108" h="203" extrusionOk="0">
                  <a:moveTo>
                    <a:pt x="29" y="0"/>
                  </a:moveTo>
                  <a:cubicBezTo>
                    <a:pt x="26" y="0"/>
                    <a:pt x="24" y="0"/>
                    <a:pt x="21" y="1"/>
                  </a:cubicBezTo>
                  <a:cubicBezTo>
                    <a:pt x="8" y="6"/>
                    <a:pt x="1" y="20"/>
                    <a:pt x="5" y="35"/>
                  </a:cubicBezTo>
                  <a:lnTo>
                    <a:pt x="53" y="185"/>
                  </a:lnTo>
                  <a:cubicBezTo>
                    <a:pt x="57" y="196"/>
                    <a:pt x="68" y="203"/>
                    <a:pt x="79" y="203"/>
                  </a:cubicBezTo>
                  <a:cubicBezTo>
                    <a:pt x="81" y="203"/>
                    <a:pt x="84" y="203"/>
                    <a:pt x="87" y="202"/>
                  </a:cubicBezTo>
                  <a:cubicBezTo>
                    <a:pt x="100" y="197"/>
                    <a:pt x="107" y="183"/>
                    <a:pt x="103" y="169"/>
                  </a:cubicBezTo>
                  <a:lnTo>
                    <a:pt x="55" y="19"/>
                  </a:lnTo>
                  <a:cubicBezTo>
                    <a:pt x="50" y="7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22"/>
            <p:cNvSpPr/>
            <p:nvPr/>
          </p:nvSpPr>
          <p:spPr>
            <a:xfrm>
              <a:off x="4733325" y="3576700"/>
              <a:ext cx="15750" cy="27500"/>
            </a:xfrm>
            <a:custGeom>
              <a:avLst/>
              <a:gdLst/>
              <a:ahLst/>
              <a:cxnLst/>
              <a:rect l="l" t="t" r="r" b="b"/>
              <a:pathLst>
                <a:path w="630" h="1100" extrusionOk="0">
                  <a:moveTo>
                    <a:pt x="29" y="0"/>
                  </a:moveTo>
                  <a:cubicBezTo>
                    <a:pt x="24" y="0"/>
                    <a:pt x="18" y="2"/>
                    <a:pt x="14" y="6"/>
                  </a:cubicBezTo>
                  <a:cubicBezTo>
                    <a:pt x="3" y="14"/>
                    <a:pt x="0" y="30"/>
                    <a:pt x="8" y="41"/>
                  </a:cubicBezTo>
                  <a:cubicBezTo>
                    <a:pt x="237" y="365"/>
                    <a:pt x="429" y="715"/>
                    <a:pt x="577" y="1083"/>
                  </a:cubicBezTo>
                  <a:cubicBezTo>
                    <a:pt x="581" y="1093"/>
                    <a:pt x="591" y="1099"/>
                    <a:pt x="600" y="1099"/>
                  </a:cubicBezTo>
                  <a:cubicBezTo>
                    <a:pt x="604" y="1099"/>
                    <a:pt x="607" y="1098"/>
                    <a:pt x="611" y="1097"/>
                  </a:cubicBezTo>
                  <a:cubicBezTo>
                    <a:pt x="623" y="1091"/>
                    <a:pt x="630" y="1077"/>
                    <a:pt x="625" y="1063"/>
                  </a:cubicBezTo>
                  <a:cubicBezTo>
                    <a:pt x="475" y="692"/>
                    <a:pt x="283" y="338"/>
                    <a:pt x="50" y="11"/>
                  </a:cubicBezTo>
                  <a:cubicBezTo>
                    <a:pt x="45" y="5"/>
                    <a:pt x="37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22"/>
            <p:cNvSpPr/>
            <p:nvPr/>
          </p:nvSpPr>
          <p:spPr>
            <a:xfrm>
              <a:off x="4749200" y="3606850"/>
              <a:ext cx="2100" cy="2775"/>
            </a:xfrm>
            <a:custGeom>
              <a:avLst/>
              <a:gdLst/>
              <a:ahLst/>
              <a:cxnLst/>
              <a:rect l="l" t="t" r="r" b="b"/>
              <a:pathLst>
                <a:path w="84" h="111" extrusionOk="0">
                  <a:moveTo>
                    <a:pt x="30" y="0"/>
                  </a:moveTo>
                  <a:cubicBezTo>
                    <a:pt x="26" y="0"/>
                    <a:pt x="23" y="1"/>
                    <a:pt x="19" y="2"/>
                  </a:cubicBezTo>
                  <a:cubicBezTo>
                    <a:pt x="7" y="8"/>
                    <a:pt x="0" y="23"/>
                    <a:pt x="6" y="36"/>
                  </a:cubicBezTo>
                  <a:lnTo>
                    <a:pt x="30" y="95"/>
                  </a:lnTo>
                  <a:cubicBezTo>
                    <a:pt x="34" y="105"/>
                    <a:pt x="45" y="110"/>
                    <a:pt x="54" y="110"/>
                  </a:cubicBezTo>
                  <a:cubicBezTo>
                    <a:pt x="58" y="110"/>
                    <a:pt x="61" y="110"/>
                    <a:pt x="65" y="109"/>
                  </a:cubicBezTo>
                  <a:cubicBezTo>
                    <a:pt x="77" y="103"/>
                    <a:pt x="84" y="87"/>
                    <a:pt x="78" y="75"/>
                  </a:cubicBezTo>
                  <a:lnTo>
                    <a:pt x="54" y="16"/>
                  </a:lnTo>
                  <a:cubicBezTo>
                    <a:pt x="50" y="6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22"/>
            <p:cNvSpPr/>
            <p:nvPr/>
          </p:nvSpPr>
          <p:spPr>
            <a:xfrm>
              <a:off x="4734425" y="3588925"/>
              <a:ext cx="12600" cy="29850"/>
            </a:xfrm>
            <a:custGeom>
              <a:avLst/>
              <a:gdLst/>
              <a:ahLst/>
              <a:cxnLst/>
              <a:rect l="l" t="t" r="r" b="b"/>
              <a:pathLst>
                <a:path w="504" h="1194" extrusionOk="0">
                  <a:moveTo>
                    <a:pt x="29" y="1"/>
                  </a:moveTo>
                  <a:cubicBezTo>
                    <a:pt x="25" y="1"/>
                    <a:pt x="21" y="2"/>
                    <a:pt x="17" y="4"/>
                  </a:cubicBezTo>
                  <a:cubicBezTo>
                    <a:pt x="5" y="10"/>
                    <a:pt x="1" y="27"/>
                    <a:pt x="7" y="40"/>
                  </a:cubicBezTo>
                  <a:cubicBezTo>
                    <a:pt x="201" y="397"/>
                    <a:pt x="350" y="779"/>
                    <a:pt x="450" y="1173"/>
                  </a:cubicBezTo>
                  <a:cubicBezTo>
                    <a:pt x="453" y="1185"/>
                    <a:pt x="463" y="1193"/>
                    <a:pt x="476" y="1193"/>
                  </a:cubicBezTo>
                  <a:cubicBezTo>
                    <a:pt x="478" y="1193"/>
                    <a:pt x="480" y="1193"/>
                    <a:pt x="482" y="1192"/>
                  </a:cubicBezTo>
                  <a:cubicBezTo>
                    <a:pt x="496" y="1189"/>
                    <a:pt x="504" y="1174"/>
                    <a:pt x="501" y="1161"/>
                  </a:cubicBezTo>
                  <a:cubicBezTo>
                    <a:pt x="400" y="761"/>
                    <a:pt x="250" y="376"/>
                    <a:pt x="53" y="15"/>
                  </a:cubicBezTo>
                  <a:cubicBezTo>
                    <a:pt x="47" y="6"/>
                    <a:pt x="38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22"/>
            <p:cNvSpPr/>
            <p:nvPr/>
          </p:nvSpPr>
          <p:spPr>
            <a:xfrm>
              <a:off x="4698675" y="3623050"/>
              <a:ext cx="21325" cy="3225"/>
            </a:xfrm>
            <a:custGeom>
              <a:avLst/>
              <a:gdLst/>
              <a:ahLst/>
              <a:cxnLst/>
              <a:rect l="l" t="t" r="r" b="b"/>
              <a:pathLst>
                <a:path w="853" h="129" extrusionOk="0">
                  <a:moveTo>
                    <a:pt x="29" y="0"/>
                  </a:moveTo>
                  <a:cubicBezTo>
                    <a:pt x="14" y="0"/>
                    <a:pt x="4" y="9"/>
                    <a:pt x="2" y="23"/>
                  </a:cubicBezTo>
                  <a:cubicBezTo>
                    <a:pt x="1" y="37"/>
                    <a:pt x="10" y="50"/>
                    <a:pt x="23" y="53"/>
                  </a:cubicBezTo>
                  <a:cubicBezTo>
                    <a:pt x="289" y="89"/>
                    <a:pt x="558" y="115"/>
                    <a:pt x="824" y="128"/>
                  </a:cubicBezTo>
                  <a:lnTo>
                    <a:pt x="825" y="128"/>
                  </a:lnTo>
                  <a:cubicBezTo>
                    <a:pt x="840" y="128"/>
                    <a:pt x="851" y="117"/>
                    <a:pt x="852" y="104"/>
                  </a:cubicBezTo>
                  <a:cubicBezTo>
                    <a:pt x="852" y="89"/>
                    <a:pt x="841" y="77"/>
                    <a:pt x="827" y="76"/>
                  </a:cubicBezTo>
                  <a:cubicBezTo>
                    <a:pt x="562" y="63"/>
                    <a:pt x="294" y="38"/>
                    <a:pt x="32" y="0"/>
                  </a:cubicBezTo>
                  <a:cubicBezTo>
                    <a:pt x="31" y="0"/>
                    <a:pt x="3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22"/>
            <p:cNvSpPr/>
            <p:nvPr/>
          </p:nvSpPr>
          <p:spPr>
            <a:xfrm>
              <a:off x="4723775" y="3624800"/>
              <a:ext cx="4450" cy="1325"/>
            </a:xfrm>
            <a:custGeom>
              <a:avLst/>
              <a:gdLst/>
              <a:ahLst/>
              <a:cxnLst/>
              <a:rect l="l" t="t" r="r" b="b"/>
              <a:pathLst>
                <a:path w="178" h="53" extrusionOk="0">
                  <a:moveTo>
                    <a:pt x="26" y="0"/>
                  </a:moveTo>
                  <a:cubicBezTo>
                    <a:pt x="11" y="0"/>
                    <a:pt x="0" y="12"/>
                    <a:pt x="0" y="26"/>
                  </a:cubicBezTo>
                  <a:cubicBezTo>
                    <a:pt x="0" y="41"/>
                    <a:pt x="11" y="53"/>
                    <a:pt x="26" y="53"/>
                  </a:cubicBezTo>
                  <a:lnTo>
                    <a:pt x="151" y="53"/>
                  </a:lnTo>
                  <a:cubicBezTo>
                    <a:pt x="166" y="53"/>
                    <a:pt x="176" y="42"/>
                    <a:pt x="176" y="27"/>
                  </a:cubicBezTo>
                  <a:cubicBezTo>
                    <a:pt x="178" y="14"/>
                    <a:pt x="166" y="2"/>
                    <a:pt x="151" y="2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22"/>
            <p:cNvSpPr/>
            <p:nvPr/>
          </p:nvSpPr>
          <p:spPr>
            <a:xfrm>
              <a:off x="4691525" y="3610275"/>
              <a:ext cx="28600" cy="4450"/>
            </a:xfrm>
            <a:custGeom>
              <a:avLst/>
              <a:gdLst/>
              <a:ahLst/>
              <a:cxnLst/>
              <a:rect l="l" t="t" r="r" b="b"/>
              <a:pathLst>
                <a:path w="1144" h="178" extrusionOk="0">
                  <a:moveTo>
                    <a:pt x="29" y="0"/>
                  </a:moveTo>
                  <a:cubicBezTo>
                    <a:pt x="17" y="0"/>
                    <a:pt x="7" y="8"/>
                    <a:pt x="4" y="20"/>
                  </a:cubicBezTo>
                  <a:cubicBezTo>
                    <a:pt x="0" y="34"/>
                    <a:pt x="9" y="47"/>
                    <a:pt x="23" y="51"/>
                  </a:cubicBezTo>
                  <a:cubicBezTo>
                    <a:pt x="335" y="136"/>
                    <a:pt x="657" y="178"/>
                    <a:pt x="979" y="178"/>
                  </a:cubicBezTo>
                  <a:cubicBezTo>
                    <a:pt x="1025" y="178"/>
                    <a:pt x="1072" y="178"/>
                    <a:pt x="1118" y="175"/>
                  </a:cubicBezTo>
                  <a:cubicBezTo>
                    <a:pt x="1133" y="175"/>
                    <a:pt x="1144" y="163"/>
                    <a:pt x="1144" y="148"/>
                  </a:cubicBezTo>
                  <a:cubicBezTo>
                    <a:pt x="1142" y="135"/>
                    <a:pt x="1131" y="124"/>
                    <a:pt x="1117" y="124"/>
                  </a:cubicBezTo>
                  <a:cubicBezTo>
                    <a:pt x="1071" y="125"/>
                    <a:pt x="1026" y="126"/>
                    <a:pt x="980" y="126"/>
                  </a:cubicBezTo>
                  <a:cubicBezTo>
                    <a:pt x="662" y="126"/>
                    <a:pt x="345" y="85"/>
                    <a:pt x="36" y="1"/>
                  </a:cubicBezTo>
                  <a:cubicBezTo>
                    <a:pt x="34" y="1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22"/>
            <p:cNvSpPr/>
            <p:nvPr/>
          </p:nvSpPr>
          <p:spPr>
            <a:xfrm>
              <a:off x="4697675" y="3600850"/>
              <a:ext cx="28025" cy="4150"/>
            </a:xfrm>
            <a:custGeom>
              <a:avLst/>
              <a:gdLst/>
              <a:ahLst/>
              <a:cxnLst/>
              <a:rect l="l" t="t" r="r" b="b"/>
              <a:pathLst>
                <a:path w="1121" h="166" extrusionOk="0">
                  <a:moveTo>
                    <a:pt x="31" y="0"/>
                  </a:moveTo>
                  <a:cubicBezTo>
                    <a:pt x="19" y="0"/>
                    <a:pt x="7" y="8"/>
                    <a:pt x="3" y="20"/>
                  </a:cubicBezTo>
                  <a:cubicBezTo>
                    <a:pt x="0" y="35"/>
                    <a:pt x="10" y="49"/>
                    <a:pt x="23" y="51"/>
                  </a:cubicBezTo>
                  <a:cubicBezTo>
                    <a:pt x="376" y="123"/>
                    <a:pt x="736" y="160"/>
                    <a:pt x="1095" y="166"/>
                  </a:cubicBezTo>
                  <a:cubicBezTo>
                    <a:pt x="1109" y="166"/>
                    <a:pt x="1121" y="154"/>
                    <a:pt x="1121" y="140"/>
                  </a:cubicBezTo>
                  <a:cubicBezTo>
                    <a:pt x="1121" y="125"/>
                    <a:pt x="1110" y="113"/>
                    <a:pt x="1095" y="113"/>
                  </a:cubicBezTo>
                  <a:cubicBezTo>
                    <a:pt x="740" y="109"/>
                    <a:pt x="382" y="72"/>
                    <a:pt x="34" y="0"/>
                  </a:cubicBezTo>
                  <a:cubicBezTo>
                    <a:pt x="33" y="0"/>
                    <a:pt x="32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22"/>
            <p:cNvSpPr/>
            <p:nvPr/>
          </p:nvSpPr>
          <p:spPr>
            <a:xfrm>
              <a:off x="4722825" y="3634075"/>
              <a:ext cx="47100" cy="3825"/>
            </a:xfrm>
            <a:custGeom>
              <a:avLst/>
              <a:gdLst/>
              <a:ahLst/>
              <a:cxnLst/>
              <a:rect l="l" t="t" r="r" b="b"/>
              <a:pathLst>
                <a:path w="1884" h="153" extrusionOk="0">
                  <a:moveTo>
                    <a:pt x="1857" y="0"/>
                  </a:moveTo>
                  <a:cubicBezTo>
                    <a:pt x="1855" y="0"/>
                    <a:pt x="1853" y="0"/>
                    <a:pt x="1852" y="0"/>
                  </a:cubicBezTo>
                  <a:cubicBezTo>
                    <a:pt x="1454" y="67"/>
                    <a:pt x="1050" y="101"/>
                    <a:pt x="647" y="101"/>
                  </a:cubicBezTo>
                  <a:cubicBezTo>
                    <a:pt x="441" y="101"/>
                    <a:pt x="235" y="92"/>
                    <a:pt x="30" y="74"/>
                  </a:cubicBezTo>
                  <a:cubicBezTo>
                    <a:pt x="29" y="74"/>
                    <a:pt x="29" y="74"/>
                    <a:pt x="28" y="74"/>
                  </a:cubicBezTo>
                  <a:cubicBezTo>
                    <a:pt x="15" y="74"/>
                    <a:pt x="3" y="85"/>
                    <a:pt x="2" y="97"/>
                  </a:cubicBezTo>
                  <a:cubicBezTo>
                    <a:pt x="1" y="112"/>
                    <a:pt x="11" y="124"/>
                    <a:pt x="26" y="126"/>
                  </a:cubicBezTo>
                  <a:cubicBezTo>
                    <a:pt x="233" y="143"/>
                    <a:pt x="442" y="153"/>
                    <a:pt x="649" y="153"/>
                  </a:cubicBezTo>
                  <a:cubicBezTo>
                    <a:pt x="1055" y="153"/>
                    <a:pt x="1460" y="119"/>
                    <a:pt x="1860" y="52"/>
                  </a:cubicBezTo>
                  <a:cubicBezTo>
                    <a:pt x="1875" y="49"/>
                    <a:pt x="1884" y="35"/>
                    <a:pt x="1881" y="21"/>
                  </a:cubicBezTo>
                  <a:cubicBezTo>
                    <a:pt x="1879" y="9"/>
                    <a:pt x="1869" y="0"/>
                    <a:pt x="185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22"/>
            <p:cNvSpPr/>
            <p:nvPr/>
          </p:nvSpPr>
          <p:spPr>
            <a:xfrm>
              <a:off x="4759075" y="3651650"/>
              <a:ext cx="36900" cy="11975"/>
            </a:xfrm>
            <a:custGeom>
              <a:avLst/>
              <a:gdLst/>
              <a:ahLst/>
              <a:cxnLst/>
              <a:rect l="l" t="t" r="r" b="b"/>
              <a:pathLst>
                <a:path w="1476" h="479" extrusionOk="0">
                  <a:moveTo>
                    <a:pt x="1446" y="1"/>
                  </a:moveTo>
                  <a:cubicBezTo>
                    <a:pt x="1443" y="1"/>
                    <a:pt x="1439" y="1"/>
                    <a:pt x="1436" y="2"/>
                  </a:cubicBezTo>
                  <a:cubicBezTo>
                    <a:pt x="980" y="185"/>
                    <a:pt x="505" y="328"/>
                    <a:pt x="24" y="428"/>
                  </a:cubicBezTo>
                  <a:cubicBezTo>
                    <a:pt x="10" y="430"/>
                    <a:pt x="1" y="444"/>
                    <a:pt x="3" y="458"/>
                  </a:cubicBezTo>
                  <a:cubicBezTo>
                    <a:pt x="6" y="471"/>
                    <a:pt x="17" y="479"/>
                    <a:pt x="29" y="479"/>
                  </a:cubicBezTo>
                  <a:lnTo>
                    <a:pt x="33" y="479"/>
                  </a:lnTo>
                  <a:cubicBezTo>
                    <a:pt x="519" y="379"/>
                    <a:pt x="996" y="235"/>
                    <a:pt x="1455" y="50"/>
                  </a:cubicBezTo>
                  <a:cubicBezTo>
                    <a:pt x="1469" y="45"/>
                    <a:pt x="1475" y="29"/>
                    <a:pt x="1470" y="16"/>
                  </a:cubicBezTo>
                  <a:cubicBezTo>
                    <a:pt x="1466" y="7"/>
                    <a:pt x="1456" y="1"/>
                    <a:pt x="144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1" name="Google Shape;6111;p22"/>
            <p:cNvSpPr/>
            <p:nvPr/>
          </p:nvSpPr>
          <p:spPr>
            <a:xfrm>
              <a:off x="4748375" y="3663075"/>
              <a:ext cx="5525" cy="1725"/>
            </a:xfrm>
            <a:custGeom>
              <a:avLst/>
              <a:gdLst/>
              <a:ahLst/>
              <a:cxnLst/>
              <a:rect l="l" t="t" r="r" b="b"/>
              <a:pathLst>
                <a:path w="221" h="69" extrusionOk="0">
                  <a:moveTo>
                    <a:pt x="191" y="0"/>
                  </a:moveTo>
                  <a:lnTo>
                    <a:pt x="25" y="18"/>
                  </a:lnTo>
                  <a:cubicBezTo>
                    <a:pt x="10" y="19"/>
                    <a:pt x="1" y="31"/>
                    <a:pt x="2" y="46"/>
                  </a:cubicBezTo>
                  <a:cubicBezTo>
                    <a:pt x="2" y="59"/>
                    <a:pt x="14" y="69"/>
                    <a:pt x="28" y="69"/>
                  </a:cubicBezTo>
                  <a:lnTo>
                    <a:pt x="31" y="69"/>
                  </a:lnTo>
                  <a:lnTo>
                    <a:pt x="196" y="53"/>
                  </a:lnTo>
                  <a:cubicBezTo>
                    <a:pt x="210" y="51"/>
                    <a:pt x="220" y="38"/>
                    <a:pt x="219" y="24"/>
                  </a:cubicBezTo>
                  <a:cubicBezTo>
                    <a:pt x="218" y="10"/>
                    <a:pt x="204" y="0"/>
                    <a:pt x="19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2" name="Google Shape;6112;p22"/>
            <p:cNvSpPr/>
            <p:nvPr/>
          </p:nvSpPr>
          <p:spPr>
            <a:xfrm>
              <a:off x="4785950" y="3664450"/>
              <a:ext cx="32425" cy="13300"/>
            </a:xfrm>
            <a:custGeom>
              <a:avLst/>
              <a:gdLst/>
              <a:ahLst/>
              <a:cxnLst/>
              <a:rect l="l" t="t" r="r" b="b"/>
              <a:pathLst>
                <a:path w="1297" h="532" extrusionOk="0">
                  <a:moveTo>
                    <a:pt x="1267" y="0"/>
                  </a:moveTo>
                  <a:cubicBezTo>
                    <a:pt x="1262" y="0"/>
                    <a:pt x="1257" y="1"/>
                    <a:pt x="1253" y="4"/>
                  </a:cubicBezTo>
                  <a:cubicBezTo>
                    <a:pt x="872" y="236"/>
                    <a:pt x="459" y="396"/>
                    <a:pt x="24" y="481"/>
                  </a:cubicBezTo>
                  <a:cubicBezTo>
                    <a:pt x="9" y="483"/>
                    <a:pt x="1" y="497"/>
                    <a:pt x="3" y="510"/>
                  </a:cubicBezTo>
                  <a:cubicBezTo>
                    <a:pt x="5" y="524"/>
                    <a:pt x="17" y="532"/>
                    <a:pt x="28" y="532"/>
                  </a:cubicBezTo>
                  <a:lnTo>
                    <a:pt x="33" y="532"/>
                  </a:lnTo>
                  <a:cubicBezTo>
                    <a:pt x="476" y="446"/>
                    <a:pt x="895" y="283"/>
                    <a:pt x="1280" y="49"/>
                  </a:cubicBezTo>
                  <a:cubicBezTo>
                    <a:pt x="1292" y="41"/>
                    <a:pt x="1296" y="25"/>
                    <a:pt x="1288" y="12"/>
                  </a:cubicBezTo>
                  <a:cubicBezTo>
                    <a:pt x="1283" y="5"/>
                    <a:pt x="1275" y="0"/>
                    <a:pt x="126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3" name="Google Shape;6113;p22"/>
            <p:cNvSpPr/>
            <p:nvPr/>
          </p:nvSpPr>
          <p:spPr>
            <a:xfrm>
              <a:off x="4801350" y="3668975"/>
              <a:ext cx="24900" cy="13325"/>
            </a:xfrm>
            <a:custGeom>
              <a:avLst/>
              <a:gdLst/>
              <a:ahLst/>
              <a:cxnLst/>
              <a:rect l="l" t="t" r="r" b="b"/>
              <a:pathLst>
                <a:path w="996" h="533" extrusionOk="0">
                  <a:moveTo>
                    <a:pt x="965" y="0"/>
                  </a:moveTo>
                  <a:cubicBezTo>
                    <a:pt x="960" y="0"/>
                    <a:pt x="955" y="2"/>
                    <a:pt x="951" y="5"/>
                  </a:cubicBezTo>
                  <a:cubicBezTo>
                    <a:pt x="669" y="216"/>
                    <a:pt x="357" y="376"/>
                    <a:pt x="22" y="481"/>
                  </a:cubicBezTo>
                  <a:cubicBezTo>
                    <a:pt x="9" y="485"/>
                    <a:pt x="1" y="500"/>
                    <a:pt x="5" y="513"/>
                  </a:cubicBezTo>
                  <a:cubicBezTo>
                    <a:pt x="9" y="524"/>
                    <a:pt x="20" y="532"/>
                    <a:pt x="30" y="532"/>
                  </a:cubicBezTo>
                  <a:cubicBezTo>
                    <a:pt x="33" y="532"/>
                    <a:pt x="36" y="531"/>
                    <a:pt x="39" y="531"/>
                  </a:cubicBezTo>
                  <a:cubicBezTo>
                    <a:pt x="379" y="423"/>
                    <a:pt x="695" y="261"/>
                    <a:pt x="982" y="47"/>
                  </a:cubicBezTo>
                  <a:cubicBezTo>
                    <a:pt x="992" y="39"/>
                    <a:pt x="995" y="22"/>
                    <a:pt x="987" y="10"/>
                  </a:cubicBezTo>
                  <a:cubicBezTo>
                    <a:pt x="981" y="4"/>
                    <a:pt x="973" y="0"/>
                    <a:pt x="96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4" name="Google Shape;6114;p22"/>
            <p:cNvSpPr/>
            <p:nvPr/>
          </p:nvSpPr>
          <p:spPr>
            <a:xfrm>
              <a:off x="4793050" y="3683000"/>
              <a:ext cx="25225" cy="9225"/>
            </a:xfrm>
            <a:custGeom>
              <a:avLst/>
              <a:gdLst/>
              <a:ahLst/>
              <a:cxnLst/>
              <a:rect l="l" t="t" r="r" b="b"/>
              <a:pathLst>
                <a:path w="1009" h="369" extrusionOk="0">
                  <a:moveTo>
                    <a:pt x="979" y="0"/>
                  </a:moveTo>
                  <a:cubicBezTo>
                    <a:pt x="976" y="0"/>
                    <a:pt x="972" y="1"/>
                    <a:pt x="969" y="2"/>
                  </a:cubicBezTo>
                  <a:cubicBezTo>
                    <a:pt x="662" y="127"/>
                    <a:pt x="345" y="234"/>
                    <a:pt x="23" y="317"/>
                  </a:cubicBezTo>
                  <a:cubicBezTo>
                    <a:pt x="9" y="321"/>
                    <a:pt x="1" y="336"/>
                    <a:pt x="5" y="349"/>
                  </a:cubicBezTo>
                  <a:cubicBezTo>
                    <a:pt x="7" y="361"/>
                    <a:pt x="18" y="368"/>
                    <a:pt x="29" y="368"/>
                  </a:cubicBezTo>
                  <a:lnTo>
                    <a:pt x="36" y="368"/>
                  </a:lnTo>
                  <a:cubicBezTo>
                    <a:pt x="360" y="283"/>
                    <a:pt x="680" y="177"/>
                    <a:pt x="988" y="49"/>
                  </a:cubicBezTo>
                  <a:cubicBezTo>
                    <a:pt x="1001" y="44"/>
                    <a:pt x="1008" y="29"/>
                    <a:pt x="1003" y="16"/>
                  </a:cubicBezTo>
                  <a:cubicBezTo>
                    <a:pt x="999" y="6"/>
                    <a:pt x="989" y="0"/>
                    <a:pt x="97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5" name="Google Shape;6115;p22"/>
            <p:cNvSpPr/>
            <p:nvPr/>
          </p:nvSpPr>
          <p:spPr>
            <a:xfrm>
              <a:off x="4820775" y="3679175"/>
              <a:ext cx="7050" cy="3700"/>
            </a:xfrm>
            <a:custGeom>
              <a:avLst/>
              <a:gdLst/>
              <a:ahLst/>
              <a:cxnLst/>
              <a:rect l="l" t="t" r="r" b="b"/>
              <a:pathLst>
                <a:path w="282" h="148" extrusionOk="0">
                  <a:moveTo>
                    <a:pt x="251" y="0"/>
                  </a:moveTo>
                  <a:cubicBezTo>
                    <a:pt x="247" y="0"/>
                    <a:pt x="244" y="1"/>
                    <a:pt x="241" y="2"/>
                  </a:cubicBezTo>
                  <a:lnTo>
                    <a:pt x="19" y="97"/>
                  </a:lnTo>
                  <a:cubicBezTo>
                    <a:pt x="7" y="103"/>
                    <a:pt x="0" y="119"/>
                    <a:pt x="6" y="131"/>
                  </a:cubicBezTo>
                  <a:cubicBezTo>
                    <a:pt x="11" y="142"/>
                    <a:pt x="19" y="147"/>
                    <a:pt x="30" y="147"/>
                  </a:cubicBezTo>
                  <a:cubicBezTo>
                    <a:pt x="34" y="147"/>
                    <a:pt x="36" y="146"/>
                    <a:pt x="40" y="145"/>
                  </a:cubicBezTo>
                  <a:lnTo>
                    <a:pt x="261" y="50"/>
                  </a:lnTo>
                  <a:cubicBezTo>
                    <a:pt x="275" y="45"/>
                    <a:pt x="281" y="29"/>
                    <a:pt x="276" y="15"/>
                  </a:cubicBezTo>
                  <a:cubicBezTo>
                    <a:pt x="271" y="6"/>
                    <a:pt x="261" y="0"/>
                    <a:pt x="25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6" name="Google Shape;6116;p22"/>
            <p:cNvSpPr/>
            <p:nvPr/>
          </p:nvSpPr>
          <p:spPr>
            <a:xfrm>
              <a:off x="4820000" y="3692075"/>
              <a:ext cx="20675" cy="6325"/>
            </a:xfrm>
            <a:custGeom>
              <a:avLst/>
              <a:gdLst/>
              <a:ahLst/>
              <a:cxnLst/>
              <a:rect l="l" t="t" r="r" b="b"/>
              <a:pathLst>
                <a:path w="827" h="253" extrusionOk="0">
                  <a:moveTo>
                    <a:pt x="796" y="1"/>
                  </a:moveTo>
                  <a:cubicBezTo>
                    <a:pt x="795" y="1"/>
                    <a:pt x="793" y="1"/>
                    <a:pt x="791" y="1"/>
                  </a:cubicBezTo>
                  <a:lnTo>
                    <a:pt x="22" y="203"/>
                  </a:lnTo>
                  <a:cubicBezTo>
                    <a:pt x="8" y="206"/>
                    <a:pt x="0" y="220"/>
                    <a:pt x="4" y="234"/>
                  </a:cubicBezTo>
                  <a:cubicBezTo>
                    <a:pt x="7" y="246"/>
                    <a:pt x="16" y="253"/>
                    <a:pt x="28" y="253"/>
                  </a:cubicBezTo>
                  <a:lnTo>
                    <a:pt x="35" y="253"/>
                  </a:lnTo>
                  <a:lnTo>
                    <a:pt x="803" y="51"/>
                  </a:lnTo>
                  <a:cubicBezTo>
                    <a:pt x="818" y="48"/>
                    <a:pt x="826" y="33"/>
                    <a:pt x="822" y="20"/>
                  </a:cubicBezTo>
                  <a:cubicBezTo>
                    <a:pt x="819" y="8"/>
                    <a:pt x="808" y="1"/>
                    <a:pt x="79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7" name="Google Shape;6117;p22"/>
            <p:cNvSpPr/>
            <p:nvPr/>
          </p:nvSpPr>
          <p:spPr>
            <a:xfrm>
              <a:off x="4843200" y="3690275"/>
              <a:ext cx="5325" cy="2300"/>
            </a:xfrm>
            <a:custGeom>
              <a:avLst/>
              <a:gdLst/>
              <a:ahLst/>
              <a:cxnLst/>
              <a:rect l="l" t="t" r="r" b="b"/>
              <a:pathLst>
                <a:path w="213" h="92" extrusionOk="0">
                  <a:moveTo>
                    <a:pt x="186" y="0"/>
                  </a:moveTo>
                  <a:cubicBezTo>
                    <a:pt x="184" y="0"/>
                    <a:pt x="181" y="1"/>
                    <a:pt x="178" y="2"/>
                  </a:cubicBezTo>
                  <a:lnTo>
                    <a:pt x="22" y="41"/>
                  </a:lnTo>
                  <a:cubicBezTo>
                    <a:pt x="9" y="44"/>
                    <a:pt x="0" y="58"/>
                    <a:pt x="3" y="72"/>
                  </a:cubicBezTo>
                  <a:cubicBezTo>
                    <a:pt x="6" y="84"/>
                    <a:pt x="17" y="92"/>
                    <a:pt x="29" y="92"/>
                  </a:cubicBezTo>
                  <a:cubicBezTo>
                    <a:pt x="30" y="92"/>
                    <a:pt x="33" y="92"/>
                    <a:pt x="35" y="91"/>
                  </a:cubicBezTo>
                  <a:lnTo>
                    <a:pt x="190" y="52"/>
                  </a:lnTo>
                  <a:cubicBezTo>
                    <a:pt x="205" y="48"/>
                    <a:pt x="213" y="34"/>
                    <a:pt x="209" y="21"/>
                  </a:cubicBezTo>
                  <a:cubicBezTo>
                    <a:pt x="207" y="9"/>
                    <a:pt x="198" y="0"/>
                    <a:pt x="18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8" name="Google Shape;6118;p22"/>
            <p:cNvSpPr/>
            <p:nvPr/>
          </p:nvSpPr>
          <p:spPr>
            <a:xfrm>
              <a:off x="4846150" y="3692625"/>
              <a:ext cx="12000" cy="5075"/>
            </a:xfrm>
            <a:custGeom>
              <a:avLst/>
              <a:gdLst/>
              <a:ahLst/>
              <a:cxnLst/>
              <a:rect l="l" t="t" r="r" b="b"/>
              <a:pathLst>
                <a:path w="480" h="203" extrusionOk="0">
                  <a:moveTo>
                    <a:pt x="452" y="0"/>
                  </a:moveTo>
                  <a:cubicBezTo>
                    <a:pt x="448" y="0"/>
                    <a:pt x="445" y="1"/>
                    <a:pt x="442" y="2"/>
                  </a:cubicBezTo>
                  <a:lnTo>
                    <a:pt x="22" y="151"/>
                  </a:lnTo>
                  <a:cubicBezTo>
                    <a:pt x="9" y="157"/>
                    <a:pt x="1" y="172"/>
                    <a:pt x="6" y="185"/>
                  </a:cubicBezTo>
                  <a:cubicBezTo>
                    <a:pt x="10" y="196"/>
                    <a:pt x="20" y="202"/>
                    <a:pt x="30" y="202"/>
                  </a:cubicBezTo>
                  <a:cubicBezTo>
                    <a:pt x="33" y="202"/>
                    <a:pt x="36" y="201"/>
                    <a:pt x="40" y="201"/>
                  </a:cubicBezTo>
                  <a:lnTo>
                    <a:pt x="460" y="50"/>
                  </a:lnTo>
                  <a:cubicBezTo>
                    <a:pt x="473" y="46"/>
                    <a:pt x="480" y="30"/>
                    <a:pt x="476" y="17"/>
                  </a:cubicBezTo>
                  <a:cubicBezTo>
                    <a:pt x="472" y="7"/>
                    <a:pt x="462" y="0"/>
                    <a:pt x="45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9" name="Google Shape;6119;p22"/>
            <p:cNvSpPr/>
            <p:nvPr/>
          </p:nvSpPr>
          <p:spPr>
            <a:xfrm>
              <a:off x="4861025" y="3688775"/>
              <a:ext cx="8600" cy="3775"/>
            </a:xfrm>
            <a:custGeom>
              <a:avLst/>
              <a:gdLst/>
              <a:ahLst/>
              <a:cxnLst/>
              <a:rect l="l" t="t" r="r" b="b"/>
              <a:pathLst>
                <a:path w="344" h="151" extrusionOk="0">
                  <a:moveTo>
                    <a:pt x="315" y="0"/>
                  </a:moveTo>
                  <a:cubicBezTo>
                    <a:pt x="312" y="0"/>
                    <a:pt x="309" y="0"/>
                    <a:pt x="306" y="1"/>
                  </a:cubicBezTo>
                  <a:lnTo>
                    <a:pt x="22" y="100"/>
                  </a:lnTo>
                  <a:cubicBezTo>
                    <a:pt x="9" y="105"/>
                    <a:pt x="0" y="120"/>
                    <a:pt x="6" y="133"/>
                  </a:cubicBezTo>
                  <a:cubicBezTo>
                    <a:pt x="10" y="144"/>
                    <a:pt x="19" y="151"/>
                    <a:pt x="30" y="151"/>
                  </a:cubicBezTo>
                  <a:cubicBezTo>
                    <a:pt x="33" y="151"/>
                    <a:pt x="35" y="149"/>
                    <a:pt x="38" y="149"/>
                  </a:cubicBezTo>
                  <a:lnTo>
                    <a:pt x="322" y="50"/>
                  </a:lnTo>
                  <a:cubicBezTo>
                    <a:pt x="337" y="46"/>
                    <a:pt x="344" y="31"/>
                    <a:pt x="338" y="17"/>
                  </a:cubicBezTo>
                  <a:cubicBezTo>
                    <a:pt x="335" y="6"/>
                    <a:pt x="325" y="0"/>
                    <a:pt x="31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0" name="Google Shape;6120;p22"/>
            <p:cNvSpPr/>
            <p:nvPr/>
          </p:nvSpPr>
          <p:spPr>
            <a:xfrm>
              <a:off x="4717350" y="3721575"/>
              <a:ext cx="34125" cy="17975"/>
            </a:xfrm>
            <a:custGeom>
              <a:avLst/>
              <a:gdLst/>
              <a:ahLst/>
              <a:cxnLst/>
              <a:rect l="l" t="t" r="r" b="b"/>
              <a:pathLst>
                <a:path w="1365" h="719" extrusionOk="0">
                  <a:moveTo>
                    <a:pt x="31" y="1"/>
                  </a:moveTo>
                  <a:cubicBezTo>
                    <a:pt x="21" y="1"/>
                    <a:pt x="11" y="7"/>
                    <a:pt x="6" y="17"/>
                  </a:cubicBezTo>
                  <a:cubicBezTo>
                    <a:pt x="0" y="29"/>
                    <a:pt x="7" y="45"/>
                    <a:pt x="19" y="51"/>
                  </a:cubicBezTo>
                  <a:cubicBezTo>
                    <a:pt x="467" y="242"/>
                    <a:pt x="904" y="465"/>
                    <a:pt x="1323" y="715"/>
                  </a:cubicBezTo>
                  <a:cubicBezTo>
                    <a:pt x="1327" y="717"/>
                    <a:pt x="1331" y="718"/>
                    <a:pt x="1335" y="718"/>
                  </a:cubicBezTo>
                  <a:cubicBezTo>
                    <a:pt x="1344" y="718"/>
                    <a:pt x="1352" y="714"/>
                    <a:pt x="1358" y="706"/>
                  </a:cubicBezTo>
                  <a:cubicBezTo>
                    <a:pt x="1364" y="694"/>
                    <a:pt x="1360" y="678"/>
                    <a:pt x="1348" y="670"/>
                  </a:cubicBezTo>
                  <a:cubicBezTo>
                    <a:pt x="930" y="419"/>
                    <a:pt x="489" y="195"/>
                    <a:pt x="41" y="2"/>
                  </a:cubicBezTo>
                  <a:cubicBezTo>
                    <a:pt x="37" y="1"/>
                    <a:pt x="34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1" name="Google Shape;6121;p22"/>
            <p:cNvSpPr/>
            <p:nvPr/>
          </p:nvSpPr>
          <p:spPr>
            <a:xfrm>
              <a:off x="4756200" y="3742575"/>
              <a:ext cx="7250" cy="5075"/>
            </a:xfrm>
            <a:custGeom>
              <a:avLst/>
              <a:gdLst/>
              <a:ahLst/>
              <a:cxnLst/>
              <a:rect l="l" t="t" r="r" b="b"/>
              <a:pathLst>
                <a:path w="290" h="203" extrusionOk="0">
                  <a:moveTo>
                    <a:pt x="31" y="1"/>
                  </a:moveTo>
                  <a:cubicBezTo>
                    <a:pt x="22" y="1"/>
                    <a:pt x="13" y="5"/>
                    <a:pt x="8" y="13"/>
                  </a:cubicBezTo>
                  <a:cubicBezTo>
                    <a:pt x="0" y="25"/>
                    <a:pt x="4" y="41"/>
                    <a:pt x="16" y="49"/>
                  </a:cubicBezTo>
                  <a:lnTo>
                    <a:pt x="246" y="198"/>
                  </a:lnTo>
                  <a:cubicBezTo>
                    <a:pt x="250" y="201"/>
                    <a:pt x="256" y="202"/>
                    <a:pt x="260" y="202"/>
                  </a:cubicBezTo>
                  <a:cubicBezTo>
                    <a:pt x="269" y="202"/>
                    <a:pt x="277" y="198"/>
                    <a:pt x="281" y="190"/>
                  </a:cubicBezTo>
                  <a:cubicBezTo>
                    <a:pt x="289" y="178"/>
                    <a:pt x="287" y="162"/>
                    <a:pt x="275" y="154"/>
                  </a:cubicBezTo>
                  <a:lnTo>
                    <a:pt x="45" y="5"/>
                  </a:lnTo>
                  <a:cubicBezTo>
                    <a:pt x="40" y="2"/>
                    <a:pt x="35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2" name="Google Shape;6122;p22"/>
            <p:cNvSpPr/>
            <p:nvPr/>
          </p:nvSpPr>
          <p:spPr>
            <a:xfrm>
              <a:off x="4710125" y="3726100"/>
              <a:ext cx="38275" cy="20500"/>
            </a:xfrm>
            <a:custGeom>
              <a:avLst/>
              <a:gdLst/>
              <a:ahLst/>
              <a:cxnLst/>
              <a:rect l="l" t="t" r="r" b="b"/>
              <a:pathLst>
                <a:path w="1531" h="820" extrusionOk="0">
                  <a:moveTo>
                    <a:pt x="30" y="1"/>
                  </a:moveTo>
                  <a:cubicBezTo>
                    <a:pt x="19" y="1"/>
                    <a:pt x="9" y="6"/>
                    <a:pt x="5" y="16"/>
                  </a:cubicBezTo>
                  <a:cubicBezTo>
                    <a:pt x="0" y="30"/>
                    <a:pt x="5" y="45"/>
                    <a:pt x="19" y="50"/>
                  </a:cubicBezTo>
                  <a:cubicBezTo>
                    <a:pt x="525" y="271"/>
                    <a:pt x="1018" y="528"/>
                    <a:pt x="1487" y="817"/>
                  </a:cubicBezTo>
                  <a:cubicBezTo>
                    <a:pt x="1492" y="820"/>
                    <a:pt x="1496" y="820"/>
                    <a:pt x="1501" y="820"/>
                  </a:cubicBezTo>
                  <a:cubicBezTo>
                    <a:pt x="1509" y="820"/>
                    <a:pt x="1518" y="816"/>
                    <a:pt x="1523" y="807"/>
                  </a:cubicBezTo>
                  <a:cubicBezTo>
                    <a:pt x="1531" y="795"/>
                    <a:pt x="1527" y="779"/>
                    <a:pt x="1515" y="773"/>
                  </a:cubicBezTo>
                  <a:cubicBezTo>
                    <a:pt x="1044" y="483"/>
                    <a:pt x="548" y="224"/>
                    <a:pt x="40" y="3"/>
                  </a:cubicBezTo>
                  <a:cubicBezTo>
                    <a:pt x="37" y="2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3" name="Google Shape;6123;p22"/>
            <p:cNvSpPr/>
            <p:nvPr/>
          </p:nvSpPr>
          <p:spPr>
            <a:xfrm>
              <a:off x="4755650" y="3751450"/>
              <a:ext cx="8225" cy="5500"/>
            </a:xfrm>
            <a:custGeom>
              <a:avLst/>
              <a:gdLst/>
              <a:ahLst/>
              <a:cxnLst/>
              <a:rect l="l" t="t" r="r" b="b"/>
              <a:pathLst>
                <a:path w="329" h="220" extrusionOk="0">
                  <a:moveTo>
                    <a:pt x="31" y="0"/>
                  </a:moveTo>
                  <a:cubicBezTo>
                    <a:pt x="23" y="0"/>
                    <a:pt x="14" y="5"/>
                    <a:pt x="9" y="13"/>
                  </a:cubicBezTo>
                  <a:cubicBezTo>
                    <a:pt x="1" y="25"/>
                    <a:pt x="5" y="40"/>
                    <a:pt x="17" y="48"/>
                  </a:cubicBezTo>
                  <a:lnTo>
                    <a:pt x="286" y="216"/>
                  </a:lnTo>
                  <a:cubicBezTo>
                    <a:pt x="290" y="219"/>
                    <a:pt x="295" y="220"/>
                    <a:pt x="299" y="220"/>
                  </a:cubicBezTo>
                  <a:cubicBezTo>
                    <a:pt x="307" y="220"/>
                    <a:pt x="317" y="216"/>
                    <a:pt x="321" y="208"/>
                  </a:cubicBezTo>
                  <a:cubicBezTo>
                    <a:pt x="329" y="196"/>
                    <a:pt x="325" y="180"/>
                    <a:pt x="313" y="173"/>
                  </a:cubicBezTo>
                  <a:lnTo>
                    <a:pt x="44" y="3"/>
                  </a:lnTo>
                  <a:cubicBezTo>
                    <a:pt x="40" y="1"/>
                    <a:pt x="35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4" name="Google Shape;6124;p22"/>
            <p:cNvSpPr/>
            <p:nvPr/>
          </p:nvSpPr>
          <p:spPr>
            <a:xfrm>
              <a:off x="4719700" y="3745250"/>
              <a:ext cx="42875" cy="22950"/>
            </a:xfrm>
            <a:custGeom>
              <a:avLst/>
              <a:gdLst/>
              <a:ahLst/>
              <a:cxnLst/>
              <a:rect l="l" t="t" r="r" b="b"/>
              <a:pathLst>
                <a:path w="1715" h="918" extrusionOk="0">
                  <a:moveTo>
                    <a:pt x="30" y="1"/>
                  </a:moveTo>
                  <a:cubicBezTo>
                    <a:pt x="19" y="1"/>
                    <a:pt x="10" y="7"/>
                    <a:pt x="6" y="16"/>
                  </a:cubicBezTo>
                  <a:cubicBezTo>
                    <a:pt x="0" y="29"/>
                    <a:pt x="6" y="46"/>
                    <a:pt x="19" y="51"/>
                  </a:cubicBezTo>
                  <a:cubicBezTo>
                    <a:pt x="594" y="285"/>
                    <a:pt x="1151" y="576"/>
                    <a:pt x="1671" y="913"/>
                  </a:cubicBezTo>
                  <a:cubicBezTo>
                    <a:pt x="1675" y="916"/>
                    <a:pt x="1681" y="917"/>
                    <a:pt x="1685" y="917"/>
                  </a:cubicBezTo>
                  <a:cubicBezTo>
                    <a:pt x="1694" y="917"/>
                    <a:pt x="1702" y="913"/>
                    <a:pt x="1706" y="907"/>
                  </a:cubicBezTo>
                  <a:cubicBezTo>
                    <a:pt x="1714" y="894"/>
                    <a:pt x="1712" y="878"/>
                    <a:pt x="1700" y="870"/>
                  </a:cubicBezTo>
                  <a:cubicBezTo>
                    <a:pt x="1176" y="530"/>
                    <a:pt x="617" y="238"/>
                    <a:pt x="39" y="2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5" name="Google Shape;6125;p22"/>
            <p:cNvSpPr/>
            <p:nvPr/>
          </p:nvSpPr>
          <p:spPr>
            <a:xfrm>
              <a:off x="4690200" y="3742150"/>
              <a:ext cx="25600" cy="14150"/>
            </a:xfrm>
            <a:custGeom>
              <a:avLst/>
              <a:gdLst/>
              <a:ahLst/>
              <a:cxnLst/>
              <a:rect l="l" t="t" r="r" b="b"/>
              <a:pathLst>
                <a:path w="1024" h="566" extrusionOk="0">
                  <a:moveTo>
                    <a:pt x="32" y="1"/>
                  </a:moveTo>
                  <a:cubicBezTo>
                    <a:pt x="22" y="1"/>
                    <a:pt x="12" y="6"/>
                    <a:pt x="7" y="15"/>
                  </a:cubicBezTo>
                  <a:cubicBezTo>
                    <a:pt x="1" y="28"/>
                    <a:pt x="6" y="43"/>
                    <a:pt x="19" y="50"/>
                  </a:cubicBezTo>
                  <a:cubicBezTo>
                    <a:pt x="346" y="206"/>
                    <a:pt x="669" y="377"/>
                    <a:pt x="981" y="561"/>
                  </a:cubicBezTo>
                  <a:cubicBezTo>
                    <a:pt x="985" y="564"/>
                    <a:pt x="989" y="565"/>
                    <a:pt x="995" y="565"/>
                  </a:cubicBezTo>
                  <a:cubicBezTo>
                    <a:pt x="1003" y="565"/>
                    <a:pt x="1012" y="561"/>
                    <a:pt x="1016" y="553"/>
                  </a:cubicBezTo>
                  <a:cubicBezTo>
                    <a:pt x="1023" y="539"/>
                    <a:pt x="1019" y="525"/>
                    <a:pt x="1007" y="517"/>
                  </a:cubicBezTo>
                  <a:cubicBezTo>
                    <a:pt x="695" y="332"/>
                    <a:pt x="369" y="159"/>
                    <a:pt x="42" y="3"/>
                  </a:cubicBezTo>
                  <a:cubicBezTo>
                    <a:pt x="39" y="1"/>
                    <a:pt x="35" y="1"/>
                    <a:pt x="3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22"/>
            <p:cNvSpPr/>
            <p:nvPr/>
          </p:nvSpPr>
          <p:spPr>
            <a:xfrm>
              <a:off x="4718750" y="3758500"/>
              <a:ext cx="5275" cy="3575"/>
            </a:xfrm>
            <a:custGeom>
              <a:avLst/>
              <a:gdLst/>
              <a:ahLst/>
              <a:cxnLst/>
              <a:rect l="l" t="t" r="r" b="b"/>
              <a:pathLst>
                <a:path w="211" h="143" extrusionOk="0">
                  <a:moveTo>
                    <a:pt x="30" y="0"/>
                  </a:moveTo>
                  <a:cubicBezTo>
                    <a:pt x="21" y="0"/>
                    <a:pt x="13" y="4"/>
                    <a:pt x="9" y="12"/>
                  </a:cubicBezTo>
                  <a:cubicBezTo>
                    <a:pt x="1" y="25"/>
                    <a:pt x="5" y="40"/>
                    <a:pt x="17" y="48"/>
                  </a:cubicBezTo>
                  <a:lnTo>
                    <a:pt x="168" y="138"/>
                  </a:lnTo>
                  <a:cubicBezTo>
                    <a:pt x="173" y="141"/>
                    <a:pt x="177" y="142"/>
                    <a:pt x="181" y="142"/>
                  </a:cubicBezTo>
                  <a:lnTo>
                    <a:pt x="182" y="142"/>
                  </a:lnTo>
                  <a:cubicBezTo>
                    <a:pt x="190" y="142"/>
                    <a:pt x="199" y="137"/>
                    <a:pt x="204" y="130"/>
                  </a:cubicBezTo>
                  <a:cubicBezTo>
                    <a:pt x="211" y="117"/>
                    <a:pt x="207" y="102"/>
                    <a:pt x="194" y="94"/>
                  </a:cubicBezTo>
                  <a:lnTo>
                    <a:pt x="44" y="4"/>
                  </a:lnTo>
                  <a:cubicBezTo>
                    <a:pt x="39" y="1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22"/>
            <p:cNvSpPr/>
            <p:nvPr/>
          </p:nvSpPr>
          <p:spPr>
            <a:xfrm>
              <a:off x="4702050" y="3756925"/>
              <a:ext cx="27125" cy="15000"/>
            </a:xfrm>
            <a:custGeom>
              <a:avLst/>
              <a:gdLst/>
              <a:ahLst/>
              <a:cxnLst/>
              <a:rect l="l" t="t" r="r" b="b"/>
              <a:pathLst>
                <a:path w="1085" h="600" extrusionOk="0">
                  <a:moveTo>
                    <a:pt x="30" y="0"/>
                  </a:moveTo>
                  <a:cubicBezTo>
                    <a:pt x="20" y="0"/>
                    <a:pt x="11" y="6"/>
                    <a:pt x="6" y="16"/>
                  </a:cubicBezTo>
                  <a:cubicBezTo>
                    <a:pt x="0" y="28"/>
                    <a:pt x="6" y="44"/>
                    <a:pt x="19" y="49"/>
                  </a:cubicBezTo>
                  <a:cubicBezTo>
                    <a:pt x="367" y="212"/>
                    <a:pt x="712" y="396"/>
                    <a:pt x="1041" y="597"/>
                  </a:cubicBezTo>
                  <a:cubicBezTo>
                    <a:pt x="1045" y="598"/>
                    <a:pt x="1049" y="600"/>
                    <a:pt x="1055" y="600"/>
                  </a:cubicBezTo>
                  <a:cubicBezTo>
                    <a:pt x="1063" y="600"/>
                    <a:pt x="1072" y="596"/>
                    <a:pt x="1076" y="588"/>
                  </a:cubicBezTo>
                  <a:cubicBezTo>
                    <a:pt x="1084" y="575"/>
                    <a:pt x="1080" y="559"/>
                    <a:pt x="1068" y="551"/>
                  </a:cubicBezTo>
                  <a:cubicBezTo>
                    <a:pt x="737" y="351"/>
                    <a:pt x="392" y="165"/>
                    <a:pt x="40" y="2"/>
                  </a:cubicBezTo>
                  <a:cubicBezTo>
                    <a:pt x="37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22"/>
            <p:cNvSpPr/>
            <p:nvPr/>
          </p:nvSpPr>
          <p:spPr>
            <a:xfrm>
              <a:off x="4755825" y="3708900"/>
              <a:ext cx="37250" cy="21700"/>
            </a:xfrm>
            <a:custGeom>
              <a:avLst/>
              <a:gdLst/>
              <a:ahLst/>
              <a:cxnLst/>
              <a:rect l="l" t="t" r="r" b="b"/>
              <a:pathLst>
                <a:path w="1490" h="868" extrusionOk="0">
                  <a:moveTo>
                    <a:pt x="30" y="0"/>
                  </a:moveTo>
                  <a:cubicBezTo>
                    <a:pt x="20" y="0"/>
                    <a:pt x="11" y="6"/>
                    <a:pt x="7" y="16"/>
                  </a:cubicBezTo>
                  <a:cubicBezTo>
                    <a:pt x="0" y="29"/>
                    <a:pt x="7" y="44"/>
                    <a:pt x="20" y="49"/>
                  </a:cubicBezTo>
                  <a:cubicBezTo>
                    <a:pt x="526" y="260"/>
                    <a:pt x="1007" y="534"/>
                    <a:pt x="1445" y="862"/>
                  </a:cubicBezTo>
                  <a:cubicBezTo>
                    <a:pt x="1449" y="866"/>
                    <a:pt x="1455" y="867"/>
                    <a:pt x="1460" y="867"/>
                  </a:cubicBezTo>
                  <a:cubicBezTo>
                    <a:pt x="1468" y="867"/>
                    <a:pt x="1476" y="865"/>
                    <a:pt x="1482" y="858"/>
                  </a:cubicBezTo>
                  <a:cubicBezTo>
                    <a:pt x="1490" y="846"/>
                    <a:pt x="1487" y="830"/>
                    <a:pt x="1476" y="821"/>
                  </a:cubicBezTo>
                  <a:cubicBezTo>
                    <a:pt x="1034" y="489"/>
                    <a:pt x="551" y="213"/>
                    <a:pt x="41" y="2"/>
                  </a:cubicBezTo>
                  <a:cubicBezTo>
                    <a:pt x="37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22"/>
            <p:cNvSpPr/>
            <p:nvPr/>
          </p:nvSpPr>
          <p:spPr>
            <a:xfrm>
              <a:off x="4797025" y="3733375"/>
              <a:ext cx="11225" cy="7375"/>
            </a:xfrm>
            <a:custGeom>
              <a:avLst/>
              <a:gdLst/>
              <a:ahLst/>
              <a:cxnLst/>
              <a:rect l="l" t="t" r="r" b="b"/>
              <a:pathLst>
                <a:path w="449" h="295" extrusionOk="0">
                  <a:moveTo>
                    <a:pt x="29" y="0"/>
                  </a:moveTo>
                  <a:cubicBezTo>
                    <a:pt x="21" y="0"/>
                    <a:pt x="13" y="4"/>
                    <a:pt x="8" y="12"/>
                  </a:cubicBezTo>
                  <a:cubicBezTo>
                    <a:pt x="0" y="24"/>
                    <a:pt x="4" y="40"/>
                    <a:pt x="16" y="48"/>
                  </a:cubicBezTo>
                  <a:lnTo>
                    <a:pt x="405" y="290"/>
                  </a:lnTo>
                  <a:cubicBezTo>
                    <a:pt x="409" y="293"/>
                    <a:pt x="415" y="295"/>
                    <a:pt x="419" y="295"/>
                  </a:cubicBezTo>
                  <a:cubicBezTo>
                    <a:pt x="428" y="295"/>
                    <a:pt x="436" y="290"/>
                    <a:pt x="440" y="282"/>
                  </a:cubicBezTo>
                  <a:cubicBezTo>
                    <a:pt x="448" y="270"/>
                    <a:pt x="444" y="254"/>
                    <a:pt x="432" y="247"/>
                  </a:cubicBezTo>
                  <a:lnTo>
                    <a:pt x="43" y="4"/>
                  </a:lnTo>
                  <a:cubicBezTo>
                    <a:pt x="39" y="2"/>
                    <a:pt x="34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22"/>
            <p:cNvSpPr/>
            <p:nvPr/>
          </p:nvSpPr>
          <p:spPr>
            <a:xfrm>
              <a:off x="4802500" y="3724600"/>
              <a:ext cx="39850" cy="25325"/>
            </a:xfrm>
            <a:custGeom>
              <a:avLst/>
              <a:gdLst/>
              <a:ahLst/>
              <a:cxnLst/>
              <a:rect l="l" t="t" r="r" b="b"/>
              <a:pathLst>
                <a:path w="1594" h="1013" extrusionOk="0">
                  <a:moveTo>
                    <a:pt x="30" y="1"/>
                  </a:moveTo>
                  <a:cubicBezTo>
                    <a:pt x="21" y="1"/>
                    <a:pt x="13" y="5"/>
                    <a:pt x="7" y="13"/>
                  </a:cubicBezTo>
                  <a:cubicBezTo>
                    <a:pt x="1" y="25"/>
                    <a:pt x="3" y="41"/>
                    <a:pt x="15" y="48"/>
                  </a:cubicBezTo>
                  <a:lnTo>
                    <a:pt x="1549" y="1009"/>
                  </a:lnTo>
                  <a:cubicBezTo>
                    <a:pt x="1554" y="1011"/>
                    <a:pt x="1558" y="1013"/>
                    <a:pt x="1564" y="1013"/>
                  </a:cubicBezTo>
                  <a:cubicBezTo>
                    <a:pt x="1572" y="1013"/>
                    <a:pt x="1580" y="1007"/>
                    <a:pt x="1585" y="1001"/>
                  </a:cubicBezTo>
                  <a:cubicBezTo>
                    <a:pt x="1593" y="987"/>
                    <a:pt x="1589" y="972"/>
                    <a:pt x="1577" y="964"/>
                  </a:cubicBezTo>
                  <a:lnTo>
                    <a:pt x="44" y="5"/>
                  </a:lnTo>
                  <a:cubicBezTo>
                    <a:pt x="39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22"/>
            <p:cNvSpPr/>
            <p:nvPr/>
          </p:nvSpPr>
          <p:spPr>
            <a:xfrm>
              <a:off x="4790000" y="3717150"/>
              <a:ext cx="6550" cy="4575"/>
            </a:xfrm>
            <a:custGeom>
              <a:avLst/>
              <a:gdLst/>
              <a:ahLst/>
              <a:cxnLst/>
              <a:rect l="l" t="t" r="r" b="b"/>
              <a:pathLst>
                <a:path w="262" h="183" extrusionOk="0">
                  <a:moveTo>
                    <a:pt x="30" y="1"/>
                  </a:moveTo>
                  <a:cubicBezTo>
                    <a:pt x="22" y="1"/>
                    <a:pt x="13" y="5"/>
                    <a:pt x="8" y="13"/>
                  </a:cubicBezTo>
                  <a:cubicBezTo>
                    <a:pt x="0" y="25"/>
                    <a:pt x="4" y="41"/>
                    <a:pt x="16" y="49"/>
                  </a:cubicBezTo>
                  <a:lnTo>
                    <a:pt x="217" y="178"/>
                  </a:lnTo>
                  <a:cubicBezTo>
                    <a:pt x="221" y="181"/>
                    <a:pt x="226" y="182"/>
                    <a:pt x="232" y="182"/>
                  </a:cubicBezTo>
                  <a:cubicBezTo>
                    <a:pt x="240" y="182"/>
                    <a:pt x="248" y="177"/>
                    <a:pt x="253" y="170"/>
                  </a:cubicBezTo>
                  <a:cubicBezTo>
                    <a:pt x="261" y="158"/>
                    <a:pt x="257" y="142"/>
                    <a:pt x="245" y="134"/>
                  </a:cubicBezTo>
                  <a:lnTo>
                    <a:pt x="43" y="4"/>
                  </a:lnTo>
                  <a:cubicBezTo>
                    <a:pt x="39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22"/>
            <p:cNvSpPr/>
            <p:nvPr/>
          </p:nvSpPr>
          <p:spPr>
            <a:xfrm>
              <a:off x="4790250" y="3707875"/>
              <a:ext cx="30900" cy="19625"/>
            </a:xfrm>
            <a:custGeom>
              <a:avLst/>
              <a:gdLst/>
              <a:ahLst/>
              <a:cxnLst/>
              <a:rect l="l" t="t" r="r" b="b"/>
              <a:pathLst>
                <a:path w="1236" h="785" extrusionOk="0">
                  <a:moveTo>
                    <a:pt x="30" y="1"/>
                  </a:moveTo>
                  <a:cubicBezTo>
                    <a:pt x="21" y="1"/>
                    <a:pt x="12" y="6"/>
                    <a:pt x="8" y="15"/>
                  </a:cubicBezTo>
                  <a:cubicBezTo>
                    <a:pt x="1" y="27"/>
                    <a:pt x="5" y="43"/>
                    <a:pt x="18" y="50"/>
                  </a:cubicBezTo>
                  <a:cubicBezTo>
                    <a:pt x="422" y="266"/>
                    <a:pt x="818" y="513"/>
                    <a:pt x="1192" y="779"/>
                  </a:cubicBezTo>
                  <a:cubicBezTo>
                    <a:pt x="1196" y="782"/>
                    <a:pt x="1201" y="784"/>
                    <a:pt x="1206" y="784"/>
                  </a:cubicBezTo>
                  <a:lnTo>
                    <a:pt x="1206" y="783"/>
                  </a:lnTo>
                  <a:cubicBezTo>
                    <a:pt x="1214" y="783"/>
                    <a:pt x="1222" y="780"/>
                    <a:pt x="1227" y="772"/>
                  </a:cubicBezTo>
                  <a:cubicBezTo>
                    <a:pt x="1236" y="762"/>
                    <a:pt x="1233" y="745"/>
                    <a:pt x="1221" y="737"/>
                  </a:cubicBezTo>
                  <a:cubicBezTo>
                    <a:pt x="846" y="468"/>
                    <a:pt x="449" y="222"/>
                    <a:pt x="43" y="4"/>
                  </a:cubicBezTo>
                  <a:cubicBezTo>
                    <a:pt x="39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22"/>
            <p:cNvSpPr/>
            <p:nvPr/>
          </p:nvSpPr>
          <p:spPr>
            <a:xfrm>
              <a:off x="4823925" y="3729525"/>
              <a:ext cx="5200" cy="3750"/>
            </a:xfrm>
            <a:custGeom>
              <a:avLst/>
              <a:gdLst/>
              <a:ahLst/>
              <a:cxnLst/>
              <a:rect l="l" t="t" r="r" b="b"/>
              <a:pathLst>
                <a:path w="208" h="150" extrusionOk="0">
                  <a:moveTo>
                    <a:pt x="30" y="1"/>
                  </a:moveTo>
                  <a:cubicBezTo>
                    <a:pt x="21" y="1"/>
                    <a:pt x="12" y="5"/>
                    <a:pt x="7" y="13"/>
                  </a:cubicBezTo>
                  <a:cubicBezTo>
                    <a:pt x="1" y="25"/>
                    <a:pt x="3" y="41"/>
                    <a:pt x="15" y="49"/>
                  </a:cubicBezTo>
                  <a:lnTo>
                    <a:pt x="163" y="146"/>
                  </a:lnTo>
                  <a:cubicBezTo>
                    <a:pt x="169" y="148"/>
                    <a:pt x="173" y="150"/>
                    <a:pt x="178" y="150"/>
                  </a:cubicBezTo>
                  <a:cubicBezTo>
                    <a:pt x="186" y="150"/>
                    <a:pt x="194" y="146"/>
                    <a:pt x="200" y="138"/>
                  </a:cubicBezTo>
                  <a:cubicBezTo>
                    <a:pt x="208" y="126"/>
                    <a:pt x="204" y="109"/>
                    <a:pt x="192" y="103"/>
                  </a:cubicBezTo>
                  <a:lnTo>
                    <a:pt x="44" y="5"/>
                  </a:lnTo>
                  <a:cubicBezTo>
                    <a:pt x="39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22"/>
            <p:cNvSpPr/>
            <p:nvPr/>
          </p:nvSpPr>
          <p:spPr>
            <a:xfrm>
              <a:off x="4741025" y="3710675"/>
              <a:ext cx="43975" cy="23275"/>
            </a:xfrm>
            <a:custGeom>
              <a:avLst/>
              <a:gdLst/>
              <a:ahLst/>
              <a:cxnLst/>
              <a:rect l="l" t="t" r="r" b="b"/>
              <a:pathLst>
                <a:path w="1759" h="931" extrusionOk="0">
                  <a:moveTo>
                    <a:pt x="30" y="0"/>
                  </a:moveTo>
                  <a:cubicBezTo>
                    <a:pt x="20" y="0"/>
                    <a:pt x="11" y="6"/>
                    <a:pt x="6" y="16"/>
                  </a:cubicBezTo>
                  <a:cubicBezTo>
                    <a:pt x="0" y="29"/>
                    <a:pt x="7" y="44"/>
                    <a:pt x="21" y="50"/>
                  </a:cubicBezTo>
                  <a:cubicBezTo>
                    <a:pt x="604" y="298"/>
                    <a:pt x="1175" y="593"/>
                    <a:pt x="1716" y="927"/>
                  </a:cubicBezTo>
                  <a:cubicBezTo>
                    <a:pt x="1720" y="929"/>
                    <a:pt x="1724" y="931"/>
                    <a:pt x="1729" y="931"/>
                  </a:cubicBezTo>
                  <a:cubicBezTo>
                    <a:pt x="1737" y="931"/>
                    <a:pt x="1747" y="927"/>
                    <a:pt x="1751" y="919"/>
                  </a:cubicBezTo>
                  <a:cubicBezTo>
                    <a:pt x="1759" y="907"/>
                    <a:pt x="1755" y="890"/>
                    <a:pt x="1743" y="884"/>
                  </a:cubicBezTo>
                  <a:cubicBezTo>
                    <a:pt x="1200" y="547"/>
                    <a:pt x="627" y="251"/>
                    <a:pt x="41" y="2"/>
                  </a:cubicBezTo>
                  <a:cubicBezTo>
                    <a:pt x="37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22"/>
            <p:cNvSpPr/>
            <p:nvPr/>
          </p:nvSpPr>
          <p:spPr>
            <a:xfrm>
              <a:off x="4790725" y="3737875"/>
              <a:ext cx="14500" cy="8650"/>
            </a:xfrm>
            <a:custGeom>
              <a:avLst/>
              <a:gdLst/>
              <a:ahLst/>
              <a:cxnLst/>
              <a:rect l="l" t="t" r="r" b="b"/>
              <a:pathLst>
                <a:path w="580" h="346" extrusionOk="0">
                  <a:moveTo>
                    <a:pt x="30" y="1"/>
                  </a:moveTo>
                  <a:cubicBezTo>
                    <a:pt x="20" y="1"/>
                    <a:pt x="10" y="6"/>
                    <a:pt x="6" y="16"/>
                  </a:cubicBezTo>
                  <a:cubicBezTo>
                    <a:pt x="1" y="30"/>
                    <a:pt x="6" y="45"/>
                    <a:pt x="20" y="51"/>
                  </a:cubicBezTo>
                  <a:cubicBezTo>
                    <a:pt x="200" y="131"/>
                    <a:pt x="373" y="228"/>
                    <a:pt x="535" y="342"/>
                  </a:cubicBezTo>
                  <a:cubicBezTo>
                    <a:pt x="539" y="345"/>
                    <a:pt x="544" y="346"/>
                    <a:pt x="550" y="346"/>
                  </a:cubicBezTo>
                  <a:cubicBezTo>
                    <a:pt x="558" y="346"/>
                    <a:pt x="566" y="342"/>
                    <a:pt x="570" y="335"/>
                  </a:cubicBezTo>
                  <a:cubicBezTo>
                    <a:pt x="579" y="323"/>
                    <a:pt x="575" y="307"/>
                    <a:pt x="564" y="299"/>
                  </a:cubicBezTo>
                  <a:cubicBezTo>
                    <a:pt x="400" y="183"/>
                    <a:pt x="224" y="84"/>
                    <a:pt x="40" y="3"/>
                  </a:cubicBezTo>
                  <a:cubicBezTo>
                    <a:pt x="37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22"/>
            <p:cNvSpPr/>
            <p:nvPr/>
          </p:nvSpPr>
          <p:spPr>
            <a:xfrm>
              <a:off x="4807475" y="3747450"/>
              <a:ext cx="13325" cy="9175"/>
            </a:xfrm>
            <a:custGeom>
              <a:avLst/>
              <a:gdLst/>
              <a:ahLst/>
              <a:cxnLst/>
              <a:rect l="l" t="t" r="r" b="b"/>
              <a:pathLst>
                <a:path w="533" h="367" extrusionOk="0">
                  <a:moveTo>
                    <a:pt x="31" y="0"/>
                  </a:moveTo>
                  <a:cubicBezTo>
                    <a:pt x="23" y="0"/>
                    <a:pt x="14" y="5"/>
                    <a:pt x="9" y="13"/>
                  </a:cubicBezTo>
                  <a:cubicBezTo>
                    <a:pt x="1" y="23"/>
                    <a:pt x="3" y="40"/>
                    <a:pt x="16" y="48"/>
                  </a:cubicBezTo>
                  <a:lnTo>
                    <a:pt x="489" y="361"/>
                  </a:lnTo>
                  <a:cubicBezTo>
                    <a:pt x="493" y="365"/>
                    <a:pt x="498" y="366"/>
                    <a:pt x="504" y="366"/>
                  </a:cubicBezTo>
                  <a:cubicBezTo>
                    <a:pt x="512" y="366"/>
                    <a:pt x="520" y="362"/>
                    <a:pt x="525" y="354"/>
                  </a:cubicBezTo>
                  <a:cubicBezTo>
                    <a:pt x="532" y="342"/>
                    <a:pt x="529" y="326"/>
                    <a:pt x="517" y="318"/>
                  </a:cubicBezTo>
                  <a:lnTo>
                    <a:pt x="44" y="5"/>
                  </a:lnTo>
                  <a:cubicBezTo>
                    <a:pt x="40" y="2"/>
                    <a:pt x="35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22"/>
            <p:cNvSpPr/>
            <p:nvPr/>
          </p:nvSpPr>
          <p:spPr>
            <a:xfrm>
              <a:off x="4782325" y="3761825"/>
              <a:ext cx="11100" cy="22525"/>
            </a:xfrm>
            <a:custGeom>
              <a:avLst/>
              <a:gdLst/>
              <a:ahLst/>
              <a:cxnLst/>
              <a:rect l="l" t="t" r="r" b="b"/>
              <a:pathLst>
                <a:path w="444" h="901" extrusionOk="0">
                  <a:moveTo>
                    <a:pt x="413" y="0"/>
                  </a:moveTo>
                  <a:cubicBezTo>
                    <a:pt x="403" y="0"/>
                    <a:pt x="393" y="6"/>
                    <a:pt x="389" y="15"/>
                  </a:cubicBezTo>
                  <a:lnTo>
                    <a:pt x="7" y="864"/>
                  </a:lnTo>
                  <a:cubicBezTo>
                    <a:pt x="0" y="877"/>
                    <a:pt x="6" y="892"/>
                    <a:pt x="19" y="897"/>
                  </a:cubicBezTo>
                  <a:cubicBezTo>
                    <a:pt x="23" y="900"/>
                    <a:pt x="26" y="900"/>
                    <a:pt x="30" y="900"/>
                  </a:cubicBezTo>
                  <a:cubicBezTo>
                    <a:pt x="39" y="900"/>
                    <a:pt x="49" y="895"/>
                    <a:pt x="54" y="885"/>
                  </a:cubicBezTo>
                  <a:lnTo>
                    <a:pt x="436" y="36"/>
                  </a:lnTo>
                  <a:cubicBezTo>
                    <a:pt x="443" y="23"/>
                    <a:pt x="436" y="8"/>
                    <a:pt x="424" y="3"/>
                  </a:cubicBezTo>
                  <a:cubicBezTo>
                    <a:pt x="421" y="1"/>
                    <a:pt x="417" y="0"/>
                    <a:pt x="41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22"/>
            <p:cNvSpPr/>
            <p:nvPr/>
          </p:nvSpPr>
          <p:spPr>
            <a:xfrm>
              <a:off x="4776700" y="3789075"/>
              <a:ext cx="3600" cy="4725"/>
            </a:xfrm>
            <a:custGeom>
              <a:avLst/>
              <a:gdLst/>
              <a:ahLst/>
              <a:cxnLst/>
              <a:rect l="l" t="t" r="r" b="b"/>
              <a:pathLst>
                <a:path w="144" h="189" extrusionOk="0">
                  <a:moveTo>
                    <a:pt x="115" y="1"/>
                  </a:moveTo>
                  <a:cubicBezTo>
                    <a:pt x="105" y="1"/>
                    <a:pt x="96" y="5"/>
                    <a:pt x="91" y="13"/>
                  </a:cubicBezTo>
                  <a:lnTo>
                    <a:pt x="7" y="148"/>
                  </a:lnTo>
                  <a:cubicBezTo>
                    <a:pt x="1" y="160"/>
                    <a:pt x="5" y="176"/>
                    <a:pt x="17" y="184"/>
                  </a:cubicBezTo>
                  <a:cubicBezTo>
                    <a:pt x="21" y="187"/>
                    <a:pt x="25" y="188"/>
                    <a:pt x="30" y="188"/>
                  </a:cubicBezTo>
                  <a:cubicBezTo>
                    <a:pt x="38" y="188"/>
                    <a:pt x="48" y="183"/>
                    <a:pt x="52" y="175"/>
                  </a:cubicBezTo>
                  <a:lnTo>
                    <a:pt x="135" y="40"/>
                  </a:lnTo>
                  <a:cubicBezTo>
                    <a:pt x="143" y="28"/>
                    <a:pt x="139" y="12"/>
                    <a:pt x="127" y="4"/>
                  </a:cubicBezTo>
                  <a:cubicBezTo>
                    <a:pt x="123" y="2"/>
                    <a:pt x="119" y="1"/>
                    <a:pt x="11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22"/>
            <p:cNvSpPr/>
            <p:nvPr/>
          </p:nvSpPr>
          <p:spPr>
            <a:xfrm>
              <a:off x="4803650" y="3757050"/>
              <a:ext cx="11450" cy="23050"/>
            </a:xfrm>
            <a:custGeom>
              <a:avLst/>
              <a:gdLst/>
              <a:ahLst/>
              <a:cxnLst/>
              <a:rect l="l" t="t" r="r" b="b"/>
              <a:pathLst>
                <a:path w="458" h="922" extrusionOk="0">
                  <a:moveTo>
                    <a:pt x="430" y="0"/>
                  </a:moveTo>
                  <a:cubicBezTo>
                    <a:pt x="419" y="0"/>
                    <a:pt x="408" y="7"/>
                    <a:pt x="404" y="17"/>
                  </a:cubicBezTo>
                  <a:cubicBezTo>
                    <a:pt x="296" y="316"/>
                    <a:pt x="163" y="607"/>
                    <a:pt x="7" y="883"/>
                  </a:cubicBezTo>
                  <a:cubicBezTo>
                    <a:pt x="0" y="896"/>
                    <a:pt x="4" y="911"/>
                    <a:pt x="16" y="919"/>
                  </a:cubicBezTo>
                  <a:cubicBezTo>
                    <a:pt x="21" y="920"/>
                    <a:pt x="25" y="922"/>
                    <a:pt x="30" y="922"/>
                  </a:cubicBezTo>
                  <a:cubicBezTo>
                    <a:pt x="38" y="922"/>
                    <a:pt x="47" y="917"/>
                    <a:pt x="53" y="908"/>
                  </a:cubicBezTo>
                  <a:cubicBezTo>
                    <a:pt x="209" y="630"/>
                    <a:pt x="343" y="336"/>
                    <a:pt x="454" y="35"/>
                  </a:cubicBezTo>
                  <a:cubicBezTo>
                    <a:pt x="458" y="22"/>
                    <a:pt x="451" y="7"/>
                    <a:pt x="438" y="1"/>
                  </a:cubicBezTo>
                  <a:cubicBezTo>
                    <a:pt x="435" y="1"/>
                    <a:pt x="432" y="0"/>
                    <a:pt x="4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22"/>
            <p:cNvSpPr/>
            <p:nvPr/>
          </p:nvSpPr>
          <p:spPr>
            <a:xfrm>
              <a:off x="4800375" y="3765925"/>
              <a:ext cx="18675" cy="30650"/>
            </a:xfrm>
            <a:custGeom>
              <a:avLst/>
              <a:gdLst/>
              <a:ahLst/>
              <a:cxnLst/>
              <a:rect l="l" t="t" r="r" b="b"/>
              <a:pathLst>
                <a:path w="747" h="1226" extrusionOk="0">
                  <a:moveTo>
                    <a:pt x="716" y="0"/>
                  </a:moveTo>
                  <a:cubicBezTo>
                    <a:pt x="707" y="0"/>
                    <a:pt x="698" y="6"/>
                    <a:pt x="694" y="16"/>
                  </a:cubicBezTo>
                  <a:cubicBezTo>
                    <a:pt x="521" y="436"/>
                    <a:pt x="291" y="829"/>
                    <a:pt x="10" y="1184"/>
                  </a:cubicBezTo>
                  <a:cubicBezTo>
                    <a:pt x="1" y="1195"/>
                    <a:pt x="4" y="1212"/>
                    <a:pt x="14" y="1220"/>
                  </a:cubicBezTo>
                  <a:cubicBezTo>
                    <a:pt x="20" y="1224"/>
                    <a:pt x="25" y="1226"/>
                    <a:pt x="30" y="1226"/>
                  </a:cubicBezTo>
                  <a:cubicBezTo>
                    <a:pt x="39" y="1226"/>
                    <a:pt x="45" y="1223"/>
                    <a:pt x="51" y="1216"/>
                  </a:cubicBezTo>
                  <a:cubicBezTo>
                    <a:pt x="336" y="858"/>
                    <a:pt x="569" y="460"/>
                    <a:pt x="741" y="36"/>
                  </a:cubicBezTo>
                  <a:cubicBezTo>
                    <a:pt x="746" y="23"/>
                    <a:pt x="741" y="7"/>
                    <a:pt x="727" y="3"/>
                  </a:cubicBezTo>
                  <a:cubicBezTo>
                    <a:pt x="724" y="1"/>
                    <a:pt x="720" y="0"/>
                    <a:pt x="71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22"/>
            <p:cNvSpPr/>
            <p:nvPr/>
          </p:nvSpPr>
          <p:spPr>
            <a:xfrm>
              <a:off x="4831550" y="3750475"/>
              <a:ext cx="7225" cy="14250"/>
            </a:xfrm>
            <a:custGeom>
              <a:avLst/>
              <a:gdLst/>
              <a:ahLst/>
              <a:cxnLst/>
              <a:rect l="l" t="t" r="r" b="b"/>
              <a:pathLst>
                <a:path w="289" h="570" extrusionOk="0">
                  <a:moveTo>
                    <a:pt x="259" y="1"/>
                  </a:moveTo>
                  <a:cubicBezTo>
                    <a:pt x="249" y="1"/>
                    <a:pt x="239" y="7"/>
                    <a:pt x="235" y="17"/>
                  </a:cubicBezTo>
                  <a:lnTo>
                    <a:pt x="6" y="533"/>
                  </a:lnTo>
                  <a:cubicBezTo>
                    <a:pt x="1" y="547"/>
                    <a:pt x="8" y="562"/>
                    <a:pt x="20" y="567"/>
                  </a:cubicBezTo>
                  <a:cubicBezTo>
                    <a:pt x="24" y="568"/>
                    <a:pt x="28" y="570"/>
                    <a:pt x="31" y="570"/>
                  </a:cubicBezTo>
                  <a:cubicBezTo>
                    <a:pt x="41" y="570"/>
                    <a:pt x="51" y="564"/>
                    <a:pt x="55" y="554"/>
                  </a:cubicBezTo>
                  <a:lnTo>
                    <a:pt x="283" y="37"/>
                  </a:lnTo>
                  <a:cubicBezTo>
                    <a:pt x="289" y="24"/>
                    <a:pt x="282" y="9"/>
                    <a:pt x="270" y="3"/>
                  </a:cubicBezTo>
                  <a:cubicBezTo>
                    <a:pt x="266" y="2"/>
                    <a:pt x="263" y="1"/>
                    <a:pt x="25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22"/>
            <p:cNvSpPr/>
            <p:nvPr/>
          </p:nvSpPr>
          <p:spPr>
            <a:xfrm>
              <a:off x="4825100" y="3768150"/>
              <a:ext cx="5200" cy="7775"/>
            </a:xfrm>
            <a:custGeom>
              <a:avLst/>
              <a:gdLst/>
              <a:ahLst/>
              <a:cxnLst/>
              <a:rect l="l" t="t" r="r" b="b"/>
              <a:pathLst>
                <a:path w="208" h="311" extrusionOk="0">
                  <a:moveTo>
                    <a:pt x="178" y="1"/>
                  </a:moveTo>
                  <a:cubicBezTo>
                    <a:pt x="168" y="1"/>
                    <a:pt x="158" y="6"/>
                    <a:pt x="154" y="16"/>
                  </a:cubicBezTo>
                  <a:cubicBezTo>
                    <a:pt x="118" y="108"/>
                    <a:pt x="69" y="192"/>
                    <a:pt x="9" y="269"/>
                  </a:cubicBezTo>
                  <a:cubicBezTo>
                    <a:pt x="1" y="281"/>
                    <a:pt x="2" y="297"/>
                    <a:pt x="14" y="305"/>
                  </a:cubicBezTo>
                  <a:cubicBezTo>
                    <a:pt x="18" y="309"/>
                    <a:pt x="24" y="311"/>
                    <a:pt x="29" y="311"/>
                  </a:cubicBezTo>
                  <a:cubicBezTo>
                    <a:pt x="37" y="311"/>
                    <a:pt x="45" y="308"/>
                    <a:pt x="50" y="301"/>
                  </a:cubicBezTo>
                  <a:cubicBezTo>
                    <a:pt x="112" y="221"/>
                    <a:pt x="163" y="130"/>
                    <a:pt x="202" y="36"/>
                  </a:cubicBezTo>
                  <a:cubicBezTo>
                    <a:pt x="208" y="23"/>
                    <a:pt x="201" y="8"/>
                    <a:pt x="188" y="3"/>
                  </a:cubicBezTo>
                  <a:cubicBezTo>
                    <a:pt x="185" y="1"/>
                    <a:pt x="181" y="1"/>
                    <a:pt x="17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22"/>
            <p:cNvSpPr/>
            <p:nvPr/>
          </p:nvSpPr>
          <p:spPr>
            <a:xfrm>
              <a:off x="4739100" y="3768975"/>
              <a:ext cx="13725" cy="21725"/>
            </a:xfrm>
            <a:custGeom>
              <a:avLst/>
              <a:gdLst/>
              <a:ahLst/>
              <a:cxnLst/>
              <a:rect l="l" t="t" r="r" b="b"/>
              <a:pathLst>
                <a:path w="549" h="869" extrusionOk="0">
                  <a:moveTo>
                    <a:pt x="518" y="0"/>
                  </a:moveTo>
                  <a:cubicBezTo>
                    <a:pt x="509" y="0"/>
                    <a:pt x="500" y="6"/>
                    <a:pt x="496" y="15"/>
                  </a:cubicBezTo>
                  <a:cubicBezTo>
                    <a:pt x="357" y="299"/>
                    <a:pt x="193" y="571"/>
                    <a:pt x="9" y="827"/>
                  </a:cubicBezTo>
                  <a:cubicBezTo>
                    <a:pt x="1" y="839"/>
                    <a:pt x="2" y="855"/>
                    <a:pt x="14" y="863"/>
                  </a:cubicBezTo>
                  <a:cubicBezTo>
                    <a:pt x="18" y="866"/>
                    <a:pt x="24" y="868"/>
                    <a:pt x="29" y="868"/>
                  </a:cubicBezTo>
                  <a:cubicBezTo>
                    <a:pt x="37" y="868"/>
                    <a:pt x="45" y="864"/>
                    <a:pt x="50" y="858"/>
                  </a:cubicBezTo>
                  <a:cubicBezTo>
                    <a:pt x="237" y="599"/>
                    <a:pt x="403" y="325"/>
                    <a:pt x="542" y="38"/>
                  </a:cubicBezTo>
                  <a:cubicBezTo>
                    <a:pt x="548" y="25"/>
                    <a:pt x="543" y="10"/>
                    <a:pt x="529" y="3"/>
                  </a:cubicBezTo>
                  <a:cubicBezTo>
                    <a:pt x="526" y="1"/>
                    <a:pt x="522" y="0"/>
                    <a:pt x="51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22"/>
            <p:cNvSpPr/>
            <p:nvPr/>
          </p:nvSpPr>
          <p:spPr>
            <a:xfrm>
              <a:off x="4732875" y="3795000"/>
              <a:ext cx="3700" cy="3925"/>
            </a:xfrm>
            <a:custGeom>
              <a:avLst/>
              <a:gdLst/>
              <a:ahLst/>
              <a:cxnLst/>
              <a:rect l="l" t="t" r="r" b="b"/>
              <a:pathLst>
                <a:path w="148" h="157" extrusionOk="0">
                  <a:moveTo>
                    <a:pt x="119" y="1"/>
                  </a:moveTo>
                  <a:cubicBezTo>
                    <a:pt x="111" y="1"/>
                    <a:pt x="104" y="4"/>
                    <a:pt x="99" y="10"/>
                  </a:cubicBezTo>
                  <a:lnTo>
                    <a:pt x="10" y="114"/>
                  </a:lnTo>
                  <a:cubicBezTo>
                    <a:pt x="1" y="125"/>
                    <a:pt x="2" y="141"/>
                    <a:pt x="13" y="150"/>
                  </a:cubicBezTo>
                  <a:cubicBezTo>
                    <a:pt x="18" y="154"/>
                    <a:pt x="23" y="157"/>
                    <a:pt x="30" y="157"/>
                  </a:cubicBezTo>
                  <a:lnTo>
                    <a:pt x="30" y="157"/>
                  </a:lnTo>
                  <a:cubicBezTo>
                    <a:pt x="38" y="157"/>
                    <a:pt x="44" y="154"/>
                    <a:pt x="49" y="147"/>
                  </a:cubicBezTo>
                  <a:lnTo>
                    <a:pt x="138" y="44"/>
                  </a:lnTo>
                  <a:cubicBezTo>
                    <a:pt x="147" y="33"/>
                    <a:pt x="146" y="16"/>
                    <a:pt x="135" y="6"/>
                  </a:cubicBezTo>
                  <a:cubicBezTo>
                    <a:pt x="130" y="3"/>
                    <a:pt x="125" y="1"/>
                    <a:pt x="119" y="1"/>
                  </a:cubicBezTo>
                  <a:close/>
                  <a:moveTo>
                    <a:pt x="30" y="157"/>
                  </a:moveTo>
                  <a:lnTo>
                    <a:pt x="30" y="157"/>
                  </a:lnTo>
                  <a:cubicBezTo>
                    <a:pt x="30" y="157"/>
                    <a:pt x="29" y="157"/>
                    <a:pt x="29" y="157"/>
                  </a:cubicBezTo>
                  <a:lnTo>
                    <a:pt x="30" y="157"/>
                  </a:lnTo>
                  <a:cubicBezTo>
                    <a:pt x="30" y="157"/>
                    <a:pt x="30" y="157"/>
                    <a:pt x="30" y="157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22"/>
            <p:cNvSpPr/>
            <p:nvPr/>
          </p:nvSpPr>
          <p:spPr>
            <a:xfrm>
              <a:off x="4716325" y="3781350"/>
              <a:ext cx="22475" cy="24100"/>
            </a:xfrm>
            <a:custGeom>
              <a:avLst/>
              <a:gdLst/>
              <a:ahLst/>
              <a:cxnLst/>
              <a:rect l="l" t="t" r="r" b="b"/>
              <a:pathLst>
                <a:path w="899" h="964" extrusionOk="0">
                  <a:moveTo>
                    <a:pt x="868" y="0"/>
                  </a:moveTo>
                  <a:cubicBezTo>
                    <a:pt x="860" y="0"/>
                    <a:pt x="852" y="4"/>
                    <a:pt x="847" y="11"/>
                  </a:cubicBezTo>
                  <a:cubicBezTo>
                    <a:pt x="617" y="354"/>
                    <a:pt x="337" y="660"/>
                    <a:pt x="14" y="917"/>
                  </a:cubicBezTo>
                  <a:cubicBezTo>
                    <a:pt x="4" y="926"/>
                    <a:pt x="1" y="942"/>
                    <a:pt x="10" y="954"/>
                  </a:cubicBezTo>
                  <a:cubicBezTo>
                    <a:pt x="16" y="960"/>
                    <a:pt x="22" y="964"/>
                    <a:pt x="30" y="964"/>
                  </a:cubicBezTo>
                  <a:cubicBezTo>
                    <a:pt x="36" y="964"/>
                    <a:pt x="41" y="961"/>
                    <a:pt x="47" y="957"/>
                  </a:cubicBezTo>
                  <a:cubicBezTo>
                    <a:pt x="374" y="698"/>
                    <a:pt x="657" y="388"/>
                    <a:pt x="890" y="40"/>
                  </a:cubicBezTo>
                  <a:cubicBezTo>
                    <a:pt x="898" y="29"/>
                    <a:pt x="896" y="13"/>
                    <a:pt x="883" y="5"/>
                  </a:cubicBezTo>
                  <a:cubicBezTo>
                    <a:pt x="879" y="2"/>
                    <a:pt x="874" y="0"/>
                    <a:pt x="86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22"/>
            <p:cNvSpPr/>
            <p:nvPr/>
          </p:nvSpPr>
          <p:spPr>
            <a:xfrm>
              <a:off x="4699225" y="3784300"/>
              <a:ext cx="17975" cy="15500"/>
            </a:xfrm>
            <a:custGeom>
              <a:avLst/>
              <a:gdLst/>
              <a:ahLst/>
              <a:cxnLst/>
              <a:rect l="l" t="t" r="r" b="b"/>
              <a:pathLst>
                <a:path w="719" h="620" extrusionOk="0">
                  <a:moveTo>
                    <a:pt x="690" y="0"/>
                  </a:moveTo>
                  <a:cubicBezTo>
                    <a:pt x="682" y="0"/>
                    <a:pt x="674" y="4"/>
                    <a:pt x="669" y="10"/>
                  </a:cubicBezTo>
                  <a:cubicBezTo>
                    <a:pt x="497" y="242"/>
                    <a:pt x="272" y="436"/>
                    <a:pt x="18" y="571"/>
                  </a:cubicBezTo>
                  <a:cubicBezTo>
                    <a:pt x="6" y="578"/>
                    <a:pt x="0" y="594"/>
                    <a:pt x="7" y="606"/>
                  </a:cubicBezTo>
                  <a:cubicBezTo>
                    <a:pt x="12" y="616"/>
                    <a:pt x="20" y="620"/>
                    <a:pt x="30" y="620"/>
                  </a:cubicBezTo>
                  <a:cubicBezTo>
                    <a:pt x="34" y="620"/>
                    <a:pt x="38" y="619"/>
                    <a:pt x="42" y="617"/>
                  </a:cubicBezTo>
                  <a:cubicBezTo>
                    <a:pt x="303" y="477"/>
                    <a:pt x="533" y="278"/>
                    <a:pt x="710" y="41"/>
                  </a:cubicBezTo>
                  <a:cubicBezTo>
                    <a:pt x="719" y="29"/>
                    <a:pt x="716" y="13"/>
                    <a:pt x="705" y="5"/>
                  </a:cubicBezTo>
                  <a:cubicBezTo>
                    <a:pt x="701" y="2"/>
                    <a:pt x="696" y="0"/>
                    <a:pt x="69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22"/>
            <p:cNvSpPr/>
            <p:nvPr/>
          </p:nvSpPr>
          <p:spPr>
            <a:xfrm>
              <a:off x="4717850" y="3778300"/>
              <a:ext cx="3600" cy="3975"/>
            </a:xfrm>
            <a:custGeom>
              <a:avLst/>
              <a:gdLst/>
              <a:ahLst/>
              <a:cxnLst/>
              <a:rect l="l" t="t" r="r" b="b"/>
              <a:pathLst>
                <a:path w="144" h="159" extrusionOk="0">
                  <a:moveTo>
                    <a:pt x="114" y="1"/>
                  </a:moveTo>
                  <a:cubicBezTo>
                    <a:pt x="106" y="1"/>
                    <a:pt x="98" y="4"/>
                    <a:pt x="93" y="11"/>
                  </a:cubicBezTo>
                  <a:lnTo>
                    <a:pt x="10" y="117"/>
                  </a:lnTo>
                  <a:cubicBezTo>
                    <a:pt x="0" y="128"/>
                    <a:pt x="3" y="144"/>
                    <a:pt x="14" y="154"/>
                  </a:cubicBezTo>
                  <a:cubicBezTo>
                    <a:pt x="19" y="156"/>
                    <a:pt x="25" y="159"/>
                    <a:pt x="30" y="159"/>
                  </a:cubicBezTo>
                  <a:cubicBezTo>
                    <a:pt x="38" y="159"/>
                    <a:pt x="46" y="155"/>
                    <a:pt x="50" y="148"/>
                  </a:cubicBezTo>
                  <a:lnTo>
                    <a:pt x="134" y="43"/>
                  </a:lnTo>
                  <a:cubicBezTo>
                    <a:pt x="143" y="31"/>
                    <a:pt x="140" y="15"/>
                    <a:pt x="130" y="6"/>
                  </a:cubicBezTo>
                  <a:cubicBezTo>
                    <a:pt x="125" y="2"/>
                    <a:pt x="119" y="1"/>
                    <a:pt x="11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22"/>
            <p:cNvSpPr/>
            <p:nvPr/>
          </p:nvSpPr>
          <p:spPr>
            <a:xfrm>
              <a:off x="4703600" y="3772275"/>
              <a:ext cx="14075" cy="15700"/>
            </a:xfrm>
            <a:custGeom>
              <a:avLst/>
              <a:gdLst/>
              <a:ahLst/>
              <a:cxnLst/>
              <a:rect l="l" t="t" r="r" b="b"/>
              <a:pathLst>
                <a:path w="563" h="628" extrusionOk="0">
                  <a:moveTo>
                    <a:pt x="533" y="1"/>
                  </a:moveTo>
                  <a:cubicBezTo>
                    <a:pt x="524" y="1"/>
                    <a:pt x="516" y="5"/>
                    <a:pt x="511" y="13"/>
                  </a:cubicBezTo>
                  <a:cubicBezTo>
                    <a:pt x="374" y="226"/>
                    <a:pt x="206" y="417"/>
                    <a:pt x="12" y="582"/>
                  </a:cubicBezTo>
                  <a:cubicBezTo>
                    <a:pt x="1" y="591"/>
                    <a:pt x="0" y="607"/>
                    <a:pt x="9" y="618"/>
                  </a:cubicBezTo>
                  <a:cubicBezTo>
                    <a:pt x="15" y="623"/>
                    <a:pt x="22" y="627"/>
                    <a:pt x="28" y="627"/>
                  </a:cubicBezTo>
                  <a:cubicBezTo>
                    <a:pt x="35" y="627"/>
                    <a:pt x="40" y="625"/>
                    <a:pt x="46" y="621"/>
                  </a:cubicBezTo>
                  <a:cubicBezTo>
                    <a:pt x="244" y="454"/>
                    <a:pt x="416" y="259"/>
                    <a:pt x="554" y="41"/>
                  </a:cubicBezTo>
                  <a:cubicBezTo>
                    <a:pt x="562" y="29"/>
                    <a:pt x="558" y="13"/>
                    <a:pt x="546" y="4"/>
                  </a:cubicBezTo>
                  <a:cubicBezTo>
                    <a:pt x="542" y="2"/>
                    <a:pt x="537" y="1"/>
                    <a:pt x="53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22"/>
            <p:cNvSpPr/>
            <p:nvPr/>
          </p:nvSpPr>
          <p:spPr>
            <a:xfrm>
              <a:off x="4829000" y="3711025"/>
              <a:ext cx="27275" cy="15125"/>
            </a:xfrm>
            <a:custGeom>
              <a:avLst/>
              <a:gdLst/>
              <a:ahLst/>
              <a:cxnLst/>
              <a:rect l="l" t="t" r="r" b="b"/>
              <a:pathLst>
                <a:path w="1091" h="605" extrusionOk="0">
                  <a:moveTo>
                    <a:pt x="31" y="1"/>
                  </a:moveTo>
                  <a:cubicBezTo>
                    <a:pt x="21" y="1"/>
                    <a:pt x="11" y="7"/>
                    <a:pt x="7" y="15"/>
                  </a:cubicBezTo>
                  <a:cubicBezTo>
                    <a:pt x="1" y="29"/>
                    <a:pt x="6" y="44"/>
                    <a:pt x="20" y="50"/>
                  </a:cubicBezTo>
                  <a:cubicBezTo>
                    <a:pt x="371" y="214"/>
                    <a:pt x="716" y="400"/>
                    <a:pt x="1047" y="602"/>
                  </a:cubicBezTo>
                  <a:cubicBezTo>
                    <a:pt x="1051" y="603"/>
                    <a:pt x="1055" y="605"/>
                    <a:pt x="1061" y="605"/>
                  </a:cubicBezTo>
                  <a:cubicBezTo>
                    <a:pt x="1069" y="605"/>
                    <a:pt x="1078" y="601"/>
                    <a:pt x="1082" y="593"/>
                  </a:cubicBezTo>
                  <a:cubicBezTo>
                    <a:pt x="1090" y="580"/>
                    <a:pt x="1086" y="564"/>
                    <a:pt x="1074" y="558"/>
                  </a:cubicBezTo>
                  <a:cubicBezTo>
                    <a:pt x="742" y="354"/>
                    <a:pt x="395" y="167"/>
                    <a:pt x="41" y="3"/>
                  </a:cubicBezTo>
                  <a:cubicBezTo>
                    <a:pt x="38" y="1"/>
                    <a:pt x="34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22"/>
            <p:cNvSpPr/>
            <p:nvPr/>
          </p:nvSpPr>
          <p:spPr>
            <a:xfrm>
              <a:off x="4860850" y="3729300"/>
              <a:ext cx="5950" cy="4350"/>
            </a:xfrm>
            <a:custGeom>
              <a:avLst/>
              <a:gdLst/>
              <a:ahLst/>
              <a:cxnLst/>
              <a:rect l="l" t="t" r="r" b="b"/>
              <a:pathLst>
                <a:path w="238" h="174" extrusionOk="0">
                  <a:moveTo>
                    <a:pt x="30" y="0"/>
                  </a:moveTo>
                  <a:cubicBezTo>
                    <a:pt x="20" y="0"/>
                    <a:pt x="10" y="6"/>
                    <a:pt x="6" y="15"/>
                  </a:cubicBezTo>
                  <a:cubicBezTo>
                    <a:pt x="1" y="28"/>
                    <a:pt x="6" y="44"/>
                    <a:pt x="20" y="50"/>
                  </a:cubicBezTo>
                  <a:cubicBezTo>
                    <a:pt x="83" y="78"/>
                    <a:pt x="141" y="118"/>
                    <a:pt x="190" y="167"/>
                  </a:cubicBezTo>
                  <a:cubicBezTo>
                    <a:pt x="196" y="172"/>
                    <a:pt x="203" y="174"/>
                    <a:pt x="209" y="174"/>
                  </a:cubicBezTo>
                  <a:cubicBezTo>
                    <a:pt x="216" y="174"/>
                    <a:pt x="223" y="171"/>
                    <a:pt x="227" y="166"/>
                  </a:cubicBezTo>
                  <a:cubicBezTo>
                    <a:pt x="238" y="156"/>
                    <a:pt x="238" y="140"/>
                    <a:pt x="227" y="129"/>
                  </a:cubicBezTo>
                  <a:cubicBezTo>
                    <a:pt x="172" y="77"/>
                    <a:pt x="110" y="34"/>
                    <a:pt x="41" y="3"/>
                  </a:cubicBezTo>
                  <a:cubicBezTo>
                    <a:pt x="37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22"/>
            <p:cNvSpPr/>
            <p:nvPr/>
          </p:nvSpPr>
          <p:spPr>
            <a:xfrm>
              <a:off x="4921575" y="3768750"/>
              <a:ext cx="11850" cy="26150"/>
            </a:xfrm>
            <a:custGeom>
              <a:avLst/>
              <a:gdLst/>
              <a:ahLst/>
              <a:cxnLst/>
              <a:rect l="l" t="t" r="r" b="b"/>
              <a:pathLst>
                <a:path w="474" h="1046" extrusionOk="0">
                  <a:moveTo>
                    <a:pt x="30" y="1"/>
                  </a:moveTo>
                  <a:cubicBezTo>
                    <a:pt x="27" y="1"/>
                    <a:pt x="23" y="2"/>
                    <a:pt x="20" y="3"/>
                  </a:cubicBezTo>
                  <a:cubicBezTo>
                    <a:pt x="7" y="8"/>
                    <a:pt x="0" y="24"/>
                    <a:pt x="5" y="38"/>
                  </a:cubicBezTo>
                  <a:lnTo>
                    <a:pt x="420" y="1029"/>
                  </a:lnTo>
                  <a:cubicBezTo>
                    <a:pt x="424" y="1039"/>
                    <a:pt x="435" y="1045"/>
                    <a:pt x="444" y="1045"/>
                  </a:cubicBezTo>
                  <a:cubicBezTo>
                    <a:pt x="448" y="1045"/>
                    <a:pt x="451" y="1044"/>
                    <a:pt x="455" y="1043"/>
                  </a:cubicBezTo>
                  <a:cubicBezTo>
                    <a:pt x="467" y="1037"/>
                    <a:pt x="474" y="1023"/>
                    <a:pt x="468" y="1009"/>
                  </a:cubicBezTo>
                  <a:lnTo>
                    <a:pt x="54" y="18"/>
                  </a:lnTo>
                  <a:cubicBezTo>
                    <a:pt x="50" y="7"/>
                    <a:pt x="40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22"/>
            <p:cNvSpPr/>
            <p:nvPr/>
          </p:nvSpPr>
          <p:spPr>
            <a:xfrm>
              <a:off x="4933075" y="3799150"/>
              <a:ext cx="2475" cy="6475"/>
            </a:xfrm>
            <a:custGeom>
              <a:avLst/>
              <a:gdLst/>
              <a:ahLst/>
              <a:cxnLst/>
              <a:rect l="l" t="t" r="r" b="b"/>
              <a:pathLst>
                <a:path w="99" h="259" extrusionOk="0">
                  <a:moveTo>
                    <a:pt x="26" y="0"/>
                  </a:moveTo>
                  <a:cubicBezTo>
                    <a:pt x="25" y="0"/>
                    <a:pt x="24" y="0"/>
                    <a:pt x="23" y="0"/>
                  </a:cubicBezTo>
                  <a:cubicBezTo>
                    <a:pt x="10" y="3"/>
                    <a:pt x="0" y="18"/>
                    <a:pt x="3" y="31"/>
                  </a:cubicBezTo>
                  <a:lnTo>
                    <a:pt x="45" y="238"/>
                  </a:lnTo>
                  <a:cubicBezTo>
                    <a:pt x="47" y="251"/>
                    <a:pt x="58" y="259"/>
                    <a:pt x="70" y="259"/>
                  </a:cubicBezTo>
                  <a:lnTo>
                    <a:pt x="75" y="259"/>
                  </a:lnTo>
                  <a:cubicBezTo>
                    <a:pt x="89" y="255"/>
                    <a:pt x="98" y="241"/>
                    <a:pt x="96" y="228"/>
                  </a:cubicBezTo>
                  <a:lnTo>
                    <a:pt x="54" y="21"/>
                  </a:lnTo>
                  <a:cubicBezTo>
                    <a:pt x="50" y="8"/>
                    <a:pt x="38" y="0"/>
                    <a:pt x="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22"/>
            <p:cNvSpPr/>
            <p:nvPr/>
          </p:nvSpPr>
          <p:spPr>
            <a:xfrm>
              <a:off x="4918425" y="3778225"/>
              <a:ext cx="11750" cy="31350"/>
            </a:xfrm>
            <a:custGeom>
              <a:avLst/>
              <a:gdLst/>
              <a:ahLst/>
              <a:cxnLst/>
              <a:rect l="l" t="t" r="r" b="b"/>
              <a:pathLst>
                <a:path w="470" h="1254" extrusionOk="0">
                  <a:moveTo>
                    <a:pt x="30" y="0"/>
                  </a:moveTo>
                  <a:cubicBezTo>
                    <a:pt x="26" y="0"/>
                    <a:pt x="22" y="1"/>
                    <a:pt x="18" y="3"/>
                  </a:cubicBezTo>
                  <a:cubicBezTo>
                    <a:pt x="6" y="10"/>
                    <a:pt x="1" y="26"/>
                    <a:pt x="8" y="38"/>
                  </a:cubicBezTo>
                  <a:cubicBezTo>
                    <a:pt x="201" y="415"/>
                    <a:pt x="339" y="816"/>
                    <a:pt x="415" y="1232"/>
                  </a:cubicBezTo>
                  <a:cubicBezTo>
                    <a:pt x="418" y="1245"/>
                    <a:pt x="429" y="1253"/>
                    <a:pt x="441" y="1253"/>
                  </a:cubicBezTo>
                  <a:lnTo>
                    <a:pt x="445" y="1253"/>
                  </a:lnTo>
                  <a:cubicBezTo>
                    <a:pt x="460" y="1250"/>
                    <a:pt x="469" y="1237"/>
                    <a:pt x="466" y="1222"/>
                  </a:cubicBezTo>
                  <a:cubicBezTo>
                    <a:pt x="388" y="801"/>
                    <a:pt x="250" y="395"/>
                    <a:pt x="53" y="15"/>
                  </a:cubicBezTo>
                  <a:cubicBezTo>
                    <a:pt x="49" y="6"/>
                    <a:pt x="39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22"/>
            <p:cNvSpPr/>
            <p:nvPr/>
          </p:nvSpPr>
          <p:spPr>
            <a:xfrm>
              <a:off x="4919000" y="3814300"/>
              <a:ext cx="6350" cy="34850"/>
            </a:xfrm>
            <a:custGeom>
              <a:avLst/>
              <a:gdLst/>
              <a:ahLst/>
              <a:cxnLst/>
              <a:rect l="l" t="t" r="r" b="b"/>
              <a:pathLst>
                <a:path w="254" h="1394" extrusionOk="0">
                  <a:moveTo>
                    <a:pt x="30" y="1"/>
                  </a:moveTo>
                  <a:cubicBezTo>
                    <a:pt x="27" y="1"/>
                    <a:pt x="24" y="1"/>
                    <a:pt x="21" y="2"/>
                  </a:cubicBezTo>
                  <a:cubicBezTo>
                    <a:pt x="8" y="8"/>
                    <a:pt x="1" y="23"/>
                    <a:pt x="6" y="36"/>
                  </a:cubicBezTo>
                  <a:cubicBezTo>
                    <a:pt x="169" y="454"/>
                    <a:pt x="201" y="925"/>
                    <a:pt x="96" y="1361"/>
                  </a:cubicBezTo>
                  <a:cubicBezTo>
                    <a:pt x="92" y="1375"/>
                    <a:pt x="102" y="1389"/>
                    <a:pt x="115" y="1392"/>
                  </a:cubicBezTo>
                  <a:cubicBezTo>
                    <a:pt x="117" y="1393"/>
                    <a:pt x="119" y="1393"/>
                    <a:pt x="121" y="1393"/>
                  </a:cubicBezTo>
                  <a:cubicBezTo>
                    <a:pt x="133" y="1393"/>
                    <a:pt x="143" y="1385"/>
                    <a:pt x="146" y="1373"/>
                  </a:cubicBezTo>
                  <a:cubicBezTo>
                    <a:pt x="254" y="927"/>
                    <a:pt x="221" y="445"/>
                    <a:pt x="53" y="17"/>
                  </a:cubicBezTo>
                  <a:cubicBezTo>
                    <a:pt x="50" y="7"/>
                    <a:pt x="40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22"/>
            <p:cNvSpPr/>
            <p:nvPr/>
          </p:nvSpPr>
          <p:spPr>
            <a:xfrm>
              <a:off x="4913750" y="3826875"/>
              <a:ext cx="4475" cy="32025"/>
            </a:xfrm>
            <a:custGeom>
              <a:avLst/>
              <a:gdLst/>
              <a:ahLst/>
              <a:cxnLst/>
              <a:rect l="l" t="t" r="r" b="b"/>
              <a:pathLst>
                <a:path w="179" h="1281" extrusionOk="0">
                  <a:moveTo>
                    <a:pt x="99" y="1"/>
                  </a:moveTo>
                  <a:cubicBezTo>
                    <a:pt x="98" y="1"/>
                    <a:pt x="97" y="1"/>
                    <a:pt x="95" y="1"/>
                  </a:cubicBezTo>
                  <a:cubicBezTo>
                    <a:pt x="82" y="3"/>
                    <a:pt x="71" y="16"/>
                    <a:pt x="74" y="29"/>
                  </a:cubicBezTo>
                  <a:cubicBezTo>
                    <a:pt x="127" y="438"/>
                    <a:pt x="103" y="849"/>
                    <a:pt x="5" y="1248"/>
                  </a:cubicBezTo>
                  <a:cubicBezTo>
                    <a:pt x="1" y="1262"/>
                    <a:pt x="10" y="1277"/>
                    <a:pt x="24" y="1279"/>
                  </a:cubicBezTo>
                  <a:cubicBezTo>
                    <a:pt x="25" y="1281"/>
                    <a:pt x="28" y="1281"/>
                    <a:pt x="29" y="1281"/>
                  </a:cubicBezTo>
                  <a:lnTo>
                    <a:pt x="31" y="1281"/>
                  </a:lnTo>
                  <a:cubicBezTo>
                    <a:pt x="41" y="1281"/>
                    <a:pt x="52" y="1273"/>
                    <a:pt x="55" y="1260"/>
                  </a:cubicBezTo>
                  <a:cubicBezTo>
                    <a:pt x="156" y="854"/>
                    <a:pt x="179" y="438"/>
                    <a:pt x="125" y="23"/>
                  </a:cubicBezTo>
                  <a:cubicBezTo>
                    <a:pt x="122" y="11"/>
                    <a:pt x="111" y="1"/>
                    <a:pt x="9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22"/>
            <p:cNvSpPr/>
            <p:nvPr/>
          </p:nvSpPr>
          <p:spPr>
            <a:xfrm>
              <a:off x="4913525" y="3812875"/>
              <a:ext cx="2150" cy="7725"/>
            </a:xfrm>
            <a:custGeom>
              <a:avLst/>
              <a:gdLst/>
              <a:ahLst/>
              <a:cxnLst/>
              <a:rect l="l" t="t" r="r" b="b"/>
              <a:pathLst>
                <a:path w="86" h="309" extrusionOk="0">
                  <a:moveTo>
                    <a:pt x="27" y="0"/>
                  </a:moveTo>
                  <a:cubicBezTo>
                    <a:pt x="26" y="0"/>
                    <a:pt x="26" y="0"/>
                    <a:pt x="25" y="0"/>
                  </a:cubicBezTo>
                  <a:cubicBezTo>
                    <a:pt x="10" y="2"/>
                    <a:pt x="1" y="15"/>
                    <a:pt x="2" y="28"/>
                  </a:cubicBezTo>
                  <a:lnTo>
                    <a:pt x="31" y="285"/>
                  </a:lnTo>
                  <a:cubicBezTo>
                    <a:pt x="34" y="299"/>
                    <a:pt x="45" y="308"/>
                    <a:pt x="58" y="308"/>
                  </a:cubicBezTo>
                  <a:lnTo>
                    <a:pt x="61" y="308"/>
                  </a:lnTo>
                  <a:cubicBezTo>
                    <a:pt x="75" y="307"/>
                    <a:pt x="85" y="293"/>
                    <a:pt x="84" y="280"/>
                  </a:cubicBezTo>
                  <a:lnTo>
                    <a:pt x="53" y="23"/>
                  </a:lnTo>
                  <a:cubicBezTo>
                    <a:pt x="52" y="9"/>
                    <a:pt x="40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22"/>
            <p:cNvSpPr/>
            <p:nvPr/>
          </p:nvSpPr>
          <p:spPr>
            <a:xfrm>
              <a:off x="4868125" y="3817375"/>
              <a:ext cx="15325" cy="10475"/>
            </a:xfrm>
            <a:custGeom>
              <a:avLst/>
              <a:gdLst/>
              <a:ahLst/>
              <a:cxnLst/>
              <a:rect l="l" t="t" r="r" b="b"/>
              <a:pathLst>
                <a:path w="613" h="419" extrusionOk="0">
                  <a:moveTo>
                    <a:pt x="582" y="1"/>
                  </a:moveTo>
                  <a:cubicBezTo>
                    <a:pt x="579" y="1"/>
                    <a:pt x="576" y="1"/>
                    <a:pt x="573" y="2"/>
                  </a:cubicBezTo>
                  <a:cubicBezTo>
                    <a:pt x="364" y="85"/>
                    <a:pt x="168" y="213"/>
                    <a:pt x="11" y="374"/>
                  </a:cubicBezTo>
                  <a:cubicBezTo>
                    <a:pt x="0" y="384"/>
                    <a:pt x="0" y="401"/>
                    <a:pt x="11" y="411"/>
                  </a:cubicBezTo>
                  <a:cubicBezTo>
                    <a:pt x="15" y="416"/>
                    <a:pt x="22" y="419"/>
                    <a:pt x="29" y="419"/>
                  </a:cubicBezTo>
                  <a:cubicBezTo>
                    <a:pt x="35" y="419"/>
                    <a:pt x="42" y="416"/>
                    <a:pt x="47" y="411"/>
                  </a:cubicBezTo>
                  <a:cubicBezTo>
                    <a:pt x="201" y="255"/>
                    <a:pt x="389" y="131"/>
                    <a:pt x="592" y="50"/>
                  </a:cubicBezTo>
                  <a:cubicBezTo>
                    <a:pt x="606" y="45"/>
                    <a:pt x="612" y="30"/>
                    <a:pt x="607" y="17"/>
                  </a:cubicBezTo>
                  <a:cubicBezTo>
                    <a:pt x="603" y="6"/>
                    <a:pt x="593" y="1"/>
                    <a:pt x="58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22"/>
            <p:cNvSpPr/>
            <p:nvPr/>
          </p:nvSpPr>
          <p:spPr>
            <a:xfrm>
              <a:off x="4885550" y="3814200"/>
              <a:ext cx="7075" cy="2975"/>
            </a:xfrm>
            <a:custGeom>
              <a:avLst/>
              <a:gdLst/>
              <a:ahLst/>
              <a:cxnLst/>
              <a:rect l="l" t="t" r="r" b="b"/>
              <a:pathLst>
                <a:path w="283" h="119" extrusionOk="0">
                  <a:moveTo>
                    <a:pt x="256" y="1"/>
                  </a:moveTo>
                  <a:cubicBezTo>
                    <a:pt x="253" y="1"/>
                    <a:pt x="250" y="1"/>
                    <a:pt x="246" y="2"/>
                  </a:cubicBezTo>
                  <a:lnTo>
                    <a:pt x="22" y="67"/>
                  </a:lnTo>
                  <a:cubicBezTo>
                    <a:pt x="8" y="71"/>
                    <a:pt x="0" y="86"/>
                    <a:pt x="4" y="99"/>
                  </a:cubicBezTo>
                  <a:cubicBezTo>
                    <a:pt x="8" y="111"/>
                    <a:pt x="18" y="118"/>
                    <a:pt x="30" y="118"/>
                  </a:cubicBezTo>
                  <a:cubicBezTo>
                    <a:pt x="32" y="118"/>
                    <a:pt x="34" y="118"/>
                    <a:pt x="37" y="117"/>
                  </a:cubicBezTo>
                  <a:lnTo>
                    <a:pt x="261" y="52"/>
                  </a:lnTo>
                  <a:cubicBezTo>
                    <a:pt x="275" y="48"/>
                    <a:pt x="283" y="33"/>
                    <a:pt x="279" y="20"/>
                  </a:cubicBezTo>
                  <a:cubicBezTo>
                    <a:pt x="276" y="8"/>
                    <a:pt x="266" y="1"/>
                    <a:pt x="25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22"/>
            <p:cNvSpPr/>
            <p:nvPr/>
          </p:nvSpPr>
          <p:spPr>
            <a:xfrm>
              <a:off x="4879125" y="3818400"/>
              <a:ext cx="18775" cy="9200"/>
            </a:xfrm>
            <a:custGeom>
              <a:avLst/>
              <a:gdLst/>
              <a:ahLst/>
              <a:cxnLst/>
              <a:rect l="l" t="t" r="r" b="b"/>
              <a:pathLst>
                <a:path w="751" h="368" extrusionOk="0">
                  <a:moveTo>
                    <a:pt x="720" y="0"/>
                  </a:moveTo>
                  <a:cubicBezTo>
                    <a:pt x="718" y="0"/>
                    <a:pt x="715" y="0"/>
                    <a:pt x="712" y="1"/>
                  </a:cubicBezTo>
                  <a:cubicBezTo>
                    <a:pt x="474" y="90"/>
                    <a:pt x="240" y="196"/>
                    <a:pt x="18" y="319"/>
                  </a:cubicBezTo>
                  <a:cubicBezTo>
                    <a:pt x="6" y="327"/>
                    <a:pt x="0" y="342"/>
                    <a:pt x="7" y="355"/>
                  </a:cubicBezTo>
                  <a:cubicBezTo>
                    <a:pt x="12" y="363"/>
                    <a:pt x="20" y="367"/>
                    <a:pt x="30" y="367"/>
                  </a:cubicBezTo>
                  <a:cubicBezTo>
                    <a:pt x="34" y="367"/>
                    <a:pt x="39" y="367"/>
                    <a:pt x="42" y="364"/>
                  </a:cubicBezTo>
                  <a:cubicBezTo>
                    <a:pt x="263" y="243"/>
                    <a:pt x="494" y="137"/>
                    <a:pt x="731" y="51"/>
                  </a:cubicBezTo>
                  <a:cubicBezTo>
                    <a:pt x="744" y="46"/>
                    <a:pt x="751" y="31"/>
                    <a:pt x="746" y="17"/>
                  </a:cubicBezTo>
                  <a:cubicBezTo>
                    <a:pt x="741" y="7"/>
                    <a:pt x="732" y="0"/>
                    <a:pt x="72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22"/>
            <p:cNvSpPr/>
            <p:nvPr/>
          </p:nvSpPr>
          <p:spPr>
            <a:xfrm>
              <a:off x="4863650" y="3841075"/>
              <a:ext cx="20000" cy="13500"/>
            </a:xfrm>
            <a:custGeom>
              <a:avLst/>
              <a:gdLst/>
              <a:ahLst/>
              <a:cxnLst/>
              <a:rect l="l" t="t" r="r" b="b"/>
              <a:pathLst>
                <a:path w="800" h="540" extrusionOk="0">
                  <a:moveTo>
                    <a:pt x="770" y="0"/>
                  </a:moveTo>
                  <a:cubicBezTo>
                    <a:pt x="766" y="0"/>
                    <a:pt x="763" y="1"/>
                    <a:pt x="759" y="2"/>
                  </a:cubicBezTo>
                  <a:cubicBezTo>
                    <a:pt x="489" y="130"/>
                    <a:pt x="237" y="296"/>
                    <a:pt x="11" y="493"/>
                  </a:cubicBezTo>
                  <a:cubicBezTo>
                    <a:pt x="2" y="503"/>
                    <a:pt x="0" y="519"/>
                    <a:pt x="10" y="530"/>
                  </a:cubicBezTo>
                  <a:cubicBezTo>
                    <a:pt x="14" y="535"/>
                    <a:pt x="22" y="539"/>
                    <a:pt x="29" y="539"/>
                  </a:cubicBezTo>
                  <a:cubicBezTo>
                    <a:pt x="35" y="539"/>
                    <a:pt x="41" y="536"/>
                    <a:pt x="46" y="532"/>
                  </a:cubicBezTo>
                  <a:cubicBezTo>
                    <a:pt x="268" y="339"/>
                    <a:pt x="514" y="176"/>
                    <a:pt x="781" y="49"/>
                  </a:cubicBezTo>
                  <a:cubicBezTo>
                    <a:pt x="794" y="44"/>
                    <a:pt x="800" y="28"/>
                    <a:pt x="793" y="14"/>
                  </a:cubicBezTo>
                  <a:cubicBezTo>
                    <a:pt x="789" y="5"/>
                    <a:pt x="780" y="0"/>
                    <a:pt x="77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22"/>
            <p:cNvSpPr/>
            <p:nvPr/>
          </p:nvSpPr>
          <p:spPr>
            <a:xfrm>
              <a:off x="4863725" y="3850025"/>
              <a:ext cx="14000" cy="12550"/>
            </a:xfrm>
            <a:custGeom>
              <a:avLst/>
              <a:gdLst/>
              <a:ahLst/>
              <a:cxnLst/>
              <a:rect l="l" t="t" r="r" b="b"/>
              <a:pathLst>
                <a:path w="560" h="502" extrusionOk="0">
                  <a:moveTo>
                    <a:pt x="531" y="1"/>
                  </a:moveTo>
                  <a:cubicBezTo>
                    <a:pt x="526" y="1"/>
                    <a:pt x="521" y="2"/>
                    <a:pt x="517" y="5"/>
                  </a:cubicBezTo>
                  <a:cubicBezTo>
                    <a:pt x="322" y="126"/>
                    <a:pt x="151" y="279"/>
                    <a:pt x="8" y="460"/>
                  </a:cubicBezTo>
                  <a:cubicBezTo>
                    <a:pt x="0" y="472"/>
                    <a:pt x="1" y="488"/>
                    <a:pt x="14" y="496"/>
                  </a:cubicBezTo>
                  <a:cubicBezTo>
                    <a:pt x="18" y="500"/>
                    <a:pt x="23" y="501"/>
                    <a:pt x="30" y="501"/>
                  </a:cubicBezTo>
                  <a:cubicBezTo>
                    <a:pt x="36" y="501"/>
                    <a:pt x="44" y="499"/>
                    <a:pt x="50" y="492"/>
                  </a:cubicBezTo>
                  <a:cubicBezTo>
                    <a:pt x="187" y="316"/>
                    <a:pt x="354" y="166"/>
                    <a:pt x="545" y="48"/>
                  </a:cubicBezTo>
                  <a:cubicBezTo>
                    <a:pt x="556" y="41"/>
                    <a:pt x="560" y="25"/>
                    <a:pt x="553" y="13"/>
                  </a:cubicBezTo>
                  <a:cubicBezTo>
                    <a:pt x="548" y="5"/>
                    <a:pt x="539" y="1"/>
                    <a:pt x="5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22"/>
            <p:cNvSpPr/>
            <p:nvPr/>
          </p:nvSpPr>
          <p:spPr>
            <a:xfrm>
              <a:off x="4886625" y="3838100"/>
              <a:ext cx="3625" cy="2225"/>
            </a:xfrm>
            <a:custGeom>
              <a:avLst/>
              <a:gdLst/>
              <a:ahLst/>
              <a:cxnLst/>
              <a:rect l="l" t="t" r="r" b="b"/>
              <a:pathLst>
                <a:path w="145" h="89" extrusionOk="0">
                  <a:moveTo>
                    <a:pt x="115" y="1"/>
                  </a:moveTo>
                  <a:cubicBezTo>
                    <a:pt x="111" y="1"/>
                    <a:pt x="107" y="2"/>
                    <a:pt x="104" y="3"/>
                  </a:cubicBezTo>
                  <a:lnTo>
                    <a:pt x="19" y="39"/>
                  </a:lnTo>
                  <a:cubicBezTo>
                    <a:pt x="6" y="45"/>
                    <a:pt x="0" y="61"/>
                    <a:pt x="6" y="74"/>
                  </a:cubicBezTo>
                  <a:cubicBezTo>
                    <a:pt x="10" y="84"/>
                    <a:pt x="19" y="89"/>
                    <a:pt x="29" y="89"/>
                  </a:cubicBezTo>
                  <a:cubicBezTo>
                    <a:pt x="33" y="89"/>
                    <a:pt x="35" y="89"/>
                    <a:pt x="39" y="88"/>
                  </a:cubicBezTo>
                  <a:lnTo>
                    <a:pt x="125" y="50"/>
                  </a:lnTo>
                  <a:cubicBezTo>
                    <a:pt x="137" y="45"/>
                    <a:pt x="144" y="30"/>
                    <a:pt x="139" y="16"/>
                  </a:cubicBezTo>
                  <a:cubicBezTo>
                    <a:pt x="135" y="6"/>
                    <a:pt x="125" y="1"/>
                    <a:pt x="11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22"/>
            <p:cNvSpPr/>
            <p:nvPr/>
          </p:nvSpPr>
          <p:spPr>
            <a:xfrm>
              <a:off x="4890150" y="3787600"/>
              <a:ext cx="26000" cy="5225"/>
            </a:xfrm>
            <a:custGeom>
              <a:avLst/>
              <a:gdLst/>
              <a:ahLst/>
              <a:cxnLst/>
              <a:rect l="l" t="t" r="r" b="b"/>
              <a:pathLst>
                <a:path w="1040" h="209" extrusionOk="0">
                  <a:moveTo>
                    <a:pt x="977" y="1"/>
                  </a:moveTo>
                  <a:cubicBezTo>
                    <a:pt x="651" y="1"/>
                    <a:pt x="329" y="52"/>
                    <a:pt x="21" y="158"/>
                  </a:cubicBezTo>
                  <a:cubicBezTo>
                    <a:pt x="7" y="162"/>
                    <a:pt x="1" y="177"/>
                    <a:pt x="5" y="191"/>
                  </a:cubicBezTo>
                  <a:cubicBezTo>
                    <a:pt x="9" y="201"/>
                    <a:pt x="18" y="208"/>
                    <a:pt x="29" y="208"/>
                  </a:cubicBezTo>
                  <a:cubicBezTo>
                    <a:pt x="31" y="208"/>
                    <a:pt x="34" y="208"/>
                    <a:pt x="38" y="207"/>
                  </a:cubicBezTo>
                  <a:cubicBezTo>
                    <a:pt x="337" y="104"/>
                    <a:pt x="649" y="53"/>
                    <a:pt x="966" y="53"/>
                  </a:cubicBezTo>
                  <a:cubicBezTo>
                    <a:pt x="982" y="53"/>
                    <a:pt x="998" y="53"/>
                    <a:pt x="1014" y="53"/>
                  </a:cubicBezTo>
                  <a:cubicBezTo>
                    <a:pt x="1027" y="53"/>
                    <a:pt x="1039" y="41"/>
                    <a:pt x="1039" y="28"/>
                  </a:cubicBezTo>
                  <a:cubicBezTo>
                    <a:pt x="1039" y="13"/>
                    <a:pt x="1028" y="2"/>
                    <a:pt x="1014" y="1"/>
                  </a:cubicBezTo>
                  <a:cubicBezTo>
                    <a:pt x="1001" y="1"/>
                    <a:pt x="989" y="1"/>
                    <a:pt x="97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22"/>
            <p:cNvSpPr/>
            <p:nvPr/>
          </p:nvSpPr>
          <p:spPr>
            <a:xfrm>
              <a:off x="4881775" y="3793550"/>
              <a:ext cx="4125" cy="2425"/>
            </a:xfrm>
            <a:custGeom>
              <a:avLst/>
              <a:gdLst/>
              <a:ahLst/>
              <a:cxnLst/>
              <a:rect l="l" t="t" r="r" b="b"/>
              <a:pathLst>
                <a:path w="165" h="97" extrusionOk="0">
                  <a:moveTo>
                    <a:pt x="135" y="0"/>
                  </a:moveTo>
                  <a:cubicBezTo>
                    <a:pt x="132" y="0"/>
                    <a:pt x="129" y="1"/>
                    <a:pt x="126" y="2"/>
                  </a:cubicBezTo>
                  <a:lnTo>
                    <a:pt x="21" y="47"/>
                  </a:lnTo>
                  <a:cubicBezTo>
                    <a:pt x="7" y="52"/>
                    <a:pt x="1" y="68"/>
                    <a:pt x="6" y="80"/>
                  </a:cubicBezTo>
                  <a:cubicBezTo>
                    <a:pt x="11" y="91"/>
                    <a:pt x="21" y="97"/>
                    <a:pt x="30" y="97"/>
                  </a:cubicBezTo>
                  <a:cubicBezTo>
                    <a:pt x="34" y="97"/>
                    <a:pt x="37" y="97"/>
                    <a:pt x="41" y="95"/>
                  </a:cubicBezTo>
                  <a:lnTo>
                    <a:pt x="146" y="51"/>
                  </a:lnTo>
                  <a:cubicBezTo>
                    <a:pt x="158" y="45"/>
                    <a:pt x="165" y="29"/>
                    <a:pt x="159" y="16"/>
                  </a:cubicBezTo>
                  <a:cubicBezTo>
                    <a:pt x="155" y="7"/>
                    <a:pt x="145" y="0"/>
                    <a:pt x="13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22"/>
            <p:cNvSpPr/>
            <p:nvPr/>
          </p:nvSpPr>
          <p:spPr>
            <a:xfrm>
              <a:off x="4882050" y="3773275"/>
              <a:ext cx="19125" cy="8000"/>
            </a:xfrm>
            <a:custGeom>
              <a:avLst/>
              <a:gdLst/>
              <a:ahLst/>
              <a:cxnLst/>
              <a:rect l="l" t="t" r="r" b="b"/>
              <a:pathLst>
                <a:path w="765" h="320" extrusionOk="0">
                  <a:moveTo>
                    <a:pt x="737" y="1"/>
                  </a:moveTo>
                  <a:cubicBezTo>
                    <a:pt x="736" y="1"/>
                    <a:pt x="735" y="1"/>
                    <a:pt x="733" y="1"/>
                  </a:cubicBezTo>
                  <a:cubicBezTo>
                    <a:pt x="477" y="30"/>
                    <a:pt x="226" y="125"/>
                    <a:pt x="15" y="273"/>
                  </a:cubicBezTo>
                  <a:cubicBezTo>
                    <a:pt x="3" y="281"/>
                    <a:pt x="0" y="297"/>
                    <a:pt x="8" y="309"/>
                  </a:cubicBezTo>
                  <a:cubicBezTo>
                    <a:pt x="12" y="316"/>
                    <a:pt x="20" y="320"/>
                    <a:pt x="29" y="320"/>
                  </a:cubicBezTo>
                  <a:cubicBezTo>
                    <a:pt x="34" y="320"/>
                    <a:pt x="39" y="318"/>
                    <a:pt x="43" y="314"/>
                  </a:cubicBezTo>
                  <a:cubicBezTo>
                    <a:pt x="249" y="172"/>
                    <a:pt x="490" y="80"/>
                    <a:pt x="739" y="52"/>
                  </a:cubicBezTo>
                  <a:cubicBezTo>
                    <a:pt x="754" y="51"/>
                    <a:pt x="764" y="37"/>
                    <a:pt x="762" y="24"/>
                  </a:cubicBezTo>
                  <a:cubicBezTo>
                    <a:pt x="760" y="10"/>
                    <a:pt x="751" y="1"/>
                    <a:pt x="73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22"/>
            <p:cNvSpPr/>
            <p:nvPr/>
          </p:nvSpPr>
          <p:spPr>
            <a:xfrm>
              <a:off x="4904375" y="3772475"/>
              <a:ext cx="4425" cy="1900"/>
            </a:xfrm>
            <a:custGeom>
              <a:avLst/>
              <a:gdLst/>
              <a:ahLst/>
              <a:cxnLst/>
              <a:rect l="l" t="t" r="r" b="b"/>
              <a:pathLst>
                <a:path w="177" h="76" extrusionOk="0">
                  <a:moveTo>
                    <a:pt x="131" y="1"/>
                  </a:moveTo>
                  <a:cubicBezTo>
                    <a:pt x="91" y="1"/>
                    <a:pt x="52" y="10"/>
                    <a:pt x="18" y="27"/>
                  </a:cubicBezTo>
                  <a:cubicBezTo>
                    <a:pt x="6" y="34"/>
                    <a:pt x="1" y="49"/>
                    <a:pt x="7" y="62"/>
                  </a:cubicBezTo>
                  <a:cubicBezTo>
                    <a:pt x="11" y="72"/>
                    <a:pt x="21" y="76"/>
                    <a:pt x="30" y="76"/>
                  </a:cubicBezTo>
                  <a:cubicBezTo>
                    <a:pt x="34" y="76"/>
                    <a:pt x="38" y="76"/>
                    <a:pt x="41" y="73"/>
                  </a:cubicBezTo>
                  <a:cubicBezTo>
                    <a:pt x="67" y="60"/>
                    <a:pt x="97" y="53"/>
                    <a:pt x="126" y="53"/>
                  </a:cubicBezTo>
                  <a:cubicBezTo>
                    <a:pt x="133" y="53"/>
                    <a:pt x="140" y="54"/>
                    <a:pt x="147" y="54"/>
                  </a:cubicBezTo>
                  <a:cubicBezTo>
                    <a:pt x="148" y="54"/>
                    <a:pt x="149" y="54"/>
                    <a:pt x="150" y="54"/>
                  </a:cubicBezTo>
                  <a:cubicBezTo>
                    <a:pt x="162" y="54"/>
                    <a:pt x="174" y="44"/>
                    <a:pt x="175" y="30"/>
                  </a:cubicBezTo>
                  <a:cubicBezTo>
                    <a:pt x="177" y="17"/>
                    <a:pt x="166" y="3"/>
                    <a:pt x="153" y="2"/>
                  </a:cubicBezTo>
                  <a:cubicBezTo>
                    <a:pt x="145" y="1"/>
                    <a:pt x="138" y="1"/>
                    <a:pt x="1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22"/>
            <p:cNvSpPr/>
            <p:nvPr/>
          </p:nvSpPr>
          <p:spPr>
            <a:xfrm>
              <a:off x="4901850" y="3766100"/>
              <a:ext cx="21725" cy="2600"/>
            </a:xfrm>
            <a:custGeom>
              <a:avLst/>
              <a:gdLst/>
              <a:ahLst/>
              <a:cxnLst/>
              <a:rect l="l" t="t" r="r" b="b"/>
              <a:pathLst>
                <a:path w="869" h="104" extrusionOk="0">
                  <a:moveTo>
                    <a:pt x="497" y="1"/>
                  </a:moveTo>
                  <a:cubicBezTo>
                    <a:pt x="338" y="1"/>
                    <a:pt x="180" y="18"/>
                    <a:pt x="24" y="52"/>
                  </a:cubicBezTo>
                  <a:cubicBezTo>
                    <a:pt x="9" y="55"/>
                    <a:pt x="1" y="70"/>
                    <a:pt x="3" y="83"/>
                  </a:cubicBezTo>
                  <a:cubicBezTo>
                    <a:pt x="6" y="95"/>
                    <a:pt x="17" y="103"/>
                    <a:pt x="29" y="103"/>
                  </a:cubicBezTo>
                  <a:lnTo>
                    <a:pt x="34" y="103"/>
                  </a:lnTo>
                  <a:cubicBezTo>
                    <a:pt x="188" y="70"/>
                    <a:pt x="344" y="53"/>
                    <a:pt x="499" y="53"/>
                  </a:cubicBezTo>
                  <a:cubicBezTo>
                    <a:pt x="612" y="53"/>
                    <a:pt x="724" y="62"/>
                    <a:pt x="836" y="79"/>
                  </a:cubicBezTo>
                  <a:cubicBezTo>
                    <a:pt x="838" y="80"/>
                    <a:pt x="839" y="80"/>
                    <a:pt x="841" y="80"/>
                  </a:cubicBezTo>
                  <a:cubicBezTo>
                    <a:pt x="854" y="80"/>
                    <a:pt x="863" y="71"/>
                    <a:pt x="866" y="58"/>
                  </a:cubicBezTo>
                  <a:cubicBezTo>
                    <a:pt x="868" y="44"/>
                    <a:pt x="859" y="31"/>
                    <a:pt x="844" y="28"/>
                  </a:cubicBezTo>
                  <a:cubicBezTo>
                    <a:pt x="729" y="10"/>
                    <a:pt x="613" y="1"/>
                    <a:pt x="49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22"/>
            <p:cNvSpPr/>
            <p:nvPr/>
          </p:nvSpPr>
          <p:spPr>
            <a:xfrm>
              <a:off x="4910925" y="3760450"/>
              <a:ext cx="13325" cy="2700"/>
            </a:xfrm>
            <a:custGeom>
              <a:avLst/>
              <a:gdLst/>
              <a:ahLst/>
              <a:cxnLst/>
              <a:rect l="l" t="t" r="r" b="b"/>
              <a:pathLst>
                <a:path w="533" h="108" extrusionOk="0">
                  <a:moveTo>
                    <a:pt x="119" y="1"/>
                  </a:moveTo>
                  <a:cubicBezTo>
                    <a:pt x="89" y="1"/>
                    <a:pt x="57" y="2"/>
                    <a:pt x="26" y="4"/>
                  </a:cubicBezTo>
                  <a:cubicBezTo>
                    <a:pt x="12" y="4"/>
                    <a:pt x="1" y="17"/>
                    <a:pt x="2" y="31"/>
                  </a:cubicBezTo>
                  <a:cubicBezTo>
                    <a:pt x="2" y="44"/>
                    <a:pt x="11" y="56"/>
                    <a:pt x="24" y="56"/>
                  </a:cubicBezTo>
                  <a:cubicBezTo>
                    <a:pt x="25" y="56"/>
                    <a:pt x="27" y="56"/>
                    <a:pt x="29" y="55"/>
                  </a:cubicBezTo>
                  <a:cubicBezTo>
                    <a:pt x="57" y="53"/>
                    <a:pt x="85" y="53"/>
                    <a:pt x="112" y="53"/>
                  </a:cubicBezTo>
                  <a:cubicBezTo>
                    <a:pt x="242" y="53"/>
                    <a:pt x="371" y="71"/>
                    <a:pt x="496" y="106"/>
                  </a:cubicBezTo>
                  <a:cubicBezTo>
                    <a:pt x="499" y="107"/>
                    <a:pt x="501" y="107"/>
                    <a:pt x="503" y="107"/>
                  </a:cubicBezTo>
                  <a:cubicBezTo>
                    <a:pt x="515" y="107"/>
                    <a:pt x="524" y="101"/>
                    <a:pt x="528" y="89"/>
                  </a:cubicBezTo>
                  <a:cubicBezTo>
                    <a:pt x="532" y="75"/>
                    <a:pt x="524" y="60"/>
                    <a:pt x="511" y="56"/>
                  </a:cubicBezTo>
                  <a:cubicBezTo>
                    <a:pt x="382" y="19"/>
                    <a:pt x="251" y="1"/>
                    <a:pt x="11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22"/>
            <p:cNvSpPr/>
            <p:nvPr/>
          </p:nvSpPr>
          <p:spPr>
            <a:xfrm>
              <a:off x="5012600" y="3680500"/>
              <a:ext cx="18500" cy="7525"/>
            </a:xfrm>
            <a:custGeom>
              <a:avLst/>
              <a:gdLst/>
              <a:ahLst/>
              <a:cxnLst/>
              <a:rect l="l" t="t" r="r" b="b"/>
              <a:pathLst>
                <a:path w="740" h="301" extrusionOk="0">
                  <a:moveTo>
                    <a:pt x="29" y="1"/>
                  </a:moveTo>
                  <a:cubicBezTo>
                    <a:pt x="19" y="1"/>
                    <a:pt x="9" y="7"/>
                    <a:pt x="6" y="18"/>
                  </a:cubicBezTo>
                  <a:cubicBezTo>
                    <a:pt x="1" y="31"/>
                    <a:pt x="8" y="46"/>
                    <a:pt x="21" y="51"/>
                  </a:cubicBezTo>
                  <a:lnTo>
                    <a:pt x="700" y="299"/>
                  </a:lnTo>
                  <a:cubicBezTo>
                    <a:pt x="704" y="299"/>
                    <a:pt x="707" y="300"/>
                    <a:pt x="710" y="300"/>
                  </a:cubicBezTo>
                  <a:cubicBezTo>
                    <a:pt x="721" y="300"/>
                    <a:pt x="730" y="293"/>
                    <a:pt x="734" y="283"/>
                  </a:cubicBezTo>
                  <a:cubicBezTo>
                    <a:pt x="739" y="269"/>
                    <a:pt x="731" y="254"/>
                    <a:pt x="718" y="250"/>
                  </a:cubicBezTo>
                  <a:lnTo>
                    <a:pt x="39" y="3"/>
                  </a:lnTo>
                  <a:cubicBezTo>
                    <a:pt x="35" y="1"/>
                    <a:pt x="32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22"/>
            <p:cNvSpPr/>
            <p:nvPr/>
          </p:nvSpPr>
          <p:spPr>
            <a:xfrm>
              <a:off x="5021625" y="3750000"/>
              <a:ext cx="46400" cy="5200"/>
            </a:xfrm>
            <a:custGeom>
              <a:avLst/>
              <a:gdLst/>
              <a:ahLst/>
              <a:cxnLst/>
              <a:rect l="l" t="t" r="r" b="b"/>
              <a:pathLst>
                <a:path w="1856" h="208" extrusionOk="0">
                  <a:moveTo>
                    <a:pt x="27" y="1"/>
                  </a:moveTo>
                  <a:cubicBezTo>
                    <a:pt x="12" y="1"/>
                    <a:pt x="0" y="12"/>
                    <a:pt x="0" y="26"/>
                  </a:cubicBezTo>
                  <a:cubicBezTo>
                    <a:pt x="0" y="41"/>
                    <a:pt x="12" y="52"/>
                    <a:pt x="27" y="52"/>
                  </a:cubicBezTo>
                  <a:lnTo>
                    <a:pt x="45" y="52"/>
                  </a:lnTo>
                  <a:cubicBezTo>
                    <a:pt x="639" y="52"/>
                    <a:pt x="1237" y="104"/>
                    <a:pt x="1823" y="207"/>
                  </a:cubicBezTo>
                  <a:cubicBezTo>
                    <a:pt x="1825" y="208"/>
                    <a:pt x="1826" y="208"/>
                    <a:pt x="1827" y="208"/>
                  </a:cubicBezTo>
                  <a:cubicBezTo>
                    <a:pt x="1839" y="208"/>
                    <a:pt x="1850" y="199"/>
                    <a:pt x="1853" y="186"/>
                  </a:cubicBezTo>
                  <a:cubicBezTo>
                    <a:pt x="1856" y="172"/>
                    <a:pt x="1846" y="158"/>
                    <a:pt x="1831" y="157"/>
                  </a:cubicBezTo>
                  <a:cubicBezTo>
                    <a:pt x="1243" y="53"/>
                    <a:pt x="642" y="1"/>
                    <a:pt x="4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22"/>
            <p:cNvSpPr/>
            <p:nvPr/>
          </p:nvSpPr>
          <p:spPr>
            <a:xfrm>
              <a:off x="5041725" y="3764250"/>
              <a:ext cx="42075" cy="5250"/>
            </a:xfrm>
            <a:custGeom>
              <a:avLst/>
              <a:gdLst/>
              <a:ahLst/>
              <a:cxnLst/>
              <a:rect l="l" t="t" r="r" b="b"/>
              <a:pathLst>
                <a:path w="1683" h="210" extrusionOk="0">
                  <a:moveTo>
                    <a:pt x="386" y="1"/>
                  </a:moveTo>
                  <a:cubicBezTo>
                    <a:pt x="266" y="1"/>
                    <a:pt x="145" y="5"/>
                    <a:pt x="25" y="13"/>
                  </a:cubicBezTo>
                  <a:cubicBezTo>
                    <a:pt x="12" y="15"/>
                    <a:pt x="1" y="27"/>
                    <a:pt x="2" y="40"/>
                  </a:cubicBezTo>
                  <a:cubicBezTo>
                    <a:pt x="2" y="54"/>
                    <a:pt x="12" y="65"/>
                    <a:pt x="25" y="65"/>
                  </a:cubicBezTo>
                  <a:cubicBezTo>
                    <a:pt x="26" y="65"/>
                    <a:pt x="28" y="65"/>
                    <a:pt x="29" y="64"/>
                  </a:cubicBezTo>
                  <a:cubicBezTo>
                    <a:pt x="146" y="57"/>
                    <a:pt x="263" y="53"/>
                    <a:pt x="380" y="53"/>
                  </a:cubicBezTo>
                  <a:cubicBezTo>
                    <a:pt x="807" y="53"/>
                    <a:pt x="1232" y="105"/>
                    <a:pt x="1648" y="208"/>
                  </a:cubicBezTo>
                  <a:cubicBezTo>
                    <a:pt x="1650" y="210"/>
                    <a:pt x="1652" y="210"/>
                    <a:pt x="1654" y="210"/>
                  </a:cubicBezTo>
                  <a:cubicBezTo>
                    <a:pt x="1666" y="210"/>
                    <a:pt x="1676" y="202"/>
                    <a:pt x="1680" y="191"/>
                  </a:cubicBezTo>
                  <a:cubicBezTo>
                    <a:pt x="1683" y="176"/>
                    <a:pt x="1674" y="163"/>
                    <a:pt x="1661" y="159"/>
                  </a:cubicBezTo>
                  <a:cubicBezTo>
                    <a:pt x="1243" y="54"/>
                    <a:pt x="815" y="1"/>
                    <a:pt x="38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22"/>
            <p:cNvSpPr/>
            <p:nvPr/>
          </p:nvSpPr>
          <p:spPr>
            <a:xfrm>
              <a:off x="5059500" y="3773075"/>
              <a:ext cx="33350" cy="4800"/>
            </a:xfrm>
            <a:custGeom>
              <a:avLst/>
              <a:gdLst/>
              <a:ahLst/>
              <a:cxnLst/>
              <a:rect l="l" t="t" r="r" b="b"/>
              <a:pathLst>
                <a:path w="1334" h="192" extrusionOk="0">
                  <a:moveTo>
                    <a:pt x="243" y="0"/>
                  </a:moveTo>
                  <a:cubicBezTo>
                    <a:pt x="171" y="0"/>
                    <a:pt x="98" y="2"/>
                    <a:pt x="26" y="6"/>
                  </a:cubicBezTo>
                  <a:cubicBezTo>
                    <a:pt x="11" y="6"/>
                    <a:pt x="0" y="18"/>
                    <a:pt x="0" y="33"/>
                  </a:cubicBezTo>
                  <a:cubicBezTo>
                    <a:pt x="1" y="46"/>
                    <a:pt x="13" y="58"/>
                    <a:pt x="25" y="58"/>
                  </a:cubicBezTo>
                  <a:cubicBezTo>
                    <a:pt x="26" y="58"/>
                    <a:pt x="27" y="57"/>
                    <a:pt x="28" y="57"/>
                  </a:cubicBezTo>
                  <a:cubicBezTo>
                    <a:pt x="100" y="53"/>
                    <a:pt x="172" y="51"/>
                    <a:pt x="243" y="51"/>
                  </a:cubicBezTo>
                  <a:cubicBezTo>
                    <a:pt x="599" y="51"/>
                    <a:pt x="953" y="99"/>
                    <a:pt x="1298" y="190"/>
                  </a:cubicBezTo>
                  <a:cubicBezTo>
                    <a:pt x="1300" y="190"/>
                    <a:pt x="1302" y="192"/>
                    <a:pt x="1305" y="192"/>
                  </a:cubicBezTo>
                  <a:cubicBezTo>
                    <a:pt x="1316" y="192"/>
                    <a:pt x="1327" y="184"/>
                    <a:pt x="1329" y="172"/>
                  </a:cubicBezTo>
                  <a:cubicBezTo>
                    <a:pt x="1333" y="158"/>
                    <a:pt x="1325" y="145"/>
                    <a:pt x="1312" y="141"/>
                  </a:cubicBezTo>
                  <a:cubicBezTo>
                    <a:pt x="962" y="48"/>
                    <a:pt x="603" y="0"/>
                    <a:pt x="24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22"/>
            <p:cNvSpPr/>
            <p:nvPr/>
          </p:nvSpPr>
          <p:spPr>
            <a:xfrm>
              <a:off x="5047450" y="3773550"/>
              <a:ext cx="5250" cy="1875"/>
            </a:xfrm>
            <a:custGeom>
              <a:avLst/>
              <a:gdLst/>
              <a:ahLst/>
              <a:cxnLst/>
              <a:rect l="l" t="t" r="r" b="b"/>
              <a:pathLst>
                <a:path w="210" h="75" extrusionOk="0">
                  <a:moveTo>
                    <a:pt x="181" y="0"/>
                  </a:moveTo>
                  <a:cubicBezTo>
                    <a:pt x="180" y="0"/>
                    <a:pt x="179" y="0"/>
                    <a:pt x="178" y="1"/>
                  </a:cubicBezTo>
                  <a:lnTo>
                    <a:pt x="25" y="22"/>
                  </a:lnTo>
                  <a:cubicBezTo>
                    <a:pt x="10" y="25"/>
                    <a:pt x="1" y="38"/>
                    <a:pt x="2" y="52"/>
                  </a:cubicBezTo>
                  <a:cubicBezTo>
                    <a:pt x="5" y="65"/>
                    <a:pt x="15" y="75"/>
                    <a:pt x="27" y="75"/>
                  </a:cubicBezTo>
                  <a:lnTo>
                    <a:pt x="32" y="75"/>
                  </a:lnTo>
                  <a:lnTo>
                    <a:pt x="186" y="53"/>
                  </a:lnTo>
                  <a:cubicBezTo>
                    <a:pt x="200" y="50"/>
                    <a:pt x="209" y="37"/>
                    <a:pt x="208" y="23"/>
                  </a:cubicBezTo>
                  <a:cubicBezTo>
                    <a:pt x="207" y="10"/>
                    <a:pt x="196" y="0"/>
                    <a:pt x="18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22"/>
            <p:cNvSpPr/>
            <p:nvPr/>
          </p:nvSpPr>
          <p:spPr>
            <a:xfrm>
              <a:off x="5047625" y="3784425"/>
              <a:ext cx="24500" cy="2300"/>
            </a:xfrm>
            <a:custGeom>
              <a:avLst/>
              <a:gdLst/>
              <a:ahLst/>
              <a:cxnLst/>
              <a:rect l="l" t="t" r="r" b="b"/>
              <a:pathLst>
                <a:path w="980" h="92" extrusionOk="0">
                  <a:moveTo>
                    <a:pt x="531" y="1"/>
                  </a:moveTo>
                  <a:cubicBezTo>
                    <a:pt x="362" y="1"/>
                    <a:pt x="192" y="14"/>
                    <a:pt x="23" y="40"/>
                  </a:cubicBezTo>
                  <a:cubicBezTo>
                    <a:pt x="10" y="43"/>
                    <a:pt x="0" y="57"/>
                    <a:pt x="2" y="70"/>
                  </a:cubicBezTo>
                  <a:cubicBezTo>
                    <a:pt x="4" y="82"/>
                    <a:pt x="15" y="92"/>
                    <a:pt x="27" y="92"/>
                  </a:cubicBezTo>
                  <a:lnTo>
                    <a:pt x="31" y="92"/>
                  </a:lnTo>
                  <a:cubicBezTo>
                    <a:pt x="197" y="65"/>
                    <a:pt x="364" y="52"/>
                    <a:pt x="531" y="52"/>
                  </a:cubicBezTo>
                  <a:cubicBezTo>
                    <a:pt x="671" y="52"/>
                    <a:pt x="810" y="61"/>
                    <a:pt x="949" y="79"/>
                  </a:cubicBezTo>
                  <a:cubicBezTo>
                    <a:pt x="950" y="80"/>
                    <a:pt x="951" y="80"/>
                    <a:pt x="952" y="80"/>
                  </a:cubicBezTo>
                  <a:cubicBezTo>
                    <a:pt x="964" y="80"/>
                    <a:pt x="976" y="72"/>
                    <a:pt x="977" y="58"/>
                  </a:cubicBezTo>
                  <a:cubicBezTo>
                    <a:pt x="980" y="43"/>
                    <a:pt x="969" y="31"/>
                    <a:pt x="955" y="28"/>
                  </a:cubicBezTo>
                  <a:cubicBezTo>
                    <a:pt x="814" y="10"/>
                    <a:pt x="673" y="1"/>
                    <a:pt x="5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22"/>
            <p:cNvSpPr/>
            <p:nvPr/>
          </p:nvSpPr>
          <p:spPr>
            <a:xfrm>
              <a:off x="5078400" y="3785925"/>
              <a:ext cx="6375" cy="2375"/>
            </a:xfrm>
            <a:custGeom>
              <a:avLst/>
              <a:gdLst/>
              <a:ahLst/>
              <a:cxnLst/>
              <a:rect l="l" t="t" r="r" b="b"/>
              <a:pathLst>
                <a:path w="255" h="95" extrusionOk="0">
                  <a:moveTo>
                    <a:pt x="29" y="0"/>
                  </a:moveTo>
                  <a:cubicBezTo>
                    <a:pt x="16" y="0"/>
                    <a:pt x="5" y="9"/>
                    <a:pt x="3" y="21"/>
                  </a:cubicBezTo>
                  <a:cubicBezTo>
                    <a:pt x="0" y="36"/>
                    <a:pt x="10" y="49"/>
                    <a:pt x="23" y="52"/>
                  </a:cubicBezTo>
                  <a:lnTo>
                    <a:pt x="221" y="93"/>
                  </a:lnTo>
                  <a:cubicBezTo>
                    <a:pt x="222" y="95"/>
                    <a:pt x="224" y="95"/>
                    <a:pt x="226" y="95"/>
                  </a:cubicBezTo>
                  <a:cubicBezTo>
                    <a:pt x="237" y="95"/>
                    <a:pt x="249" y="85"/>
                    <a:pt x="251" y="73"/>
                  </a:cubicBezTo>
                  <a:cubicBezTo>
                    <a:pt x="255" y="60"/>
                    <a:pt x="245" y="46"/>
                    <a:pt x="232" y="44"/>
                  </a:cubicBezTo>
                  <a:lnTo>
                    <a:pt x="34" y="1"/>
                  </a:lnTo>
                  <a:cubicBezTo>
                    <a:pt x="32" y="0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22"/>
            <p:cNvSpPr/>
            <p:nvPr/>
          </p:nvSpPr>
          <p:spPr>
            <a:xfrm>
              <a:off x="5052100" y="3789100"/>
              <a:ext cx="6050" cy="12800"/>
            </a:xfrm>
            <a:custGeom>
              <a:avLst/>
              <a:gdLst/>
              <a:ahLst/>
              <a:cxnLst/>
              <a:rect l="l" t="t" r="r" b="b"/>
              <a:pathLst>
                <a:path w="242" h="512" extrusionOk="0">
                  <a:moveTo>
                    <a:pt x="30" y="0"/>
                  </a:moveTo>
                  <a:cubicBezTo>
                    <a:pt x="27" y="0"/>
                    <a:pt x="25" y="1"/>
                    <a:pt x="23" y="1"/>
                  </a:cubicBezTo>
                  <a:cubicBezTo>
                    <a:pt x="8" y="4"/>
                    <a:pt x="0" y="18"/>
                    <a:pt x="4" y="32"/>
                  </a:cubicBezTo>
                  <a:cubicBezTo>
                    <a:pt x="42" y="196"/>
                    <a:pt x="104" y="353"/>
                    <a:pt x="189" y="498"/>
                  </a:cubicBezTo>
                  <a:cubicBezTo>
                    <a:pt x="193" y="506"/>
                    <a:pt x="202" y="511"/>
                    <a:pt x="210" y="511"/>
                  </a:cubicBezTo>
                  <a:cubicBezTo>
                    <a:pt x="215" y="511"/>
                    <a:pt x="220" y="510"/>
                    <a:pt x="224" y="507"/>
                  </a:cubicBezTo>
                  <a:cubicBezTo>
                    <a:pt x="236" y="501"/>
                    <a:pt x="241" y="484"/>
                    <a:pt x="233" y="472"/>
                  </a:cubicBezTo>
                  <a:cubicBezTo>
                    <a:pt x="151" y="331"/>
                    <a:pt x="92" y="179"/>
                    <a:pt x="54" y="20"/>
                  </a:cubicBezTo>
                  <a:cubicBezTo>
                    <a:pt x="52" y="9"/>
                    <a:pt x="41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22"/>
            <p:cNvSpPr/>
            <p:nvPr/>
          </p:nvSpPr>
          <p:spPr>
            <a:xfrm>
              <a:off x="5058675" y="3804075"/>
              <a:ext cx="3100" cy="4050"/>
            </a:xfrm>
            <a:custGeom>
              <a:avLst/>
              <a:gdLst/>
              <a:ahLst/>
              <a:cxnLst/>
              <a:rect l="l" t="t" r="r" b="b"/>
              <a:pathLst>
                <a:path w="124" h="162" extrusionOk="0">
                  <a:moveTo>
                    <a:pt x="31" y="1"/>
                  </a:moveTo>
                  <a:cubicBezTo>
                    <a:pt x="26" y="1"/>
                    <a:pt x="21" y="2"/>
                    <a:pt x="17" y="5"/>
                  </a:cubicBezTo>
                  <a:cubicBezTo>
                    <a:pt x="5" y="12"/>
                    <a:pt x="1" y="28"/>
                    <a:pt x="8" y="40"/>
                  </a:cubicBezTo>
                  <a:lnTo>
                    <a:pt x="71" y="149"/>
                  </a:lnTo>
                  <a:cubicBezTo>
                    <a:pt x="76" y="157"/>
                    <a:pt x="84" y="161"/>
                    <a:pt x="94" y="161"/>
                  </a:cubicBezTo>
                  <a:cubicBezTo>
                    <a:pt x="98" y="161"/>
                    <a:pt x="103" y="160"/>
                    <a:pt x="107" y="157"/>
                  </a:cubicBezTo>
                  <a:cubicBezTo>
                    <a:pt x="119" y="150"/>
                    <a:pt x="123" y="134"/>
                    <a:pt x="117" y="122"/>
                  </a:cubicBezTo>
                  <a:lnTo>
                    <a:pt x="52" y="13"/>
                  </a:lnTo>
                  <a:cubicBezTo>
                    <a:pt x="48" y="5"/>
                    <a:pt x="39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22"/>
            <p:cNvSpPr/>
            <p:nvPr/>
          </p:nvSpPr>
          <p:spPr>
            <a:xfrm>
              <a:off x="5041175" y="3782650"/>
              <a:ext cx="8500" cy="18975"/>
            </a:xfrm>
            <a:custGeom>
              <a:avLst/>
              <a:gdLst/>
              <a:ahLst/>
              <a:cxnLst/>
              <a:rect l="l" t="t" r="r" b="b"/>
              <a:pathLst>
                <a:path w="340" h="759" extrusionOk="0">
                  <a:moveTo>
                    <a:pt x="29" y="0"/>
                  </a:moveTo>
                  <a:cubicBezTo>
                    <a:pt x="27" y="0"/>
                    <a:pt x="25" y="1"/>
                    <a:pt x="23" y="1"/>
                  </a:cubicBezTo>
                  <a:cubicBezTo>
                    <a:pt x="8" y="4"/>
                    <a:pt x="0" y="17"/>
                    <a:pt x="1" y="31"/>
                  </a:cubicBezTo>
                  <a:cubicBezTo>
                    <a:pt x="47" y="284"/>
                    <a:pt x="145" y="531"/>
                    <a:pt x="288" y="746"/>
                  </a:cubicBezTo>
                  <a:cubicBezTo>
                    <a:pt x="293" y="754"/>
                    <a:pt x="301" y="759"/>
                    <a:pt x="309" y="759"/>
                  </a:cubicBezTo>
                  <a:cubicBezTo>
                    <a:pt x="315" y="759"/>
                    <a:pt x="319" y="757"/>
                    <a:pt x="324" y="753"/>
                  </a:cubicBezTo>
                  <a:cubicBezTo>
                    <a:pt x="335" y="746"/>
                    <a:pt x="339" y="730"/>
                    <a:pt x="331" y="718"/>
                  </a:cubicBezTo>
                  <a:cubicBezTo>
                    <a:pt x="192" y="508"/>
                    <a:pt x="97" y="267"/>
                    <a:pt x="52" y="21"/>
                  </a:cubicBezTo>
                  <a:cubicBezTo>
                    <a:pt x="50" y="10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22"/>
            <p:cNvSpPr/>
            <p:nvPr/>
          </p:nvSpPr>
          <p:spPr>
            <a:xfrm>
              <a:off x="5026000" y="3773150"/>
              <a:ext cx="5525" cy="22250"/>
            </a:xfrm>
            <a:custGeom>
              <a:avLst/>
              <a:gdLst/>
              <a:ahLst/>
              <a:cxnLst/>
              <a:rect l="l" t="t" r="r" b="b"/>
              <a:pathLst>
                <a:path w="221" h="890" extrusionOk="0">
                  <a:moveTo>
                    <a:pt x="26" y="0"/>
                  </a:moveTo>
                  <a:cubicBezTo>
                    <a:pt x="11" y="2"/>
                    <a:pt x="0" y="14"/>
                    <a:pt x="2" y="29"/>
                  </a:cubicBezTo>
                  <a:cubicBezTo>
                    <a:pt x="24" y="315"/>
                    <a:pt x="80" y="599"/>
                    <a:pt x="167" y="872"/>
                  </a:cubicBezTo>
                  <a:cubicBezTo>
                    <a:pt x="171" y="883"/>
                    <a:pt x="182" y="890"/>
                    <a:pt x="193" y="890"/>
                  </a:cubicBezTo>
                  <a:cubicBezTo>
                    <a:pt x="195" y="890"/>
                    <a:pt x="198" y="890"/>
                    <a:pt x="201" y="888"/>
                  </a:cubicBezTo>
                  <a:cubicBezTo>
                    <a:pt x="214" y="884"/>
                    <a:pt x="221" y="869"/>
                    <a:pt x="217" y="856"/>
                  </a:cubicBezTo>
                  <a:cubicBezTo>
                    <a:pt x="131" y="587"/>
                    <a:pt x="76" y="307"/>
                    <a:pt x="53" y="25"/>
                  </a:cubicBezTo>
                  <a:cubicBezTo>
                    <a:pt x="53" y="10"/>
                    <a:pt x="39" y="0"/>
                    <a:pt x="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22"/>
            <p:cNvSpPr/>
            <p:nvPr/>
          </p:nvSpPr>
          <p:spPr>
            <a:xfrm>
              <a:off x="5031475" y="3797950"/>
              <a:ext cx="2350" cy="4000"/>
            </a:xfrm>
            <a:custGeom>
              <a:avLst/>
              <a:gdLst/>
              <a:ahLst/>
              <a:cxnLst/>
              <a:rect l="l" t="t" r="r" b="b"/>
              <a:pathLst>
                <a:path w="94" h="160" extrusionOk="0">
                  <a:moveTo>
                    <a:pt x="30" y="0"/>
                  </a:moveTo>
                  <a:cubicBezTo>
                    <a:pt x="27" y="0"/>
                    <a:pt x="25" y="0"/>
                    <a:pt x="22" y="1"/>
                  </a:cubicBezTo>
                  <a:cubicBezTo>
                    <a:pt x="9" y="5"/>
                    <a:pt x="1" y="20"/>
                    <a:pt x="6" y="34"/>
                  </a:cubicBezTo>
                  <a:lnTo>
                    <a:pt x="40" y="141"/>
                  </a:lnTo>
                  <a:cubicBezTo>
                    <a:pt x="44" y="152"/>
                    <a:pt x="53" y="160"/>
                    <a:pt x="64" y="160"/>
                  </a:cubicBezTo>
                  <a:cubicBezTo>
                    <a:pt x="66" y="160"/>
                    <a:pt x="69" y="159"/>
                    <a:pt x="72" y="159"/>
                  </a:cubicBezTo>
                  <a:cubicBezTo>
                    <a:pt x="85" y="155"/>
                    <a:pt x="93" y="140"/>
                    <a:pt x="89" y="126"/>
                  </a:cubicBezTo>
                  <a:lnTo>
                    <a:pt x="54" y="19"/>
                  </a:lnTo>
                  <a:cubicBezTo>
                    <a:pt x="51" y="7"/>
                    <a:pt x="41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22"/>
            <p:cNvSpPr/>
            <p:nvPr/>
          </p:nvSpPr>
          <p:spPr>
            <a:xfrm>
              <a:off x="4998125" y="3754200"/>
              <a:ext cx="3250" cy="18825"/>
            </a:xfrm>
            <a:custGeom>
              <a:avLst/>
              <a:gdLst/>
              <a:ahLst/>
              <a:cxnLst/>
              <a:rect l="l" t="t" r="r" b="b"/>
              <a:pathLst>
                <a:path w="130" h="753" extrusionOk="0">
                  <a:moveTo>
                    <a:pt x="39" y="1"/>
                  </a:moveTo>
                  <a:cubicBezTo>
                    <a:pt x="23" y="2"/>
                    <a:pt x="13" y="10"/>
                    <a:pt x="12" y="25"/>
                  </a:cubicBezTo>
                  <a:cubicBezTo>
                    <a:pt x="0" y="263"/>
                    <a:pt x="22" y="501"/>
                    <a:pt x="75" y="733"/>
                  </a:cubicBezTo>
                  <a:cubicBezTo>
                    <a:pt x="78" y="745"/>
                    <a:pt x="89" y="753"/>
                    <a:pt x="101" y="753"/>
                  </a:cubicBezTo>
                  <a:cubicBezTo>
                    <a:pt x="104" y="753"/>
                    <a:pt x="105" y="753"/>
                    <a:pt x="106" y="752"/>
                  </a:cubicBezTo>
                  <a:cubicBezTo>
                    <a:pt x="121" y="749"/>
                    <a:pt x="129" y="736"/>
                    <a:pt x="126" y="721"/>
                  </a:cubicBezTo>
                  <a:cubicBezTo>
                    <a:pt x="73" y="495"/>
                    <a:pt x="52" y="261"/>
                    <a:pt x="63" y="28"/>
                  </a:cubicBezTo>
                  <a:cubicBezTo>
                    <a:pt x="65" y="13"/>
                    <a:pt x="54" y="1"/>
                    <a:pt x="3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22"/>
            <p:cNvSpPr/>
            <p:nvPr/>
          </p:nvSpPr>
          <p:spPr>
            <a:xfrm>
              <a:off x="5000725" y="3775925"/>
              <a:ext cx="2350" cy="4000"/>
            </a:xfrm>
            <a:custGeom>
              <a:avLst/>
              <a:gdLst/>
              <a:ahLst/>
              <a:cxnLst/>
              <a:rect l="l" t="t" r="r" b="b"/>
              <a:pathLst>
                <a:path w="94" h="160" extrusionOk="0">
                  <a:moveTo>
                    <a:pt x="30" y="0"/>
                  </a:moveTo>
                  <a:cubicBezTo>
                    <a:pt x="27" y="0"/>
                    <a:pt x="25" y="0"/>
                    <a:pt x="22" y="1"/>
                  </a:cubicBezTo>
                  <a:cubicBezTo>
                    <a:pt x="9" y="5"/>
                    <a:pt x="1" y="20"/>
                    <a:pt x="5" y="33"/>
                  </a:cubicBezTo>
                  <a:lnTo>
                    <a:pt x="40" y="142"/>
                  </a:lnTo>
                  <a:cubicBezTo>
                    <a:pt x="43" y="153"/>
                    <a:pt x="53" y="160"/>
                    <a:pt x="64" y="160"/>
                  </a:cubicBezTo>
                  <a:cubicBezTo>
                    <a:pt x="67" y="160"/>
                    <a:pt x="70" y="160"/>
                    <a:pt x="72" y="158"/>
                  </a:cubicBezTo>
                  <a:cubicBezTo>
                    <a:pt x="86" y="154"/>
                    <a:pt x="94" y="140"/>
                    <a:pt x="90" y="126"/>
                  </a:cubicBezTo>
                  <a:lnTo>
                    <a:pt x="55" y="19"/>
                  </a:lnTo>
                  <a:cubicBezTo>
                    <a:pt x="51" y="7"/>
                    <a:pt x="41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22"/>
            <p:cNvSpPr/>
            <p:nvPr/>
          </p:nvSpPr>
          <p:spPr>
            <a:xfrm>
              <a:off x="5009825" y="3762375"/>
              <a:ext cx="3675" cy="20850"/>
            </a:xfrm>
            <a:custGeom>
              <a:avLst/>
              <a:gdLst/>
              <a:ahLst/>
              <a:cxnLst/>
              <a:rect l="l" t="t" r="r" b="b"/>
              <a:pathLst>
                <a:path w="147" h="834" extrusionOk="0">
                  <a:moveTo>
                    <a:pt x="27" y="1"/>
                  </a:moveTo>
                  <a:cubicBezTo>
                    <a:pt x="26" y="1"/>
                    <a:pt x="25" y="1"/>
                    <a:pt x="24" y="1"/>
                  </a:cubicBezTo>
                  <a:cubicBezTo>
                    <a:pt x="11" y="4"/>
                    <a:pt x="0" y="16"/>
                    <a:pt x="2" y="30"/>
                  </a:cubicBezTo>
                  <a:lnTo>
                    <a:pt x="94" y="811"/>
                  </a:lnTo>
                  <a:cubicBezTo>
                    <a:pt x="96" y="824"/>
                    <a:pt x="106" y="834"/>
                    <a:pt x="120" y="834"/>
                  </a:cubicBezTo>
                  <a:lnTo>
                    <a:pt x="123" y="834"/>
                  </a:lnTo>
                  <a:cubicBezTo>
                    <a:pt x="136" y="832"/>
                    <a:pt x="147" y="819"/>
                    <a:pt x="145" y="805"/>
                  </a:cubicBezTo>
                  <a:lnTo>
                    <a:pt x="53" y="24"/>
                  </a:lnTo>
                  <a:cubicBezTo>
                    <a:pt x="51" y="11"/>
                    <a:pt x="41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22"/>
            <p:cNvSpPr/>
            <p:nvPr/>
          </p:nvSpPr>
          <p:spPr>
            <a:xfrm>
              <a:off x="5012750" y="3785475"/>
              <a:ext cx="2025" cy="4050"/>
            </a:xfrm>
            <a:custGeom>
              <a:avLst/>
              <a:gdLst/>
              <a:ahLst/>
              <a:cxnLst/>
              <a:rect l="l" t="t" r="r" b="b"/>
              <a:pathLst>
                <a:path w="81" h="162" extrusionOk="0">
                  <a:moveTo>
                    <a:pt x="28" y="1"/>
                  </a:moveTo>
                  <a:cubicBezTo>
                    <a:pt x="26" y="1"/>
                    <a:pt x="25" y="1"/>
                    <a:pt x="23" y="1"/>
                  </a:cubicBezTo>
                  <a:cubicBezTo>
                    <a:pt x="10" y="4"/>
                    <a:pt x="0" y="19"/>
                    <a:pt x="3" y="32"/>
                  </a:cubicBezTo>
                  <a:lnTo>
                    <a:pt x="27" y="141"/>
                  </a:lnTo>
                  <a:cubicBezTo>
                    <a:pt x="30" y="153"/>
                    <a:pt x="41" y="161"/>
                    <a:pt x="53" y="161"/>
                  </a:cubicBezTo>
                  <a:lnTo>
                    <a:pt x="58" y="161"/>
                  </a:lnTo>
                  <a:cubicBezTo>
                    <a:pt x="72" y="157"/>
                    <a:pt x="81" y="144"/>
                    <a:pt x="77" y="130"/>
                  </a:cubicBezTo>
                  <a:lnTo>
                    <a:pt x="54" y="21"/>
                  </a:lnTo>
                  <a:cubicBezTo>
                    <a:pt x="52" y="9"/>
                    <a:pt x="4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22"/>
            <p:cNvSpPr/>
            <p:nvPr/>
          </p:nvSpPr>
          <p:spPr>
            <a:xfrm>
              <a:off x="4982075" y="3738325"/>
              <a:ext cx="17175" cy="4100"/>
            </a:xfrm>
            <a:custGeom>
              <a:avLst/>
              <a:gdLst/>
              <a:ahLst/>
              <a:cxnLst/>
              <a:rect l="l" t="t" r="r" b="b"/>
              <a:pathLst>
                <a:path w="687" h="164" extrusionOk="0">
                  <a:moveTo>
                    <a:pt x="658" y="1"/>
                  </a:moveTo>
                  <a:cubicBezTo>
                    <a:pt x="443" y="13"/>
                    <a:pt x="229" y="51"/>
                    <a:pt x="22" y="113"/>
                  </a:cubicBezTo>
                  <a:cubicBezTo>
                    <a:pt x="8" y="117"/>
                    <a:pt x="0" y="131"/>
                    <a:pt x="4" y="145"/>
                  </a:cubicBezTo>
                  <a:cubicBezTo>
                    <a:pt x="8" y="156"/>
                    <a:pt x="18" y="164"/>
                    <a:pt x="30" y="164"/>
                  </a:cubicBezTo>
                  <a:cubicBezTo>
                    <a:pt x="33" y="164"/>
                    <a:pt x="35" y="162"/>
                    <a:pt x="37" y="162"/>
                  </a:cubicBezTo>
                  <a:cubicBezTo>
                    <a:pt x="240" y="102"/>
                    <a:pt x="450" y="66"/>
                    <a:pt x="661" y="52"/>
                  </a:cubicBezTo>
                  <a:cubicBezTo>
                    <a:pt x="676" y="51"/>
                    <a:pt x="686" y="39"/>
                    <a:pt x="685" y="25"/>
                  </a:cubicBezTo>
                  <a:cubicBezTo>
                    <a:pt x="685" y="10"/>
                    <a:pt x="674" y="1"/>
                    <a:pt x="65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22"/>
            <p:cNvSpPr/>
            <p:nvPr/>
          </p:nvSpPr>
          <p:spPr>
            <a:xfrm>
              <a:off x="5000975" y="3737250"/>
              <a:ext cx="7375" cy="1750"/>
            </a:xfrm>
            <a:custGeom>
              <a:avLst/>
              <a:gdLst/>
              <a:ahLst/>
              <a:cxnLst/>
              <a:rect l="l" t="t" r="r" b="b"/>
              <a:pathLst>
                <a:path w="295" h="70" extrusionOk="0">
                  <a:moveTo>
                    <a:pt x="269" y="1"/>
                  </a:moveTo>
                  <a:cubicBezTo>
                    <a:pt x="268" y="1"/>
                    <a:pt x="267" y="1"/>
                    <a:pt x="267" y="1"/>
                  </a:cubicBezTo>
                  <a:lnTo>
                    <a:pt x="26" y="18"/>
                  </a:lnTo>
                  <a:cubicBezTo>
                    <a:pt x="11" y="18"/>
                    <a:pt x="0" y="31"/>
                    <a:pt x="2" y="45"/>
                  </a:cubicBezTo>
                  <a:cubicBezTo>
                    <a:pt x="2" y="59"/>
                    <a:pt x="14" y="70"/>
                    <a:pt x="27" y="70"/>
                  </a:cubicBezTo>
                  <a:lnTo>
                    <a:pt x="29" y="70"/>
                  </a:lnTo>
                  <a:lnTo>
                    <a:pt x="269" y="53"/>
                  </a:lnTo>
                  <a:cubicBezTo>
                    <a:pt x="284" y="52"/>
                    <a:pt x="295" y="40"/>
                    <a:pt x="294" y="25"/>
                  </a:cubicBezTo>
                  <a:cubicBezTo>
                    <a:pt x="294" y="12"/>
                    <a:pt x="283" y="1"/>
                    <a:pt x="26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22"/>
            <p:cNvSpPr/>
            <p:nvPr/>
          </p:nvSpPr>
          <p:spPr>
            <a:xfrm>
              <a:off x="4990575" y="3748975"/>
              <a:ext cx="7300" cy="35900"/>
            </a:xfrm>
            <a:custGeom>
              <a:avLst/>
              <a:gdLst/>
              <a:ahLst/>
              <a:cxnLst/>
              <a:rect l="l" t="t" r="r" b="b"/>
              <a:pathLst>
                <a:path w="292" h="1436" extrusionOk="0">
                  <a:moveTo>
                    <a:pt x="26" y="0"/>
                  </a:moveTo>
                  <a:cubicBezTo>
                    <a:pt x="11" y="0"/>
                    <a:pt x="1" y="12"/>
                    <a:pt x="2" y="27"/>
                  </a:cubicBezTo>
                  <a:cubicBezTo>
                    <a:pt x="25" y="498"/>
                    <a:pt x="104" y="966"/>
                    <a:pt x="237" y="1418"/>
                  </a:cubicBezTo>
                  <a:cubicBezTo>
                    <a:pt x="241" y="1429"/>
                    <a:pt x="251" y="1436"/>
                    <a:pt x="263" y="1436"/>
                  </a:cubicBezTo>
                  <a:cubicBezTo>
                    <a:pt x="264" y="1436"/>
                    <a:pt x="267" y="1436"/>
                    <a:pt x="270" y="1434"/>
                  </a:cubicBezTo>
                  <a:cubicBezTo>
                    <a:pt x="283" y="1430"/>
                    <a:pt x="291" y="1417"/>
                    <a:pt x="287" y="1403"/>
                  </a:cubicBezTo>
                  <a:cubicBezTo>
                    <a:pt x="155" y="955"/>
                    <a:pt x="77" y="491"/>
                    <a:pt x="53" y="24"/>
                  </a:cubicBezTo>
                  <a:cubicBezTo>
                    <a:pt x="53" y="11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8" name="Google Shape;6188;p22"/>
            <p:cNvSpPr/>
            <p:nvPr/>
          </p:nvSpPr>
          <p:spPr>
            <a:xfrm>
              <a:off x="4984050" y="3757650"/>
              <a:ext cx="4475" cy="19150"/>
            </a:xfrm>
            <a:custGeom>
              <a:avLst/>
              <a:gdLst/>
              <a:ahLst/>
              <a:cxnLst/>
              <a:rect l="l" t="t" r="r" b="b"/>
              <a:pathLst>
                <a:path w="179" h="766" extrusionOk="0">
                  <a:moveTo>
                    <a:pt x="28" y="0"/>
                  </a:moveTo>
                  <a:cubicBezTo>
                    <a:pt x="28" y="0"/>
                    <a:pt x="27" y="0"/>
                    <a:pt x="26" y="0"/>
                  </a:cubicBezTo>
                  <a:cubicBezTo>
                    <a:pt x="11" y="0"/>
                    <a:pt x="1" y="12"/>
                    <a:pt x="2" y="27"/>
                  </a:cubicBezTo>
                  <a:cubicBezTo>
                    <a:pt x="18" y="271"/>
                    <a:pt x="60" y="511"/>
                    <a:pt x="124" y="747"/>
                  </a:cubicBezTo>
                  <a:cubicBezTo>
                    <a:pt x="127" y="758"/>
                    <a:pt x="138" y="766"/>
                    <a:pt x="150" y="766"/>
                  </a:cubicBezTo>
                  <a:cubicBezTo>
                    <a:pt x="151" y="766"/>
                    <a:pt x="154" y="766"/>
                    <a:pt x="157" y="764"/>
                  </a:cubicBezTo>
                  <a:cubicBezTo>
                    <a:pt x="170" y="760"/>
                    <a:pt x="178" y="747"/>
                    <a:pt x="174" y="732"/>
                  </a:cubicBezTo>
                  <a:cubicBezTo>
                    <a:pt x="111" y="502"/>
                    <a:pt x="69" y="263"/>
                    <a:pt x="53" y="23"/>
                  </a:cubicBezTo>
                  <a:cubicBezTo>
                    <a:pt x="53" y="10"/>
                    <a:pt x="4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9" name="Google Shape;6189;p22"/>
            <p:cNvSpPr/>
            <p:nvPr/>
          </p:nvSpPr>
          <p:spPr>
            <a:xfrm>
              <a:off x="4983625" y="3751225"/>
              <a:ext cx="1600" cy="3625"/>
            </a:xfrm>
            <a:custGeom>
              <a:avLst/>
              <a:gdLst/>
              <a:ahLst/>
              <a:cxnLst/>
              <a:rect l="l" t="t" r="r" b="b"/>
              <a:pathLst>
                <a:path w="64" h="145" extrusionOk="0">
                  <a:moveTo>
                    <a:pt x="27" y="0"/>
                  </a:moveTo>
                  <a:cubicBezTo>
                    <a:pt x="26" y="0"/>
                    <a:pt x="25" y="0"/>
                    <a:pt x="24" y="0"/>
                  </a:cubicBezTo>
                  <a:cubicBezTo>
                    <a:pt x="11" y="2"/>
                    <a:pt x="0" y="15"/>
                    <a:pt x="2" y="28"/>
                  </a:cubicBezTo>
                  <a:lnTo>
                    <a:pt x="11" y="121"/>
                  </a:lnTo>
                  <a:cubicBezTo>
                    <a:pt x="12" y="135"/>
                    <a:pt x="23" y="144"/>
                    <a:pt x="36" y="144"/>
                  </a:cubicBezTo>
                  <a:lnTo>
                    <a:pt x="39" y="144"/>
                  </a:lnTo>
                  <a:cubicBezTo>
                    <a:pt x="53" y="143"/>
                    <a:pt x="63" y="131"/>
                    <a:pt x="62" y="116"/>
                  </a:cubicBezTo>
                  <a:lnTo>
                    <a:pt x="53" y="23"/>
                  </a:lnTo>
                  <a:cubicBezTo>
                    <a:pt x="51" y="10"/>
                    <a:pt x="39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22"/>
            <p:cNvSpPr/>
            <p:nvPr/>
          </p:nvSpPr>
          <p:spPr>
            <a:xfrm>
              <a:off x="4977800" y="3750100"/>
              <a:ext cx="3525" cy="20325"/>
            </a:xfrm>
            <a:custGeom>
              <a:avLst/>
              <a:gdLst/>
              <a:ahLst/>
              <a:cxnLst/>
              <a:rect l="l" t="t" r="r" b="b"/>
              <a:pathLst>
                <a:path w="141" h="813" extrusionOk="0">
                  <a:moveTo>
                    <a:pt x="32" y="1"/>
                  </a:moveTo>
                  <a:cubicBezTo>
                    <a:pt x="19" y="1"/>
                    <a:pt x="8" y="11"/>
                    <a:pt x="8" y="25"/>
                  </a:cubicBezTo>
                  <a:cubicBezTo>
                    <a:pt x="0" y="283"/>
                    <a:pt x="26" y="542"/>
                    <a:pt x="87" y="792"/>
                  </a:cubicBezTo>
                  <a:cubicBezTo>
                    <a:pt x="89" y="804"/>
                    <a:pt x="100" y="812"/>
                    <a:pt x="112" y="812"/>
                  </a:cubicBezTo>
                  <a:lnTo>
                    <a:pt x="112" y="812"/>
                  </a:lnTo>
                  <a:cubicBezTo>
                    <a:pt x="114" y="812"/>
                    <a:pt x="115" y="812"/>
                    <a:pt x="117" y="811"/>
                  </a:cubicBezTo>
                  <a:cubicBezTo>
                    <a:pt x="131" y="808"/>
                    <a:pt x="140" y="793"/>
                    <a:pt x="136" y="780"/>
                  </a:cubicBezTo>
                  <a:cubicBezTo>
                    <a:pt x="77" y="534"/>
                    <a:pt x="52" y="281"/>
                    <a:pt x="60" y="26"/>
                  </a:cubicBezTo>
                  <a:cubicBezTo>
                    <a:pt x="60" y="13"/>
                    <a:pt x="49" y="1"/>
                    <a:pt x="34" y="1"/>
                  </a:cubicBezTo>
                  <a:cubicBezTo>
                    <a:pt x="33" y="1"/>
                    <a:pt x="33" y="1"/>
                    <a:pt x="32" y="1"/>
                  </a:cubicBezTo>
                  <a:close/>
                  <a:moveTo>
                    <a:pt x="112" y="812"/>
                  </a:moveTo>
                  <a:cubicBezTo>
                    <a:pt x="111" y="812"/>
                    <a:pt x="111" y="812"/>
                    <a:pt x="111" y="812"/>
                  </a:cubicBezTo>
                  <a:lnTo>
                    <a:pt x="112" y="812"/>
                  </a:lnTo>
                  <a:cubicBezTo>
                    <a:pt x="112" y="812"/>
                    <a:pt x="112" y="812"/>
                    <a:pt x="112" y="812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7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4" name="Google Shape;7844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845" name="Google Shape;7845;p27"/>
          <p:cNvSpPr/>
          <p:nvPr/>
        </p:nvSpPr>
        <p:spPr>
          <a:xfrm rot="10800000">
            <a:off x="6788419" y="4359756"/>
            <a:ext cx="2872037" cy="783746"/>
          </a:xfrm>
          <a:custGeom>
            <a:avLst/>
            <a:gdLst/>
            <a:ahLst/>
            <a:cxnLst/>
            <a:rect l="l" t="t" r="r" b="b"/>
            <a:pathLst>
              <a:path w="74939" h="20450" extrusionOk="0">
                <a:moveTo>
                  <a:pt x="96" y="1"/>
                </a:moveTo>
                <a:cubicBezTo>
                  <a:pt x="1" y="6671"/>
                  <a:pt x="567" y="13189"/>
                  <a:pt x="472" y="19860"/>
                </a:cubicBezTo>
                <a:cubicBezTo>
                  <a:pt x="1036" y="20271"/>
                  <a:pt x="1713" y="20450"/>
                  <a:pt x="2408" y="20450"/>
                </a:cubicBezTo>
                <a:cubicBezTo>
                  <a:pt x="3228" y="20450"/>
                  <a:pt x="4074" y="20201"/>
                  <a:pt x="4791" y="19794"/>
                </a:cubicBezTo>
                <a:cubicBezTo>
                  <a:pt x="6113" y="19040"/>
                  <a:pt x="7113" y="17844"/>
                  <a:pt x="8151" y="16730"/>
                </a:cubicBezTo>
                <a:cubicBezTo>
                  <a:pt x="10498" y="14216"/>
                  <a:pt x="13226" y="12000"/>
                  <a:pt x="16378" y="10626"/>
                </a:cubicBezTo>
                <a:cubicBezTo>
                  <a:pt x="18422" y="9736"/>
                  <a:pt x="20658" y="9220"/>
                  <a:pt x="22880" y="9220"/>
                </a:cubicBezTo>
                <a:cubicBezTo>
                  <a:pt x="24085" y="9220"/>
                  <a:pt x="25286" y="9371"/>
                  <a:pt x="26451" y="9698"/>
                </a:cubicBezTo>
                <a:cubicBezTo>
                  <a:pt x="30127" y="10729"/>
                  <a:pt x="33114" y="13354"/>
                  <a:pt x="36499" y="15119"/>
                </a:cubicBezTo>
                <a:cubicBezTo>
                  <a:pt x="38337" y="16078"/>
                  <a:pt x="40506" y="16739"/>
                  <a:pt x="42564" y="16739"/>
                </a:cubicBezTo>
                <a:cubicBezTo>
                  <a:pt x="44297" y="16739"/>
                  <a:pt x="45950" y="16270"/>
                  <a:pt x="47259" y="15116"/>
                </a:cubicBezTo>
                <a:cubicBezTo>
                  <a:pt x="48840" y="13722"/>
                  <a:pt x="49567" y="11631"/>
                  <a:pt x="50453" y="9718"/>
                </a:cubicBezTo>
                <a:cubicBezTo>
                  <a:pt x="51339" y="7807"/>
                  <a:pt x="52632" y="5841"/>
                  <a:pt x="54662" y="5274"/>
                </a:cubicBezTo>
                <a:cubicBezTo>
                  <a:pt x="55076" y="5158"/>
                  <a:pt x="55485" y="5107"/>
                  <a:pt x="55892" y="5107"/>
                </a:cubicBezTo>
                <a:cubicBezTo>
                  <a:pt x="58492" y="5107"/>
                  <a:pt x="60955" y="7211"/>
                  <a:pt x="63572" y="8059"/>
                </a:cubicBezTo>
                <a:cubicBezTo>
                  <a:pt x="64422" y="8335"/>
                  <a:pt x="65315" y="8469"/>
                  <a:pt x="66207" y="8469"/>
                </a:cubicBezTo>
                <a:cubicBezTo>
                  <a:pt x="68006" y="8469"/>
                  <a:pt x="69807" y="7923"/>
                  <a:pt x="71276" y="6883"/>
                </a:cubicBezTo>
                <a:cubicBezTo>
                  <a:pt x="73473" y="5326"/>
                  <a:pt x="74873" y="2698"/>
                  <a:pt x="74939" y="4"/>
                </a:cubicBezTo>
                <a:lnTo>
                  <a:pt x="9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46" name="Google Shape;7846;p27"/>
          <p:cNvGrpSpPr/>
          <p:nvPr/>
        </p:nvGrpSpPr>
        <p:grpSpPr>
          <a:xfrm rot="-1268559">
            <a:off x="7982236" y="3788524"/>
            <a:ext cx="2136878" cy="1630961"/>
            <a:chOff x="4825550" y="4026300"/>
            <a:chExt cx="674325" cy="514675"/>
          </a:xfrm>
        </p:grpSpPr>
        <p:sp>
          <p:nvSpPr>
            <p:cNvPr id="7847" name="Google Shape;7847;p27"/>
            <p:cNvSpPr/>
            <p:nvPr/>
          </p:nvSpPr>
          <p:spPr>
            <a:xfrm>
              <a:off x="4826950" y="4027625"/>
              <a:ext cx="671500" cy="512050"/>
            </a:xfrm>
            <a:custGeom>
              <a:avLst/>
              <a:gdLst/>
              <a:ahLst/>
              <a:cxnLst/>
              <a:rect l="l" t="t" r="r" b="b"/>
              <a:pathLst>
                <a:path w="26860" h="20482" extrusionOk="0">
                  <a:moveTo>
                    <a:pt x="19054" y="0"/>
                  </a:moveTo>
                  <a:lnTo>
                    <a:pt x="19054" y="0"/>
                  </a:lnTo>
                  <a:cubicBezTo>
                    <a:pt x="18609" y="1889"/>
                    <a:pt x="17577" y="3567"/>
                    <a:pt x="16757" y="5326"/>
                  </a:cubicBezTo>
                  <a:cubicBezTo>
                    <a:pt x="15937" y="7086"/>
                    <a:pt x="15344" y="9555"/>
                    <a:pt x="15577" y="11481"/>
                  </a:cubicBezTo>
                  <a:cubicBezTo>
                    <a:pt x="15008" y="10529"/>
                    <a:pt x="15028" y="8743"/>
                    <a:pt x="15158" y="7640"/>
                  </a:cubicBezTo>
                  <a:cubicBezTo>
                    <a:pt x="15289" y="6537"/>
                    <a:pt x="15582" y="5455"/>
                    <a:pt x="15641" y="4345"/>
                  </a:cubicBezTo>
                  <a:cubicBezTo>
                    <a:pt x="15714" y="2991"/>
                    <a:pt x="15425" y="1617"/>
                    <a:pt x="14813" y="406"/>
                  </a:cubicBezTo>
                  <a:cubicBezTo>
                    <a:pt x="14466" y="2163"/>
                    <a:pt x="14058" y="3844"/>
                    <a:pt x="14003" y="5634"/>
                  </a:cubicBezTo>
                  <a:cubicBezTo>
                    <a:pt x="13949" y="7425"/>
                    <a:pt x="14214" y="9666"/>
                    <a:pt x="15012" y="11270"/>
                  </a:cubicBezTo>
                  <a:cubicBezTo>
                    <a:pt x="13216" y="8177"/>
                    <a:pt x="13618" y="3897"/>
                    <a:pt x="11584" y="1047"/>
                  </a:cubicBezTo>
                  <a:lnTo>
                    <a:pt x="11583" y="1047"/>
                  </a:lnTo>
                  <a:cubicBezTo>
                    <a:pt x="11371" y="2204"/>
                    <a:pt x="11531" y="3456"/>
                    <a:pt x="11896" y="4574"/>
                  </a:cubicBezTo>
                  <a:cubicBezTo>
                    <a:pt x="12261" y="5692"/>
                    <a:pt x="12787" y="6748"/>
                    <a:pt x="13253" y="7827"/>
                  </a:cubicBezTo>
                  <a:cubicBezTo>
                    <a:pt x="13720" y="8907"/>
                    <a:pt x="14038" y="10502"/>
                    <a:pt x="14151" y="11672"/>
                  </a:cubicBezTo>
                  <a:cubicBezTo>
                    <a:pt x="13814" y="9688"/>
                    <a:pt x="12807" y="7729"/>
                    <a:pt x="11710" y="6081"/>
                  </a:cubicBezTo>
                  <a:cubicBezTo>
                    <a:pt x="10648" y="4487"/>
                    <a:pt x="9949" y="2930"/>
                    <a:pt x="8947" y="1298"/>
                  </a:cubicBezTo>
                  <a:lnTo>
                    <a:pt x="8947" y="1298"/>
                  </a:lnTo>
                  <a:cubicBezTo>
                    <a:pt x="8732" y="2419"/>
                    <a:pt x="8981" y="3593"/>
                    <a:pt x="9462" y="4629"/>
                  </a:cubicBezTo>
                  <a:cubicBezTo>
                    <a:pt x="9943" y="5665"/>
                    <a:pt x="10643" y="6581"/>
                    <a:pt x="11370" y="7464"/>
                  </a:cubicBezTo>
                  <a:cubicBezTo>
                    <a:pt x="11884" y="8090"/>
                    <a:pt x="12417" y="8706"/>
                    <a:pt x="12840" y="9396"/>
                  </a:cubicBezTo>
                  <a:cubicBezTo>
                    <a:pt x="13263" y="10086"/>
                    <a:pt x="13462" y="11260"/>
                    <a:pt x="13492" y="12070"/>
                  </a:cubicBezTo>
                  <a:cubicBezTo>
                    <a:pt x="12609" y="10155"/>
                    <a:pt x="11242" y="8102"/>
                    <a:pt x="9425" y="7033"/>
                  </a:cubicBezTo>
                  <a:cubicBezTo>
                    <a:pt x="7828" y="6096"/>
                    <a:pt x="6026" y="5571"/>
                    <a:pt x="4439" y="4617"/>
                  </a:cubicBezTo>
                  <a:lnTo>
                    <a:pt x="4439" y="4617"/>
                  </a:lnTo>
                  <a:cubicBezTo>
                    <a:pt x="5323" y="6185"/>
                    <a:pt x="6595" y="7530"/>
                    <a:pt x="8112" y="8498"/>
                  </a:cubicBezTo>
                  <a:cubicBezTo>
                    <a:pt x="9949" y="9674"/>
                    <a:pt x="11850" y="11030"/>
                    <a:pt x="13235" y="12717"/>
                  </a:cubicBezTo>
                  <a:cubicBezTo>
                    <a:pt x="11701" y="11546"/>
                    <a:pt x="10112" y="10251"/>
                    <a:pt x="8215" y="9891"/>
                  </a:cubicBezTo>
                  <a:cubicBezTo>
                    <a:pt x="6320" y="9530"/>
                    <a:pt x="4425" y="9333"/>
                    <a:pt x="2507" y="9121"/>
                  </a:cubicBezTo>
                  <a:lnTo>
                    <a:pt x="2507" y="9121"/>
                  </a:lnTo>
                  <a:cubicBezTo>
                    <a:pt x="3570" y="10230"/>
                    <a:pt x="4919" y="11063"/>
                    <a:pt x="6386" y="11519"/>
                  </a:cubicBezTo>
                  <a:cubicBezTo>
                    <a:pt x="8652" y="12224"/>
                    <a:pt x="11116" y="12765"/>
                    <a:pt x="13337" y="13601"/>
                  </a:cubicBezTo>
                  <a:cubicBezTo>
                    <a:pt x="11816" y="13313"/>
                    <a:pt x="10238" y="13059"/>
                    <a:pt x="8680" y="13059"/>
                  </a:cubicBezTo>
                  <a:cubicBezTo>
                    <a:pt x="7987" y="13059"/>
                    <a:pt x="7299" y="13109"/>
                    <a:pt x="6621" y="13229"/>
                  </a:cubicBezTo>
                  <a:cubicBezTo>
                    <a:pt x="5305" y="13460"/>
                    <a:pt x="3968" y="13662"/>
                    <a:pt x="2645" y="13662"/>
                  </a:cubicBezTo>
                  <a:cubicBezTo>
                    <a:pt x="1754" y="13662"/>
                    <a:pt x="869" y="13570"/>
                    <a:pt x="1" y="13335"/>
                  </a:cubicBezTo>
                  <a:lnTo>
                    <a:pt x="1" y="13335"/>
                  </a:lnTo>
                  <a:cubicBezTo>
                    <a:pt x="1128" y="14404"/>
                    <a:pt x="2662" y="14976"/>
                    <a:pt x="4207" y="15147"/>
                  </a:cubicBezTo>
                  <a:cubicBezTo>
                    <a:pt x="4589" y="15189"/>
                    <a:pt x="4971" y="15208"/>
                    <a:pt x="5353" y="15208"/>
                  </a:cubicBezTo>
                  <a:cubicBezTo>
                    <a:pt x="6521" y="15208"/>
                    <a:pt x="7690" y="15031"/>
                    <a:pt x="8835" y="14788"/>
                  </a:cubicBezTo>
                  <a:cubicBezTo>
                    <a:pt x="10354" y="14465"/>
                    <a:pt x="11975" y="14477"/>
                    <a:pt x="13500" y="14174"/>
                  </a:cubicBezTo>
                  <a:lnTo>
                    <a:pt x="13500" y="14174"/>
                  </a:lnTo>
                  <a:cubicBezTo>
                    <a:pt x="9600" y="14959"/>
                    <a:pt x="6164" y="17138"/>
                    <a:pt x="2296" y="18066"/>
                  </a:cubicBezTo>
                  <a:cubicBezTo>
                    <a:pt x="2954" y="18212"/>
                    <a:pt x="3625" y="18279"/>
                    <a:pt x="4298" y="18279"/>
                  </a:cubicBezTo>
                  <a:cubicBezTo>
                    <a:pt x="5662" y="18279"/>
                    <a:pt x="7034" y="18003"/>
                    <a:pt x="8323" y="17544"/>
                  </a:cubicBezTo>
                  <a:cubicBezTo>
                    <a:pt x="10248" y="16861"/>
                    <a:pt x="12008" y="15777"/>
                    <a:pt x="13681" y="14605"/>
                  </a:cubicBezTo>
                  <a:lnTo>
                    <a:pt x="13681" y="14605"/>
                  </a:lnTo>
                  <a:cubicBezTo>
                    <a:pt x="11340" y="17368"/>
                    <a:pt x="8331" y="19447"/>
                    <a:pt x="4860" y="20481"/>
                  </a:cubicBezTo>
                  <a:cubicBezTo>
                    <a:pt x="7095" y="20275"/>
                    <a:pt x="9180" y="19456"/>
                    <a:pt x="11163" y="18404"/>
                  </a:cubicBezTo>
                  <a:cubicBezTo>
                    <a:pt x="13144" y="17353"/>
                    <a:pt x="14279" y="16238"/>
                    <a:pt x="15407" y="13804"/>
                  </a:cubicBezTo>
                  <a:cubicBezTo>
                    <a:pt x="15670" y="13851"/>
                    <a:pt x="15935" y="13874"/>
                    <a:pt x="16209" y="13874"/>
                  </a:cubicBezTo>
                  <a:cubicBezTo>
                    <a:pt x="17596" y="13874"/>
                    <a:pt x="19200" y="13276"/>
                    <a:pt x="21846" y="12029"/>
                  </a:cubicBezTo>
                  <a:cubicBezTo>
                    <a:pt x="23884" y="11068"/>
                    <a:pt x="26031" y="9588"/>
                    <a:pt x="26860" y="7494"/>
                  </a:cubicBezTo>
                  <a:lnTo>
                    <a:pt x="26860" y="7494"/>
                  </a:lnTo>
                  <a:cubicBezTo>
                    <a:pt x="23947" y="10155"/>
                    <a:pt x="20289" y="11980"/>
                    <a:pt x="16412" y="12704"/>
                  </a:cubicBezTo>
                  <a:cubicBezTo>
                    <a:pt x="18304" y="11784"/>
                    <a:pt x="20182" y="10842"/>
                    <a:pt x="21959" y="9717"/>
                  </a:cubicBezTo>
                  <a:cubicBezTo>
                    <a:pt x="23735" y="8591"/>
                    <a:pt x="25399" y="7255"/>
                    <a:pt x="26707" y="5609"/>
                  </a:cubicBezTo>
                  <a:lnTo>
                    <a:pt x="26707" y="5609"/>
                  </a:lnTo>
                  <a:cubicBezTo>
                    <a:pt x="22976" y="7229"/>
                    <a:pt x="19470" y="9611"/>
                    <a:pt x="16299" y="12158"/>
                  </a:cubicBezTo>
                  <a:cubicBezTo>
                    <a:pt x="17381" y="10521"/>
                    <a:pt x="19181" y="9177"/>
                    <a:pt x="20591" y="7811"/>
                  </a:cubicBezTo>
                  <a:cubicBezTo>
                    <a:pt x="22229" y="6225"/>
                    <a:pt x="23341" y="4105"/>
                    <a:pt x="23712" y="1855"/>
                  </a:cubicBezTo>
                  <a:lnTo>
                    <a:pt x="23712" y="1855"/>
                  </a:lnTo>
                  <a:cubicBezTo>
                    <a:pt x="22333" y="3361"/>
                    <a:pt x="20879" y="4799"/>
                    <a:pt x="19513" y="6316"/>
                  </a:cubicBezTo>
                  <a:cubicBezTo>
                    <a:pt x="18146" y="7834"/>
                    <a:pt x="16757" y="9881"/>
                    <a:pt x="15960" y="11761"/>
                  </a:cubicBezTo>
                  <a:cubicBezTo>
                    <a:pt x="15854" y="10464"/>
                    <a:pt x="16533" y="8815"/>
                    <a:pt x="17183" y="7687"/>
                  </a:cubicBezTo>
                  <a:cubicBezTo>
                    <a:pt x="17834" y="6560"/>
                    <a:pt x="18606" y="5486"/>
                    <a:pt x="19032" y="4257"/>
                  </a:cubicBezTo>
                  <a:cubicBezTo>
                    <a:pt x="19502" y="2891"/>
                    <a:pt x="19511" y="1371"/>
                    <a:pt x="19054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8" name="Google Shape;7848;p27"/>
            <p:cNvSpPr/>
            <p:nvPr/>
          </p:nvSpPr>
          <p:spPr>
            <a:xfrm>
              <a:off x="4825550" y="4026300"/>
              <a:ext cx="674325" cy="514675"/>
            </a:xfrm>
            <a:custGeom>
              <a:avLst/>
              <a:gdLst/>
              <a:ahLst/>
              <a:cxnLst/>
              <a:rect l="l" t="t" r="r" b="b"/>
              <a:pathLst>
                <a:path w="26973" h="20587" extrusionOk="0">
                  <a:moveTo>
                    <a:pt x="19117" y="244"/>
                  </a:moveTo>
                  <a:lnTo>
                    <a:pt x="19117" y="244"/>
                  </a:lnTo>
                  <a:cubicBezTo>
                    <a:pt x="19514" y="1561"/>
                    <a:pt x="19487" y="2993"/>
                    <a:pt x="19038" y="4294"/>
                  </a:cubicBezTo>
                  <a:cubicBezTo>
                    <a:pt x="18726" y="5199"/>
                    <a:pt x="18214" y="6034"/>
                    <a:pt x="17719" y="6843"/>
                  </a:cubicBezTo>
                  <a:cubicBezTo>
                    <a:pt x="17544" y="7127"/>
                    <a:pt x="17364" y="7421"/>
                    <a:pt x="17195" y="7715"/>
                  </a:cubicBezTo>
                  <a:cubicBezTo>
                    <a:pt x="16873" y="8273"/>
                    <a:pt x="15833" y="10218"/>
                    <a:pt x="15965" y="11819"/>
                  </a:cubicBezTo>
                  <a:cubicBezTo>
                    <a:pt x="15966" y="11843"/>
                    <a:pt x="15984" y="11862"/>
                    <a:pt x="16008" y="11866"/>
                  </a:cubicBezTo>
                  <a:cubicBezTo>
                    <a:pt x="16011" y="11867"/>
                    <a:pt x="16014" y="11867"/>
                    <a:pt x="16016" y="11867"/>
                  </a:cubicBezTo>
                  <a:cubicBezTo>
                    <a:pt x="16037" y="11867"/>
                    <a:pt x="16056" y="11854"/>
                    <a:pt x="16063" y="11835"/>
                  </a:cubicBezTo>
                  <a:cubicBezTo>
                    <a:pt x="16814" y="10068"/>
                    <a:pt x="18138" y="8038"/>
                    <a:pt x="19607" y="6406"/>
                  </a:cubicBezTo>
                  <a:cubicBezTo>
                    <a:pt x="20343" y="5589"/>
                    <a:pt x="21116" y="4781"/>
                    <a:pt x="21866" y="4000"/>
                  </a:cubicBezTo>
                  <a:cubicBezTo>
                    <a:pt x="22467" y="3373"/>
                    <a:pt x="23087" y="2725"/>
                    <a:pt x="23686" y="2074"/>
                  </a:cubicBezTo>
                  <a:lnTo>
                    <a:pt x="23686" y="2074"/>
                  </a:lnTo>
                  <a:cubicBezTo>
                    <a:pt x="23289" y="4250"/>
                    <a:pt x="22201" y="6287"/>
                    <a:pt x="20610" y="7828"/>
                  </a:cubicBezTo>
                  <a:cubicBezTo>
                    <a:pt x="20212" y="8212"/>
                    <a:pt x="19793" y="8589"/>
                    <a:pt x="19347" y="8987"/>
                  </a:cubicBezTo>
                  <a:cubicBezTo>
                    <a:pt x="18239" y="9978"/>
                    <a:pt x="17091" y="11004"/>
                    <a:pt x="16312" y="12184"/>
                  </a:cubicBezTo>
                  <a:cubicBezTo>
                    <a:pt x="16297" y="12204"/>
                    <a:pt x="16301" y="12234"/>
                    <a:pt x="16320" y="12250"/>
                  </a:cubicBezTo>
                  <a:cubicBezTo>
                    <a:pt x="16330" y="12259"/>
                    <a:pt x="16343" y="12264"/>
                    <a:pt x="16356" y="12264"/>
                  </a:cubicBezTo>
                  <a:cubicBezTo>
                    <a:pt x="16367" y="12264"/>
                    <a:pt x="16378" y="12260"/>
                    <a:pt x="16388" y="12252"/>
                  </a:cubicBezTo>
                  <a:cubicBezTo>
                    <a:pt x="20013" y="9340"/>
                    <a:pt x="23354" y="7226"/>
                    <a:pt x="26589" y="5795"/>
                  </a:cubicBezTo>
                  <a:lnTo>
                    <a:pt x="26589" y="5795"/>
                  </a:lnTo>
                  <a:cubicBezTo>
                    <a:pt x="25425" y="7217"/>
                    <a:pt x="23917" y="8504"/>
                    <a:pt x="21987" y="9727"/>
                  </a:cubicBezTo>
                  <a:cubicBezTo>
                    <a:pt x="20171" y="10876"/>
                    <a:pt x="18253" y="11831"/>
                    <a:pt x="16447" y="12711"/>
                  </a:cubicBezTo>
                  <a:cubicBezTo>
                    <a:pt x="16422" y="12723"/>
                    <a:pt x="16412" y="12750"/>
                    <a:pt x="16420" y="12774"/>
                  </a:cubicBezTo>
                  <a:cubicBezTo>
                    <a:pt x="16427" y="12796"/>
                    <a:pt x="16447" y="12810"/>
                    <a:pt x="16469" y="12810"/>
                  </a:cubicBezTo>
                  <a:cubicBezTo>
                    <a:pt x="16472" y="12810"/>
                    <a:pt x="16475" y="12810"/>
                    <a:pt x="16478" y="12809"/>
                  </a:cubicBezTo>
                  <a:cubicBezTo>
                    <a:pt x="20312" y="12092"/>
                    <a:pt x="23868" y="10343"/>
                    <a:pt x="26777" y="7743"/>
                  </a:cubicBezTo>
                  <a:lnTo>
                    <a:pt x="26777" y="7743"/>
                  </a:lnTo>
                  <a:cubicBezTo>
                    <a:pt x="25848" y="9816"/>
                    <a:pt x="23617" y="11217"/>
                    <a:pt x="21880" y="12036"/>
                  </a:cubicBezTo>
                  <a:cubicBezTo>
                    <a:pt x="19326" y="13239"/>
                    <a:pt x="17694" y="13875"/>
                    <a:pt x="16261" y="13875"/>
                  </a:cubicBezTo>
                  <a:cubicBezTo>
                    <a:pt x="15993" y="13875"/>
                    <a:pt x="15731" y="13853"/>
                    <a:pt x="15471" y="13808"/>
                  </a:cubicBezTo>
                  <a:cubicBezTo>
                    <a:pt x="15468" y="13807"/>
                    <a:pt x="15464" y="13806"/>
                    <a:pt x="15461" y="13806"/>
                  </a:cubicBezTo>
                  <a:cubicBezTo>
                    <a:pt x="15442" y="13806"/>
                    <a:pt x="15424" y="13819"/>
                    <a:pt x="15416" y="13836"/>
                  </a:cubicBezTo>
                  <a:cubicBezTo>
                    <a:pt x="14341" y="16154"/>
                    <a:pt x="13276" y="17308"/>
                    <a:pt x="11195" y="18413"/>
                  </a:cubicBezTo>
                  <a:cubicBezTo>
                    <a:pt x="9082" y="19532"/>
                    <a:pt x="7241" y="20178"/>
                    <a:pt x="5446" y="20423"/>
                  </a:cubicBezTo>
                  <a:cubicBezTo>
                    <a:pt x="8617" y="19368"/>
                    <a:pt x="11488" y="17396"/>
                    <a:pt x="13778" y="14693"/>
                  </a:cubicBezTo>
                  <a:cubicBezTo>
                    <a:pt x="13794" y="14673"/>
                    <a:pt x="13794" y="14643"/>
                    <a:pt x="13776" y="14624"/>
                  </a:cubicBezTo>
                  <a:cubicBezTo>
                    <a:pt x="13765" y="14612"/>
                    <a:pt x="13752" y="14607"/>
                    <a:pt x="13737" y="14607"/>
                  </a:cubicBezTo>
                  <a:cubicBezTo>
                    <a:pt x="13728" y="14607"/>
                    <a:pt x="13717" y="14609"/>
                    <a:pt x="13708" y="14616"/>
                  </a:cubicBezTo>
                  <a:cubicBezTo>
                    <a:pt x="12310" y="15594"/>
                    <a:pt x="10440" y="16810"/>
                    <a:pt x="8361" y="17550"/>
                  </a:cubicBezTo>
                  <a:cubicBezTo>
                    <a:pt x="6996" y="18035"/>
                    <a:pt x="5639" y="18280"/>
                    <a:pt x="4353" y="18280"/>
                  </a:cubicBezTo>
                  <a:cubicBezTo>
                    <a:pt x="3746" y="18280"/>
                    <a:pt x="3155" y="18225"/>
                    <a:pt x="2586" y="18115"/>
                  </a:cubicBezTo>
                  <a:cubicBezTo>
                    <a:pt x="4344" y="17670"/>
                    <a:pt x="6037" y="16966"/>
                    <a:pt x="7677" y="16286"/>
                  </a:cubicBezTo>
                  <a:cubicBezTo>
                    <a:pt x="9565" y="15501"/>
                    <a:pt x="11520" y="14690"/>
                    <a:pt x="13565" y="14279"/>
                  </a:cubicBezTo>
                  <a:cubicBezTo>
                    <a:pt x="13593" y="14273"/>
                    <a:pt x="13612" y="14246"/>
                    <a:pt x="13605" y="14218"/>
                  </a:cubicBezTo>
                  <a:cubicBezTo>
                    <a:pt x="13601" y="14194"/>
                    <a:pt x="13580" y="14176"/>
                    <a:pt x="13556" y="14176"/>
                  </a:cubicBezTo>
                  <a:cubicBezTo>
                    <a:pt x="13553" y="14176"/>
                    <a:pt x="13549" y="14177"/>
                    <a:pt x="13545" y="14178"/>
                  </a:cubicBezTo>
                  <a:cubicBezTo>
                    <a:pt x="12808" y="14324"/>
                    <a:pt x="12034" y="14398"/>
                    <a:pt x="11286" y="14470"/>
                  </a:cubicBezTo>
                  <a:cubicBezTo>
                    <a:pt x="10490" y="14546"/>
                    <a:pt x="9665" y="14624"/>
                    <a:pt x="8881" y="14791"/>
                  </a:cubicBezTo>
                  <a:cubicBezTo>
                    <a:pt x="7981" y="14982"/>
                    <a:pt x="6728" y="15209"/>
                    <a:pt x="5401" y="15209"/>
                  </a:cubicBezTo>
                  <a:cubicBezTo>
                    <a:pt x="5027" y="15209"/>
                    <a:pt x="4648" y="15191"/>
                    <a:pt x="4269" y="15149"/>
                  </a:cubicBezTo>
                  <a:cubicBezTo>
                    <a:pt x="2685" y="14974"/>
                    <a:pt x="1266" y="14387"/>
                    <a:pt x="246" y="13490"/>
                  </a:cubicBezTo>
                  <a:lnTo>
                    <a:pt x="246" y="13490"/>
                  </a:lnTo>
                  <a:cubicBezTo>
                    <a:pt x="1058" y="13690"/>
                    <a:pt x="1882" y="13768"/>
                    <a:pt x="2707" y="13768"/>
                  </a:cubicBezTo>
                  <a:cubicBezTo>
                    <a:pt x="4048" y="13768"/>
                    <a:pt x="5391" y="13561"/>
                    <a:pt x="6686" y="13334"/>
                  </a:cubicBezTo>
                  <a:cubicBezTo>
                    <a:pt x="7368" y="13214"/>
                    <a:pt x="8059" y="13165"/>
                    <a:pt x="8748" y="13165"/>
                  </a:cubicBezTo>
                  <a:cubicBezTo>
                    <a:pt x="10354" y="13165"/>
                    <a:pt x="11949" y="13434"/>
                    <a:pt x="13383" y="13707"/>
                  </a:cubicBezTo>
                  <a:cubicBezTo>
                    <a:pt x="13386" y="13707"/>
                    <a:pt x="13389" y="13707"/>
                    <a:pt x="13392" y="13707"/>
                  </a:cubicBezTo>
                  <a:cubicBezTo>
                    <a:pt x="13416" y="13707"/>
                    <a:pt x="13437" y="13693"/>
                    <a:pt x="13443" y="13669"/>
                  </a:cubicBezTo>
                  <a:cubicBezTo>
                    <a:pt x="13451" y="13644"/>
                    <a:pt x="13436" y="13617"/>
                    <a:pt x="13412" y="13607"/>
                  </a:cubicBezTo>
                  <a:cubicBezTo>
                    <a:pt x="12021" y="13083"/>
                    <a:pt x="10518" y="12670"/>
                    <a:pt x="9065" y="12270"/>
                  </a:cubicBezTo>
                  <a:cubicBezTo>
                    <a:pt x="8200" y="12032"/>
                    <a:pt x="7307" y="11787"/>
                    <a:pt x="6458" y="11523"/>
                  </a:cubicBezTo>
                  <a:cubicBezTo>
                    <a:pt x="5041" y="11082"/>
                    <a:pt x="3744" y="10295"/>
                    <a:pt x="2700" y="9242"/>
                  </a:cubicBezTo>
                  <a:lnTo>
                    <a:pt x="2700" y="9242"/>
                  </a:lnTo>
                  <a:lnTo>
                    <a:pt x="2952" y="9270"/>
                  </a:lnTo>
                  <a:cubicBezTo>
                    <a:pt x="4695" y="9462"/>
                    <a:pt x="6498" y="9660"/>
                    <a:pt x="8263" y="9995"/>
                  </a:cubicBezTo>
                  <a:cubicBezTo>
                    <a:pt x="10021" y="10330"/>
                    <a:pt x="11512" y="11472"/>
                    <a:pt x="12954" y="12578"/>
                  </a:cubicBezTo>
                  <a:lnTo>
                    <a:pt x="13260" y="12812"/>
                  </a:lnTo>
                  <a:cubicBezTo>
                    <a:pt x="13269" y="12819"/>
                    <a:pt x="13280" y="12823"/>
                    <a:pt x="13291" y="12823"/>
                  </a:cubicBezTo>
                  <a:cubicBezTo>
                    <a:pt x="13305" y="12823"/>
                    <a:pt x="13319" y="12817"/>
                    <a:pt x="13328" y="12807"/>
                  </a:cubicBezTo>
                  <a:cubicBezTo>
                    <a:pt x="13347" y="12788"/>
                    <a:pt x="13348" y="12758"/>
                    <a:pt x="13331" y="12738"/>
                  </a:cubicBezTo>
                  <a:cubicBezTo>
                    <a:pt x="11894" y="10987"/>
                    <a:pt x="9929" y="9617"/>
                    <a:pt x="8196" y="8508"/>
                  </a:cubicBezTo>
                  <a:cubicBezTo>
                    <a:pt x="6740" y="7577"/>
                    <a:pt x="5515" y="6303"/>
                    <a:pt x="4639" y="4816"/>
                  </a:cubicBezTo>
                  <a:lnTo>
                    <a:pt x="4639" y="4816"/>
                  </a:lnTo>
                  <a:cubicBezTo>
                    <a:pt x="5403" y="5255"/>
                    <a:pt x="6221" y="5611"/>
                    <a:pt x="7013" y="5954"/>
                  </a:cubicBezTo>
                  <a:cubicBezTo>
                    <a:pt x="7830" y="6307"/>
                    <a:pt x="8675" y="6673"/>
                    <a:pt x="9455" y="7132"/>
                  </a:cubicBezTo>
                  <a:cubicBezTo>
                    <a:pt x="11527" y="8350"/>
                    <a:pt x="12879" y="10795"/>
                    <a:pt x="13500" y="12145"/>
                  </a:cubicBezTo>
                  <a:cubicBezTo>
                    <a:pt x="13509" y="12164"/>
                    <a:pt x="13528" y="12174"/>
                    <a:pt x="13547" y="12174"/>
                  </a:cubicBezTo>
                  <a:cubicBezTo>
                    <a:pt x="13551" y="12174"/>
                    <a:pt x="13556" y="12174"/>
                    <a:pt x="13560" y="12173"/>
                  </a:cubicBezTo>
                  <a:cubicBezTo>
                    <a:pt x="13584" y="12168"/>
                    <a:pt x="13601" y="12146"/>
                    <a:pt x="13600" y="12122"/>
                  </a:cubicBezTo>
                  <a:cubicBezTo>
                    <a:pt x="13569" y="11262"/>
                    <a:pt x="13352" y="10096"/>
                    <a:pt x="12941" y="9422"/>
                  </a:cubicBezTo>
                  <a:cubicBezTo>
                    <a:pt x="12569" y="8817"/>
                    <a:pt x="12109" y="8262"/>
                    <a:pt x="11665" y="7724"/>
                  </a:cubicBezTo>
                  <a:lnTo>
                    <a:pt x="11466" y="7485"/>
                  </a:lnTo>
                  <a:cubicBezTo>
                    <a:pt x="10763" y="6629"/>
                    <a:pt x="10046" y="5695"/>
                    <a:pt x="9565" y="4661"/>
                  </a:cubicBezTo>
                  <a:cubicBezTo>
                    <a:pt x="9209" y="3893"/>
                    <a:pt x="8835" y="2730"/>
                    <a:pt x="9031" y="1495"/>
                  </a:cubicBezTo>
                  <a:lnTo>
                    <a:pt x="9031" y="1495"/>
                  </a:lnTo>
                  <a:cubicBezTo>
                    <a:pt x="9436" y="2164"/>
                    <a:pt x="9798" y="2827"/>
                    <a:pt x="10147" y="3470"/>
                  </a:cubicBezTo>
                  <a:cubicBezTo>
                    <a:pt x="10626" y="4350"/>
                    <a:pt x="11122" y="5259"/>
                    <a:pt x="11723" y="6164"/>
                  </a:cubicBezTo>
                  <a:cubicBezTo>
                    <a:pt x="13048" y="8152"/>
                    <a:pt x="13866" y="10026"/>
                    <a:pt x="14157" y="11735"/>
                  </a:cubicBezTo>
                  <a:cubicBezTo>
                    <a:pt x="14161" y="11761"/>
                    <a:pt x="14183" y="11778"/>
                    <a:pt x="14209" y="11778"/>
                  </a:cubicBezTo>
                  <a:cubicBezTo>
                    <a:pt x="14211" y="11778"/>
                    <a:pt x="14213" y="11778"/>
                    <a:pt x="14215" y="11778"/>
                  </a:cubicBezTo>
                  <a:cubicBezTo>
                    <a:pt x="14242" y="11774"/>
                    <a:pt x="14262" y="11748"/>
                    <a:pt x="14259" y="11721"/>
                  </a:cubicBezTo>
                  <a:cubicBezTo>
                    <a:pt x="14156" y="10664"/>
                    <a:pt x="13858" y="9018"/>
                    <a:pt x="13358" y="7861"/>
                  </a:cubicBezTo>
                  <a:cubicBezTo>
                    <a:pt x="13231" y="7568"/>
                    <a:pt x="13098" y="7273"/>
                    <a:pt x="12970" y="6988"/>
                  </a:cubicBezTo>
                  <a:cubicBezTo>
                    <a:pt x="12625" y="6219"/>
                    <a:pt x="12267" y="5424"/>
                    <a:pt x="12000" y="4611"/>
                  </a:cubicBezTo>
                  <a:cubicBezTo>
                    <a:pt x="11731" y="3785"/>
                    <a:pt x="11461" y="2539"/>
                    <a:pt x="11669" y="1234"/>
                  </a:cubicBezTo>
                  <a:lnTo>
                    <a:pt x="11669" y="1234"/>
                  </a:lnTo>
                  <a:cubicBezTo>
                    <a:pt x="12684" y="2714"/>
                    <a:pt x="13075" y="4606"/>
                    <a:pt x="13456" y="6435"/>
                  </a:cubicBezTo>
                  <a:cubicBezTo>
                    <a:pt x="13807" y="8130"/>
                    <a:pt x="14170" y="9882"/>
                    <a:pt x="15023" y="11350"/>
                  </a:cubicBezTo>
                  <a:cubicBezTo>
                    <a:pt x="15033" y="11366"/>
                    <a:pt x="15050" y="11376"/>
                    <a:pt x="15068" y="11376"/>
                  </a:cubicBezTo>
                  <a:cubicBezTo>
                    <a:pt x="15076" y="11376"/>
                    <a:pt x="15084" y="11374"/>
                    <a:pt x="15092" y="11370"/>
                  </a:cubicBezTo>
                  <a:cubicBezTo>
                    <a:pt x="15118" y="11356"/>
                    <a:pt x="15127" y="11326"/>
                    <a:pt x="15115" y="11301"/>
                  </a:cubicBezTo>
                  <a:cubicBezTo>
                    <a:pt x="14421" y="9906"/>
                    <a:pt x="14047" y="7809"/>
                    <a:pt x="14111" y="5689"/>
                  </a:cubicBezTo>
                  <a:cubicBezTo>
                    <a:pt x="14157" y="4206"/>
                    <a:pt x="14439" y="2823"/>
                    <a:pt x="14739" y="1359"/>
                  </a:cubicBezTo>
                  <a:cubicBezTo>
                    <a:pt x="14789" y="1115"/>
                    <a:pt x="14840" y="867"/>
                    <a:pt x="14889" y="619"/>
                  </a:cubicBezTo>
                  <a:cubicBezTo>
                    <a:pt x="15454" y="1793"/>
                    <a:pt x="15715" y="3096"/>
                    <a:pt x="15646" y="4397"/>
                  </a:cubicBezTo>
                  <a:cubicBezTo>
                    <a:pt x="15611" y="5048"/>
                    <a:pt x="15493" y="5702"/>
                    <a:pt x="15379" y="6336"/>
                  </a:cubicBezTo>
                  <a:cubicBezTo>
                    <a:pt x="15299" y="6777"/>
                    <a:pt x="15217" y="7234"/>
                    <a:pt x="15163" y="7688"/>
                  </a:cubicBezTo>
                  <a:cubicBezTo>
                    <a:pt x="15011" y="8963"/>
                    <a:pt x="15045" y="10650"/>
                    <a:pt x="15590" y="11562"/>
                  </a:cubicBezTo>
                  <a:cubicBezTo>
                    <a:pt x="15599" y="11578"/>
                    <a:pt x="15616" y="11587"/>
                    <a:pt x="15633" y="11587"/>
                  </a:cubicBezTo>
                  <a:cubicBezTo>
                    <a:pt x="15639" y="11587"/>
                    <a:pt x="15645" y="11586"/>
                    <a:pt x="15650" y="11584"/>
                  </a:cubicBezTo>
                  <a:cubicBezTo>
                    <a:pt x="15673" y="11576"/>
                    <a:pt x="15688" y="11553"/>
                    <a:pt x="15685" y="11529"/>
                  </a:cubicBezTo>
                  <a:cubicBezTo>
                    <a:pt x="15430" y="9417"/>
                    <a:pt x="16159" y="6908"/>
                    <a:pt x="16860" y="5402"/>
                  </a:cubicBezTo>
                  <a:cubicBezTo>
                    <a:pt x="17079" y="4931"/>
                    <a:pt x="17318" y="4458"/>
                    <a:pt x="17549" y="4000"/>
                  </a:cubicBezTo>
                  <a:cubicBezTo>
                    <a:pt x="18153" y="2803"/>
                    <a:pt x="18777" y="1565"/>
                    <a:pt x="19117" y="244"/>
                  </a:cubicBezTo>
                  <a:close/>
                  <a:moveTo>
                    <a:pt x="19113" y="0"/>
                  </a:moveTo>
                  <a:cubicBezTo>
                    <a:pt x="19111" y="0"/>
                    <a:pt x="19110" y="0"/>
                    <a:pt x="19108" y="1"/>
                  </a:cubicBezTo>
                  <a:cubicBezTo>
                    <a:pt x="19085" y="2"/>
                    <a:pt x="19066" y="18"/>
                    <a:pt x="19061" y="41"/>
                  </a:cubicBezTo>
                  <a:cubicBezTo>
                    <a:pt x="18735" y="1417"/>
                    <a:pt x="18085" y="2706"/>
                    <a:pt x="17456" y="3953"/>
                  </a:cubicBezTo>
                  <a:cubicBezTo>
                    <a:pt x="17224" y="4412"/>
                    <a:pt x="16986" y="4885"/>
                    <a:pt x="16766" y="5358"/>
                  </a:cubicBezTo>
                  <a:cubicBezTo>
                    <a:pt x="16089" y="6812"/>
                    <a:pt x="15385" y="9195"/>
                    <a:pt x="15555" y="11269"/>
                  </a:cubicBezTo>
                  <a:cubicBezTo>
                    <a:pt x="15142" y="10343"/>
                    <a:pt x="15128" y="8851"/>
                    <a:pt x="15266" y="7700"/>
                  </a:cubicBezTo>
                  <a:cubicBezTo>
                    <a:pt x="15318" y="7249"/>
                    <a:pt x="15401" y="6793"/>
                    <a:pt x="15481" y="6353"/>
                  </a:cubicBezTo>
                  <a:cubicBezTo>
                    <a:pt x="15595" y="5717"/>
                    <a:pt x="15714" y="5059"/>
                    <a:pt x="15748" y="4401"/>
                  </a:cubicBezTo>
                  <a:cubicBezTo>
                    <a:pt x="15821" y="3032"/>
                    <a:pt x="15533" y="1661"/>
                    <a:pt x="14914" y="435"/>
                  </a:cubicBezTo>
                  <a:cubicBezTo>
                    <a:pt x="14905" y="418"/>
                    <a:pt x="14887" y="408"/>
                    <a:pt x="14867" y="408"/>
                  </a:cubicBezTo>
                  <a:cubicBezTo>
                    <a:pt x="14865" y="408"/>
                    <a:pt x="14863" y="408"/>
                    <a:pt x="14861" y="408"/>
                  </a:cubicBezTo>
                  <a:cubicBezTo>
                    <a:pt x="14839" y="411"/>
                    <a:pt x="14822" y="427"/>
                    <a:pt x="14818" y="449"/>
                  </a:cubicBezTo>
                  <a:cubicBezTo>
                    <a:pt x="14758" y="747"/>
                    <a:pt x="14698" y="1043"/>
                    <a:pt x="14637" y="1338"/>
                  </a:cubicBezTo>
                  <a:cubicBezTo>
                    <a:pt x="14337" y="2807"/>
                    <a:pt x="14053" y="4194"/>
                    <a:pt x="14008" y="5685"/>
                  </a:cubicBezTo>
                  <a:cubicBezTo>
                    <a:pt x="13959" y="7251"/>
                    <a:pt x="14150" y="8804"/>
                    <a:pt x="14531" y="10078"/>
                  </a:cubicBezTo>
                  <a:cubicBezTo>
                    <a:pt x="14076" y="8917"/>
                    <a:pt x="13814" y="7650"/>
                    <a:pt x="13557" y="6414"/>
                  </a:cubicBezTo>
                  <a:cubicBezTo>
                    <a:pt x="13165" y="4530"/>
                    <a:pt x="12762" y="2584"/>
                    <a:pt x="11682" y="1070"/>
                  </a:cubicBezTo>
                  <a:cubicBezTo>
                    <a:pt x="11672" y="1056"/>
                    <a:pt x="11656" y="1048"/>
                    <a:pt x="11640" y="1048"/>
                  </a:cubicBezTo>
                  <a:cubicBezTo>
                    <a:pt x="11636" y="1048"/>
                    <a:pt x="11632" y="1049"/>
                    <a:pt x="11628" y="1050"/>
                  </a:cubicBezTo>
                  <a:cubicBezTo>
                    <a:pt x="11608" y="1054"/>
                    <a:pt x="11591" y="1070"/>
                    <a:pt x="11589" y="1090"/>
                  </a:cubicBezTo>
                  <a:cubicBezTo>
                    <a:pt x="11337" y="2463"/>
                    <a:pt x="11621" y="3780"/>
                    <a:pt x="11902" y="4643"/>
                  </a:cubicBezTo>
                  <a:cubicBezTo>
                    <a:pt x="12170" y="5461"/>
                    <a:pt x="12528" y="6259"/>
                    <a:pt x="12875" y="7030"/>
                  </a:cubicBezTo>
                  <a:cubicBezTo>
                    <a:pt x="13003" y="7315"/>
                    <a:pt x="13136" y="7610"/>
                    <a:pt x="13262" y="7902"/>
                  </a:cubicBezTo>
                  <a:cubicBezTo>
                    <a:pt x="13603" y="8689"/>
                    <a:pt x="13849" y="9706"/>
                    <a:pt x="14002" y="10604"/>
                  </a:cubicBezTo>
                  <a:cubicBezTo>
                    <a:pt x="13596" y="9192"/>
                    <a:pt x="12860" y="7684"/>
                    <a:pt x="11809" y="6106"/>
                  </a:cubicBezTo>
                  <a:cubicBezTo>
                    <a:pt x="11209" y="5206"/>
                    <a:pt x="10716" y="4298"/>
                    <a:pt x="10238" y="3420"/>
                  </a:cubicBezTo>
                  <a:cubicBezTo>
                    <a:pt x="9867" y="2738"/>
                    <a:pt x="9483" y="2035"/>
                    <a:pt x="9047" y="1324"/>
                  </a:cubicBezTo>
                  <a:cubicBezTo>
                    <a:pt x="9038" y="1308"/>
                    <a:pt x="9022" y="1299"/>
                    <a:pt x="9004" y="1299"/>
                  </a:cubicBezTo>
                  <a:cubicBezTo>
                    <a:pt x="9000" y="1299"/>
                    <a:pt x="8997" y="1300"/>
                    <a:pt x="8994" y="1300"/>
                  </a:cubicBezTo>
                  <a:cubicBezTo>
                    <a:pt x="8973" y="1304"/>
                    <a:pt x="8956" y="1320"/>
                    <a:pt x="8952" y="1341"/>
                  </a:cubicBezTo>
                  <a:cubicBezTo>
                    <a:pt x="8700" y="2654"/>
                    <a:pt x="9095" y="3894"/>
                    <a:pt x="9471" y="4704"/>
                  </a:cubicBezTo>
                  <a:cubicBezTo>
                    <a:pt x="9957" y="5749"/>
                    <a:pt x="10678" y="6690"/>
                    <a:pt x="11386" y="7549"/>
                  </a:cubicBezTo>
                  <a:lnTo>
                    <a:pt x="11585" y="7790"/>
                  </a:lnTo>
                  <a:cubicBezTo>
                    <a:pt x="12027" y="8324"/>
                    <a:pt x="12485" y="8877"/>
                    <a:pt x="12852" y="9476"/>
                  </a:cubicBezTo>
                  <a:cubicBezTo>
                    <a:pt x="13214" y="10066"/>
                    <a:pt x="13421" y="11052"/>
                    <a:pt x="13482" y="11860"/>
                  </a:cubicBezTo>
                  <a:cubicBezTo>
                    <a:pt x="12812" y="10465"/>
                    <a:pt x="11485" y="8204"/>
                    <a:pt x="9506" y="7042"/>
                  </a:cubicBezTo>
                  <a:cubicBezTo>
                    <a:pt x="8721" y="6581"/>
                    <a:pt x="7873" y="6213"/>
                    <a:pt x="7054" y="5858"/>
                  </a:cubicBezTo>
                  <a:cubicBezTo>
                    <a:pt x="6206" y="5491"/>
                    <a:pt x="5329" y="5110"/>
                    <a:pt x="4523" y="4626"/>
                  </a:cubicBezTo>
                  <a:cubicBezTo>
                    <a:pt x="4514" y="4621"/>
                    <a:pt x="4505" y="4618"/>
                    <a:pt x="4496" y="4618"/>
                  </a:cubicBezTo>
                  <a:cubicBezTo>
                    <a:pt x="4482" y="4618"/>
                    <a:pt x="4469" y="4624"/>
                    <a:pt x="4460" y="4634"/>
                  </a:cubicBezTo>
                  <a:cubicBezTo>
                    <a:pt x="4442" y="4650"/>
                    <a:pt x="4438" y="4676"/>
                    <a:pt x="4450" y="4696"/>
                  </a:cubicBezTo>
                  <a:cubicBezTo>
                    <a:pt x="5340" y="6273"/>
                    <a:pt x="6615" y="7621"/>
                    <a:pt x="8139" y="8596"/>
                  </a:cubicBezTo>
                  <a:cubicBezTo>
                    <a:pt x="9740" y="9620"/>
                    <a:pt x="11540" y="10867"/>
                    <a:pt x="12931" y="12430"/>
                  </a:cubicBezTo>
                  <a:cubicBezTo>
                    <a:pt x="11507" y="11338"/>
                    <a:pt x="10030" y="10225"/>
                    <a:pt x="8282" y="9893"/>
                  </a:cubicBezTo>
                  <a:cubicBezTo>
                    <a:pt x="6514" y="9558"/>
                    <a:pt x="4709" y="9359"/>
                    <a:pt x="2963" y="9166"/>
                  </a:cubicBezTo>
                  <a:lnTo>
                    <a:pt x="2568" y="9123"/>
                  </a:lnTo>
                  <a:cubicBezTo>
                    <a:pt x="2566" y="9123"/>
                    <a:pt x="2564" y="9123"/>
                    <a:pt x="2562" y="9123"/>
                  </a:cubicBezTo>
                  <a:cubicBezTo>
                    <a:pt x="2542" y="9123"/>
                    <a:pt x="2524" y="9133"/>
                    <a:pt x="2516" y="9152"/>
                  </a:cubicBezTo>
                  <a:cubicBezTo>
                    <a:pt x="2506" y="9170"/>
                    <a:pt x="2511" y="9195"/>
                    <a:pt x="2525" y="9211"/>
                  </a:cubicBezTo>
                  <a:cubicBezTo>
                    <a:pt x="3598" y="10327"/>
                    <a:pt x="4947" y="11161"/>
                    <a:pt x="6427" y="11622"/>
                  </a:cubicBezTo>
                  <a:cubicBezTo>
                    <a:pt x="7277" y="11887"/>
                    <a:pt x="8172" y="12131"/>
                    <a:pt x="9037" y="12370"/>
                  </a:cubicBezTo>
                  <a:cubicBezTo>
                    <a:pt x="10284" y="12713"/>
                    <a:pt x="11567" y="13065"/>
                    <a:pt x="12782" y="13489"/>
                  </a:cubicBezTo>
                  <a:cubicBezTo>
                    <a:pt x="11510" y="13259"/>
                    <a:pt x="10134" y="13061"/>
                    <a:pt x="8748" y="13061"/>
                  </a:cubicBezTo>
                  <a:cubicBezTo>
                    <a:pt x="8053" y="13061"/>
                    <a:pt x="7356" y="13111"/>
                    <a:pt x="6668" y="13232"/>
                  </a:cubicBezTo>
                  <a:cubicBezTo>
                    <a:pt x="5377" y="13458"/>
                    <a:pt x="4038" y="13664"/>
                    <a:pt x="2704" y="13664"/>
                  </a:cubicBezTo>
                  <a:cubicBezTo>
                    <a:pt x="1819" y="13664"/>
                    <a:pt x="936" y="13574"/>
                    <a:pt x="70" y="13338"/>
                  </a:cubicBezTo>
                  <a:cubicBezTo>
                    <a:pt x="66" y="13337"/>
                    <a:pt x="61" y="13336"/>
                    <a:pt x="57" y="13336"/>
                  </a:cubicBezTo>
                  <a:cubicBezTo>
                    <a:pt x="39" y="13336"/>
                    <a:pt x="21" y="13346"/>
                    <a:pt x="12" y="13362"/>
                  </a:cubicBezTo>
                  <a:cubicBezTo>
                    <a:pt x="0" y="13383"/>
                    <a:pt x="4" y="13409"/>
                    <a:pt x="22" y="13426"/>
                  </a:cubicBezTo>
                  <a:cubicBezTo>
                    <a:pt x="1066" y="14417"/>
                    <a:pt x="2570" y="15066"/>
                    <a:pt x="4257" y="15251"/>
                  </a:cubicBezTo>
                  <a:cubicBezTo>
                    <a:pt x="4640" y="15294"/>
                    <a:pt x="5024" y="15312"/>
                    <a:pt x="5402" y="15312"/>
                  </a:cubicBezTo>
                  <a:cubicBezTo>
                    <a:pt x="6738" y="15312"/>
                    <a:pt x="7997" y="15084"/>
                    <a:pt x="8902" y="14892"/>
                  </a:cubicBezTo>
                  <a:cubicBezTo>
                    <a:pt x="9681" y="14727"/>
                    <a:pt x="10502" y="14648"/>
                    <a:pt x="11295" y="14572"/>
                  </a:cubicBezTo>
                  <a:cubicBezTo>
                    <a:pt x="11640" y="14540"/>
                    <a:pt x="11990" y="14506"/>
                    <a:pt x="12339" y="14466"/>
                  </a:cubicBezTo>
                  <a:lnTo>
                    <a:pt x="12339" y="14466"/>
                  </a:lnTo>
                  <a:cubicBezTo>
                    <a:pt x="10718" y="14911"/>
                    <a:pt x="9156" y="15559"/>
                    <a:pt x="7636" y="16190"/>
                  </a:cubicBezTo>
                  <a:cubicBezTo>
                    <a:pt x="5932" y="16898"/>
                    <a:pt x="4169" y="17630"/>
                    <a:pt x="2340" y="18070"/>
                  </a:cubicBezTo>
                  <a:cubicBezTo>
                    <a:pt x="2315" y="18075"/>
                    <a:pt x="2299" y="18097"/>
                    <a:pt x="2299" y="18121"/>
                  </a:cubicBezTo>
                  <a:cubicBezTo>
                    <a:pt x="2299" y="18144"/>
                    <a:pt x="2317" y="18165"/>
                    <a:pt x="2340" y="18171"/>
                  </a:cubicBezTo>
                  <a:cubicBezTo>
                    <a:pt x="2984" y="18313"/>
                    <a:pt x="3658" y="18384"/>
                    <a:pt x="4353" y="18384"/>
                  </a:cubicBezTo>
                  <a:cubicBezTo>
                    <a:pt x="5651" y="18384"/>
                    <a:pt x="7019" y="18136"/>
                    <a:pt x="8395" y="17647"/>
                  </a:cubicBezTo>
                  <a:cubicBezTo>
                    <a:pt x="10323" y="16962"/>
                    <a:pt x="12069" y="15870"/>
                    <a:pt x="13431" y="14935"/>
                  </a:cubicBezTo>
                  <a:lnTo>
                    <a:pt x="13431" y="14935"/>
                  </a:lnTo>
                  <a:cubicBezTo>
                    <a:pt x="11073" y="17606"/>
                    <a:pt x="8133" y="19521"/>
                    <a:pt x="4901" y="20484"/>
                  </a:cubicBezTo>
                  <a:cubicBezTo>
                    <a:pt x="4876" y="20493"/>
                    <a:pt x="4859" y="20518"/>
                    <a:pt x="4865" y="20545"/>
                  </a:cubicBezTo>
                  <a:cubicBezTo>
                    <a:pt x="4870" y="20569"/>
                    <a:pt x="4892" y="20587"/>
                    <a:pt x="4916" y="20587"/>
                  </a:cubicBezTo>
                  <a:cubicBezTo>
                    <a:pt x="4917" y="20587"/>
                    <a:pt x="4919" y="20585"/>
                    <a:pt x="4920" y="20585"/>
                  </a:cubicBezTo>
                  <a:cubicBezTo>
                    <a:pt x="6900" y="20404"/>
                    <a:pt x="8909" y="19742"/>
                    <a:pt x="11243" y="18503"/>
                  </a:cubicBezTo>
                  <a:cubicBezTo>
                    <a:pt x="13336" y="17393"/>
                    <a:pt x="14413" y="16232"/>
                    <a:pt x="15493" y="13915"/>
                  </a:cubicBezTo>
                  <a:cubicBezTo>
                    <a:pt x="15746" y="13957"/>
                    <a:pt x="16002" y="13978"/>
                    <a:pt x="16264" y="13978"/>
                  </a:cubicBezTo>
                  <a:cubicBezTo>
                    <a:pt x="17714" y="13978"/>
                    <a:pt x="19357" y="13338"/>
                    <a:pt x="21924" y="12129"/>
                  </a:cubicBezTo>
                  <a:cubicBezTo>
                    <a:pt x="23737" y="11274"/>
                    <a:pt x="26083" y="9789"/>
                    <a:pt x="26963" y="7567"/>
                  </a:cubicBezTo>
                  <a:cubicBezTo>
                    <a:pt x="26973" y="7544"/>
                    <a:pt x="26964" y="7518"/>
                    <a:pt x="26944" y="7505"/>
                  </a:cubicBezTo>
                  <a:cubicBezTo>
                    <a:pt x="26935" y="7499"/>
                    <a:pt x="26925" y="7496"/>
                    <a:pt x="26915" y="7496"/>
                  </a:cubicBezTo>
                  <a:cubicBezTo>
                    <a:pt x="26902" y="7496"/>
                    <a:pt x="26890" y="7500"/>
                    <a:pt x="26880" y="7509"/>
                  </a:cubicBezTo>
                  <a:cubicBezTo>
                    <a:pt x="24050" y="10093"/>
                    <a:pt x="20589" y="11858"/>
                    <a:pt x="16848" y="12631"/>
                  </a:cubicBezTo>
                  <a:cubicBezTo>
                    <a:pt x="18552" y="11796"/>
                    <a:pt x="20340" y="10891"/>
                    <a:pt x="22042" y="9813"/>
                  </a:cubicBezTo>
                  <a:cubicBezTo>
                    <a:pt x="24056" y="8538"/>
                    <a:pt x="25614" y="7191"/>
                    <a:pt x="26803" y="5694"/>
                  </a:cubicBezTo>
                  <a:cubicBezTo>
                    <a:pt x="26818" y="5675"/>
                    <a:pt x="26818" y="5650"/>
                    <a:pt x="26803" y="5631"/>
                  </a:cubicBezTo>
                  <a:cubicBezTo>
                    <a:pt x="26794" y="5618"/>
                    <a:pt x="26778" y="5610"/>
                    <a:pt x="26763" y="5610"/>
                  </a:cubicBezTo>
                  <a:cubicBezTo>
                    <a:pt x="26756" y="5610"/>
                    <a:pt x="26749" y="5612"/>
                    <a:pt x="26742" y="5615"/>
                  </a:cubicBezTo>
                  <a:cubicBezTo>
                    <a:pt x="23519" y="7014"/>
                    <a:pt x="20197" y="9088"/>
                    <a:pt x="16599" y="11950"/>
                  </a:cubicBezTo>
                  <a:cubicBezTo>
                    <a:pt x="17360" y="10900"/>
                    <a:pt x="18404" y="9968"/>
                    <a:pt x="19416" y="9063"/>
                  </a:cubicBezTo>
                  <a:cubicBezTo>
                    <a:pt x="19861" y="8664"/>
                    <a:pt x="20284" y="8288"/>
                    <a:pt x="20683" y="7900"/>
                  </a:cubicBezTo>
                  <a:cubicBezTo>
                    <a:pt x="22331" y="6305"/>
                    <a:pt x="23445" y="4181"/>
                    <a:pt x="23819" y="1916"/>
                  </a:cubicBezTo>
                  <a:cubicBezTo>
                    <a:pt x="23822" y="1895"/>
                    <a:pt x="23811" y="1872"/>
                    <a:pt x="23791" y="1863"/>
                  </a:cubicBezTo>
                  <a:cubicBezTo>
                    <a:pt x="23783" y="1859"/>
                    <a:pt x="23775" y="1857"/>
                    <a:pt x="23767" y="1857"/>
                  </a:cubicBezTo>
                  <a:cubicBezTo>
                    <a:pt x="23753" y="1857"/>
                    <a:pt x="23739" y="1863"/>
                    <a:pt x="23729" y="1873"/>
                  </a:cubicBezTo>
                  <a:cubicBezTo>
                    <a:pt x="23094" y="2568"/>
                    <a:pt x="22431" y="3259"/>
                    <a:pt x="21790" y="3928"/>
                  </a:cubicBezTo>
                  <a:cubicBezTo>
                    <a:pt x="21041" y="4709"/>
                    <a:pt x="20266" y="5518"/>
                    <a:pt x="19530" y="6334"/>
                  </a:cubicBezTo>
                  <a:cubicBezTo>
                    <a:pt x="18110" y="7912"/>
                    <a:pt x="16823" y="9860"/>
                    <a:pt x="16057" y="11589"/>
                  </a:cubicBezTo>
                  <a:cubicBezTo>
                    <a:pt x="16032" y="10064"/>
                    <a:pt x="16981" y="8292"/>
                    <a:pt x="17284" y="7766"/>
                  </a:cubicBezTo>
                  <a:cubicBezTo>
                    <a:pt x="17453" y="7474"/>
                    <a:pt x="17633" y="7179"/>
                    <a:pt x="17807" y="6895"/>
                  </a:cubicBezTo>
                  <a:cubicBezTo>
                    <a:pt x="18305" y="6083"/>
                    <a:pt x="18820" y="5242"/>
                    <a:pt x="19136" y="4327"/>
                  </a:cubicBezTo>
                  <a:cubicBezTo>
                    <a:pt x="19612" y="2946"/>
                    <a:pt x="19620" y="1423"/>
                    <a:pt x="19160" y="37"/>
                  </a:cubicBezTo>
                  <a:cubicBezTo>
                    <a:pt x="19153" y="16"/>
                    <a:pt x="19136" y="0"/>
                    <a:pt x="1911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9" name="Google Shape;7849;p27"/>
            <p:cNvSpPr/>
            <p:nvPr/>
          </p:nvSpPr>
          <p:spPr>
            <a:xfrm>
              <a:off x="4966150" y="4352775"/>
              <a:ext cx="231825" cy="182525"/>
            </a:xfrm>
            <a:custGeom>
              <a:avLst/>
              <a:gdLst/>
              <a:ahLst/>
              <a:cxnLst/>
              <a:rect l="l" t="t" r="r" b="b"/>
              <a:pathLst>
                <a:path w="9273" h="7301" extrusionOk="0">
                  <a:moveTo>
                    <a:pt x="9244" y="0"/>
                  </a:moveTo>
                  <a:cubicBezTo>
                    <a:pt x="9231" y="0"/>
                    <a:pt x="9221" y="10"/>
                    <a:pt x="9219" y="22"/>
                  </a:cubicBezTo>
                  <a:cubicBezTo>
                    <a:pt x="9063" y="1055"/>
                    <a:pt x="8525" y="2029"/>
                    <a:pt x="7574" y="3002"/>
                  </a:cubicBezTo>
                  <a:cubicBezTo>
                    <a:pt x="6756" y="3838"/>
                    <a:pt x="5768" y="4495"/>
                    <a:pt x="4743" y="5152"/>
                  </a:cubicBezTo>
                  <a:cubicBezTo>
                    <a:pt x="3223" y="6125"/>
                    <a:pt x="1718" y="7018"/>
                    <a:pt x="25" y="7249"/>
                  </a:cubicBezTo>
                  <a:cubicBezTo>
                    <a:pt x="12" y="7251"/>
                    <a:pt x="1" y="7264"/>
                    <a:pt x="4" y="7278"/>
                  </a:cubicBezTo>
                  <a:cubicBezTo>
                    <a:pt x="5" y="7291"/>
                    <a:pt x="16" y="7300"/>
                    <a:pt x="29" y="7300"/>
                  </a:cubicBezTo>
                  <a:lnTo>
                    <a:pt x="33" y="7300"/>
                  </a:lnTo>
                  <a:cubicBezTo>
                    <a:pt x="1735" y="7068"/>
                    <a:pt x="3246" y="6172"/>
                    <a:pt x="4771" y="5195"/>
                  </a:cubicBezTo>
                  <a:cubicBezTo>
                    <a:pt x="5799" y="4537"/>
                    <a:pt x="6788" y="3878"/>
                    <a:pt x="7610" y="3038"/>
                  </a:cubicBezTo>
                  <a:cubicBezTo>
                    <a:pt x="8571" y="2058"/>
                    <a:pt x="9113" y="1074"/>
                    <a:pt x="9270" y="30"/>
                  </a:cubicBezTo>
                  <a:cubicBezTo>
                    <a:pt x="9273" y="17"/>
                    <a:pt x="9262" y="3"/>
                    <a:pt x="9249" y="1"/>
                  </a:cubicBezTo>
                  <a:cubicBezTo>
                    <a:pt x="9247" y="0"/>
                    <a:pt x="9246" y="0"/>
                    <a:pt x="924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0" name="Google Shape;7850;p27"/>
            <p:cNvSpPr/>
            <p:nvPr/>
          </p:nvSpPr>
          <p:spPr>
            <a:xfrm>
              <a:off x="4884925" y="4352425"/>
              <a:ext cx="313200" cy="126800"/>
            </a:xfrm>
            <a:custGeom>
              <a:avLst/>
              <a:gdLst/>
              <a:ahLst/>
              <a:cxnLst/>
              <a:rect l="l" t="t" r="r" b="b"/>
              <a:pathLst>
                <a:path w="12528" h="5072" extrusionOk="0">
                  <a:moveTo>
                    <a:pt x="12499" y="1"/>
                  </a:moveTo>
                  <a:cubicBezTo>
                    <a:pt x="12487" y="1"/>
                    <a:pt x="12476" y="8"/>
                    <a:pt x="12473" y="21"/>
                  </a:cubicBezTo>
                  <a:cubicBezTo>
                    <a:pt x="12360" y="542"/>
                    <a:pt x="11921" y="929"/>
                    <a:pt x="11600" y="1176"/>
                  </a:cubicBezTo>
                  <a:cubicBezTo>
                    <a:pt x="11217" y="1472"/>
                    <a:pt x="10766" y="1679"/>
                    <a:pt x="10330" y="1879"/>
                  </a:cubicBezTo>
                  <a:lnTo>
                    <a:pt x="10297" y="1895"/>
                  </a:lnTo>
                  <a:cubicBezTo>
                    <a:pt x="10001" y="2031"/>
                    <a:pt x="9705" y="2169"/>
                    <a:pt x="9409" y="2307"/>
                  </a:cubicBezTo>
                  <a:cubicBezTo>
                    <a:pt x="8088" y="2922"/>
                    <a:pt x="6721" y="3558"/>
                    <a:pt x="5326" y="4055"/>
                  </a:cubicBezTo>
                  <a:cubicBezTo>
                    <a:pt x="3504" y="4702"/>
                    <a:pt x="1874" y="5020"/>
                    <a:pt x="358" y="5020"/>
                  </a:cubicBezTo>
                  <a:cubicBezTo>
                    <a:pt x="247" y="5020"/>
                    <a:pt x="137" y="5019"/>
                    <a:pt x="28" y="5015"/>
                  </a:cubicBezTo>
                  <a:cubicBezTo>
                    <a:pt x="13" y="5015"/>
                    <a:pt x="2" y="5026"/>
                    <a:pt x="1" y="5041"/>
                  </a:cubicBezTo>
                  <a:cubicBezTo>
                    <a:pt x="1" y="5056"/>
                    <a:pt x="12" y="5066"/>
                    <a:pt x="27" y="5068"/>
                  </a:cubicBezTo>
                  <a:cubicBezTo>
                    <a:pt x="134" y="5070"/>
                    <a:pt x="242" y="5072"/>
                    <a:pt x="351" y="5072"/>
                  </a:cubicBezTo>
                  <a:cubicBezTo>
                    <a:pt x="1876" y="5072"/>
                    <a:pt x="3514" y="4754"/>
                    <a:pt x="5343" y="4103"/>
                  </a:cubicBezTo>
                  <a:cubicBezTo>
                    <a:pt x="6741" y="3607"/>
                    <a:pt x="8108" y="2969"/>
                    <a:pt x="9432" y="2353"/>
                  </a:cubicBezTo>
                  <a:cubicBezTo>
                    <a:pt x="9726" y="2216"/>
                    <a:pt x="10022" y="2078"/>
                    <a:pt x="10318" y="1941"/>
                  </a:cubicBezTo>
                  <a:lnTo>
                    <a:pt x="10352" y="1926"/>
                  </a:lnTo>
                  <a:cubicBezTo>
                    <a:pt x="10790" y="1725"/>
                    <a:pt x="11244" y="1516"/>
                    <a:pt x="11633" y="1217"/>
                  </a:cubicBezTo>
                  <a:cubicBezTo>
                    <a:pt x="11960" y="966"/>
                    <a:pt x="12408" y="569"/>
                    <a:pt x="12525" y="32"/>
                  </a:cubicBezTo>
                  <a:cubicBezTo>
                    <a:pt x="12527" y="17"/>
                    <a:pt x="12518" y="4"/>
                    <a:pt x="12504" y="1"/>
                  </a:cubicBezTo>
                  <a:cubicBezTo>
                    <a:pt x="12503" y="1"/>
                    <a:pt x="12501" y="1"/>
                    <a:pt x="1249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1" name="Google Shape;7851;p27"/>
            <p:cNvSpPr/>
            <p:nvPr/>
          </p:nvSpPr>
          <p:spPr>
            <a:xfrm>
              <a:off x="4827200" y="4352275"/>
              <a:ext cx="371025" cy="30100"/>
            </a:xfrm>
            <a:custGeom>
              <a:avLst/>
              <a:gdLst/>
              <a:ahLst/>
              <a:cxnLst/>
              <a:rect l="l" t="t" r="r" b="b"/>
              <a:pathLst>
                <a:path w="14841" h="1204" extrusionOk="0">
                  <a:moveTo>
                    <a:pt x="14811" y="0"/>
                  </a:moveTo>
                  <a:cubicBezTo>
                    <a:pt x="14803" y="0"/>
                    <a:pt x="14795" y="4"/>
                    <a:pt x="14791" y="11"/>
                  </a:cubicBezTo>
                  <a:cubicBezTo>
                    <a:pt x="14341" y="623"/>
                    <a:pt x="13573" y="794"/>
                    <a:pt x="13155" y="841"/>
                  </a:cubicBezTo>
                  <a:cubicBezTo>
                    <a:pt x="12985" y="860"/>
                    <a:pt x="12813" y="868"/>
                    <a:pt x="12641" y="868"/>
                  </a:cubicBezTo>
                  <a:cubicBezTo>
                    <a:pt x="12325" y="868"/>
                    <a:pt x="12009" y="843"/>
                    <a:pt x="11699" y="818"/>
                  </a:cubicBezTo>
                  <a:cubicBezTo>
                    <a:pt x="11551" y="806"/>
                    <a:pt x="11403" y="794"/>
                    <a:pt x="11255" y="785"/>
                  </a:cubicBezTo>
                  <a:cubicBezTo>
                    <a:pt x="10969" y="767"/>
                    <a:pt x="10681" y="760"/>
                    <a:pt x="10394" y="760"/>
                  </a:cubicBezTo>
                  <a:cubicBezTo>
                    <a:pt x="9360" y="760"/>
                    <a:pt x="8323" y="859"/>
                    <a:pt x="7312" y="956"/>
                  </a:cubicBezTo>
                  <a:cubicBezTo>
                    <a:pt x="6747" y="1009"/>
                    <a:pt x="6160" y="1066"/>
                    <a:pt x="5585" y="1104"/>
                  </a:cubicBezTo>
                  <a:cubicBezTo>
                    <a:pt x="5168" y="1131"/>
                    <a:pt x="4720" y="1151"/>
                    <a:pt x="4253" y="1151"/>
                  </a:cubicBezTo>
                  <a:cubicBezTo>
                    <a:pt x="2906" y="1151"/>
                    <a:pt x="1401" y="981"/>
                    <a:pt x="40" y="310"/>
                  </a:cubicBezTo>
                  <a:cubicBezTo>
                    <a:pt x="37" y="308"/>
                    <a:pt x="33" y="307"/>
                    <a:pt x="29" y="307"/>
                  </a:cubicBezTo>
                  <a:cubicBezTo>
                    <a:pt x="20" y="307"/>
                    <a:pt x="10" y="312"/>
                    <a:pt x="5" y="321"/>
                  </a:cubicBezTo>
                  <a:cubicBezTo>
                    <a:pt x="0" y="334"/>
                    <a:pt x="5" y="349"/>
                    <a:pt x="18" y="356"/>
                  </a:cubicBezTo>
                  <a:cubicBezTo>
                    <a:pt x="1386" y="1031"/>
                    <a:pt x="2897" y="1203"/>
                    <a:pt x="4249" y="1203"/>
                  </a:cubicBezTo>
                  <a:cubicBezTo>
                    <a:pt x="4719" y="1203"/>
                    <a:pt x="5170" y="1182"/>
                    <a:pt x="5589" y="1155"/>
                  </a:cubicBezTo>
                  <a:cubicBezTo>
                    <a:pt x="6166" y="1117"/>
                    <a:pt x="6751" y="1061"/>
                    <a:pt x="7317" y="1007"/>
                  </a:cubicBezTo>
                  <a:cubicBezTo>
                    <a:pt x="8323" y="910"/>
                    <a:pt x="9356" y="811"/>
                    <a:pt x="10383" y="811"/>
                  </a:cubicBezTo>
                  <a:cubicBezTo>
                    <a:pt x="10674" y="811"/>
                    <a:pt x="10963" y="819"/>
                    <a:pt x="11252" y="837"/>
                  </a:cubicBezTo>
                  <a:cubicBezTo>
                    <a:pt x="11399" y="847"/>
                    <a:pt x="11547" y="857"/>
                    <a:pt x="11695" y="870"/>
                  </a:cubicBezTo>
                  <a:cubicBezTo>
                    <a:pt x="12006" y="894"/>
                    <a:pt x="12324" y="919"/>
                    <a:pt x="12642" y="919"/>
                  </a:cubicBezTo>
                  <a:cubicBezTo>
                    <a:pt x="12816" y="919"/>
                    <a:pt x="12989" y="912"/>
                    <a:pt x="13161" y="892"/>
                  </a:cubicBezTo>
                  <a:cubicBezTo>
                    <a:pt x="13588" y="844"/>
                    <a:pt x="14371" y="669"/>
                    <a:pt x="14832" y="42"/>
                  </a:cubicBezTo>
                  <a:cubicBezTo>
                    <a:pt x="14840" y="30"/>
                    <a:pt x="14838" y="14"/>
                    <a:pt x="14826" y="6"/>
                  </a:cubicBezTo>
                  <a:cubicBezTo>
                    <a:pt x="14821" y="2"/>
                    <a:pt x="14816" y="0"/>
                    <a:pt x="1481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2" name="Google Shape;7852;p27"/>
            <p:cNvSpPr/>
            <p:nvPr/>
          </p:nvSpPr>
          <p:spPr>
            <a:xfrm>
              <a:off x="4889200" y="4254875"/>
              <a:ext cx="308825" cy="103725"/>
            </a:xfrm>
            <a:custGeom>
              <a:avLst/>
              <a:gdLst/>
              <a:ahLst/>
              <a:cxnLst/>
              <a:rect l="l" t="t" r="r" b="b"/>
              <a:pathLst>
                <a:path w="12353" h="4149" extrusionOk="0">
                  <a:moveTo>
                    <a:pt x="29" y="0"/>
                  </a:moveTo>
                  <a:cubicBezTo>
                    <a:pt x="20" y="0"/>
                    <a:pt x="11" y="6"/>
                    <a:pt x="8" y="15"/>
                  </a:cubicBezTo>
                  <a:cubicBezTo>
                    <a:pt x="1" y="29"/>
                    <a:pt x="6" y="43"/>
                    <a:pt x="20" y="50"/>
                  </a:cubicBezTo>
                  <a:cubicBezTo>
                    <a:pt x="1588" y="767"/>
                    <a:pt x="3235" y="1327"/>
                    <a:pt x="4915" y="1709"/>
                  </a:cubicBezTo>
                  <a:cubicBezTo>
                    <a:pt x="5166" y="1767"/>
                    <a:pt x="5422" y="1821"/>
                    <a:pt x="5671" y="1874"/>
                  </a:cubicBezTo>
                  <a:cubicBezTo>
                    <a:pt x="6827" y="2119"/>
                    <a:pt x="8023" y="2374"/>
                    <a:pt x="9047" y="2978"/>
                  </a:cubicBezTo>
                  <a:cubicBezTo>
                    <a:pt x="9235" y="3088"/>
                    <a:pt x="9421" y="3213"/>
                    <a:pt x="9601" y="3333"/>
                  </a:cubicBezTo>
                  <a:cubicBezTo>
                    <a:pt x="9904" y="3537"/>
                    <a:pt x="10217" y="3747"/>
                    <a:pt x="10558" y="3901"/>
                  </a:cubicBezTo>
                  <a:cubicBezTo>
                    <a:pt x="10724" y="3975"/>
                    <a:pt x="11160" y="4148"/>
                    <a:pt x="11622" y="4148"/>
                  </a:cubicBezTo>
                  <a:cubicBezTo>
                    <a:pt x="11864" y="4148"/>
                    <a:pt x="12114" y="4100"/>
                    <a:pt x="12336" y="3964"/>
                  </a:cubicBezTo>
                  <a:cubicBezTo>
                    <a:pt x="12348" y="3957"/>
                    <a:pt x="12352" y="3941"/>
                    <a:pt x="12344" y="3929"/>
                  </a:cubicBezTo>
                  <a:cubicBezTo>
                    <a:pt x="12340" y="3921"/>
                    <a:pt x="12332" y="3917"/>
                    <a:pt x="12323" y="3917"/>
                  </a:cubicBezTo>
                  <a:cubicBezTo>
                    <a:pt x="12318" y="3917"/>
                    <a:pt x="12313" y="3918"/>
                    <a:pt x="12309" y="3921"/>
                  </a:cubicBezTo>
                  <a:cubicBezTo>
                    <a:pt x="12097" y="4050"/>
                    <a:pt x="11856" y="4096"/>
                    <a:pt x="11622" y="4096"/>
                  </a:cubicBezTo>
                  <a:cubicBezTo>
                    <a:pt x="11171" y="4096"/>
                    <a:pt x="10742" y="3926"/>
                    <a:pt x="10578" y="3852"/>
                  </a:cubicBezTo>
                  <a:cubicBezTo>
                    <a:pt x="10243" y="3701"/>
                    <a:pt x="9931" y="3493"/>
                    <a:pt x="9629" y="3290"/>
                  </a:cubicBezTo>
                  <a:cubicBezTo>
                    <a:pt x="9449" y="3169"/>
                    <a:pt x="9263" y="3044"/>
                    <a:pt x="9074" y="2932"/>
                  </a:cubicBezTo>
                  <a:cubicBezTo>
                    <a:pt x="8042" y="2325"/>
                    <a:pt x="6842" y="2070"/>
                    <a:pt x="5682" y="1823"/>
                  </a:cubicBezTo>
                  <a:cubicBezTo>
                    <a:pt x="5433" y="1771"/>
                    <a:pt x="5178" y="1716"/>
                    <a:pt x="4927" y="1659"/>
                  </a:cubicBezTo>
                  <a:cubicBezTo>
                    <a:pt x="3250" y="1276"/>
                    <a:pt x="1606" y="719"/>
                    <a:pt x="41" y="3"/>
                  </a:cubicBezTo>
                  <a:cubicBezTo>
                    <a:pt x="37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3" name="Google Shape;7853;p27"/>
            <p:cNvSpPr/>
            <p:nvPr/>
          </p:nvSpPr>
          <p:spPr>
            <a:xfrm>
              <a:off x="4938050" y="4142950"/>
              <a:ext cx="260000" cy="210825"/>
            </a:xfrm>
            <a:custGeom>
              <a:avLst/>
              <a:gdLst/>
              <a:ahLst/>
              <a:cxnLst/>
              <a:rect l="l" t="t" r="r" b="b"/>
              <a:pathLst>
                <a:path w="10400" h="8433" extrusionOk="0">
                  <a:moveTo>
                    <a:pt x="30" y="0"/>
                  </a:moveTo>
                  <a:cubicBezTo>
                    <a:pt x="23" y="0"/>
                    <a:pt x="16" y="3"/>
                    <a:pt x="11" y="8"/>
                  </a:cubicBezTo>
                  <a:cubicBezTo>
                    <a:pt x="2" y="18"/>
                    <a:pt x="0" y="34"/>
                    <a:pt x="11" y="45"/>
                  </a:cubicBezTo>
                  <a:cubicBezTo>
                    <a:pt x="892" y="953"/>
                    <a:pt x="2018" y="1586"/>
                    <a:pt x="3107" y="2198"/>
                  </a:cubicBezTo>
                  <a:cubicBezTo>
                    <a:pt x="3801" y="2590"/>
                    <a:pt x="4519" y="2994"/>
                    <a:pt x="5169" y="3467"/>
                  </a:cubicBezTo>
                  <a:cubicBezTo>
                    <a:pt x="6206" y="4220"/>
                    <a:pt x="7118" y="5192"/>
                    <a:pt x="7807" y="6273"/>
                  </a:cubicBezTo>
                  <a:cubicBezTo>
                    <a:pt x="7884" y="6392"/>
                    <a:pt x="7958" y="6516"/>
                    <a:pt x="8030" y="6635"/>
                  </a:cubicBezTo>
                  <a:cubicBezTo>
                    <a:pt x="8256" y="7005"/>
                    <a:pt x="8489" y="7389"/>
                    <a:pt x="8788" y="7713"/>
                  </a:cubicBezTo>
                  <a:cubicBezTo>
                    <a:pt x="9198" y="8161"/>
                    <a:pt x="9779" y="8433"/>
                    <a:pt x="10318" y="8433"/>
                  </a:cubicBezTo>
                  <a:cubicBezTo>
                    <a:pt x="10336" y="8433"/>
                    <a:pt x="10355" y="8433"/>
                    <a:pt x="10374" y="8431"/>
                  </a:cubicBezTo>
                  <a:cubicBezTo>
                    <a:pt x="10389" y="8431"/>
                    <a:pt x="10400" y="8419"/>
                    <a:pt x="10400" y="8404"/>
                  </a:cubicBezTo>
                  <a:cubicBezTo>
                    <a:pt x="10400" y="8392"/>
                    <a:pt x="10391" y="8380"/>
                    <a:pt x="10375" y="8380"/>
                  </a:cubicBezTo>
                  <a:cubicBezTo>
                    <a:pt x="10374" y="8380"/>
                    <a:pt x="10374" y="8380"/>
                    <a:pt x="10373" y="8380"/>
                  </a:cubicBezTo>
                  <a:lnTo>
                    <a:pt x="10318" y="8380"/>
                  </a:lnTo>
                  <a:cubicBezTo>
                    <a:pt x="9793" y="8380"/>
                    <a:pt x="9226" y="8115"/>
                    <a:pt x="8826" y="7678"/>
                  </a:cubicBezTo>
                  <a:cubicBezTo>
                    <a:pt x="8531" y="7358"/>
                    <a:pt x="8300" y="6977"/>
                    <a:pt x="8075" y="6608"/>
                  </a:cubicBezTo>
                  <a:cubicBezTo>
                    <a:pt x="8002" y="6489"/>
                    <a:pt x="7927" y="6365"/>
                    <a:pt x="7852" y="6245"/>
                  </a:cubicBezTo>
                  <a:cubicBezTo>
                    <a:pt x="7159" y="5158"/>
                    <a:pt x="6243" y="4183"/>
                    <a:pt x="5200" y="3425"/>
                  </a:cubicBezTo>
                  <a:cubicBezTo>
                    <a:pt x="4546" y="2950"/>
                    <a:pt x="3828" y="2546"/>
                    <a:pt x="3132" y="2154"/>
                  </a:cubicBezTo>
                  <a:cubicBezTo>
                    <a:pt x="2046" y="1543"/>
                    <a:pt x="924" y="911"/>
                    <a:pt x="49" y="8"/>
                  </a:cubicBezTo>
                  <a:cubicBezTo>
                    <a:pt x="43" y="3"/>
                    <a:pt x="37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4" name="Google Shape;7854;p27"/>
            <p:cNvSpPr/>
            <p:nvPr/>
          </p:nvSpPr>
          <p:spPr>
            <a:xfrm>
              <a:off x="5049700" y="4060425"/>
              <a:ext cx="148325" cy="293425"/>
            </a:xfrm>
            <a:custGeom>
              <a:avLst/>
              <a:gdLst/>
              <a:ahLst/>
              <a:cxnLst/>
              <a:rect l="l" t="t" r="r" b="b"/>
              <a:pathLst>
                <a:path w="5933" h="11737" extrusionOk="0">
                  <a:moveTo>
                    <a:pt x="29" y="1"/>
                  </a:moveTo>
                  <a:cubicBezTo>
                    <a:pt x="27" y="1"/>
                    <a:pt x="25" y="1"/>
                    <a:pt x="24" y="1"/>
                  </a:cubicBezTo>
                  <a:cubicBezTo>
                    <a:pt x="9" y="5"/>
                    <a:pt x="1" y="19"/>
                    <a:pt x="3" y="32"/>
                  </a:cubicBezTo>
                  <a:cubicBezTo>
                    <a:pt x="379" y="1685"/>
                    <a:pt x="1045" y="3238"/>
                    <a:pt x="1986" y="4648"/>
                  </a:cubicBezTo>
                  <a:cubicBezTo>
                    <a:pt x="2216" y="4992"/>
                    <a:pt x="2468" y="5335"/>
                    <a:pt x="2710" y="5666"/>
                  </a:cubicBezTo>
                  <a:cubicBezTo>
                    <a:pt x="3373" y="6570"/>
                    <a:pt x="4058" y="7505"/>
                    <a:pt x="4389" y="8583"/>
                  </a:cubicBezTo>
                  <a:cubicBezTo>
                    <a:pt x="4467" y="8840"/>
                    <a:pt x="4526" y="9108"/>
                    <a:pt x="4584" y="9366"/>
                  </a:cubicBezTo>
                  <a:cubicBezTo>
                    <a:pt x="4650" y="9666"/>
                    <a:pt x="4719" y="9975"/>
                    <a:pt x="4818" y="10271"/>
                  </a:cubicBezTo>
                  <a:cubicBezTo>
                    <a:pt x="5050" y="10959"/>
                    <a:pt x="5449" y="11505"/>
                    <a:pt x="5891" y="11732"/>
                  </a:cubicBezTo>
                  <a:cubicBezTo>
                    <a:pt x="5893" y="11735"/>
                    <a:pt x="5897" y="11736"/>
                    <a:pt x="5901" y="11736"/>
                  </a:cubicBezTo>
                  <a:lnTo>
                    <a:pt x="5903" y="11735"/>
                  </a:lnTo>
                  <a:cubicBezTo>
                    <a:pt x="5912" y="11735"/>
                    <a:pt x="5920" y="11731"/>
                    <a:pt x="5926" y="11722"/>
                  </a:cubicBezTo>
                  <a:cubicBezTo>
                    <a:pt x="5932" y="11708"/>
                    <a:pt x="5927" y="11693"/>
                    <a:pt x="5913" y="11687"/>
                  </a:cubicBezTo>
                  <a:cubicBezTo>
                    <a:pt x="5486" y="11465"/>
                    <a:pt x="5094" y="10929"/>
                    <a:pt x="4868" y="10255"/>
                  </a:cubicBezTo>
                  <a:cubicBezTo>
                    <a:pt x="4769" y="9961"/>
                    <a:pt x="4701" y="9652"/>
                    <a:pt x="4635" y="9355"/>
                  </a:cubicBezTo>
                  <a:cubicBezTo>
                    <a:pt x="4578" y="9096"/>
                    <a:pt x="4518" y="8826"/>
                    <a:pt x="4439" y="8568"/>
                  </a:cubicBezTo>
                  <a:cubicBezTo>
                    <a:pt x="4105" y="7481"/>
                    <a:pt x="3418" y="6542"/>
                    <a:pt x="2752" y="5635"/>
                  </a:cubicBezTo>
                  <a:cubicBezTo>
                    <a:pt x="2510" y="5304"/>
                    <a:pt x="2260" y="4963"/>
                    <a:pt x="2029" y="4618"/>
                  </a:cubicBezTo>
                  <a:cubicBezTo>
                    <a:pt x="1092" y="3214"/>
                    <a:pt x="427" y="1668"/>
                    <a:pt x="55" y="21"/>
                  </a:cubicBezTo>
                  <a:cubicBezTo>
                    <a:pt x="51" y="8"/>
                    <a:pt x="40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5" name="Google Shape;7855;p27"/>
            <p:cNvSpPr/>
            <p:nvPr/>
          </p:nvSpPr>
          <p:spPr>
            <a:xfrm>
              <a:off x="5115825" y="4053125"/>
              <a:ext cx="81950" cy="300625"/>
            </a:xfrm>
            <a:custGeom>
              <a:avLst/>
              <a:gdLst/>
              <a:ahLst/>
              <a:cxnLst/>
              <a:rect l="l" t="t" r="r" b="b"/>
              <a:pathLst>
                <a:path w="3278" h="12025" extrusionOk="0">
                  <a:moveTo>
                    <a:pt x="30" y="1"/>
                  </a:moveTo>
                  <a:cubicBezTo>
                    <a:pt x="29" y="1"/>
                    <a:pt x="28" y="1"/>
                    <a:pt x="26" y="1"/>
                  </a:cubicBezTo>
                  <a:cubicBezTo>
                    <a:pt x="11" y="3"/>
                    <a:pt x="1" y="15"/>
                    <a:pt x="2" y="29"/>
                  </a:cubicBezTo>
                  <a:cubicBezTo>
                    <a:pt x="204" y="2093"/>
                    <a:pt x="928" y="4150"/>
                    <a:pt x="1627" y="6139"/>
                  </a:cubicBezTo>
                  <a:cubicBezTo>
                    <a:pt x="2300" y="8049"/>
                    <a:pt x="2995" y="10025"/>
                    <a:pt x="3224" y="12001"/>
                  </a:cubicBezTo>
                  <a:cubicBezTo>
                    <a:pt x="3225" y="12015"/>
                    <a:pt x="3236" y="12024"/>
                    <a:pt x="3250" y="12024"/>
                  </a:cubicBezTo>
                  <a:lnTo>
                    <a:pt x="3252" y="12024"/>
                  </a:lnTo>
                  <a:cubicBezTo>
                    <a:pt x="3267" y="12023"/>
                    <a:pt x="3278" y="12010"/>
                    <a:pt x="3275" y="11996"/>
                  </a:cubicBezTo>
                  <a:cubicBezTo>
                    <a:pt x="3045" y="10013"/>
                    <a:pt x="2350" y="8034"/>
                    <a:pt x="1676" y="6121"/>
                  </a:cubicBezTo>
                  <a:cubicBezTo>
                    <a:pt x="977" y="4135"/>
                    <a:pt x="255" y="2082"/>
                    <a:pt x="54" y="24"/>
                  </a:cubicBezTo>
                  <a:cubicBezTo>
                    <a:pt x="53" y="12"/>
                    <a:pt x="4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6" name="Google Shape;7856;p27"/>
            <p:cNvSpPr/>
            <p:nvPr/>
          </p:nvSpPr>
          <p:spPr>
            <a:xfrm>
              <a:off x="5186725" y="4038450"/>
              <a:ext cx="24600" cy="315125"/>
            </a:xfrm>
            <a:custGeom>
              <a:avLst/>
              <a:gdLst/>
              <a:ahLst/>
              <a:cxnLst/>
              <a:rect l="l" t="t" r="r" b="b"/>
              <a:pathLst>
                <a:path w="984" h="12605" extrusionOk="0">
                  <a:moveTo>
                    <a:pt x="393" y="0"/>
                  </a:moveTo>
                  <a:cubicBezTo>
                    <a:pt x="380" y="2"/>
                    <a:pt x="369" y="14"/>
                    <a:pt x="369" y="29"/>
                  </a:cubicBezTo>
                  <a:cubicBezTo>
                    <a:pt x="462" y="1822"/>
                    <a:pt x="430" y="3638"/>
                    <a:pt x="275" y="5426"/>
                  </a:cubicBezTo>
                  <a:cubicBezTo>
                    <a:pt x="263" y="5566"/>
                    <a:pt x="249" y="5706"/>
                    <a:pt x="237" y="5847"/>
                  </a:cubicBezTo>
                  <a:cubicBezTo>
                    <a:pt x="120" y="7114"/>
                    <a:pt x="1" y="8425"/>
                    <a:pt x="388" y="9642"/>
                  </a:cubicBezTo>
                  <a:cubicBezTo>
                    <a:pt x="440" y="9809"/>
                    <a:pt x="504" y="9976"/>
                    <a:pt x="564" y="10136"/>
                  </a:cubicBezTo>
                  <a:cubicBezTo>
                    <a:pt x="685" y="10455"/>
                    <a:pt x="810" y="10784"/>
                    <a:pt x="859" y="11125"/>
                  </a:cubicBezTo>
                  <a:cubicBezTo>
                    <a:pt x="930" y="11613"/>
                    <a:pt x="856" y="12282"/>
                    <a:pt x="416" y="12558"/>
                  </a:cubicBezTo>
                  <a:cubicBezTo>
                    <a:pt x="404" y="12566"/>
                    <a:pt x="400" y="12580"/>
                    <a:pt x="408" y="12593"/>
                  </a:cubicBezTo>
                  <a:cubicBezTo>
                    <a:pt x="412" y="12601"/>
                    <a:pt x="422" y="12605"/>
                    <a:pt x="430" y="12605"/>
                  </a:cubicBezTo>
                  <a:cubicBezTo>
                    <a:pt x="435" y="12605"/>
                    <a:pt x="439" y="12603"/>
                    <a:pt x="443" y="12601"/>
                  </a:cubicBezTo>
                  <a:cubicBezTo>
                    <a:pt x="905" y="12313"/>
                    <a:pt x="984" y="11621"/>
                    <a:pt x="911" y="11117"/>
                  </a:cubicBezTo>
                  <a:cubicBezTo>
                    <a:pt x="860" y="10771"/>
                    <a:pt x="735" y="10439"/>
                    <a:pt x="613" y="10118"/>
                  </a:cubicBezTo>
                  <a:cubicBezTo>
                    <a:pt x="552" y="9957"/>
                    <a:pt x="490" y="9792"/>
                    <a:pt x="438" y="9626"/>
                  </a:cubicBezTo>
                  <a:cubicBezTo>
                    <a:pt x="53" y="8419"/>
                    <a:pt x="173" y="7114"/>
                    <a:pt x="288" y="5851"/>
                  </a:cubicBezTo>
                  <a:cubicBezTo>
                    <a:pt x="302" y="5711"/>
                    <a:pt x="314" y="5570"/>
                    <a:pt x="326" y="5430"/>
                  </a:cubicBezTo>
                  <a:cubicBezTo>
                    <a:pt x="481" y="3639"/>
                    <a:pt x="513" y="1821"/>
                    <a:pt x="422" y="26"/>
                  </a:cubicBezTo>
                  <a:cubicBezTo>
                    <a:pt x="420" y="11"/>
                    <a:pt x="410" y="2"/>
                    <a:pt x="39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7" name="Google Shape;7857;p27"/>
            <p:cNvSpPr/>
            <p:nvPr/>
          </p:nvSpPr>
          <p:spPr>
            <a:xfrm>
              <a:off x="5196475" y="4029550"/>
              <a:ext cx="110575" cy="324300"/>
            </a:xfrm>
            <a:custGeom>
              <a:avLst/>
              <a:gdLst/>
              <a:ahLst/>
              <a:cxnLst/>
              <a:rect l="l" t="t" r="r" b="b"/>
              <a:pathLst>
                <a:path w="4423" h="12972" extrusionOk="0">
                  <a:moveTo>
                    <a:pt x="4244" y="1"/>
                  </a:moveTo>
                  <a:cubicBezTo>
                    <a:pt x="4243" y="1"/>
                    <a:pt x="4241" y="1"/>
                    <a:pt x="4240" y="1"/>
                  </a:cubicBezTo>
                  <a:cubicBezTo>
                    <a:pt x="4225" y="2"/>
                    <a:pt x="4214" y="15"/>
                    <a:pt x="4216" y="29"/>
                  </a:cubicBezTo>
                  <a:cubicBezTo>
                    <a:pt x="4370" y="1866"/>
                    <a:pt x="3586" y="3656"/>
                    <a:pt x="2839" y="5191"/>
                  </a:cubicBezTo>
                  <a:cubicBezTo>
                    <a:pt x="2772" y="5329"/>
                    <a:pt x="2705" y="5467"/>
                    <a:pt x="2636" y="5604"/>
                  </a:cubicBezTo>
                  <a:cubicBezTo>
                    <a:pt x="1910" y="7087"/>
                    <a:pt x="1158" y="8621"/>
                    <a:pt x="1018" y="10274"/>
                  </a:cubicBezTo>
                  <a:cubicBezTo>
                    <a:pt x="1006" y="10427"/>
                    <a:pt x="998" y="10582"/>
                    <a:pt x="991" y="10733"/>
                  </a:cubicBezTo>
                  <a:cubicBezTo>
                    <a:pt x="973" y="11079"/>
                    <a:pt x="956" y="11435"/>
                    <a:pt x="875" y="11775"/>
                  </a:cubicBezTo>
                  <a:cubicBezTo>
                    <a:pt x="747" y="12312"/>
                    <a:pt x="437" y="12729"/>
                    <a:pt x="20" y="12922"/>
                  </a:cubicBezTo>
                  <a:cubicBezTo>
                    <a:pt x="7" y="12927"/>
                    <a:pt x="1" y="12943"/>
                    <a:pt x="7" y="12955"/>
                  </a:cubicBezTo>
                  <a:cubicBezTo>
                    <a:pt x="11" y="12965"/>
                    <a:pt x="21" y="12971"/>
                    <a:pt x="30" y="12971"/>
                  </a:cubicBezTo>
                  <a:lnTo>
                    <a:pt x="32" y="12971"/>
                  </a:lnTo>
                  <a:cubicBezTo>
                    <a:pt x="34" y="12971"/>
                    <a:pt x="38" y="12970"/>
                    <a:pt x="42" y="12969"/>
                  </a:cubicBezTo>
                  <a:cubicBezTo>
                    <a:pt x="472" y="12770"/>
                    <a:pt x="794" y="12339"/>
                    <a:pt x="925" y="11787"/>
                  </a:cubicBezTo>
                  <a:cubicBezTo>
                    <a:pt x="1007" y="11443"/>
                    <a:pt x="1024" y="11084"/>
                    <a:pt x="1042" y="10735"/>
                  </a:cubicBezTo>
                  <a:cubicBezTo>
                    <a:pt x="1050" y="10586"/>
                    <a:pt x="1057" y="10430"/>
                    <a:pt x="1070" y="10278"/>
                  </a:cubicBezTo>
                  <a:cubicBezTo>
                    <a:pt x="1207" y="8634"/>
                    <a:pt x="1958" y="7106"/>
                    <a:pt x="2683" y="5627"/>
                  </a:cubicBezTo>
                  <a:cubicBezTo>
                    <a:pt x="2751" y="5490"/>
                    <a:pt x="2819" y="5351"/>
                    <a:pt x="2886" y="5213"/>
                  </a:cubicBezTo>
                  <a:cubicBezTo>
                    <a:pt x="3636" y="3673"/>
                    <a:pt x="4423" y="1874"/>
                    <a:pt x="4267" y="24"/>
                  </a:cubicBezTo>
                  <a:cubicBezTo>
                    <a:pt x="4266" y="12"/>
                    <a:pt x="4258" y="1"/>
                    <a:pt x="424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8" name="Google Shape;7858;p27"/>
            <p:cNvSpPr/>
            <p:nvPr/>
          </p:nvSpPr>
          <p:spPr>
            <a:xfrm>
              <a:off x="5196750" y="4075800"/>
              <a:ext cx="222675" cy="278450"/>
            </a:xfrm>
            <a:custGeom>
              <a:avLst/>
              <a:gdLst/>
              <a:ahLst/>
              <a:cxnLst/>
              <a:rect l="l" t="t" r="r" b="b"/>
              <a:pathLst>
                <a:path w="8907" h="11138" extrusionOk="0">
                  <a:moveTo>
                    <a:pt x="8876" y="1"/>
                  </a:moveTo>
                  <a:cubicBezTo>
                    <a:pt x="8867" y="1"/>
                    <a:pt x="8858" y="6"/>
                    <a:pt x="8854" y="16"/>
                  </a:cubicBezTo>
                  <a:cubicBezTo>
                    <a:pt x="7946" y="1880"/>
                    <a:pt x="6525" y="3454"/>
                    <a:pt x="5152" y="4977"/>
                  </a:cubicBezTo>
                  <a:cubicBezTo>
                    <a:pt x="4007" y="6245"/>
                    <a:pt x="2824" y="7556"/>
                    <a:pt x="1934" y="9035"/>
                  </a:cubicBezTo>
                  <a:cubicBezTo>
                    <a:pt x="1877" y="9129"/>
                    <a:pt x="1822" y="9223"/>
                    <a:pt x="1767" y="9317"/>
                  </a:cubicBezTo>
                  <a:cubicBezTo>
                    <a:pt x="1581" y="9633"/>
                    <a:pt x="1389" y="9960"/>
                    <a:pt x="1157" y="10251"/>
                  </a:cubicBezTo>
                  <a:cubicBezTo>
                    <a:pt x="813" y="10684"/>
                    <a:pt x="431" y="10965"/>
                    <a:pt x="22" y="11086"/>
                  </a:cubicBezTo>
                  <a:cubicBezTo>
                    <a:pt x="9" y="11090"/>
                    <a:pt x="0" y="11105"/>
                    <a:pt x="5" y="11119"/>
                  </a:cubicBezTo>
                  <a:cubicBezTo>
                    <a:pt x="7" y="11129"/>
                    <a:pt x="18" y="11138"/>
                    <a:pt x="29" y="11138"/>
                  </a:cubicBezTo>
                  <a:cubicBezTo>
                    <a:pt x="31" y="11138"/>
                    <a:pt x="34" y="11136"/>
                    <a:pt x="37" y="11136"/>
                  </a:cubicBezTo>
                  <a:cubicBezTo>
                    <a:pt x="457" y="11011"/>
                    <a:pt x="847" y="10725"/>
                    <a:pt x="1198" y="10283"/>
                  </a:cubicBezTo>
                  <a:cubicBezTo>
                    <a:pt x="1432" y="9990"/>
                    <a:pt x="1624" y="9662"/>
                    <a:pt x="1811" y="9343"/>
                  </a:cubicBezTo>
                  <a:cubicBezTo>
                    <a:pt x="1866" y="9249"/>
                    <a:pt x="1922" y="9155"/>
                    <a:pt x="1978" y="9062"/>
                  </a:cubicBezTo>
                  <a:cubicBezTo>
                    <a:pt x="2866" y="7587"/>
                    <a:pt x="4047" y="6278"/>
                    <a:pt x="5189" y="5012"/>
                  </a:cubicBezTo>
                  <a:cubicBezTo>
                    <a:pt x="6566" y="3487"/>
                    <a:pt x="7989" y="1910"/>
                    <a:pt x="8900" y="39"/>
                  </a:cubicBezTo>
                  <a:cubicBezTo>
                    <a:pt x="8906" y="25"/>
                    <a:pt x="8901" y="10"/>
                    <a:pt x="8888" y="4"/>
                  </a:cubicBezTo>
                  <a:cubicBezTo>
                    <a:pt x="8884" y="2"/>
                    <a:pt x="8880" y="1"/>
                    <a:pt x="887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9" name="Google Shape;7859;p27"/>
            <p:cNvSpPr/>
            <p:nvPr/>
          </p:nvSpPr>
          <p:spPr>
            <a:xfrm>
              <a:off x="5196275" y="4167200"/>
              <a:ext cx="299100" cy="186625"/>
            </a:xfrm>
            <a:custGeom>
              <a:avLst/>
              <a:gdLst/>
              <a:ahLst/>
              <a:cxnLst/>
              <a:rect l="l" t="t" r="r" b="b"/>
              <a:pathLst>
                <a:path w="11964" h="7465" extrusionOk="0">
                  <a:moveTo>
                    <a:pt x="11933" y="0"/>
                  </a:moveTo>
                  <a:cubicBezTo>
                    <a:pt x="11928" y="0"/>
                    <a:pt x="11922" y="2"/>
                    <a:pt x="11917" y="6"/>
                  </a:cubicBezTo>
                  <a:cubicBezTo>
                    <a:pt x="8432" y="2824"/>
                    <a:pt x="1471" y="7413"/>
                    <a:pt x="124" y="7413"/>
                  </a:cubicBezTo>
                  <a:cubicBezTo>
                    <a:pt x="90" y="7413"/>
                    <a:pt x="61" y="7411"/>
                    <a:pt x="34" y="7405"/>
                  </a:cubicBezTo>
                  <a:cubicBezTo>
                    <a:pt x="33" y="7404"/>
                    <a:pt x="31" y="7404"/>
                    <a:pt x="29" y="7404"/>
                  </a:cubicBezTo>
                  <a:cubicBezTo>
                    <a:pt x="17" y="7404"/>
                    <a:pt x="6" y="7412"/>
                    <a:pt x="3" y="7425"/>
                  </a:cubicBezTo>
                  <a:cubicBezTo>
                    <a:pt x="1" y="7438"/>
                    <a:pt x="9" y="7452"/>
                    <a:pt x="24" y="7456"/>
                  </a:cubicBezTo>
                  <a:cubicBezTo>
                    <a:pt x="50" y="7461"/>
                    <a:pt x="80" y="7464"/>
                    <a:pt x="115" y="7464"/>
                  </a:cubicBezTo>
                  <a:cubicBezTo>
                    <a:pt x="1478" y="7464"/>
                    <a:pt x="8459" y="2870"/>
                    <a:pt x="11950" y="46"/>
                  </a:cubicBezTo>
                  <a:cubicBezTo>
                    <a:pt x="11962" y="37"/>
                    <a:pt x="11963" y="20"/>
                    <a:pt x="11954" y="10"/>
                  </a:cubicBezTo>
                  <a:cubicBezTo>
                    <a:pt x="11948" y="3"/>
                    <a:pt x="11941" y="0"/>
                    <a:pt x="1193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0" name="Google Shape;7860;p27"/>
            <p:cNvSpPr/>
            <p:nvPr/>
          </p:nvSpPr>
          <p:spPr>
            <a:xfrm>
              <a:off x="5196950" y="4216275"/>
              <a:ext cx="300225" cy="141575"/>
            </a:xfrm>
            <a:custGeom>
              <a:avLst/>
              <a:gdLst/>
              <a:ahLst/>
              <a:cxnLst/>
              <a:rect l="l" t="t" r="r" b="b"/>
              <a:pathLst>
                <a:path w="12009" h="5663" extrusionOk="0">
                  <a:moveTo>
                    <a:pt x="11980" y="1"/>
                  </a:moveTo>
                  <a:cubicBezTo>
                    <a:pt x="11972" y="1"/>
                    <a:pt x="11964" y="5"/>
                    <a:pt x="11958" y="12"/>
                  </a:cubicBezTo>
                  <a:cubicBezTo>
                    <a:pt x="11281" y="997"/>
                    <a:pt x="10335" y="1894"/>
                    <a:pt x="9146" y="2680"/>
                  </a:cubicBezTo>
                  <a:cubicBezTo>
                    <a:pt x="7968" y="3459"/>
                    <a:pt x="6675" y="4045"/>
                    <a:pt x="5680" y="4469"/>
                  </a:cubicBezTo>
                  <a:cubicBezTo>
                    <a:pt x="4819" y="4836"/>
                    <a:pt x="3889" y="5204"/>
                    <a:pt x="2915" y="5415"/>
                  </a:cubicBezTo>
                  <a:cubicBezTo>
                    <a:pt x="2311" y="5545"/>
                    <a:pt x="1757" y="5610"/>
                    <a:pt x="1243" y="5610"/>
                  </a:cubicBezTo>
                  <a:cubicBezTo>
                    <a:pt x="814" y="5610"/>
                    <a:pt x="413" y="5565"/>
                    <a:pt x="36" y="5474"/>
                  </a:cubicBezTo>
                  <a:cubicBezTo>
                    <a:pt x="34" y="5474"/>
                    <a:pt x="32" y="5474"/>
                    <a:pt x="30" y="5474"/>
                  </a:cubicBezTo>
                  <a:cubicBezTo>
                    <a:pt x="18" y="5474"/>
                    <a:pt x="7" y="5481"/>
                    <a:pt x="5" y="5493"/>
                  </a:cubicBezTo>
                  <a:cubicBezTo>
                    <a:pt x="1" y="5508"/>
                    <a:pt x="10" y="5521"/>
                    <a:pt x="23" y="5525"/>
                  </a:cubicBezTo>
                  <a:cubicBezTo>
                    <a:pt x="405" y="5617"/>
                    <a:pt x="809" y="5662"/>
                    <a:pt x="1242" y="5662"/>
                  </a:cubicBezTo>
                  <a:cubicBezTo>
                    <a:pt x="1760" y="5662"/>
                    <a:pt x="2319" y="5597"/>
                    <a:pt x="2925" y="5466"/>
                  </a:cubicBezTo>
                  <a:cubicBezTo>
                    <a:pt x="3903" y="5253"/>
                    <a:pt x="4837" y="4885"/>
                    <a:pt x="5701" y="4516"/>
                  </a:cubicBezTo>
                  <a:cubicBezTo>
                    <a:pt x="6698" y="4092"/>
                    <a:pt x="7993" y="3505"/>
                    <a:pt x="9176" y="2723"/>
                  </a:cubicBezTo>
                  <a:cubicBezTo>
                    <a:pt x="10369" y="1935"/>
                    <a:pt x="11320" y="1032"/>
                    <a:pt x="12001" y="40"/>
                  </a:cubicBezTo>
                  <a:cubicBezTo>
                    <a:pt x="12009" y="30"/>
                    <a:pt x="12006" y="13"/>
                    <a:pt x="11994" y="5"/>
                  </a:cubicBezTo>
                  <a:cubicBezTo>
                    <a:pt x="11990" y="2"/>
                    <a:pt x="11985" y="1"/>
                    <a:pt x="1198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1" name="Google Shape;7861;p27"/>
            <p:cNvSpPr/>
            <p:nvPr/>
          </p:nvSpPr>
          <p:spPr>
            <a:xfrm>
              <a:off x="5022325" y="4208525"/>
              <a:ext cx="54975" cy="37350"/>
            </a:xfrm>
            <a:custGeom>
              <a:avLst/>
              <a:gdLst/>
              <a:ahLst/>
              <a:cxnLst/>
              <a:rect l="l" t="t" r="r" b="b"/>
              <a:pathLst>
                <a:path w="2199" h="1494" extrusionOk="0">
                  <a:moveTo>
                    <a:pt x="30" y="0"/>
                  </a:moveTo>
                  <a:cubicBezTo>
                    <a:pt x="20" y="0"/>
                    <a:pt x="11" y="6"/>
                    <a:pt x="7" y="15"/>
                  </a:cubicBezTo>
                  <a:cubicBezTo>
                    <a:pt x="1" y="27"/>
                    <a:pt x="6" y="44"/>
                    <a:pt x="18" y="49"/>
                  </a:cubicBezTo>
                  <a:cubicBezTo>
                    <a:pt x="788" y="438"/>
                    <a:pt x="1505" y="921"/>
                    <a:pt x="2153" y="1487"/>
                  </a:cubicBezTo>
                  <a:cubicBezTo>
                    <a:pt x="2157" y="1493"/>
                    <a:pt x="2164" y="1494"/>
                    <a:pt x="2169" y="1494"/>
                  </a:cubicBezTo>
                  <a:cubicBezTo>
                    <a:pt x="2177" y="1494"/>
                    <a:pt x="2184" y="1491"/>
                    <a:pt x="2189" y="1486"/>
                  </a:cubicBezTo>
                  <a:cubicBezTo>
                    <a:pt x="2199" y="1474"/>
                    <a:pt x="2198" y="1458"/>
                    <a:pt x="2187" y="1448"/>
                  </a:cubicBezTo>
                  <a:cubicBezTo>
                    <a:pt x="1536" y="879"/>
                    <a:pt x="815" y="393"/>
                    <a:pt x="42" y="3"/>
                  </a:cubicBezTo>
                  <a:cubicBezTo>
                    <a:pt x="38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2" name="Google Shape;7862;p27"/>
            <p:cNvSpPr/>
            <p:nvPr/>
          </p:nvSpPr>
          <p:spPr>
            <a:xfrm>
              <a:off x="5008500" y="4200875"/>
              <a:ext cx="9150" cy="5075"/>
            </a:xfrm>
            <a:custGeom>
              <a:avLst/>
              <a:gdLst/>
              <a:ahLst/>
              <a:cxnLst/>
              <a:rect l="l" t="t" r="r" b="b"/>
              <a:pathLst>
                <a:path w="366" h="203" extrusionOk="0">
                  <a:moveTo>
                    <a:pt x="30" y="1"/>
                  </a:moveTo>
                  <a:cubicBezTo>
                    <a:pt x="20" y="1"/>
                    <a:pt x="11" y="6"/>
                    <a:pt x="6" y="15"/>
                  </a:cubicBezTo>
                  <a:cubicBezTo>
                    <a:pt x="1" y="28"/>
                    <a:pt x="6" y="43"/>
                    <a:pt x="18" y="50"/>
                  </a:cubicBezTo>
                  <a:lnTo>
                    <a:pt x="325" y="200"/>
                  </a:lnTo>
                  <a:cubicBezTo>
                    <a:pt x="328" y="202"/>
                    <a:pt x="332" y="203"/>
                    <a:pt x="336" y="203"/>
                  </a:cubicBezTo>
                  <a:cubicBezTo>
                    <a:pt x="345" y="203"/>
                    <a:pt x="355" y="198"/>
                    <a:pt x="359" y="188"/>
                  </a:cubicBezTo>
                  <a:cubicBezTo>
                    <a:pt x="365" y="175"/>
                    <a:pt x="360" y="160"/>
                    <a:pt x="348" y="153"/>
                  </a:cubicBezTo>
                  <a:lnTo>
                    <a:pt x="41" y="4"/>
                  </a:lnTo>
                  <a:cubicBezTo>
                    <a:pt x="37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3" name="Google Shape;7863;p27"/>
            <p:cNvSpPr/>
            <p:nvPr/>
          </p:nvSpPr>
          <p:spPr>
            <a:xfrm>
              <a:off x="4986250" y="4194175"/>
              <a:ext cx="64925" cy="37925"/>
            </a:xfrm>
            <a:custGeom>
              <a:avLst/>
              <a:gdLst/>
              <a:ahLst/>
              <a:cxnLst/>
              <a:rect l="l" t="t" r="r" b="b"/>
              <a:pathLst>
                <a:path w="2597" h="1517" extrusionOk="0">
                  <a:moveTo>
                    <a:pt x="29" y="1"/>
                  </a:moveTo>
                  <a:cubicBezTo>
                    <a:pt x="20" y="1"/>
                    <a:pt x="11" y="6"/>
                    <a:pt x="7" y="15"/>
                  </a:cubicBezTo>
                  <a:cubicBezTo>
                    <a:pt x="0" y="27"/>
                    <a:pt x="4" y="43"/>
                    <a:pt x="16" y="50"/>
                  </a:cubicBezTo>
                  <a:cubicBezTo>
                    <a:pt x="872" y="511"/>
                    <a:pt x="1726" y="1004"/>
                    <a:pt x="2554" y="1512"/>
                  </a:cubicBezTo>
                  <a:cubicBezTo>
                    <a:pt x="2558" y="1515"/>
                    <a:pt x="2563" y="1516"/>
                    <a:pt x="2567" y="1516"/>
                  </a:cubicBezTo>
                  <a:cubicBezTo>
                    <a:pt x="2575" y="1516"/>
                    <a:pt x="2584" y="1512"/>
                    <a:pt x="2589" y="1504"/>
                  </a:cubicBezTo>
                  <a:cubicBezTo>
                    <a:pt x="2597" y="1492"/>
                    <a:pt x="2593" y="1476"/>
                    <a:pt x="2580" y="1469"/>
                  </a:cubicBezTo>
                  <a:cubicBezTo>
                    <a:pt x="1752" y="959"/>
                    <a:pt x="897" y="466"/>
                    <a:pt x="42" y="4"/>
                  </a:cubicBezTo>
                  <a:cubicBezTo>
                    <a:pt x="38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4" name="Google Shape;7864;p27"/>
            <p:cNvSpPr/>
            <p:nvPr/>
          </p:nvSpPr>
          <p:spPr>
            <a:xfrm>
              <a:off x="5075500" y="4220425"/>
              <a:ext cx="40325" cy="39675"/>
            </a:xfrm>
            <a:custGeom>
              <a:avLst/>
              <a:gdLst/>
              <a:ahLst/>
              <a:cxnLst/>
              <a:rect l="l" t="t" r="r" b="b"/>
              <a:pathLst>
                <a:path w="1613" h="1587" extrusionOk="0">
                  <a:moveTo>
                    <a:pt x="30" y="0"/>
                  </a:moveTo>
                  <a:cubicBezTo>
                    <a:pt x="22" y="0"/>
                    <a:pt x="14" y="4"/>
                    <a:pt x="9" y="12"/>
                  </a:cubicBezTo>
                  <a:cubicBezTo>
                    <a:pt x="1" y="24"/>
                    <a:pt x="3" y="40"/>
                    <a:pt x="15" y="48"/>
                  </a:cubicBezTo>
                  <a:cubicBezTo>
                    <a:pt x="621" y="461"/>
                    <a:pt x="1140" y="975"/>
                    <a:pt x="1561" y="1575"/>
                  </a:cubicBezTo>
                  <a:cubicBezTo>
                    <a:pt x="1567" y="1583"/>
                    <a:pt x="1575" y="1587"/>
                    <a:pt x="1583" y="1587"/>
                  </a:cubicBezTo>
                  <a:cubicBezTo>
                    <a:pt x="1588" y="1587"/>
                    <a:pt x="1593" y="1586"/>
                    <a:pt x="1597" y="1582"/>
                  </a:cubicBezTo>
                  <a:cubicBezTo>
                    <a:pt x="1610" y="1574"/>
                    <a:pt x="1612" y="1557"/>
                    <a:pt x="1604" y="1545"/>
                  </a:cubicBezTo>
                  <a:cubicBezTo>
                    <a:pt x="1179" y="940"/>
                    <a:pt x="654" y="422"/>
                    <a:pt x="45" y="5"/>
                  </a:cubicBezTo>
                  <a:cubicBezTo>
                    <a:pt x="40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5" name="Google Shape;7865;p27"/>
            <p:cNvSpPr/>
            <p:nvPr/>
          </p:nvSpPr>
          <p:spPr>
            <a:xfrm>
              <a:off x="5118625" y="4264650"/>
              <a:ext cx="5275" cy="5850"/>
            </a:xfrm>
            <a:custGeom>
              <a:avLst/>
              <a:gdLst/>
              <a:ahLst/>
              <a:cxnLst/>
              <a:rect l="l" t="t" r="r" b="b"/>
              <a:pathLst>
                <a:path w="211" h="234" extrusionOk="0">
                  <a:moveTo>
                    <a:pt x="29" y="0"/>
                  </a:moveTo>
                  <a:cubicBezTo>
                    <a:pt x="23" y="0"/>
                    <a:pt x="17" y="2"/>
                    <a:pt x="12" y="6"/>
                  </a:cubicBezTo>
                  <a:cubicBezTo>
                    <a:pt x="2" y="16"/>
                    <a:pt x="0" y="32"/>
                    <a:pt x="10" y="43"/>
                  </a:cubicBezTo>
                  <a:lnTo>
                    <a:pt x="160" y="224"/>
                  </a:lnTo>
                  <a:cubicBezTo>
                    <a:pt x="166" y="231"/>
                    <a:pt x="172" y="234"/>
                    <a:pt x="181" y="234"/>
                  </a:cubicBezTo>
                  <a:cubicBezTo>
                    <a:pt x="186" y="234"/>
                    <a:pt x="193" y="231"/>
                    <a:pt x="197" y="227"/>
                  </a:cubicBezTo>
                  <a:cubicBezTo>
                    <a:pt x="207" y="219"/>
                    <a:pt x="210" y="201"/>
                    <a:pt x="201" y="191"/>
                  </a:cubicBezTo>
                  <a:lnTo>
                    <a:pt x="49" y="10"/>
                  </a:lnTo>
                  <a:cubicBezTo>
                    <a:pt x="43" y="4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6" name="Google Shape;7866;p27"/>
            <p:cNvSpPr/>
            <p:nvPr/>
          </p:nvSpPr>
          <p:spPr>
            <a:xfrm>
              <a:off x="5087175" y="4254925"/>
              <a:ext cx="18825" cy="18225"/>
            </a:xfrm>
            <a:custGeom>
              <a:avLst/>
              <a:gdLst/>
              <a:ahLst/>
              <a:cxnLst/>
              <a:rect l="l" t="t" r="r" b="b"/>
              <a:pathLst>
                <a:path w="753" h="729" extrusionOk="0">
                  <a:moveTo>
                    <a:pt x="30" y="0"/>
                  </a:moveTo>
                  <a:cubicBezTo>
                    <a:pt x="23" y="0"/>
                    <a:pt x="15" y="3"/>
                    <a:pt x="10" y="9"/>
                  </a:cubicBezTo>
                  <a:cubicBezTo>
                    <a:pt x="0" y="20"/>
                    <a:pt x="2" y="36"/>
                    <a:pt x="13" y="46"/>
                  </a:cubicBezTo>
                  <a:cubicBezTo>
                    <a:pt x="253" y="257"/>
                    <a:pt x="487" y="484"/>
                    <a:pt x="704" y="721"/>
                  </a:cubicBezTo>
                  <a:cubicBezTo>
                    <a:pt x="709" y="726"/>
                    <a:pt x="716" y="729"/>
                    <a:pt x="724" y="729"/>
                  </a:cubicBezTo>
                  <a:cubicBezTo>
                    <a:pt x="730" y="729"/>
                    <a:pt x="736" y="728"/>
                    <a:pt x="742" y="722"/>
                  </a:cubicBezTo>
                  <a:cubicBezTo>
                    <a:pt x="751" y="713"/>
                    <a:pt x="752" y="697"/>
                    <a:pt x="743" y="686"/>
                  </a:cubicBezTo>
                  <a:cubicBezTo>
                    <a:pt x="524" y="448"/>
                    <a:pt x="290" y="219"/>
                    <a:pt x="46" y="7"/>
                  </a:cubicBez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7" name="Google Shape;7867;p27"/>
            <p:cNvSpPr/>
            <p:nvPr/>
          </p:nvSpPr>
          <p:spPr>
            <a:xfrm>
              <a:off x="4948300" y="4285000"/>
              <a:ext cx="54475" cy="16725"/>
            </a:xfrm>
            <a:custGeom>
              <a:avLst/>
              <a:gdLst/>
              <a:ahLst/>
              <a:cxnLst/>
              <a:rect l="l" t="t" r="r" b="b"/>
              <a:pathLst>
                <a:path w="2179" h="669" extrusionOk="0">
                  <a:moveTo>
                    <a:pt x="30" y="0"/>
                  </a:moveTo>
                  <a:cubicBezTo>
                    <a:pt x="20" y="0"/>
                    <a:pt x="10" y="7"/>
                    <a:pt x="6" y="17"/>
                  </a:cubicBezTo>
                  <a:cubicBezTo>
                    <a:pt x="1" y="30"/>
                    <a:pt x="7" y="45"/>
                    <a:pt x="21" y="51"/>
                  </a:cubicBezTo>
                  <a:cubicBezTo>
                    <a:pt x="710" y="310"/>
                    <a:pt x="1424" y="517"/>
                    <a:pt x="2145" y="668"/>
                  </a:cubicBezTo>
                  <a:lnTo>
                    <a:pt x="2150" y="668"/>
                  </a:lnTo>
                  <a:cubicBezTo>
                    <a:pt x="2163" y="668"/>
                    <a:pt x="2173" y="660"/>
                    <a:pt x="2176" y="648"/>
                  </a:cubicBezTo>
                  <a:cubicBezTo>
                    <a:pt x="2179" y="633"/>
                    <a:pt x="2169" y="620"/>
                    <a:pt x="2156" y="617"/>
                  </a:cubicBezTo>
                  <a:cubicBezTo>
                    <a:pt x="1437" y="468"/>
                    <a:pt x="726" y="260"/>
                    <a:pt x="40" y="2"/>
                  </a:cubicBezTo>
                  <a:cubicBezTo>
                    <a:pt x="36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8" name="Google Shape;7868;p27"/>
            <p:cNvSpPr/>
            <p:nvPr/>
          </p:nvSpPr>
          <p:spPr>
            <a:xfrm>
              <a:off x="5008650" y="4301675"/>
              <a:ext cx="7475" cy="2425"/>
            </a:xfrm>
            <a:custGeom>
              <a:avLst/>
              <a:gdLst/>
              <a:ahLst/>
              <a:cxnLst/>
              <a:rect l="l" t="t" r="r" b="b"/>
              <a:pathLst>
                <a:path w="299" h="97" extrusionOk="0">
                  <a:moveTo>
                    <a:pt x="28" y="1"/>
                  </a:moveTo>
                  <a:cubicBezTo>
                    <a:pt x="15" y="1"/>
                    <a:pt x="4" y="11"/>
                    <a:pt x="3" y="23"/>
                  </a:cubicBezTo>
                  <a:cubicBezTo>
                    <a:pt x="0" y="37"/>
                    <a:pt x="10" y="51"/>
                    <a:pt x="23" y="54"/>
                  </a:cubicBezTo>
                  <a:lnTo>
                    <a:pt x="266" y="97"/>
                  </a:lnTo>
                  <a:lnTo>
                    <a:pt x="270" y="97"/>
                  </a:lnTo>
                  <a:cubicBezTo>
                    <a:pt x="284" y="97"/>
                    <a:pt x="295" y="89"/>
                    <a:pt x="296" y="75"/>
                  </a:cubicBezTo>
                  <a:cubicBezTo>
                    <a:pt x="299" y="62"/>
                    <a:pt x="289" y="48"/>
                    <a:pt x="276" y="46"/>
                  </a:cubicBezTo>
                  <a:lnTo>
                    <a:pt x="32" y="1"/>
                  </a:lnTo>
                  <a:cubicBezTo>
                    <a:pt x="31" y="1"/>
                    <a:pt x="2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9" name="Google Shape;7869;p27"/>
            <p:cNvSpPr/>
            <p:nvPr/>
          </p:nvSpPr>
          <p:spPr>
            <a:xfrm>
              <a:off x="4984450" y="4307525"/>
              <a:ext cx="55900" cy="16175"/>
            </a:xfrm>
            <a:custGeom>
              <a:avLst/>
              <a:gdLst/>
              <a:ahLst/>
              <a:cxnLst/>
              <a:rect l="l" t="t" r="r" b="b"/>
              <a:pathLst>
                <a:path w="2236" h="647" extrusionOk="0">
                  <a:moveTo>
                    <a:pt x="30" y="1"/>
                  </a:moveTo>
                  <a:cubicBezTo>
                    <a:pt x="19" y="1"/>
                    <a:pt x="9" y="8"/>
                    <a:pt x="5" y="19"/>
                  </a:cubicBezTo>
                  <a:cubicBezTo>
                    <a:pt x="1" y="32"/>
                    <a:pt x="8" y="47"/>
                    <a:pt x="21" y="51"/>
                  </a:cubicBezTo>
                  <a:cubicBezTo>
                    <a:pt x="733" y="290"/>
                    <a:pt x="1466" y="491"/>
                    <a:pt x="2202" y="646"/>
                  </a:cubicBezTo>
                  <a:cubicBezTo>
                    <a:pt x="2203" y="647"/>
                    <a:pt x="2206" y="647"/>
                    <a:pt x="2207" y="647"/>
                  </a:cubicBezTo>
                  <a:cubicBezTo>
                    <a:pt x="2219" y="647"/>
                    <a:pt x="2230" y="639"/>
                    <a:pt x="2233" y="627"/>
                  </a:cubicBezTo>
                  <a:cubicBezTo>
                    <a:pt x="2235" y="612"/>
                    <a:pt x="2226" y="599"/>
                    <a:pt x="2213" y="596"/>
                  </a:cubicBezTo>
                  <a:cubicBezTo>
                    <a:pt x="1479" y="441"/>
                    <a:pt x="747" y="241"/>
                    <a:pt x="38" y="3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0" name="Google Shape;7870;p27"/>
            <p:cNvSpPr/>
            <p:nvPr/>
          </p:nvSpPr>
          <p:spPr>
            <a:xfrm>
              <a:off x="5044425" y="4324100"/>
              <a:ext cx="7500" cy="3300"/>
            </a:xfrm>
            <a:custGeom>
              <a:avLst/>
              <a:gdLst/>
              <a:ahLst/>
              <a:cxnLst/>
              <a:rect l="l" t="t" r="r" b="b"/>
              <a:pathLst>
                <a:path w="300" h="132" extrusionOk="0">
                  <a:moveTo>
                    <a:pt x="30" y="0"/>
                  </a:moveTo>
                  <a:cubicBezTo>
                    <a:pt x="19" y="0"/>
                    <a:pt x="9" y="7"/>
                    <a:pt x="6" y="18"/>
                  </a:cubicBezTo>
                  <a:cubicBezTo>
                    <a:pt x="1" y="31"/>
                    <a:pt x="9" y="46"/>
                    <a:pt x="22" y="50"/>
                  </a:cubicBezTo>
                  <a:lnTo>
                    <a:pt x="263" y="131"/>
                  </a:lnTo>
                  <a:cubicBezTo>
                    <a:pt x="266" y="131"/>
                    <a:pt x="268" y="132"/>
                    <a:pt x="271" y="132"/>
                  </a:cubicBezTo>
                  <a:cubicBezTo>
                    <a:pt x="282" y="132"/>
                    <a:pt x="291" y="124"/>
                    <a:pt x="295" y="113"/>
                  </a:cubicBezTo>
                  <a:cubicBezTo>
                    <a:pt x="299" y="100"/>
                    <a:pt x="292" y="85"/>
                    <a:pt x="279" y="81"/>
                  </a:cubicBezTo>
                  <a:lnTo>
                    <a:pt x="38" y="1"/>
                  </a:lnTo>
                  <a:cubicBezTo>
                    <a:pt x="36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1" name="Google Shape;7871;p27"/>
            <p:cNvSpPr/>
            <p:nvPr/>
          </p:nvSpPr>
          <p:spPr>
            <a:xfrm>
              <a:off x="5025175" y="4280800"/>
              <a:ext cx="48725" cy="16300"/>
            </a:xfrm>
            <a:custGeom>
              <a:avLst/>
              <a:gdLst/>
              <a:ahLst/>
              <a:cxnLst/>
              <a:rect l="l" t="t" r="r" b="b"/>
              <a:pathLst>
                <a:path w="1949" h="652" extrusionOk="0">
                  <a:moveTo>
                    <a:pt x="28" y="1"/>
                  </a:moveTo>
                  <a:cubicBezTo>
                    <a:pt x="15" y="1"/>
                    <a:pt x="4" y="10"/>
                    <a:pt x="2" y="24"/>
                  </a:cubicBezTo>
                  <a:cubicBezTo>
                    <a:pt x="1" y="37"/>
                    <a:pt x="10" y="50"/>
                    <a:pt x="25" y="52"/>
                  </a:cubicBezTo>
                  <a:cubicBezTo>
                    <a:pt x="686" y="134"/>
                    <a:pt x="1319" y="334"/>
                    <a:pt x="1907" y="649"/>
                  </a:cubicBezTo>
                  <a:cubicBezTo>
                    <a:pt x="1911" y="652"/>
                    <a:pt x="1915" y="652"/>
                    <a:pt x="1919" y="652"/>
                  </a:cubicBezTo>
                  <a:cubicBezTo>
                    <a:pt x="1927" y="652"/>
                    <a:pt x="1937" y="648"/>
                    <a:pt x="1942" y="638"/>
                  </a:cubicBezTo>
                  <a:cubicBezTo>
                    <a:pt x="1949" y="626"/>
                    <a:pt x="1944" y="610"/>
                    <a:pt x="1932" y="603"/>
                  </a:cubicBezTo>
                  <a:cubicBezTo>
                    <a:pt x="1338" y="286"/>
                    <a:pt x="699" y="83"/>
                    <a:pt x="31" y="1"/>
                  </a:cubicBezTo>
                  <a:cubicBezTo>
                    <a:pt x="30" y="1"/>
                    <a:pt x="2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2" name="Google Shape;7872;p27"/>
            <p:cNvSpPr/>
            <p:nvPr/>
          </p:nvSpPr>
          <p:spPr>
            <a:xfrm>
              <a:off x="5077250" y="4298900"/>
              <a:ext cx="6425" cy="3375"/>
            </a:xfrm>
            <a:custGeom>
              <a:avLst/>
              <a:gdLst/>
              <a:ahLst/>
              <a:cxnLst/>
              <a:rect l="l" t="t" r="r" b="b"/>
              <a:pathLst>
                <a:path w="257" h="135" extrusionOk="0">
                  <a:moveTo>
                    <a:pt x="29" y="1"/>
                  </a:moveTo>
                  <a:cubicBezTo>
                    <a:pt x="19" y="1"/>
                    <a:pt x="10" y="7"/>
                    <a:pt x="6" y="17"/>
                  </a:cubicBezTo>
                  <a:cubicBezTo>
                    <a:pt x="1" y="30"/>
                    <a:pt x="7" y="45"/>
                    <a:pt x="19" y="50"/>
                  </a:cubicBezTo>
                  <a:lnTo>
                    <a:pt x="216" y="132"/>
                  </a:lnTo>
                  <a:cubicBezTo>
                    <a:pt x="220" y="134"/>
                    <a:pt x="223" y="135"/>
                    <a:pt x="227" y="135"/>
                  </a:cubicBezTo>
                  <a:cubicBezTo>
                    <a:pt x="236" y="135"/>
                    <a:pt x="247" y="130"/>
                    <a:pt x="251" y="119"/>
                  </a:cubicBezTo>
                  <a:cubicBezTo>
                    <a:pt x="256" y="105"/>
                    <a:pt x="249" y="91"/>
                    <a:pt x="236" y="85"/>
                  </a:cubicBezTo>
                  <a:lnTo>
                    <a:pt x="41" y="3"/>
                  </a:lnTo>
                  <a:cubicBezTo>
                    <a:pt x="37" y="1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3" name="Google Shape;7873;p27"/>
            <p:cNvSpPr/>
            <p:nvPr/>
          </p:nvSpPr>
          <p:spPr>
            <a:xfrm>
              <a:off x="4959300" y="4268550"/>
              <a:ext cx="30875" cy="7675"/>
            </a:xfrm>
            <a:custGeom>
              <a:avLst/>
              <a:gdLst/>
              <a:ahLst/>
              <a:cxnLst/>
              <a:rect l="l" t="t" r="r" b="b"/>
              <a:pathLst>
                <a:path w="1235" h="307" extrusionOk="0">
                  <a:moveTo>
                    <a:pt x="29" y="1"/>
                  </a:moveTo>
                  <a:cubicBezTo>
                    <a:pt x="18" y="1"/>
                    <a:pt x="7" y="9"/>
                    <a:pt x="3" y="21"/>
                  </a:cubicBezTo>
                  <a:cubicBezTo>
                    <a:pt x="1" y="35"/>
                    <a:pt x="10" y="49"/>
                    <a:pt x="23" y="52"/>
                  </a:cubicBezTo>
                  <a:lnTo>
                    <a:pt x="1201" y="305"/>
                  </a:lnTo>
                  <a:cubicBezTo>
                    <a:pt x="1202" y="305"/>
                    <a:pt x="1205" y="306"/>
                    <a:pt x="1206" y="306"/>
                  </a:cubicBezTo>
                  <a:cubicBezTo>
                    <a:pt x="1218" y="305"/>
                    <a:pt x="1229" y="297"/>
                    <a:pt x="1231" y="285"/>
                  </a:cubicBezTo>
                  <a:cubicBezTo>
                    <a:pt x="1234" y="271"/>
                    <a:pt x="1226" y="257"/>
                    <a:pt x="1211" y="254"/>
                  </a:cubicBezTo>
                  <a:lnTo>
                    <a:pt x="34" y="1"/>
                  </a:lnTo>
                  <a:cubicBezTo>
                    <a:pt x="33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4" name="Google Shape;7874;p27"/>
            <p:cNvSpPr/>
            <p:nvPr/>
          </p:nvSpPr>
          <p:spPr>
            <a:xfrm>
              <a:off x="4904550" y="4385950"/>
              <a:ext cx="47350" cy="3100"/>
            </a:xfrm>
            <a:custGeom>
              <a:avLst/>
              <a:gdLst/>
              <a:ahLst/>
              <a:cxnLst/>
              <a:rect l="l" t="t" r="r" b="b"/>
              <a:pathLst>
                <a:path w="1894" h="124" extrusionOk="0">
                  <a:moveTo>
                    <a:pt x="1865" y="0"/>
                  </a:moveTo>
                  <a:cubicBezTo>
                    <a:pt x="1864" y="0"/>
                    <a:pt x="1863" y="0"/>
                    <a:pt x="1862" y="0"/>
                  </a:cubicBezTo>
                  <a:cubicBezTo>
                    <a:pt x="1556" y="48"/>
                    <a:pt x="1247" y="72"/>
                    <a:pt x="938" y="72"/>
                  </a:cubicBezTo>
                  <a:cubicBezTo>
                    <a:pt x="635" y="72"/>
                    <a:pt x="333" y="49"/>
                    <a:pt x="33" y="3"/>
                  </a:cubicBezTo>
                  <a:cubicBezTo>
                    <a:pt x="32" y="3"/>
                    <a:pt x="31" y="3"/>
                    <a:pt x="30" y="3"/>
                  </a:cubicBezTo>
                  <a:cubicBezTo>
                    <a:pt x="16" y="3"/>
                    <a:pt x="4" y="12"/>
                    <a:pt x="3" y="26"/>
                  </a:cubicBezTo>
                  <a:cubicBezTo>
                    <a:pt x="0" y="39"/>
                    <a:pt x="10" y="53"/>
                    <a:pt x="25" y="55"/>
                  </a:cubicBezTo>
                  <a:cubicBezTo>
                    <a:pt x="327" y="101"/>
                    <a:pt x="631" y="124"/>
                    <a:pt x="935" y="124"/>
                  </a:cubicBezTo>
                  <a:cubicBezTo>
                    <a:pt x="1247" y="124"/>
                    <a:pt x="1560" y="100"/>
                    <a:pt x="1870" y="51"/>
                  </a:cubicBezTo>
                  <a:cubicBezTo>
                    <a:pt x="1884" y="49"/>
                    <a:pt x="1893" y="35"/>
                    <a:pt x="1892" y="22"/>
                  </a:cubicBezTo>
                  <a:cubicBezTo>
                    <a:pt x="1889" y="9"/>
                    <a:pt x="1879" y="0"/>
                    <a:pt x="186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5" name="Google Shape;7875;p27"/>
            <p:cNvSpPr/>
            <p:nvPr/>
          </p:nvSpPr>
          <p:spPr>
            <a:xfrm>
              <a:off x="4958975" y="4385875"/>
              <a:ext cx="10250" cy="1375"/>
            </a:xfrm>
            <a:custGeom>
              <a:avLst/>
              <a:gdLst/>
              <a:ahLst/>
              <a:cxnLst/>
              <a:rect l="l" t="t" r="r" b="b"/>
              <a:pathLst>
                <a:path w="410" h="55" extrusionOk="0">
                  <a:moveTo>
                    <a:pt x="27" y="0"/>
                  </a:moveTo>
                  <a:cubicBezTo>
                    <a:pt x="12" y="0"/>
                    <a:pt x="0" y="13"/>
                    <a:pt x="0" y="26"/>
                  </a:cubicBezTo>
                  <a:cubicBezTo>
                    <a:pt x="0" y="41"/>
                    <a:pt x="12" y="52"/>
                    <a:pt x="26" y="52"/>
                  </a:cubicBezTo>
                  <a:lnTo>
                    <a:pt x="409" y="54"/>
                  </a:lnTo>
                  <a:lnTo>
                    <a:pt x="409" y="29"/>
                  </a:lnTo>
                  <a:lnTo>
                    <a:pt x="408" y="3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6" name="Google Shape;7876;p27"/>
            <p:cNvSpPr/>
            <p:nvPr/>
          </p:nvSpPr>
          <p:spPr>
            <a:xfrm>
              <a:off x="4957150" y="4397800"/>
              <a:ext cx="41100" cy="2925"/>
            </a:xfrm>
            <a:custGeom>
              <a:avLst/>
              <a:gdLst/>
              <a:ahLst/>
              <a:cxnLst/>
              <a:rect l="l" t="t" r="r" b="b"/>
              <a:pathLst>
                <a:path w="1644" h="117" extrusionOk="0">
                  <a:moveTo>
                    <a:pt x="1616" y="1"/>
                  </a:moveTo>
                  <a:cubicBezTo>
                    <a:pt x="1615" y="1"/>
                    <a:pt x="1613" y="1"/>
                    <a:pt x="1612" y="1"/>
                  </a:cubicBezTo>
                  <a:cubicBezTo>
                    <a:pt x="1326" y="43"/>
                    <a:pt x="1038" y="64"/>
                    <a:pt x="750" y="64"/>
                  </a:cubicBezTo>
                  <a:cubicBezTo>
                    <a:pt x="510" y="64"/>
                    <a:pt x="270" y="49"/>
                    <a:pt x="31" y="20"/>
                  </a:cubicBezTo>
                  <a:cubicBezTo>
                    <a:pt x="18" y="20"/>
                    <a:pt x="4" y="29"/>
                    <a:pt x="3" y="43"/>
                  </a:cubicBezTo>
                  <a:cubicBezTo>
                    <a:pt x="0" y="58"/>
                    <a:pt x="11" y="70"/>
                    <a:pt x="25" y="72"/>
                  </a:cubicBezTo>
                  <a:cubicBezTo>
                    <a:pt x="265" y="102"/>
                    <a:pt x="508" y="117"/>
                    <a:pt x="748" y="117"/>
                  </a:cubicBezTo>
                  <a:lnTo>
                    <a:pt x="750" y="117"/>
                  </a:lnTo>
                  <a:cubicBezTo>
                    <a:pt x="1040" y="117"/>
                    <a:pt x="1331" y="95"/>
                    <a:pt x="1619" y="52"/>
                  </a:cubicBezTo>
                  <a:cubicBezTo>
                    <a:pt x="1634" y="51"/>
                    <a:pt x="1643" y="37"/>
                    <a:pt x="1640" y="23"/>
                  </a:cubicBezTo>
                  <a:cubicBezTo>
                    <a:pt x="1639" y="11"/>
                    <a:pt x="1628" y="1"/>
                    <a:pt x="161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7" name="Google Shape;7877;p27"/>
            <p:cNvSpPr/>
            <p:nvPr/>
          </p:nvSpPr>
          <p:spPr>
            <a:xfrm>
              <a:off x="5004300" y="4396675"/>
              <a:ext cx="5300" cy="1375"/>
            </a:xfrm>
            <a:custGeom>
              <a:avLst/>
              <a:gdLst/>
              <a:ahLst/>
              <a:cxnLst/>
              <a:rect l="l" t="t" r="r" b="b"/>
              <a:pathLst>
                <a:path w="212" h="55" extrusionOk="0">
                  <a:moveTo>
                    <a:pt x="185" y="0"/>
                  </a:moveTo>
                  <a:lnTo>
                    <a:pt x="26" y="2"/>
                  </a:lnTo>
                  <a:cubicBezTo>
                    <a:pt x="13" y="2"/>
                    <a:pt x="1" y="14"/>
                    <a:pt x="1" y="29"/>
                  </a:cubicBezTo>
                  <a:cubicBezTo>
                    <a:pt x="2" y="42"/>
                    <a:pt x="13" y="54"/>
                    <a:pt x="27" y="54"/>
                  </a:cubicBezTo>
                  <a:lnTo>
                    <a:pt x="186" y="51"/>
                  </a:lnTo>
                  <a:cubicBezTo>
                    <a:pt x="200" y="51"/>
                    <a:pt x="212" y="39"/>
                    <a:pt x="212" y="26"/>
                  </a:cubicBezTo>
                  <a:cubicBezTo>
                    <a:pt x="210" y="11"/>
                    <a:pt x="200" y="0"/>
                    <a:pt x="18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8" name="Google Shape;7878;p27"/>
            <p:cNvSpPr/>
            <p:nvPr/>
          </p:nvSpPr>
          <p:spPr>
            <a:xfrm>
              <a:off x="5005725" y="4360100"/>
              <a:ext cx="38450" cy="3625"/>
            </a:xfrm>
            <a:custGeom>
              <a:avLst/>
              <a:gdLst/>
              <a:ahLst/>
              <a:cxnLst/>
              <a:rect l="l" t="t" r="r" b="b"/>
              <a:pathLst>
                <a:path w="1538" h="145" extrusionOk="0">
                  <a:moveTo>
                    <a:pt x="1279" y="0"/>
                  </a:moveTo>
                  <a:cubicBezTo>
                    <a:pt x="860" y="0"/>
                    <a:pt x="439" y="31"/>
                    <a:pt x="24" y="92"/>
                  </a:cubicBezTo>
                  <a:cubicBezTo>
                    <a:pt x="9" y="95"/>
                    <a:pt x="0" y="109"/>
                    <a:pt x="3" y="122"/>
                  </a:cubicBezTo>
                  <a:cubicBezTo>
                    <a:pt x="4" y="135"/>
                    <a:pt x="15" y="145"/>
                    <a:pt x="28" y="145"/>
                  </a:cubicBezTo>
                  <a:cubicBezTo>
                    <a:pt x="30" y="145"/>
                    <a:pt x="31" y="144"/>
                    <a:pt x="31" y="144"/>
                  </a:cubicBezTo>
                  <a:cubicBezTo>
                    <a:pt x="445" y="83"/>
                    <a:pt x="865" y="52"/>
                    <a:pt x="1285" y="52"/>
                  </a:cubicBezTo>
                  <a:cubicBezTo>
                    <a:pt x="1360" y="52"/>
                    <a:pt x="1436" y="53"/>
                    <a:pt x="1511" y="55"/>
                  </a:cubicBezTo>
                  <a:cubicBezTo>
                    <a:pt x="1526" y="55"/>
                    <a:pt x="1536" y="44"/>
                    <a:pt x="1536" y="29"/>
                  </a:cubicBezTo>
                  <a:cubicBezTo>
                    <a:pt x="1538" y="16"/>
                    <a:pt x="1526" y="4"/>
                    <a:pt x="1512" y="4"/>
                  </a:cubicBezTo>
                  <a:cubicBezTo>
                    <a:pt x="1435" y="2"/>
                    <a:pt x="1357" y="0"/>
                    <a:pt x="127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9" name="Google Shape;7879;p27"/>
            <p:cNvSpPr/>
            <p:nvPr/>
          </p:nvSpPr>
          <p:spPr>
            <a:xfrm>
              <a:off x="5048550" y="4360275"/>
              <a:ext cx="4700" cy="1550"/>
            </a:xfrm>
            <a:custGeom>
              <a:avLst/>
              <a:gdLst/>
              <a:ahLst/>
              <a:cxnLst/>
              <a:rect l="l" t="t" r="r" b="b"/>
              <a:pathLst>
                <a:path w="188" h="62" extrusionOk="0">
                  <a:moveTo>
                    <a:pt x="29" y="1"/>
                  </a:moveTo>
                  <a:cubicBezTo>
                    <a:pt x="17" y="2"/>
                    <a:pt x="2" y="11"/>
                    <a:pt x="2" y="26"/>
                  </a:cubicBezTo>
                  <a:cubicBezTo>
                    <a:pt x="1" y="40"/>
                    <a:pt x="12" y="52"/>
                    <a:pt x="27" y="53"/>
                  </a:cubicBezTo>
                  <a:lnTo>
                    <a:pt x="161" y="61"/>
                  </a:lnTo>
                  <a:lnTo>
                    <a:pt x="162" y="61"/>
                  </a:lnTo>
                  <a:cubicBezTo>
                    <a:pt x="176" y="61"/>
                    <a:pt x="187" y="50"/>
                    <a:pt x="188" y="36"/>
                  </a:cubicBezTo>
                  <a:cubicBezTo>
                    <a:pt x="188" y="22"/>
                    <a:pt x="177" y="10"/>
                    <a:pt x="164" y="9"/>
                  </a:cubicBezTo>
                  <a:lnTo>
                    <a:pt x="29" y="1"/>
                  </a:ln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0" name="Google Shape;7880;p27"/>
            <p:cNvSpPr/>
            <p:nvPr/>
          </p:nvSpPr>
          <p:spPr>
            <a:xfrm>
              <a:off x="5044550" y="4377100"/>
              <a:ext cx="43700" cy="3775"/>
            </a:xfrm>
            <a:custGeom>
              <a:avLst/>
              <a:gdLst/>
              <a:ahLst/>
              <a:cxnLst/>
              <a:rect l="l" t="t" r="r" b="b"/>
              <a:pathLst>
                <a:path w="1748" h="151" extrusionOk="0">
                  <a:moveTo>
                    <a:pt x="1251" y="1"/>
                  </a:moveTo>
                  <a:cubicBezTo>
                    <a:pt x="840" y="1"/>
                    <a:pt x="430" y="34"/>
                    <a:pt x="25" y="100"/>
                  </a:cubicBezTo>
                  <a:cubicBezTo>
                    <a:pt x="10" y="101"/>
                    <a:pt x="1" y="115"/>
                    <a:pt x="4" y="129"/>
                  </a:cubicBezTo>
                  <a:cubicBezTo>
                    <a:pt x="5" y="142"/>
                    <a:pt x="16" y="151"/>
                    <a:pt x="29" y="151"/>
                  </a:cubicBezTo>
                  <a:lnTo>
                    <a:pt x="33" y="151"/>
                  </a:lnTo>
                  <a:cubicBezTo>
                    <a:pt x="432" y="85"/>
                    <a:pt x="837" y="52"/>
                    <a:pt x="1242" y="52"/>
                  </a:cubicBezTo>
                  <a:cubicBezTo>
                    <a:pt x="1401" y="52"/>
                    <a:pt x="1560" y="57"/>
                    <a:pt x="1719" y="68"/>
                  </a:cubicBezTo>
                  <a:cubicBezTo>
                    <a:pt x="1734" y="68"/>
                    <a:pt x="1746" y="57"/>
                    <a:pt x="1747" y="43"/>
                  </a:cubicBezTo>
                  <a:cubicBezTo>
                    <a:pt x="1747" y="29"/>
                    <a:pt x="1736" y="16"/>
                    <a:pt x="1723" y="15"/>
                  </a:cubicBezTo>
                  <a:cubicBezTo>
                    <a:pt x="1566" y="5"/>
                    <a:pt x="1409" y="1"/>
                    <a:pt x="125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1" name="Google Shape;7881;p27"/>
            <p:cNvSpPr/>
            <p:nvPr/>
          </p:nvSpPr>
          <p:spPr>
            <a:xfrm>
              <a:off x="5000175" y="4451075"/>
              <a:ext cx="40000" cy="15000"/>
            </a:xfrm>
            <a:custGeom>
              <a:avLst/>
              <a:gdLst/>
              <a:ahLst/>
              <a:cxnLst/>
              <a:rect l="l" t="t" r="r" b="b"/>
              <a:pathLst>
                <a:path w="1600" h="600" extrusionOk="0">
                  <a:moveTo>
                    <a:pt x="1570" y="1"/>
                  </a:moveTo>
                  <a:cubicBezTo>
                    <a:pt x="1567" y="1"/>
                    <a:pt x="1563" y="1"/>
                    <a:pt x="1561" y="2"/>
                  </a:cubicBezTo>
                  <a:cubicBezTo>
                    <a:pt x="1057" y="210"/>
                    <a:pt x="540" y="394"/>
                    <a:pt x="22" y="550"/>
                  </a:cubicBezTo>
                  <a:cubicBezTo>
                    <a:pt x="7" y="554"/>
                    <a:pt x="0" y="567"/>
                    <a:pt x="4" y="582"/>
                  </a:cubicBezTo>
                  <a:cubicBezTo>
                    <a:pt x="7" y="593"/>
                    <a:pt x="18" y="600"/>
                    <a:pt x="28" y="600"/>
                  </a:cubicBezTo>
                  <a:cubicBezTo>
                    <a:pt x="31" y="600"/>
                    <a:pt x="34" y="600"/>
                    <a:pt x="36" y="598"/>
                  </a:cubicBezTo>
                  <a:cubicBezTo>
                    <a:pt x="556" y="442"/>
                    <a:pt x="1076" y="258"/>
                    <a:pt x="1579" y="51"/>
                  </a:cubicBezTo>
                  <a:cubicBezTo>
                    <a:pt x="1593" y="45"/>
                    <a:pt x="1600" y="31"/>
                    <a:pt x="1594" y="17"/>
                  </a:cubicBezTo>
                  <a:cubicBezTo>
                    <a:pt x="1590" y="7"/>
                    <a:pt x="1580" y="1"/>
                    <a:pt x="157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2" name="Google Shape;7882;p27"/>
            <p:cNvSpPr/>
            <p:nvPr/>
          </p:nvSpPr>
          <p:spPr>
            <a:xfrm>
              <a:off x="5045200" y="4446725"/>
              <a:ext cx="5375" cy="3000"/>
            </a:xfrm>
            <a:custGeom>
              <a:avLst/>
              <a:gdLst/>
              <a:ahLst/>
              <a:cxnLst/>
              <a:rect l="l" t="t" r="r" b="b"/>
              <a:pathLst>
                <a:path w="215" h="120" extrusionOk="0">
                  <a:moveTo>
                    <a:pt x="185" y="1"/>
                  </a:moveTo>
                  <a:cubicBezTo>
                    <a:pt x="181" y="1"/>
                    <a:pt x="177" y="1"/>
                    <a:pt x="174" y="3"/>
                  </a:cubicBezTo>
                  <a:lnTo>
                    <a:pt x="19" y="70"/>
                  </a:lnTo>
                  <a:cubicBezTo>
                    <a:pt x="6" y="77"/>
                    <a:pt x="0" y="92"/>
                    <a:pt x="6" y="105"/>
                  </a:cubicBezTo>
                  <a:cubicBezTo>
                    <a:pt x="10" y="115"/>
                    <a:pt x="19" y="120"/>
                    <a:pt x="30" y="120"/>
                  </a:cubicBezTo>
                  <a:cubicBezTo>
                    <a:pt x="33" y="120"/>
                    <a:pt x="37" y="119"/>
                    <a:pt x="39" y="119"/>
                  </a:cubicBezTo>
                  <a:lnTo>
                    <a:pt x="194" y="50"/>
                  </a:lnTo>
                  <a:cubicBezTo>
                    <a:pt x="208" y="45"/>
                    <a:pt x="214" y="30"/>
                    <a:pt x="208" y="16"/>
                  </a:cubicBezTo>
                  <a:cubicBezTo>
                    <a:pt x="204" y="6"/>
                    <a:pt x="194" y="1"/>
                    <a:pt x="18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3" name="Google Shape;7883;p27"/>
            <p:cNvSpPr/>
            <p:nvPr/>
          </p:nvSpPr>
          <p:spPr>
            <a:xfrm>
              <a:off x="4965525" y="4444675"/>
              <a:ext cx="39275" cy="16775"/>
            </a:xfrm>
            <a:custGeom>
              <a:avLst/>
              <a:gdLst/>
              <a:ahLst/>
              <a:cxnLst/>
              <a:rect l="l" t="t" r="r" b="b"/>
              <a:pathLst>
                <a:path w="1571" h="671" extrusionOk="0">
                  <a:moveTo>
                    <a:pt x="1542" y="1"/>
                  </a:moveTo>
                  <a:cubicBezTo>
                    <a:pt x="1538" y="1"/>
                    <a:pt x="1535" y="1"/>
                    <a:pt x="1531" y="3"/>
                  </a:cubicBezTo>
                  <a:lnTo>
                    <a:pt x="21" y="620"/>
                  </a:lnTo>
                  <a:cubicBezTo>
                    <a:pt x="7" y="626"/>
                    <a:pt x="0" y="640"/>
                    <a:pt x="6" y="654"/>
                  </a:cubicBezTo>
                  <a:cubicBezTo>
                    <a:pt x="10" y="665"/>
                    <a:pt x="19" y="670"/>
                    <a:pt x="30" y="670"/>
                  </a:cubicBezTo>
                  <a:cubicBezTo>
                    <a:pt x="33" y="670"/>
                    <a:pt x="37" y="670"/>
                    <a:pt x="39" y="669"/>
                  </a:cubicBezTo>
                  <a:lnTo>
                    <a:pt x="1552" y="50"/>
                  </a:lnTo>
                  <a:cubicBezTo>
                    <a:pt x="1564" y="44"/>
                    <a:pt x="1570" y="30"/>
                    <a:pt x="1565" y="16"/>
                  </a:cubicBezTo>
                  <a:cubicBezTo>
                    <a:pt x="1561" y="6"/>
                    <a:pt x="1552" y="1"/>
                    <a:pt x="154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4" name="Google Shape;7884;p27"/>
            <p:cNvSpPr/>
            <p:nvPr/>
          </p:nvSpPr>
          <p:spPr>
            <a:xfrm>
              <a:off x="5008575" y="4440600"/>
              <a:ext cx="7325" cy="3325"/>
            </a:xfrm>
            <a:custGeom>
              <a:avLst/>
              <a:gdLst/>
              <a:ahLst/>
              <a:cxnLst/>
              <a:rect l="l" t="t" r="r" b="b"/>
              <a:pathLst>
                <a:path w="293" h="133" extrusionOk="0">
                  <a:moveTo>
                    <a:pt x="262" y="0"/>
                  </a:moveTo>
                  <a:cubicBezTo>
                    <a:pt x="260" y="0"/>
                    <a:pt x="257" y="1"/>
                    <a:pt x="255" y="2"/>
                  </a:cubicBezTo>
                  <a:lnTo>
                    <a:pt x="22" y="82"/>
                  </a:lnTo>
                  <a:cubicBezTo>
                    <a:pt x="8" y="86"/>
                    <a:pt x="0" y="101"/>
                    <a:pt x="6" y="115"/>
                  </a:cubicBezTo>
                  <a:cubicBezTo>
                    <a:pt x="8" y="125"/>
                    <a:pt x="19" y="132"/>
                    <a:pt x="30" y="132"/>
                  </a:cubicBezTo>
                  <a:cubicBezTo>
                    <a:pt x="33" y="132"/>
                    <a:pt x="35" y="132"/>
                    <a:pt x="38" y="131"/>
                  </a:cubicBezTo>
                  <a:lnTo>
                    <a:pt x="271" y="51"/>
                  </a:lnTo>
                  <a:cubicBezTo>
                    <a:pt x="286" y="46"/>
                    <a:pt x="292" y="31"/>
                    <a:pt x="287" y="18"/>
                  </a:cubicBezTo>
                  <a:cubicBezTo>
                    <a:pt x="284" y="7"/>
                    <a:pt x="273" y="0"/>
                    <a:pt x="26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5" name="Google Shape;7885;p27"/>
            <p:cNvSpPr/>
            <p:nvPr/>
          </p:nvSpPr>
          <p:spPr>
            <a:xfrm>
              <a:off x="5064325" y="4406950"/>
              <a:ext cx="31775" cy="13050"/>
            </a:xfrm>
            <a:custGeom>
              <a:avLst/>
              <a:gdLst/>
              <a:ahLst/>
              <a:cxnLst/>
              <a:rect l="l" t="t" r="r" b="b"/>
              <a:pathLst>
                <a:path w="1271" h="522" extrusionOk="0">
                  <a:moveTo>
                    <a:pt x="1241" y="0"/>
                  </a:moveTo>
                  <a:cubicBezTo>
                    <a:pt x="1238" y="0"/>
                    <a:pt x="1235" y="1"/>
                    <a:pt x="1232" y="2"/>
                  </a:cubicBezTo>
                  <a:lnTo>
                    <a:pt x="21" y="472"/>
                  </a:lnTo>
                  <a:cubicBezTo>
                    <a:pt x="8" y="477"/>
                    <a:pt x="1" y="492"/>
                    <a:pt x="6" y="505"/>
                  </a:cubicBezTo>
                  <a:cubicBezTo>
                    <a:pt x="10" y="515"/>
                    <a:pt x="20" y="522"/>
                    <a:pt x="31" y="522"/>
                  </a:cubicBezTo>
                  <a:cubicBezTo>
                    <a:pt x="33" y="522"/>
                    <a:pt x="36" y="522"/>
                    <a:pt x="40" y="520"/>
                  </a:cubicBezTo>
                  <a:lnTo>
                    <a:pt x="1251" y="51"/>
                  </a:lnTo>
                  <a:cubicBezTo>
                    <a:pt x="1264" y="45"/>
                    <a:pt x="1271" y="31"/>
                    <a:pt x="1266" y="17"/>
                  </a:cubicBezTo>
                  <a:cubicBezTo>
                    <a:pt x="1261" y="7"/>
                    <a:pt x="1252" y="0"/>
                    <a:pt x="124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6" name="Google Shape;7886;p27"/>
            <p:cNvSpPr/>
            <p:nvPr/>
          </p:nvSpPr>
          <p:spPr>
            <a:xfrm>
              <a:off x="5078700" y="4420475"/>
              <a:ext cx="31100" cy="15600"/>
            </a:xfrm>
            <a:custGeom>
              <a:avLst/>
              <a:gdLst/>
              <a:ahLst/>
              <a:cxnLst/>
              <a:rect l="l" t="t" r="r" b="b"/>
              <a:pathLst>
                <a:path w="1244" h="624" extrusionOk="0">
                  <a:moveTo>
                    <a:pt x="1214" y="0"/>
                  </a:moveTo>
                  <a:cubicBezTo>
                    <a:pt x="1210" y="0"/>
                    <a:pt x="1206" y="1"/>
                    <a:pt x="1202" y="3"/>
                  </a:cubicBezTo>
                  <a:cubicBezTo>
                    <a:pt x="822" y="221"/>
                    <a:pt x="426" y="412"/>
                    <a:pt x="19" y="574"/>
                  </a:cubicBezTo>
                  <a:cubicBezTo>
                    <a:pt x="6" y="579"/>
                    <a:pt x="0" y="594"/>
                    <a:pt x="6" y="608"/>
                  </a:cubicBezTo>
                  <a:cubicBezTo>
                    <a:pt x="10" y="617"/>
                    <a:pt x="19" y="624"/>
                    <a:pt x="29" y="624"/>
                  </a:cubicBezTo>
                  <a:cubicBezTo>
                    <a:pt x="33" y="624"/>
                    <a:pt x="35" y="622"/>
                    <a:pt x="39" y="622"/>
                  </a:cubicBezTo>
                  <a:cubicBezTo>
                    <a:pt x="447" y="460"/>
                    <a:pt x="847" y="267"/>
                    <a:pt x="1227" y="49"/>
                  </a:cubicBezTo>
                  <a:cubicBezTo>
                    <a:pt x="1239" y="41"/>
                    <a:pt x="1243" y="25"/>
                    <a:pt x="1237" y="13"/>
                  </a:cubicBezTo>
                  <a:cubicBezTo>
                    <a:pt x="1232" y="5"/>
                    <a:pt x="1223" y="0"/>
                    <a:pt x="121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7" name="Google Shape;7887;p27"/>
            <p:cNvSpPr/>
            <p:nvPr/>
          </p:nvSpPr>
          <p:spPr>
            <a:xfrm>
              <a:off x="5112875" y="4401675"/>
              <a:ext cx="18350" cy="8875"/>
            </a:xfrm>
            <a:custGeom>
              <a:avLst/>
              <a:gdLst/>
              <a:ahLst/>
              <a:cxnLst/>
              <a:rect l="l" t="t" r="r" b="b"/>
              <a:pathLst>
                <a:path w="734" h="355" extrusionOk="0">
                  <a:moveTo>
                    <a:pt x="704" y="1"/>
                  </a:moveTo>
                  <a:cubicBezTo>
                    <a:pt x="701" y="1"/>
                    <a:pt x="697" y="2"/>
                    <a:pt x="693" y="3"/>
                  </a:cubicBezTo>
                  <a:lnTo>
                    <a:pt x="19" y="305"/>
                  </a:lnTo>
                  <a:cubicBezTo>
                    <a:pt x="6" y="312"/>
                    <a:pt x="0" y="326"/>
                    <a:pt x="6" y="340"/>
                  </a:cubicBezTo>
                  <a:cubicBezTo>
                    <a:pt x="10" y="349"/>
                    <a:pt x="19" y="355"/>
                    <a:pt x="30" y="355"/>
                  </a:cubicBezTo>
                  <a:cubicBezTo>
                    <a:pt x="33" y="355"/>
                    <a:pt x="37" y="355"/>
                    <a:pt x="39" y="353"/>
                  </a:cubicBezTo>
                  <a:lnTo>
                    <a:pt x="715" y="51"/>
                  </a:lnTo>
                  <a:cubicBezTo>
                    <a:pt x="728" y="44"/>
                    <a:pt x="733" y="29"/>
                    <a:pt x="728" y="16"/>
                  </a:cubicBezTo>
                  <a:cubicBezTo>
                    <a:pt x="723" y="7"/>
                    <a:pt x="714" y="1"/>
                    <a:pt x="70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8" name="Google Shape;7888;p27"/>
            <p:cNvSpPr/>
            <p:nvPr/>
          </p:nvSpPr>
          <p:spPr>
            <a:xfrm>
              <a:off x="5140450" y="4413750"/>
              <a:ext cx="22125" cy="22375"/>
            </a:xfrm>
            <a:custGeom>
              <a:avLst/>
              <a:gdLst/>
              <a:ahLst/>
              <a:cxnLst/>
              <a:rect l="l" t="t" r="r" b="b"/>
              <a:pathLst>
                <a:path w="885" h="895" extrusionOk="0">
                  <a:moveTo>
                    <a:pt x="855" y="0"/>
                  </a:moveTo>
                  <a:cubicBezTo>
                    <a:pt x="847" y="0"/>
                    <a:pt x="839" y="4"/>
                    <a:pt x="833" y="11"/>
                  </a:cubicBezTo>
                  <a:cubicBezTo>
                    <a:pt x="603" y="329"/>
                    <a:pt x="327" y="610"/>
                    <a:pt x="14" y="848"/>
                  </a:cubicBezTo>
                  <a:cubicBezTo>
                    <a:pt x="2" y="856"/>
                    <a:pt x="0" y="873"/>
                    <a:pt x="8" y="885"/>
                  </a:cubicBezTo>
                  <a:cubicBezTo>
                    <a:pt x="14" y="891"/>
                    <a:pt x="21" y="894"/>
                    <a:pt x="29" y="894"/>
                  </a:cubicBezTo>
                  <a:lnTo>
                    <a:pt x="29" y="894"/>
                  </a:lnTo>
                  <a:cubicBezTo>
                    <a:pt x="35" y="894"/>
                    <a:pt x="41" y="893"/>
                    <a:pt x="45" y="889"/>
                  </a:cubicBezTo>
                  <a:cubicBezTo>
                    <a:pt x="362" y="648"/>
                    <a:pt x="642" y="363"/>
                    <a:pt x="875" y="41"/>
                  </a:cubicBezTo>
                  <a:cubicBezTo>
                    <a:pt x="884" y="30"/>
                    <a:pt x="882" y="14"/>
                    <a:pt x="869" y="5"/>
                  </a:cubicBezTo>
                  <a:cubicBezTo>
                    <a:pt x="865" y="2"/>
                    <a:pt x="860" y="0"/>
                    <a:pt x="855" y="0"/>
                  </a:cubicBezTo>
                  <a:close/>
                  <a:moveTo>
                    <a:pt x="29" y="894"/>
                  </a:moveTo>
                  <a:cubicBezTo>
                    <a:pt x="29" y="894"/>
                    <a:pt x="29" y="894"/>
                    <a:pt x="29" y="894"/>
                  </a:cubicBezTo>
                  <a:lnTo>
                    <a:pt x="30" y="894"/>
                  </a:lnTo>
                  <a:cubicBezTo>
                    <a:pt x="30" y="894"/>
                    <a:pt x="30" y="894"/>
                    <a:pt x="29" y="894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9" name="Google Shape;7889;p27"/>
            <p:cNvSpPr/>
            <p:nvPr/>
          </p:nvSpPr>
          <p:spPr>
            <a:xfrm>
              <a:off x="5164125" y="4405550"/>
              <a:ext cx="4525" cy="5450"/>
            </a:xfrm>
            <a:custGeom>
              <a:avLst/>
              <a:gdLst/>
              <a:ahLst/>
              <a:cxnLst/>
              <a:rect l="l" t="t" r="r" b="b"/>
              <a:pathLst>
                <a:path w="181" h="218" extrusionOk="0">
                  <a:moveTo>
                    <a:pt x="151" y="1"/>
                  </a:moveTo>
                  <a:cubicBezTo>
                    <a:pt x="143" y="1"/>
                    <a:pt x="135" y="4"/>
                    <a:pt x="130" y="11"/>
                  </a:cubicBezTo>
                  <a:lnTo>
                    <a:pt x="9" y="175"/>
                  </a:lnTo>
                  <a:cubicBezTo>
                    <a:pt x="1" y="187"/>
                    <a:pt x="3" y="204"/>
                    <a:pt x="14" y="212"/>
                  </a:cubicBezTo>
                  <a:cubicBezTo>
                    <a:pt x="19" y="214"/>
                    <a:pt x="25" y="217"/>
                    <a:pt x="30" y="217"/>
                  </a:cubicBezTo>
                  <a:cubicBezTo>
                    <a:pt x="37" y="217"/>
                    <a:pt x="45" y="213"/>
                    <a:pt x="50" y="206"/>
                  </a:cubicBezTo>
                  <a:lnTo>
                    <a:pt x="171" y="42"/>
                  </a:lnTo>
                  <a:cubicBezTo>
                    <a:pt x="181" y="30"/>
                    <a:pt x="178" y="14"/>
                    <a:pt x="166" y="6"/>
                  </a:cubicBezTo>
                  <a:cubicBezTo>
                    <a:pt x="162" y="2"/>
                    <a:pt x="156" y="1"/>
                    <a:pt x="15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0" name="Google Shape;7890;p27"/>
            <p:cNvSpPr/>
            <p:nvPr/>
          </p:nvSpPr>
          <p:spPr>
            <a:xfrm>
              <a:off x="5098750" y="4463825"/>
              <a:ext cx="37050" cy="21200"/>
            </a:xfrm>
            <a:custGeom>
              <a:avLst/>
              <a:gdLst/>
              <a:ahLst/>
              <a:cxnLst/>
              <a:rect l="l" t="t" r="r" b="b"/>
              <a:pathLst>
                <a:path w="1482" h="848" extrusionOk="0">
                  <a:moveTo>
                    <a:pt x="1451" y="0"/>
                  </a:moveTo>
                  <a:cubicBezTo>
                    <a:pt x="1446" y="0"/>
                    <a:pt x="1441" y="1"/>
                    <a:pt x="1437" y="4"/>
                  </a:cubicBezTo>
                  <a:cubicBezTo>
                    <a:pt x="984" y="298"/>
                    <a:pt x="506" y="566"/>
                    <a:pt x="19" y="797"/>
                  </a:cubicBezTo>
                  <a:cubicBezTo>
                    <a:pt x="6" y="804"/>
                    <a:pt x="0" y="819"/>
                    <a:pt x="6" y="832"/>
                  </a:cubicBezTo>
                  <a:cubicBezTo>
                    <a:pt x="11" y="842"/>
                    <a:pt x="20" y="847"/>
                    <a:pt x="30" y="847"/>
                  </a:cubicBezTo>
                  <a:cubicBezTo>
                    <a:pt x="32" y="847"/>
                    <a:pt x="37" y="846"/>
                    <a:pt x="41" y="844"/>
                  </a:cubicBezTo>
                  <a:cubicBezTo>
                    <a:pt x="530" y="612"/>
                    <a:pt x="1011" y="344"/>
                    <a:pt x="1465" y="48"/>
                  </a:cubicBezTo>
                  <a:cubicBezTo>
                    <a:pt x="1477" y="40"/>
                    <a:pt x="1481" y="24"/>
                    <a:pt x="1473" y="12"/>
                  </a:cubicBezTo>
                  <a:cubicBezTo>
                    <a:pt x="1468" y="4"/>
                    <a:pt x="1460" y="0"/>
                    <a:pt x="145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1" name="Google Shape;7891;p27"/>
            <p:cNvSpPr/>
            <p:nvPr/>
          </p:nvSpPr>
          <p:spPr>
            <a:xfrm>
              <a:off x="5131325" y="4448700"/>
              <a:ext cx="9175" cy="7100"/>
            </a:xfrm>
            <a:custGeom>
              <a:avLst/>
              <a:gdLst/>
              <a:ahLst/>
              <a:cxnLst/>
              <a:rect l="l" t="t" r="r" b="b"/>
              <a:pathLst>
                <a:path w="367" h="284" extrusionOk="0">
                  <a:moveTo>
                    <a:pt x="338" y="1"/>
                  </a:moveTo>
                  <a:cubicBezTo>
                    <a:pt x="331" y="1"/>
                    <a:pt x="323" y="4"/>
                    <a:pt x="318" y="10"/>
                  </a:cubicBezTo>
                  <a:cubicBezTo>
                    <a:pt x="238" y="105"/>
                    <a:pt x="134" y="182"/>
                    <a:pt x="20" y="233"/>
                  </a:cubicBezTo>
                  <a:cubicBezTo>
                    <a:pt x="6" y="240"/>
                    <a:pt x="1" y="255"/>
                    <a:pt x="6" y="268"/>
                  </a:cubicBezTo>
                  <a:cubicBezTo>
                    <a:pt x="12" y="278"/>
                    <a:pt x="21" y="283"/>
                    <a:pt x="30" y="283"/>
                  </a:cubicBezTo>
                  <a:cubicBezTo>
                    <a:pt x="34" y="283"/>
                    <a:pt x="37" y="283"/>
                    <a:pt x="41" y="280"/>
                  </a:cubicBezTo>
                  <a:cubicBezTo>
                    <a:pt x="162" y="227"/>
                    <a:pt x="271" y="144"/>
                    <a:pt x="357" y="44"/>
                  </a:cubicBezTo>
                  <a:cubicBezTo>
                    <a:pt x="367" y="33"/>
                    <a:pt x="365" y="17"/>
                    <a:pt x="355" y="7"/>
                  </a:cubicBezTo>
                  <a:cubicBezTo>
                    <a:pt x="350" y="3"/>
                    <a:pt x="344" y="1"/>
                    <a:pt x="33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2" name="Google Shape;7892;p27"/>
            <p:cNvSpPr/>
            <p:nvPr/>
          </p:nvSpPr>
          <p:spPr>
            <a:xfrm>
              <a:off x="5175025" y="4386825"/>
              <a:ext cx="17575" cy="27025"/>
            </a:xfrm>
            <a:custGeom>
              <a:avLst/>
              <a:gdLst/>
              <a:ahLst/>
              <a:cxnLst/>
              <a:rect l="l" t="t" r="r" b="b"/>
              <a:pathLst>
                <a:path w="703" h="1081" extrusionOk="0">
                  <a:moveTo>
                    <a:pt x="674" y="1"/>
                  </a:moveTo>
                  <a:cubicBezTo>
                    <a:pt x="664" y="1"/>
                    <a:pt x="654" y="6"/>
                    <a:pt x="649" y="15"/>
                  </a:cubicBezTo>
                  <a:cubicBezTo>
                    <a:pt x="471" y="375"/>
                    <a:pt x="256" y="720"/>
                    <a:pt x="10" y="1039"/>
                  </a:cubicBezTo>
                  <a:cubicBezTo>
                    <a:pt x="0" y="1049"/>
                    <a:pt x="3" y="1066"/>
                    <a:pt x="14" y="1075"/>
                  </a:cubicBezTo>
                  <a:cubicBezTo>
                    <a:pt x="19" y="1078"/>
                    <a:pt x="25" y="1080"/>
                    <a:pt x="30" y="1080"/>
                  </a:cubicBezTo>
                  <a:cubicBezTo>
                    <a:pt x="38" y="1080"/>
                    <a:pt x="45" y="1076"/>
                    <a:pt x="50" y="1070"/>
                  </a:cubicBezTo>
                  <a:cubicBezTo>
                    <a:pt x="299" y="749"/>
                    <a:pt x="516" y="402"/>
                    <a:pt x="696" y="38"/>
                  </a:cubicBezTo>
                  <a:cubicBezTo>
                    <a:pt x="703" y="26"/>
                    <a:pt x="697" y="10"/>
                    <a:pt x="684" y="3"/>
                  </a:cubicBezTo>
                  <a:cubicBezTo>
                    <a:pt x="681" y="1"/>
                    <a:pt x="677" y="1"/>
                    <a:pt x="67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3" name="Google Shape;7893;p27"/>
            <p:cNvSpPr/>
            <p:nvPr/>
          </p:nvSpPr>
          <p:spPr>
            <a:xfrm>
              <a:off x="5161075" y="4430550"/>
              <a:ext cx="10075" cy="10650"/>
            </a:xfrm>
            <a:custGeom>
              <a:avLst/>
              <a:gdLst/>
              <a:ahLst/>
              <a:cxnLst/>
              <a:rect l="l" t="t" r="r" b="b"/>
              <a:pathLst>
                <a:path w="403" h="426" extrusionOk="0">
                  <a:moveTo>
                    <a:pt x="372" y="1"/>
                  </a:moveTo>
                  <a:cubicBezTo>
                    <a:pt x="364" y="1"/>
                    <a:pt x="356" y="4"/>
                    <a:pt x="351" y="11"/>
                  </a:cubicBezTo>
                  <a:cubicBezTo>
                    <a:pt x="254" y="148"/>
                    <a:pt x="141" y="272"/>
                    <a:pt x="14" y="379"/>
                  </a:cubicBezTo>
                  <a:cubicBezTo>
                    <a:pt x="3" y="389"/>
                    <a:pt x="0" y="405"/>
                    <a:pt x="10" y="416"/>
                  </a:cubicBezTo>
                  <a:cubicBezTo>
                    <a:pt x="15" y="422"/>
                    <a:pt x="22" y="425"/>
                    <a:pt x="30" y="425"/>
                  </a:cubicBezTo>
                  <a:cubicBezTo>
                    <a:pt x="36" y="425"/>
                    <a:pt x="42" y="422"/>
                    <a:pt x="47" y="418"/>
                  </a:cubicBezTo>
                  <a:cubicBezTo>
                    <a:pt x="178" y="308"/>
                    <a:pt x="295" y="182"/>
                    <a:pt x="394" y="42"/>
                  </a:cubicBezTo>
                  <a:cubicBezTo>
                    <a:pt x="402" y="30"/>
                    <a:pt x="400" y="14"/>
                    <a:pt x="388" y="5"/>
                  </a:cubicBezTo>
                  <a:cubicBezTo>
                    <a:pt x="383" y="2"/>
                    <a:pt x="377" y="1"/>
                    <a:pt x="37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4" name="Google Shape;7894;p27"/>
            <p:cNvSpPr/>
            <p:nvPr/>
          </p:nvSpPr>
          <p:spPr>
            <a:xfrm>
              <a:off x="5071500" y="4138750"/>
              <a:ext cx="21475" cy="36775"/>
            </a:xfrm>
            <a:custGeom>
              <a:avLst/>
              <a:gdLst/>
              <a:ahLst/>
              <a:cxnLst/>
              <a:rect l="l" t="t" r="r" b="b"/>
              <a:pathLst>
                <a:path w="859" h="1471" extrusionOk="0">
                  <a:moveTo>
                    <a:pt x="29" y="1"/>
                  </a:moveTo>
                  <a:cubicBezTo>
                    <a:pt x="26" y="1"/>
                    <a:pt x="22" y="1"/>
                    <a:pt x="19" y="3"/>
                  </a:cubicBezTo>
                  <a:cubicBezTo>
                    <a:pt x="6" y="8"/>
                    <a:pt x="0" y="23"/>
                    <a:pt x="6" y="36"/>
                  </a:cubicBezTo>
                  <a:cubicBezTo>
                    <a:pt x="212" y="542"/>
                    <a:pt x="482" y="1021"/>
                    <a:pt x="809" y="1460"/>
                  </a:cubicBezTo>
                  <a:cubicBezTo>
                    <a:pt x="813" y="1466"/>
                    <a:pt x="821" y="1470"/>
                    <a:pt x="829" y="1470"/>
                  </a:cubicBezTo>
                  <a:cubicBezTo>
                    <a:pt x="835" y="1470"/>
                    <a:pt x="840" y="1469"/>
                    <a:pt x="844" y="1465"/>
                  </a:cubicBezTo>
                  <a:cubicBezTo>
                    <a:pt x="856" y="1457"/>
                    <a:pt x="859" y="1441"/>
                    <a:pt x="849" y="1429"/>
                  </a:cubicBezTo>
                  <a:cubicBezTo>
                    <a:pt x="527" y="994"/>
                    <a:pt x="259" y="519"/>
                    <a:pt x="53" y="18"/>
                  </a:cubicBezTo>
                  <a:cubicBezTo>
                    <a:pt x="49" y="7"/>
                    <a:pt x="39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5" name="Google Shape;7895;p27"/>
            <p:cNvSpPr/>
            <p:nvPr/>
          </p:nvSpPr>
          <p:spPr>
            <a:xfrm>
              <a:off x="5096225" y="4180450"/>
              <a:ext cx="4550" cy="5175"/>
            </a:xfrm>
            <a:custGeom>
              <a:avLst/>
              <a:gdLst/>
              <a:ahLst/>
              <a:cxnLst/>
              <a:rect l="l" t="t" r="r" b="b"/>
              <a:pathLst>
                <a:path w="182" h="207" extrusionOk="0">
                  <a:moveTo>
                    <a:pt x="30" y="1"/>
                  </a:moveTo>
                  <a:cubicBezTo>
                    <a:pt x="24" y="1"/>
                    <a:pt x="18" y="3"/>
                    <a:pt x="14" y="7"/>
                  </a:cubicBezTo>
                  <a:cubicBezTo>
                    <a:pt x="2" y="16"/>
                    <a:pt x="0" y="33"/>
                    <a:pt x="10" y="43"/>
                  </a:cubicBezTo>
                  <a:lnTo>
                    <a:pt x="133" y="195"/>
                  </a:lnTo>
                  <a:cubicBezTo>
                    <a:pt x="139" y="202"/>
                    <a:pt x="146" y="206"/>
                    <a:pt x="154" y="206"/>
                  </a:cubicBezTo>
                  <a:cubicBezTo>
                    <a:pt x="159" y="206"/>
                    <a:pt x="164" y="203"/>
                    <a:pt x="170" y="199"/>
                  </a:cubicBezTo>
                  <a:cubicBezTo>
                    <a:pt x="181" y="190"/>
                    <a:pt x="182" y="174"/>
                    <a:pt x="174" y="163"/>
                  </a:cubicBezTo>
                  <a:lnTo>
                    <a:pt x="50" y="11"/>
                  </a:lnTo>
                  <a:cubicBezTo>
                    <a:pt x="45" y="4"/>
                    <a:pt x="37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6" name="Google Shape;7896;p27"/>
            <p:cNvSpPr/>
            <p:nvPr/>
          </p:nvSpPr>
          <p:spPr>
            <a:xfrm>
              <a:off x="5070450" y="4108025"/>
              <a:ext cx="10850" cy="20150"/>
            </a:xfrm>
            <a:custGeom>
              <a:avLst/>
              <a:gdLst/>
              <a:ahLst/>
              <a:cxnLst/>
              <a:rect l="l" t="t" r="r" b="b"/>
              <a:pathLst>
                <a:path w="434" h="806" extrusionOk="0">
                  <a:moveTo>
                    <a:pt x="31" y="1"/>
                  </a:moveTo>
                  <a:cubicBezTo>
                    <a:pt x="27" y="1"/>
                    <a:pt x="23" y="1"/>
                    <a:pt x="20" y="3"/>
                  </a:cubicBezTo>
                  <a:cubicBezTo>
                    <a:pt x="6" y="9"/>
                    <a:pt x="1" y="25"/>
                    <a:pt x="8" y="37"/>
                  </a:cubicBezTo>
                  <a:lnTo>
                    <a:pt x="382" y="792"/>
                  </a:lnTo>
                  <a:cubicBezTo>
                    <a:pt x="386" y="800"/>
                    <a:pt x="395" y="805"/>
                    <a:pt x="404" y="805"/>
                  </a:cubicBezTo>
                  <a:cubicBezTo>
                    <a:pt x="408" y="805"/>
                    <a:pt x="412" y="805"/>
                    <a:pt x="416" y="803"/>
                  </a:cubicBezTo>
                  <a:cubicBezTo>
                    <a:pt x="429" y="797"/>
                    <a:pt x="434" y="781"/>
                    <a:pt x="429" y="769"/>
                  </a:cubicBezTo>
                  <a:lnTo>
                    <a:pt x="53" y="14"/>
                  </a:lnTo>
                  <a:cubicBezTo>
                    <a:pt x="49" y="6"/>
                    <a:pt x="40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7" name="Google Shape;7897;p27"/>
            <p:cNvSpPr/>
            <p:nvPr/>
          </p:nvSpPr>
          <p:spPr>
            <a:xfrm>
              <a:off x="5112675" y="4186200"/>
              <a:ext cx="18325" cy="25525"/>
            </a:xfrm>
            <a:custGeom>
              <a:avLst/>
              <a:gdLst/>
              <a:ahLst/>
              <a:cxnLst/>
              <a:rect l="l" t="t" r="r" b="b"/>
              <a:pathLst>
                <a:path w="733" h="1021" extrusionOk="0">
                  <a:moveTo>
                    <a:pt x="30" y="1"/>
                  </a:moveTo>
                  <a:cubicBezTo>
                    <a:pt x="24" y="1"/>
                    <a:pt x="19" y="2"/>
                    <a:pt x="14" y="6"/>
                  </a:cubicBezTo>
                  <a:cubicBezTo>
                    <a:pt x="3" y="15"/>
                    <a:pt x="0" y="31"/>
                    <a:pt x="10" y="42"/>
                  </a:cubicBezTo>
                  <a:cubicBezTo>
                    <a:pt x="246" y="353"/>
                    <a:pt x="472" y="677"/>
                    <a:pt x="680" y="1008"/>
                  </a:cubicBezTo>
                  <a:cubicBezTo>
                    <a:pt x="685" y="1016"/>
                    <a:pt x="693" y="1020"/>
                    <a:pt x="702" y="1020"/>
                  </a:cubicBezTo>
                  <a:cubicBezTo>
                    <a:pt x="706" y="1020"/>
                    <a:pt x="712" y="1019"/>
                    <a:pt x="716" y="1016"/>
                  </a:cubicBezTo>
                  <a:cubicBezTo>
                    <a:pt x="728" y="1008"/>
                    <a:pt x="732" y="992"/>
                    <a:pt x="724" y="980"/>
                  </a:cubicBezTo>
                  <a:cubicBezTo>
                    <a:pt x="515" y="647"/>
                    <a:pt x="289" y="322"/>
                    <a:pt x="50" y="11"/>
                  </a:cubicBezTo>
                  <a:cubicBezTo>
                    <a:pt x="45" y="4"/>
                    <a:pt x="38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8" name="Google Shape;7898;p27"/>
            <p:cNvSpPr/>
            <p:nvPr/>
          </p:nvSpPr>
          <p:spPr>
            <a:xfrm>
              <a:off x="5104925" y="4192550"/>
              <a:ext cx="7625" cy="9550"/>
            </a:xfrm>
            <a:custGeom>
              <a:avLst/>
              <a:gdLst/>
              <a:ahLst/>
              <a:cxnLst/>
              <a:rect l="l" t="t" r="r" b="b"/>
              <a:pathLst>
                <a:path w="305" h="382" extrusionOk="0">
                  <a:moveTo>
                    <a:pt x="30" y="1"/>
                  </a:moveTo>
                  <a:cubicBezTo>
                    <a:pt x="24" y="1"/>
                    <a:pt x="19" y="3"/>
                    <a:pt x="14" y="6"/>
                  </a:cubicBezTo>
                  <a:cubicBezTo>
                    <a:pt x="2" y="14"/>
                    <a:pt x="1" y="30"/>
                    <a:pt x="9" y="42"/>
                  </a:cubicBezTo>
                  <a:lnTo>
                    <a:pt x="255" y="371"/>
                  </a:lnTo>
                  <a:cubicBezTo>
                    <a:pt x="260" y="379"/>
                    <a:pt x="268" y="381"/>
                    <a:pt x="277" y="381"/>
                  </a:cubicBezTo>
                  <a:cubicBezTo>
                    <a:pt x="282" y="381"/>
                    <a:pt x="286" y="380"/>
                    <a:pt x="291" y="376"/>
                  </a:cubicBezTo>
                  <a:cubicBezTo>
                    <a:pt x="303" y="368"/>
                    <a:pt x="305" y="352"/>
                    <a:pt x="297" y="340"/>
                  </a:cubicBezTo>
                  <a:lnTo>
                    <a:pt x="51" y="11"/>
                  </a:lnTo>
                  <a:cubicBezTo>
                    <a:pt x="46" y="4"/>
                    <a:pt x="38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9" name="Google Shape;7899;p27"/>
            <p:cNvSpPr/>
            <p:nvPr/>
          </p:nvSpPr>
          <p:spPr>
            <a:xfrm>
              <a:off x="5128975" y="4100000"/>
              <a:ext cx="7925" cy="31300"/>
            </a:xfrm>
            <a:custGeom>
              <a:avLst/>
              <a:gdLst/>
              <a:ahLst/>
              <a:cxnLst/>
              <a:rect l="l" t="t" r="r" b="b"/>
              <a:pathLst>
                <a:path w="317" h="1252" extrusionOk="0">
                  <a:moveTo>
                    <a:pt x="30" y="1"/>
                  </a:moveTo>
                  <a:cubicBezTo>
                    <a:pt x="27" y="1"/>
                    <a:pt x="25" y="1"/>
                    <a:pt x="22" y="2"/>
                  </a:cubicBezTo>
                  <a:cubicBezTo>
                    <a:pt x="9" y="6"/>
                    <a:pt x="1" y="20"/>
                    <a:pt x="5" y="34"/>
                  </a:cubicBezTo>
                  <a:cubicBezTo>
                    <a:pt x="116" y="425"/>
                    <a:pt x="204" y="828"/>
                    <a:pt x="263" y="1229"/>
                  </a:cubicBezTo>
                  <a:cubicBezTo>
                    <a:pt x="266" y="1242"/>
                    <a:pt x="276" y="1251"/>
                    <a:pt x="289" y="1251"/>
                  </a:cubicBezTo>
                  <a:cubicBezTo>
                    <a:pt x="290" y="1251"/>
                    <a:pt x="291" y="1251"/>
                    <a:pt x="293" y="1250"/>
                  </a:cubicBezTo>
                  <a:cubicBezTo>
                    <a:pt x="307" y="1249"/>
                    <a:pt x="317" y="1235"/>
                    <a:pt x="314" y="1222"/>
                  </a:cubicBezTo>
                  <a:cubicBezTo>
                    <a:pt x="255" y="817"/>
                    <a:pt x="167" y="413"/>
                    <a:pt x="54" y="19"/>
                  </a:cubicBezTo>
                  <a:cubicBezTo>
                    <a:pt x="51" y="8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0" name="Google Shape;7900;p27"/>
            <p:cNvSpPr/>
            <p:nvPr/>
          </p:nvSpPr>
          <p:spPr>
            <a:xfrm>
              <a:off x="5138825" y="4139475"/>
              <a:ext cx="4175" cy="13175"/>
            </a:xfrm>
            <a:custGeom>
              <a:avLst/>
              <a:gdLst/>
              <a:ahLst/>
              <a:cxnLst/>
              <a:rect l="l" t="t" r="r" b="b"/>
              <a:pathLst>
                <a:path w="167" h="527" extrusionOk="0">
                  <a:moveTo>
                    <a:pt x="28" y="0"/>
                  </a:moveTo>
                  <a:cubicBezTo>
                    <a:pt x="26" y="0"/>
                    <a:pt x="24" y="0"/>
                    <a:pt x="22" y="1"/>
                  </a:cubicBezTo>
                  <a:cubicBezTo>
                    <a:pt x="9" y="6"/>
                    <a:pt x="1" y="19"/>
                    <a:pt x="5" y="34"/>
                  </a:cubicBezTo>
                  <a:cubicBezTo>
                    <a:pt x="52" y="188"/>
                    <a:pt x="88" y="345"/>
                    <a:pt x="114" y="504"/>
                  </a:cubicBezTo>
                  <a:cubicBezTo>
                    <a:pt x="115" y="517"/>
                    <a:pt x="126" y="527"/>
                    <a:pt x="139" y="527"/>
                  </a:cubicBezTo>
                  <a:cubicBezTo>
                    <a:pt x="139" y="527"/>
                    <a:pt x="141" y="525"/>
                    <a:pt x="142" y="525"/>
                  </a:cubicBezTo>
                  <a:cubicBezTo>
                    <a:pt x="157" y="524"/>
                    <a:pt x="166" y="511"/>
                    <a:pt x="165" y="496"/>
                  </a:cubicBezTo>
                  <a:cubicBezTo>
                    <a:pt x="139" y="334"/>
                    <a:pt x="103" y="174"/>
                    <a:pt x="55" y="18"/>
                  </a:cubicBezTo>
                  <a:cubicBezTo>
                    <a:pt x="51" y="7"/>
                    <a:pt x="4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1" name="Google Shape;7901;p27"/>
            <p:cNvSpPr/>
            <p:nvPr/>
          </p:nvSpPr>
          <p:spPr>
            <a:xfrm>
              <a:off x="5125625" y="4086375"/>
              <a:ext cx="2025" cy="5175"/>
            </a:xfrm>
            <a:custGeom>
              <a:avLst/>
              <a:gdLst/>
              <a:ahLst/>
              <a:cxnLst/>
              <a:rect l="l" t="t" r="r" b="b"/>
              <a:pathLst>
                <a:path w="81" h="207" extrusionOk="0">
                  <a:moveTo>
                    <a:pt x="27" y="0"/>
                  </a:moveTo>
                  <a:cubicBezTo>
                    <a:pt x="26" y="0"/>
                    <a:pt x="25" y="0"/>
                    <a:pt x="24" y="0"/>
                  </a:cubicBezTo>
                  <a:cubicBezTo>
                    <a:pt x="10" y="3"/>
                    <a:pt x="0" y="17"/>
                    <a:pt x="3" y="30"/>
                  </a:cubicBezTo>
                  <a:lnTo>
                    <a:pt x="28" y="185"/>
                  </a:lnTo>
                  <a:cubicBezTo>
                    <a:pt x="30" y="197"/>
                    <a:pt x="40" y="206"/>
                    <a:pt x="54" y="206"/>
                  </a:cubicBezTo>
                  <a:lnTo>
                    <a:pt x="58" y="206"/>
                  </a:lnTo>
                  <a:cubicBezTo>
                    <a:pt x="71" y="204"/>
                    <a:pt x="81" y="190"/>
                    <a:pt x="79" y="177"/>
                  </a:cubicBezTo>
                  <a:lnTo>
                    <a:pt x="54" y="22"/>
                  </a:lnTo>
                  <a:cubicBezTo>
                    <a:pt x="51" y="9"/>
                    <a:pt x="41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2" name="Google Shape;7902;p27"/>
            <p:cNvSpPr/>
            <p:nvPr/>
          </p:nvSpPr>
          <p:spPr>
            <a:xfrm>
              <a:off x="5149150" y="4157525"/>
              <a:ext cx="7525" cy="27625"/>
            </a:xfrm>
            <a:custGeom>
              <a:avLst/>
              <a:gdLst/>
              <a:ahLst/>
              <a:cxnLst/>
              <a:rect l="l" t="t" r="r" b="b"/>
              <a:pathLst>
                <a:path w="301" h="1105" extrusionOk="0">
                  <a:moveTo>
                    <a:pt x="29" y="0"/>
                  </a:moveTo>
                  <a:cubicBezTo>
                    <a:pt x="27" y="0"/>
                    <a:pt x="25" y="0"/>
                    <a:pt x="22" y="1"/>
                  </a:cubicBezTo>
                  <a:cubicBezTo>
                    <a:pt x="9" y="5"/>
                    <a:pt x="1" y="20"/>
                    <a:pt x="5" y="33"/>
                  </a:cubicBezTo>
                  <a:cubicBezTo>
                    <a:pt x="106" y="378"/>
                    <a:pt x="188" y="730"/>
                    <a:pt x="247" y="1083"/>
                  </a:cubicBezTo>
                  <a:cubicBezTo>
                    <a:pt x="250" y="1095"/>
                    <a:pt x="260" y="1104"/>
                    <a:pt x="273" y="1104"/>
                  </a:cubicBezTo>
                  <a:lnTo>
                    <a:pt x="278" y="1104"/>
                  </a:lnTo>
                  <a:cubicBezTo>
                    <a:pt x="291" y="1102"/>
                    <a:pt x="301" y="1088"/>
                    <a:pt x="298" y="1075"/>
                  </a:cubicBezTo>
                  <a:cubicBezTo>
                    <a:pt x="238" y="719"/>
                    <a:pt x="156" y="364"/>
                    <a:pt x="55" y="20"/>
                  </a:cubicBezTo>
                  <a:cubicBezTo>
                    <a:pt x="51" y="8"/>
                    <a:pt x="4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3" name="Google Shape;7903;p27"/>
            <p:cNvSpPr/>
            <p:nvPr/>
          </p:nvSpPr>
          <p:spPr>
            <a:xfrm>
              <a:off x="5182650" y="4133750"/>
              <a:ext cx="3250" cy="32300"/>
            </a:xfrm>
            <a:custGeom>
              <a:avLst/>
              <a:gdLst/>
              <a:ahLst/>
              <a:cxnLst/>
              <a:rect l="l" t="t" r="r" b="b"/>
              <a:pathLst>
                <a:path w="130" h="1292" extrusionOk="0">
                  <a:moveTo>
                    <a:pt x="103" y="1"/>
                  </a:moveTo>
                  <a:cubicBezTo>
                    <a:pt x="88" y="1"/>
                    <a:pt x="77" y="10"/>
                    <a:pt x="76" y="24"/>
                  </a:cubicBezTo>
                  <a:cubicBezTo>
                    <a:pt x="26" y="433"/>
                    <a:pt x="1" y="851"/>
                    <a:pt x="1" y="1266"/>
                  </a:cubicBezTo>
                  <a:cubicBezTo>
                    <a:pt x="1" y="1279"/>
                    <a:pt x="13" y="1291"/>
                    <a:pt x="27" y="1291"/>
                  </a:cubicBezTo>
                  <a:lnTo>
                    <a:pt x="27" y="1291"/>
                  </a:lnTo>
                  <a:cubicBezTo>
                    <a:pt x="42" y="1291"/>
                    <a:pt x="53" y="1279"/>
                    <a:pt x="53" y="1266"/>
                  </a:cubicBezTo>
                  <a:cubicBezTo>
                    <a:pt x="53" y="853"/>
                    <a:pt x="77" y="438"/>
                    <a:pt x="127" y="29"/>
                  </a:cubicBezTo>
                  <a:cubicBezTo>
                    <a:pt x="130" y="16"/>
                    <a:pt x="119" y="2"/>
                    <a:pt x="106" y="1"/>
                  </a:cubicBezTo>
                  <a:cubicBezTo>
                    <a:pt x="105" y="1"/>
                    <a:pt x="104" y="1"/>
                    <a:pt x="103" y="1"/>
                  </a:cubicBezTo>
                  <a:close/>
                  <a:moveTo>
                    <a:pt x="27" y="1291"/>
                  </a:moveTo>
                  <a:lnTo>
                    <a:pt x="27" y="1291"/>
                  </a:lnTo>
                  <a:cubicBezTo>
                    <a:pt x="27" y="1291"/>
                    <a:pt x="27" y="1291"/>
                    <a:pt x="26" y="1291"/>
                  </a:cubicBezTo>
                  <a:lnTo>
                    <a:pt x="28" y="1291"/>
                  </a:lnTo>
                  <a:cubicBezTo>
                    <a:pt x="27" y="1291"/>
                    <a:pt x="27" y="1291"/>
                    <a:pt x="27" y="129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4" name="Google Shape;7904;p27"/>
            <p:cNvSpPr/>
            <p:nvPr/>
          </p:nvSpPr>
          <p:spPr>
            <a:xfrm>
              <a:off x="5185250" y="4122075"/>
              <a:ext cx="2175" cy="6500"/>
            </a:xfrm>
            <a:custGeom>
              <a:avLst/>
              <a:gdLst/>
              <a:ahLst/>
              <a:cxnLst/>
              <a:rect l="l" t="t" r="r" b="b"/>
              <a:pathLst>
                <a:path w="87" h="260" extrusionOk="0">
                  <a:moveTo>
                    <a:pt x="58" y="1"/>
                  </a:moveTo>
                  <a:cubicBezTo>
                    <a:pt x="45" y="1"/>
                    <a:pt x="35" y="11"/>
                    <a:pt x="33" y="23"/>
                  </a:cubicBezTo>
                  <a:lnTo>
                    <a:pt x="2" y="230"/>
                  </a:lnTo>
                  <a:cubicBezTo>
                    <a:pt x="0" y="243"/>
                    <a:pt x="10" y="257"/>
                    <a:pt x="23" y="259"/>
                  </a:cubicBezTo>
                  <a:lnTo>
                    <a:pt x="27" y="259"/>
                  </a:lnTo>
                  <a:cubicBezTo>
                    <a:pt x="41" y="259"/>
                    <a:pt x="51" y="250"/>
                    <a:pt x="53" y="238"/>
                  </a:cubicBezTo>
                  <a:lnTo>
                    <a:pt x="84" y="31"/>
                  </a:lnTo>
                  <a:cubicBezTo>
                    <a:pt x="86" y="17"/>
                    <a:pt x="77" y="4"/>
                    <a:pt x="62" y="1"/>
                  </a:cubicBezTo>
                  <a:cubicBezTo>
                    <a:pt x="61" y="1"/>
                    <a:pt x="59" y="1"/>
                    <a:pt x="5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5" name="Google Shape;7905;p27"/>
            <p:cNvSpPr/>
            <p:nvPr/>
          </p:nvSpPr>
          <p:spPr>
            <a:xfrm>
              <a:off x="5201525" y="4087875"/>
              <a:ext cx="1900" cy="31775"/>
            </a:xfrm>
            <a:custGeom>
              <a:avLst/>
              <a:gdLst/>
              <a:ahLst/>
              <a:cxnLst/>
              <a:rect l="l" t="t" r="r" b="b"/>
              <a:pathLst>
                <a:path w="76" h="1271" extrusionOk="0">
                  <a:moveTo>
                    <a:pt x="50" y="1"/>
                  </a:moveTo>
                  <a:cubicBezTo>
                    <a:pt x="38" y="1"/>
                    <a:pt x="23" y="12"/>
                    <a:pt x="23" y="25"/>
                  </a:cubicBezTo>
                  <a:cubicBezTo>
                    <a:pt x="6" y="429"/>
                    <a:pt x="1" y="839"/>
                    <a:pt x="9" y="1245"/>
                  </a:cubicBezTo>
                  <a:cubicBezTo>
                    <a:pt x="9" y="1259"/>
                    <a:pt x="19" y="1270"/>
                    <a:pt x="34" y="1270"/>
                  </a:cubicBezTo>
                  <a:lnTo>
                    <a:pt x="34" y="1271"/>
                  </a:lnTo>
                  <a:cubicBezTo>
                    <a:pt x="49" y="1270"/>
                    <a:pt x="60" y="1259"/>
                    <a:pt x="60" y="1244"/>
                  </a:cubicBezTo>
                  <a:cubicBezTo>
                    <a:pt x="52" y="839"/>
                    <a:pt x="57" y="430"/>
                    <a:pt x="74" y="28"/>
                  </a:cubicBezTo>
                  <a:cubicBezTo>
                    <a:pt x="76" y="13"/>
                    <a:pt x="64" y="1"/>
                    <a:pt x="5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6" name="Google Shape;7906;p27"/>
            <p:cNvSpPr/>
            <p:nvPr/>
          </p:nvSpPr>
          <p:spPr>
            <a:xfrm>
              <a:off x="5201125" y="4076750"/>
              <a:ext cx="2150" cy="7225"/>
            </a:xfrm>
            <a:custGeom>
              <a:avLst/>
              <a:gdLst/>
              <a:ahLst/>
              <a:cxnLst/>
              <a:rect l="l" t="t" r="r" b="b"/>
              <a:pathLst>
                <a:path w="86" h="289" extrusionOk="0">
                  <a:moveTo>
                    <a:pt x="27" y="0"/>
                  </a:moveTo>
                  <a:cubicBezTo>
                    <a:pt x="26" y="0"/>
                    <a:pt x="25" y="1"/>
                    <a:pt x="25" y="1"/>
                  </a:cubicBezTo>
                  <a:cubicBezTo>
                    <a:pt x="11" y="3"/>
                    <a:pt x="0" y="15"/>
                    <a:pt x="2" y="30"/>
                  </a:cubicBezTo>
                  <a:lnTo>
                    <a:pt x="33" y="266"/>
                  </a:lnTo>
                  <a:cubicBezTo>
                    <a:pt x="34" y="279"/>
                    <a:pt x="45" y="289"/>
                    <a:pt x="58" y="289"/>
                  </a:cubicBezTo>
                  <a:lnTo>
                    <a:pt x="61" y="289"/>
                  </a:lnTo>
                  <a:cubicBezTo>
                    <a:pt x="76" y="287"/>
                    <a:pt x="85" y="274"/>
                    <a:pt x="84" y="260"/>
                  </a:cubicBezTo>
                  <a:lnTo>
                    <a:pt x="54" y="23"/>
                  </a:lnTo>
                  <a:cubicBezTo>
                    <a:pt x="52" y="11"/>
                    <a:pt x="41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7" name="Google Shape;7907;p27"/>
            <p:cNvSpPr/>
            <p:nvPr/>
          </p:nvSpPr>
          <p:spPr>
            <a:xfrm>
              <a:off x="5210125" y="4127475"/>
              <a:ext cx="3000" cy="24950"/>
            </a:xfrm>
            <a:custGeom>
              <a:avLst/>
              <a:gdLst/>
              <a:ahLst/>
              <a:cxnLst/>
              <a:rect l="l" t="t" r="r" b="b"/>
              <a:pathLst>
                <a:path w="120" h="998" extrusionOk="0">
                  <a:moveTo>
                    <a:pt x="88" y="0"/>
                  </a:moveTo>
                  <a:cubicBezTo>
                    <a:pt x="74" y="0"/>
                    <a:pt x="63" y="12"/>
                    <a:pt x="63" y="27"/>
                  </a:cubicBezTo>
                  <a:cubicBezTo>
                    <a:pt x="68" y="341"/>
                    <a:pt x="48" y="657"/>
                    <a:pt x="4" y="968"/>
                  </a:cubicBezTo>
                  <a:cubicBezTo>
                    <a:pt x="1" y="981"/>
                    <a:pt x="12" y="995"/>
                    <a:pt x="25" y="996"/>
                  </a:cubicBezTo>
                  <a:cubicBezTo>
                    <a:pt x="26" y="997"/>
                    <a:pt x="28" y="997"/>
                    <a:pt x="29" y="997"/>
                  </a:cubicBezTo>
                  <a:cubicBezTo>
                    <a:pt x="41" y="997"/>
                    <a:pt x="52" y="988"/>
                    <a:pt x="55" y="974"/>
                  </a:cubicBezTo>
                  <a:cubicBezTo>
                    <a:pt x="99" y="662"/>
                    <a:pt x="119" y="342"/>
                    <a:pt x="114" y="26"/>
                  </a:cubicBezTo>
                  <a:cubicBezTo>
                    <a:pt x="114" y="12"/>
                    <a:pt x="103" y="0"/>
                    <a:pt x="8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8" name="Google Shape;7908;p27"/>
            <p:cNvSpPr/>
            <p:nvPr/>
          </p:nvSpPr>
          <p:spPr>
            <a:xfrm>
              <a:off x="5207175" y="4158675"/>
              <a:ext cx="3350" cy="12475"/>
            </a:xfrm>
            <a:custGeom>
              <a:avLst/>
              <a:gdLst/>
              <a:ahLst/>
              <a:cxnLst/>
              <a:rect l="l" t="t" r="r" b="b"/>
              <a:pathLst>
                <a:path w="134" h="499" extrusionOk="0">
                  <a:moveTo>
                    <a:pt x="104" y="0"/>
                  </a:moveTo>
                  <a:cubicBezTo>
                    <a:pt x="90" y="0"/>
                    <a:pt x="81" y="12"/>
                    <a:pt x="81" y="25"/>
                  </a:cubicBezTo>
                  <a:cubicBezTo>
                    <a:pt x="70" y="174"/>
                    <a:pt x="45" y="322"/>
                    <a:pt x="5" y="466"/>
                  </a:cubicBezTo>
                  <a:cubicBezTo>
                    <a:pt x="1" y="480"/>
                    <a:pt x="9" y="493"/>
                    <a:pt x="22" y="497"/>
                  </a:cubicBezTo>
                  <a:cubicBezTo>
                    <a:pt x="25" y="499"/>
                    <a:pt x="26" y="499"/>
                    <a:pt x="29" y="499"/>
                  </a:cubicBezTo>
                  <a:cubicBezTo>
                    <a:pt x="41" y="499"/>
                    <a:pt x="50" y="492"/>
                    <a:pt x="54" y="480"/>
                  </a:cubicBezTo>
                  <a:cubicBezTo>
                    <a:pt x="96" y="333"/>
                    <a:pt x="123" y="181"/>
                    <a:pt x="132" y="29"/>
                  </a:cubicBezTo>
                  <a:cubicBezTo>
                    <a:pt x="134" y="14"/>
                    <a:pt x="123" y="2"/>
                    <a:pt x="108" y="1"/>
                  </a:cubicBezTo>
                  <a:cubicBezTo>
                    <a:pt x="107" y="1"/>
                    <a:pt x="105" y="0"/>
                    <a:pt x="10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9" name="Google Shape;7909;p27"/>
            <p:cNvSpPr/>
            <p:nvPr/>
          </p:nvSpPr>
          <p:spPr>
            <a:xfrm>
              <a:off x="5186300" y="4189950"/>
              <a:ext cx="3625" cy="20900"/>
            </a:xfrm>
            <a:custGeom>
              <a:avLst/>
              <a:gdLst/>
              <a:ahLst/>
              <a:cxnLst/>
              <a:rect l="l" t="t" r="r" b="b"/>
              <a:pathLst>
                <a:path w="145" h="836" extrusionOk="0">
                  <a:moveTo>
                    <a:pt x="116" y="0"/>
                  </a:moveTo>
                  <a:cubicBezTo>
                    <a:pt x="104" y="0"/>
                    <a:pt x="93" y="8"/>
                    <a:pt x="90" y="20"/>
                  </a:cubicBezTo>
                  <a:cubicBezTo>
                    <a:pt x="27" y="278"/>
                    <a:pt x="0" y="543"/>
                    <a:pt x="12" y="810"/>
                  </a:cubicBezTo>
                  <a:cubicBezTo>
                    <a:pt x="14" y="823"/>
                    <a:pt x="24" y="834"/>
                    <a:pt x="38" y="834"/>
                  </a:cubicBezTo>
                  <a:lnTo>
                    <a:pt x="39" y="835"/>
                  </a:lnTo>
                  <a:cubicBezTo>
                    <a:pt x="54" y="834"/>
                    <a:pt x="65" y="822"/>
                    <a:pt x="65" y="807"/>
                  </a:cubicBezTo>
                  <a:cubicBezTo>
                    <a:pt x="53" y="546"/>
                    <a:pt x="78" y="286"/>
                    <a:pt x="140" y="32"/>
                  </a:cubicBezTo>
                  <a:cubicBezTo>
                    <a:pt x="144" y="18"/>
                    <a:pt x="136" y="4"/>
                    <a:pt x="121" y="1"/>
                  </a:cubicBezTo>
                  <a:cubicBezTo>
                    <a:pt x="119" y="1"/>
                    <a:pt x="118" y="0"/>
                    <a:pt x="11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0" name="Google Shape;7910;p27"/>
            <p:cNvSpPr/>
            <p:nvPr/>
          </p:nvSpPr>
          <p:spPr>
            <a:xfrm>
              <a:off x="5275750" y="4125850"/>
              <a:ext cx="13775" cy="26500"/>
            </a:xfrm>
            <a:custGeom>
              <a:avLst/>
              <a:gdLst/>
              <a:ahLst/>
              <a:cxnLst/>
              <a:rect l="l" t="t" r="r" b="b"/>
              <a:pathLst>
                <a:path w="551" h="1060" extrusionOk="0">
                  <a:moveTo>
                    <a:pt x="521" y="1"/>
                  </a:moveTo>
                  <a:cubicBezTo>
                    <a:pt x="512" y="1"/>
                    <a:pt x="503" y="6"/>
                    <a:pt x="498" y="16"/>
                  </a:cubicBezTo>
                  <a:lnTo>
                    <a:pt x="7" y="1022"/>
                  </a:lnTo>
                  <a:cubicBezTo>
                    <a:pt x="1" y="1035"/>
                    <a:pt x="6" y="1050"/>
                    <a:pt x="19" y="1057"/>
                  </a:cubicBezTo>
                  <a:cubicBezTo>
                    <a:pt x="23" y="1060"/>
                    <a:pt x="26" y="1060"/>
                    <a:pt x="30" y="1060"/>
                  </a:cubicBezTo>
                  <a:cubicBezTo>
                    <a:pt x="41" y="1060"/>
                    <a:pt x="49" y="1054"/>
                    <a:pt x="54" y="1045"/>
                  </a:cubicBezTo>
                  <a:lnTo>
                    <a:pt x="545" y="38"/>
                  </a:lnTo>
                  <a:cubicBezTo>
                    <a:pt x="551" y="25"/>
                    <a:pt x="545" y="10"/>
                    <a:pt x="533" y="3"/>
                  </a:cubicBezTo>
                  <a:cubicBezTo>
                    <a:pt x="529" y="2"/>
                    <a:pt x="525" y="1"/>
                    <a:pt x="52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1" name="Google Shape;7911;p27"/>
            <p:cNvSpPr/>
            <p:nvPr/>
          </p:nvSpPr>
          <p:spPr>
            <a:xfrm>
              <a:off x="5290225" y="4111000"/>
              <a:ext cx="3775" cy="9175"/>
            </a:xfrm>
            <a:custGeom>
              <a:avLst/>
              <a:gdLst/>
              <a:ahLst/>
              <a:cxnLst/>
              <a:rect l="l" t="t" r="r" b="b"/>
              <a:pathLst>
                <a:path w="151" h="367" extrusionOk="0">
                  <a:moveTo>
                    <a:pt x="122" y="0"/>
                  </a:moveTo>
                  <a:cubicBezTo>
                    <a:pt x="111" y="0"/>
                    <a:pt x="102" y="8"/>
                    <a:pt x="98" y="19"/>
                  </a:cubicBezTo>
                  <a:lnTo>
                    <a:pt x="4" y="332"/>
                  </a:lnTo>
                  <a:cubicBezTo>
                    <a:pt x="0" y="346"/>
                    <a:pt x="8" y="361"/>
                    <a:pt x="22" y="365"/>
                  </a:cubicBezTo>
                  <a:cubicBezTo>
                    <a:pt x="24" y="365"/>
                    <a:pt x="27" y="366"/>
                    <a:pt x="30" y="366"/>
                  </a:cubicBezTo>
                  <a:cubicBezTo>
                    <a:pt x="40" y="366"/>
                    <a:pt x="51" y="358"/>
                    <a:pt x="54" y="347"/>
                  </a:cubicBezTo>
                  <a:lnTo>
                    <a:pt x="147" y="34"/>
                  </a:lnTo>
                  <a:cubicBezTo>
                    <a:pt x="151" y="20"/>
                    <a:pt x="143" y="6"/>
                    <a:pt x="129" y="1"/>
                  </a:cubicBezTo>
                  <a:cubicBezTo>
                    <a:pt x="127" y="1"/>
                    <a:pt x="125" y="0"/>
                    <a:pt x="12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2" name="Google Shape;7912;p27"/>
            <p:cNvSpPr/>
            <p:nvPr/>
          </p:nvSpPr>
          <p:spPr>
            <a:xfrm>
              <a:off x="5248350" y="4144225"/>
              <a:ext cx="13325" cy="25625"/>
            </a:xfrm>
            <a:custGeom>
              <a:avLst/>
              <a:gdLst/>
              <a:ahLst/>
              <a:cxnLst/>
              <a:rect l="l" t="t" r="r" b="b"/>
              <a:pathLst>
                <a:path w="533" h="1025" extrusionOk="0">
                  <a:moveTo>
                    <a:pt x="502" y="0"/>
                  </a:moveTo>
                  <a:cubicBezTo>
                    <a:pt x="494" y="0"/>
                    <a:pt x="486" y="5"/>
                    <a:pt x="480" y="12"/>
                  </a:cubicBezTo>
                  <a:cubicBezTo>
                    <a:pt x="291" y="322"/>
                    <a:pt x="131" y="650"/>
                    <a:pt x="4" y="989"/>
                  </a:cubicBezTo>
                  <a:cubicBezTo>
                    <a:pt x="0" y="1003"/>
                    <a:pt x="7" y="1017"/>
                    <a:pt x="20" y="1023"/>
                  </a:cubicBezTo>
                  <a:cubicBezTo>
                    <a:pt x="23" y="1024"/>
                    <a:pt x="26" y="1024"/>
                    <a:pt x="28" y="1024"/>
                  </a:cubicBezTo>
                  <a:cubicBezTo>
                    <a:pt x="39" y="1024"/>
                    <a:pt x="50" y="1017"/>
                    <a:pt x="53" y="1008"/>
                  </a:cubicBezTo>
                  <a:cubicBezTo>
                    <a:pt x="178" y="672"/>
                    <a:pt x="337" y="346"/>
                    <a:pt x="525" y="41"/>
                  </a:cubicBezTo>
                  <a:cubicBezTo>
                    <a:pt x="533" y="29"/>
                    <a:pt x="529" y="12"/>
                    <a:pt x="517" y="4"/>
                  </a:cubicBezTo>
                  <a:cubicBezTo>
                    <a:pt x="512" y="2"/>
                    <a:pt x="507" y="0"/>
                    <a:pt x="50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3" name="Google Shape;7913;p27"/>
            <p:cNvSpPr/>
            <p:nvPr/>
          </p:nvSpPr>
          <p:spPr>
            <a:xfrm>
              <a:off x="5262575" y="4131850"/>
              <a:ext cx="5075" cy="8825"/>
            </a:xfrm>
            <a:custGeom>
              <a:avLst/>
              <a:gdLst/>
              <a:ahLst/>
              <a:cxnLst/>
              <a:rect l="l" t="t" r="r" b="b"/>
              <a:pathLst>
                <a:path w="203" h="353" extrusionOk="0">
                  <a:moveTo>
                    <a:pt x="173" y="1"/>
                  </a:moveTo>
                  <a:cubicBezTo>
                    <a:pt x="163" y="1"/>
                    <a:pt x="154" y="6"/>
                    <a:pt x="150" y="15"/>
                  </a:cubicBezTo>
                  <a:lnTo>
                    <a:pt x="6" y="315"/>
                  </a:lnTo>
                  <a:cubicBezTo>
                    <a:pt x="0" y="329"/>
                    <a:pt x="6" y="343"/>
                    <a:pt x="18" y="350"/>
                  </a:cubicBezTo>
                  <a:cubicBezTo>
                    <a:pt x="22" y="351"/>
                    <a:pt x="26" y="353"/>
                    <a:pt x="30" y="353"/>
                  </a:cubicBezTo>
                  <a:cubicBezTo>
                    <a:pt x="39" y="353"/>
                    <a:pt x="49" y="347"/>
                    <a:pt x="53" y="338"/>
                  </a:cubicBezTo>
                  <a:lnTo>
                    <a:pt x="195" y="38"/>
                  </a:lnTo>
                  <a:cubicBezTo>
                    <a:pt x="202" y="24"/>
                    <a:pt x="197" y="10"/>
                    <a:pt x="183" y="3"/>
                  </a:cubicBezTo>
                  <a:cubicBezTo>
                    <a:pt x="180" y="2"/>
                    <a:pt x="177" y="1"/>
                    <a:pt x="17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4" name="Google Shape;7914;p27"/>
            <p:cNvSpPr/>
            <p:nvPr/>
          </p:nvSpPr>
          <p:spPr>
            <a:xfrm>
              <a:off x="5258675" y="4174050"/>
              <a:ext cx="18575" cy="28100"/>
            </a:xfrm>
            <a:custGeom>
              <a:avLst/>
              <a:gdLst/>
              <a:ahLst/>
              <a:cxnLst/>
              <a:rect l="l" t="t" r="r" b="b"/>
              <a:pathLst>
                <a:path w="743" h="1124" extrusionOk="0">
                  <a:moveTo>
                    <a:pt x="713" y="0"/>
                  </a:moveTo>
                  <a:cubicBezTo>
                    <a:pt x="704" y="0"/>
                    <a:pt x="696" y="5"/>
                    <a:pt x="690" y="13"/>
                  </a:cubicBezTo>
                  <a:lnTo>
                    <a:pt x="7" y="1084"/>
                  </a:lnTo>
                  <a:cubicBezTo>
                    <a:pt x="0" y="1096"/>
                    <a:pt x="3" y="1112"/>
                    <a:pt x="15" y="1120"/>
                  </a:cubicBezTo>
                  <a:cubicBezTo>
                    <a:pt x="20" y="1123"/>
                    <a:pt x="24" y="1124"/>
                    <a:pt x="30" y="1124"/>
                  </a:cubicBezTo>
                  <a:cubicBezTo>
                    <a:pt x="38" y="1124"/>
                    <a:pt x="46" y="1120"/>
                    <a:pt x="51" y="1112"/>
                  </a:cubicBezTo>
                  <a:lnTo>
                    <a:pt x="735" y="41"/>
                  </a:lnTo>
                  <a:cubicBezTo>
                    <a:pt x="743" y="29"/>
                    <a:pt x="739" y="13"/>
                    <a:pt x="727" y="5"/>
                  </a:cubicBezTo>
                  <a:cubicBezTo>
                    <a:pt x="722" y="2"/>
                    <a:pt x="718" y="0"/>
                    <a:pt x="71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5" name="Google Shape;7915;p27"/>
            <p:cNvSpPr/>
            <p:nvPr/>
          </p:nvSpPr>
          <p:spPr>
            <a:xfrm>
              <a:off x="5278100" y="4164575"/>
              <a:ext cx="3725" cy="6400"/>
            </a:xfrm>
            <a:custGeom>
              <a:avLst/>
              <a:gdLst/>
              <a:ahLst/>
              <a:cxnLst/>
              <a:rect l="l" t="t" r="r" b="b"/>
              <a:pathLst>
                <a:path w="149" h="256" extrusionOk="0">
                  <a:moveTo>
                    <a:pt x="119" y="0"/>
                  </a:moveTo>
                  <a:cubicBezTo>
                    <a:pt x="110" y="0"/>
                    <a:pt x="100" y="6"/>
                    <a:pt x="96" y="15"/>
                  </a:cubicBezTo>
                  <a:lnTo>
                    <a:pt x="6" y="220"/>
                  </a:lnTo>
                  <a:cubicBezTo>
                    <a:pt x="1" y="233"/>
                    <a:pt x="6" y="248"/>
                    <a:pt x="20" y="253"/>
                  </a:cubicBezTo>
                  <a:cubicBezTo>
                    <a:pt x="24" y="255"/>
                    <a:pt x="26" y="256"/>
                    <a:pt x="30" y="256"/>
                  </a:cubicBezTo>
                  <a:cubicBezTo>
                    <a:pt x="40" y="256"/>
                    <a:pt x="49" y="250"/>
                    <a:pt x="55" y="240"/>
                  </a:cubicBezTo>
                  <a:lnTo>
                    <a:pt x="143" y="37"/>
                  </a:lnTo>
                  <a:cubicBezTo>
                    <a:pt x="149" y="23"/>
                    <a:pt x="143" y="8"/>
                    <a:pt x="130" y="3"/>
                  </a:cubicBezTo>
                  <a:cubicBezTo>
                    <a:pt x="127" y="1"/>
                    <a:pt x="123" y="0"/>
                    <a:pt x="11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6" name="Google Shape;7916;p27"/>
            <p:cNvSpPr/>
            <p:nvPr/>
          </p:nvSpPr>
          <p:spPr>
            <a:xfrm>
              <a:off x="5299125" y="4078200"/>
              <a:ext cx="4600" cy="16700"/>
            </a:xfrm>
            <a:custGeom>
              <a:avLst/>
              <a:gdLst/>
              <a:ahLst/>
              <a:cxnLst/>
              <a:rect l="l" t="t" r="r" b="b"/>
              <a:pathLst>
                <a:path w="184" h="668" extrusionOk="0">
                  <a:moveTo>
                    <a:pt x="156" y="0"/>
                  </a:moveTo>
                  <a:cubicBezTo>
                    <a:pt x="145" y="0"/>
                    <a:pt x="132" y="11"/>
                    <a:pt x="131" y="25"/>
                  </a:cubicBezTo>
                  <a:cubicBezTo>
                    <a:pt x="115" y="232"/>
                    <a:pt x="72" y="436"/>
                    <a:pt x="5" y="633"/>
                  </a:cubicBezTo>
                  <a:cubicBezTo>
                    <a:pt x="1" y="648"/>
                    <a:pt x="7" y="662"/>
                    <a:pt x="21" y="666"/>
                  </a:cubicBezTo>
                  <a:cubicBezTo>
                    <a:pt x="23" y="668"/>
                    <a:pt x="26" y="668"/>
                    <a:pt x="29" y="668"/>
                  </a:cubicBezTo>
                  <a:cubicBezTo>
                    <a:pt x="40" y="668"/>
                    <a:pt x="50" y="661"/>
                    <a:pt x="53" y="650"/>
                  </a:cubicBezTo>
                  <a:cubicBezTo>
                    <a:pt x="122" y="450"/>
                    <a:pt x="166" y="240"/>
                    <a:pt x="182" y="29"/>
                  </a:cubicBezTo>
                  <a:cubicBezTo>
                    <a:pt x="184" y="14"/>
                    <a:pt x="173" y="2"/>
                    <a:pt x="159" y="0"/>
                  </a:cubicBezTo>
                  <a:cubicBezTo>
                    <a:pt x="158" y="0"/>
                    <a:pt x="157" y="0"/>
                    <a:pt x="15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7" name="Google Shape;7917;p27"/>
            <p:cNvSpPr/>
            <p:nvPr/>
          </p:nvSpPr>
          <p:spPr>
            <a:xfrm>
              <a:off x="5231800" y="4188625"/>
              <a:ext cx="9375" cy="24475"/>
            </a:xfrm>
            <a:custGeom>
              <a:avLst/>
              <a:gdLst/>
              <a:ahLst/>
              <a:cxnLst/>
              <a:rect l="l" t="t" r="r" b="b"/>
              <a:pathLst>
                <a:path w="375" h="979" extrusionOk="0">
                  <a:moveTo>
                    <a:pt x="345" y="1"/>
                  </a:moveTo>
                  <a:cubicBezTo>
                    <a:pt x="334" y="1"/>
                    <a:pt x="325" y="7"/>
                    <a:pt x="320" y="18"/>
                  </a:cubicBezTo>
                  <a:cubicBezTo>
                    <a:pt x="202" y="320"/>
                    <a:pt x="96" y="632"/>
                    <a:pt x="4" y="945"/>
                  </a:cubicBezTo>
                  <a:cubicBezTo>
                    <a:pt x="0" y="958"/>
                    <a:pt x="8" y="973"/>
                    <a:pt x="22" y="977"/>
                  </a:cubicBezTo>
                  <a:cubicBezTo>
                    <a:pt x="25" y="978"/>
                    <a:pt x="27" y="978"/>
                    <a:pt x="30" y="978"/>
                  </a:cubicBezTo>
                  <a:cubicBezTo>
                    <a:pt x="41" y="978"/>
                    <a:pt x="51" y="970"/>
                    <a:pt x="55" y="959"/>
                  </a:cubicBezTo>
                  <a:cubicBezTo>
                    <a:pt x="144" y="649"/>
                    <a:pt x="251" y="338"/>
                    <a:pt x="369" y="36"/>
                  </a:cubicBezTo>
                  <a:cubicBezTo>
                    <a:pt x="374" y="23"/>
                    <a:pt x="368" y="8"/>
                    <a:pt x="354" y="3"/>
                  </a:cubicBezTo>
                  <a:cubicBezTo>
                    <a:pt x="351" y="2"/>
                    <a:pt x="348" y="1"/>
                    <a:pt x="34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8" name="Google Shape;7918;p27"/>
            <p:cNvSpPr/>
            <p:nvPr/>
          </p:nvSpPr>
          <p:spPr>
            <a:xfrm>
              <a:off x="5332825" y="4172475"/>
              <a:ext cx="26475" cy="28925"/>
            </a:xfrm>
            <a:custGeom>
              <a:avLst/>
              <a:gdLst/>
              <a:ahLst/>
              <a:cxnLst/>
              <a:rect l="l" t="t" r="r" b="b"/>
              <a:pathLst>
                <a:path w="1059" h="1157" extrusionOk="0">
                  <a:moveTo>
                    <a:pt x="1029" y="0"/>
                  </a:moveTo>
                  <a:cubicBezTo>
                    <a:pt x="1022" y="0"/>
                    <a:pt x="1014" y="4"/>
                    <a:pt x="1008" y="10"/>
                  </a:cubicBezTo>
                  <a:cubicBezTo>
                    <a:pt x="703" y="399"/>
                    <a:pt x="368" y="769"/>
                    <a:pt x="11" y="1112"/>
                  </a:cubicBezTo>
                  <a:cubicBezTo>
                    <a:pt x="2" y="1122"/>
                    <a:pt x="1" y="1139"/>
                    <a:pt x="11" y="1148"/>
                  </a:cubicBezTo>
                  <a:cubicBezTo>
                    <a:pt x="15" y="1153"/>
                    <a:pt x="24" y="1156"/>
                    <a:pt x="30" y="1156"/>
                  </a:cubicBezTo>
                  <a:cubicBezTo>
                    <a:pt x="36" y="1156"/>
                    <a:pt x="42" y="1153"/>
                    <a:pt x="48" y="1149"/>
                  </a:cubicBezTo>
                  <a:cubicBezTo>
                    <a:pt x="406" y="805"/>
                    <a:pt x="742" y="432"/>
                    <a:pt x="1050" y="42"/>
                  </a:cubicBezTo>
                  <a:cubicBezTo>
                    <a:pt x="1058" y="31"/>
                    <a:pt x="1057" y="15"/>
                    <a:pt x="1045" y="6"/>
                  </a:cubicBezTo>
                  <a:cubicBezTo>
                    <a:pt x="1040" y="2"/>
                    <a:pt x="1035" y="0"/>
                    <a:pt x="10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9" name="Google Shape;7919;p27"/>
            <p:cNvSpPr/>
            <p:nvPr/>
          </p:nvSpPr>
          <p:spPr>
            <a:xfrm>
              <a:off x="5362025" y="4161525"/>
              <a:ext cx="5600" cy="7075"/>
            </a:xfrm>
            <a:custGeom>
              <a:avLst/>
              <a:gdLst/>
              <a:ahLst/>
              <a:cxnLst/>
              <a:rect l="l" t="t" r="r" b="b"/>
              <a:pathLst>
                <a:path w="224" h="283" extrusionOk="0">
                  <a:moveTo>
                    <a:pt x="195" y="1"/>
                  </a:moveTo>
                  <a:cubicBezTo>
                    <a:pt x="187" y="1"/>
                    <a:pt x="179" y="4"/>
                    <a:pt x="174" y="11"/>
                  </a:cubicBezTo>
                  <a:lnTo>
                    <a:pt x="8" y="242"/>
                  </a:lnTo>
                  <a:cubicBezTo>
                    <a:pt x="0" y="253"/>
                    <a:pt x="3" y="269"/>
                    <a:pt x="15" y="277"/>
                  </a:cubicBezTo>
                  <a:cubicBezTo>
                    <a:pt x="19" y="281"/>
                    <a:pt x="25" y="282"/>
                    <a:pt x="30" y="282"/>
                  </a:cubicBezTo>
                  <a:cubicBezTo>
                    <a:pt x="38" y="282"/>
                    <a:pt x="46" y="278"/>
                    <a:pt x="52" y="272"/>
                  </a:cubicBezTo>
                  <a:lnTo>
                    <a:pt x="216" y="42"/>
                  </a:lnTo>
                  <a:cubicBezTo>
                    <a:pt x="224" y="29"/>
                    <a:pt x="222" y="13"/>
                    <a:pt x="210" y="5"/>
                  </a:cubicBezTo>
                  <a:cubicBezTo>
                    <a:pt x="205" y="2"/>
                    <a:pt x="200" y="1"/>
                    <a:pt x="19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0" name="Google Shape;7920;p27"/>
            <p:cNvSpPr/>
            <p:nvPr/>
          </p:nvSpPr>
          <p:spPr>
            <a:xfrm>
              <a:off x="5380800" y="4130575"/>
              <a:ext cx="18075" cy="31300"/>
            </a:xfrm>
            <a:custGeom>
              <a:avLst/>
              <a:gdLst/>
              <a:ahLst/>
              <a:cxnLst/>
              <a:rect l="l" t="t" r="r" b="b"/>
              <a:pathLst>
                <a:path w="723" h="1252" extrusionOk="0">
                  <a:moveTo>
                    <a:pt x="694" y="1"/>
                  </a:moveTo>
                  <a:cubicBezTo>
                    <a:pt x="684" y="1"/>
                    <a:pt x="674" y="6"/>
                    <a:pt x="670" y="16"/>
                  </a:cubicBezTo>
                  <a:cubicBezTo>
                    <a:pt x="479" y="428"/>
                    <a:pt x="256" y="830"/>
                    <a:pt x="8" y="1211"/>
                  </a:cubicBezTo>
                  <a:cubicBezTo>
                    <a:pt x="0" y="1223"/>
                    <a:pt x="4" y="1239"/>
                    <a:pt x="16" y="1247"/>
                  </a:cubicBezTo>
                  <a:cubicBezTo>
                    <a:pt x="20" y="1250"/>
                    <a:pt x="26" y="1251"/>
                    <a:pt x="30" y="1251"/>
                  </a:cubicBezTo>
                  <a:cubicBezTo>
                    <a:pt x="39" y="1251"/>
                    <a:pt x="47" y="1247"/>
                    <a:pt x="53" y="1239"/>
                  </a:cubicBezTo>
                  <a:cubicBezTo>
                    <a:pt x="301" y="857"/>
                    <a:pt x="525" y="452"/>
                    <a:pt x="717" y="38"/>
                  </a:cubicBezTo>
                  <a:cubicBezTo>
                    <a:pt x="723" y="24"/>
                    <a:pt x="717" y="10"/>
                    <a:pt x="705" y="3"/>
                  </a:cubicBezTo>
                  <a:cubicBezTo>
                    <a:pt x="702" y="1"/>
                    <a:pt x="698" y="1"/>
                    <a:pt x="69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1" name="Google Shape;7921;p27"/>
            <p:cNvSpPr/>
            <p:nvPr/>
          </p:nvSpPr>
          <p:spPr>
            <a:xfrm>
              <a:off x="5287400" y="4199100"/>
              <a:ext cx="22250" cy="29025"/>
            </a:xfrm>
            <a:custGeom>
              <a:avLst/>
              <a:gdLst/>
              <a:ahLst/>
              <a:cxnLst/>
              <a:rect l="l" t="t" r="r" b="b"/>
              <a:pathLst>
                <a:path w="890" h="1161" extrusionOk="0">
                  <a:moveTo>
                    <a:pt x="860" y="0"/>
                  </a:moveTo>
                  <a:cubicBezTo>
                    <a:pt x="852" y="0"/>
                    <a:pt x="845" y="3"/>
                    <a:pt x="840" y="10"/>
                  </a:cubicBezTo>
                  <a:cubicBezTo>
                    <a:pt x="548" y="365"/>
                    <a:pt x="268" y="739"/>
                    <a:pt x="8" y="1120"/>
                  </a:cubicBezTo>
                  <a:cubicBezTo>
                    <a:pt x="0" y="1131"/>
                    <a:pt x="3" y="1147"/>
                    <a:pt x="15" y="1155"/>
                  </a:cubicBezTo>
                  <a:cubicBezTo>
                    <a:pt x="19" y="1159"/>
                    <a:pt x="24" y="1161"/>
                    <a:pt x="30" y="1161"/>
                  </a:cubicBezTo>
                  <a:cubicBezTo>
                    <a:pt x="38" y="1161"/>
                    <a:pt x="46" y="1157"/>
                    <a:pt x="50" y="1148"/>
                  </a:cubicBezTo>
                  <a:cubicBezTo>
                    <a:pt x="310" y="770"/>
                    <a:pt x="589" y="398"/>
                    <a:pt x="880" y="43"/>
                  </a:cubicBezTo>
                  <a:cubicBezTo>
                    <a:pt x="889" y="32"/>
                    <a:pt x="888" y="16"/>
                    <a:pt x="876" y="6"/>
                  </a:cubicBezTo>
                  <a:cubicBezTo>
                    <a:pt x="871" y="2"/>
                    <a:pt x="865" y="0"/>
                    <a:pt x="86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2" name="Google Shape;7922;p27"/>
            <p:cNvSpPr/>
            <p:nvPr/>
          </p:nvSpPr>
          <p:spPr>
            <a:xfrm>
              <a:off x="5311850" y="4191900"/>
              <a:ext cx="3775" cy="4250"/>
            </a:xfrm>
            <a:custGeom>
              <a:avLst/>
              <a:gdLst/>
              <a:ahLst/>
              <a:cxnLst/>
              <a:rect l="l" t="t" r="r" b="b"/>
              <a:pathLst>
                <a:path w="151" h="170" extrusionOk="0">
                  <a:moveTo>
                    <a:pt x="122" y="0"/>
                  </a:moveTo>
                  <a:cubicBezTo>
                    <a:pt x="114" y="0"/>
                    <a:pt x="107" y="4"/>
                    <a:pt x="102" y="10"/>
                  </a:cubicBezTo>
                  <a:lnTo>
                    <a:pt x="10" y="127"/>
                  </a:lnTo>
                  <a:cubicBezTo>
                    <a:pt x="0" y="138"/>
                    <a:pt x="3" y="154"/>
                    <a:pt x="14" y="164"/>
                  </a:cubicBezTo>
                  <a:cubicBezTo>
                    <a:pt x="19" y="166"/>
                    <a:pt x="24" y="169"/>
                    <a:pt x="30" y="169"/>
                  </a:cubicBezTo>
                  <a:cubicBezTo>
                    <a:pt x="38" y="169"/>
                    <a:pt x="45" y="165"/>
                    <a:pt x="50" y="160"/>
                  </a:cubicBezTo>
                  <a:lnTo>
                    <a:pt x="143" y="43"/>
                  </a:lnTo>
                  <a:cubicBezTo>
                    <a:pt x="151" y="31"/>
                    <a:pt x="149" y="14"/>
                    <a:pt x="139" y="6"/>
                  </a:cubicBezTo>
                  <a:cubicBezTo>
                    <a:pt x="133" y="2"/>
                    <a:pt x="127" y="0"/>
                    <a:pt x="12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3" name="Google Shape;7923;p27"/>
            <p:cNvSpPr/>
            <p:nvPr/>
          </p:nvSpPr>
          <p:spPr>
            <a:xfrm>
              <a:off x="5316425" y="4210050"/>
              <a:ext cx="6575" cy="7525"/>
            </a:xfrm>
            <a:custGeom>
              <a:avLst/>
              <a:gdLst/>
              <a:ahLst/>
              <a:cxnLst/>
              <a:rect l="l" t="t" r="r" b="b"/>
              <a:pathLst>
                <a:path w="263" h="301" extrusionOk="0">
                  <a:moveTo>
                    <a:pt x="234" y="1"/>
                  </a:moveTo>
                  <a:cubicBezTo>
                    <a:pt x="227" y="1"/>
                    <a:pt x="219" y="4"/>
                    <a:pt x="214" y="11"/>
                  </a:cubicBezTo>
                  <a:lnTo>
                    <a:pt x="10" y="258"/>
                  </a:lnTo>
                  <a:cubicBezTo>
                    <a:pt x="0" y="269"/>
                    <a:pt x="1" y="285"/>
                    <a:pt x="12" y="295"/>
                  </a:cubicBezTo>
                  <a:cubicBezTo>
                    <a:pt x="18" y="299"/>
                    <a:pt x="23" y="300"/>
                    <a:pt x="28" y="300"/>
                  </a:cubicBezTo>
                  <a:cubicBezTo>
                    <a:pt x="36" y="300"/>
                    <a:pt x="43" y="297"/>
                    <a:pt x="49" y="291"/>
                  </a:cubicBezTo>
                  <a:lnTo>
                    <a:pt x="253" y="43"/>
                  </a:lnTo>
                  <a:cubicBezTo>
                    <a:pt x="262" y="32"/>
                    <a:pt x="261" y="16"/>
                    <a:pt x="250" y="7"/>
                  </a:cubicBezTo>
                  <a:cubicBezTo>
                    <a:pt x="246" y="3"/>
                    <a:pt x="240" y="1"/>
                    <a:pt x="23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4" name="Google Shape;7924;p27"/>
            <p:cNvSpPr/>
            <p:nvPr/>
          </p:nvSpPr>
          <p:spPr>
            <a:xfrm>
              <a:off x="5315075" y="4211200"/>
              <a:ext cx="29075" cy="27525"/>
            </a:xfrm>
            <a:custGeom>
              <a:avLst/>
              <a:gdLst/>
              <a:ahLst/>
              <a:cxnLst/>
              <a:rect l="l" t="t" r="r" b="b"/>
              <a:pathLst>
                <a:path w="1163" h="1101" extrusionOk="0">
                  <a:moveTo>
                    <a:pt x="1133" y="0"/>
                  </a:moveTo>
                  <a:cubicBezTo>
                    <a:pt x="1127" y="0"/>
                    <a:pt x="1121" y="2"/>
                    <a:pt x="1116" y="7"/>
                  </a:cubicBezTo>
                  <a:lnTo>
                    <a:pt x="11" y="1056"/>
                  </a:lnTo>
                  <a:cubicBezTo>
                    <a:pt x="0" y="1067"/>
                    <a:pt x="0" y="1083"/>
                    <a:pt x="10" y="1092"/>
                  </a:cubicBezTo>
                  <a:cubicBezTo>
                    <a:pt x="15" y="1098"/>
                    <a:pt x="22" y="1100"/>
                    <a:pt x="29" y="1100"/>
                  </a:cubicBezTo>
                  <a:cubicBezTo>
                    <a:pt x="35" y="1100"/>
                    <a:pt x="41" y="1099"/>
                    <a:pt x="46" y="1094"/>
                  </a:cubicBezTo>
                  <a:lnTo>
                    <a:pt x="1152" y="44"/>
                  </a:lnTo>
                  <a:cubicBezTo>
                    <a:pt x="1161" y="35"/>
                    <a:pt x="1163" y="19"/>
                    <a:pt x="1152" y="8"/>
                  </a:cubicBezTo>
                  <a:cubicBezTo>
                    <a:pt x="1147" y="3"/>
                    <a:pt x="1140" y="0"/>
                    <a:pt x="113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5" name="Google Shape;7925;p27"/>
            <p:cNvSpPr/>
            <p:nvPr/>
          </p:nvSpPr>
          <p:spPr>
            <a:xfrm>
              <a:off x="5351025" y="4135675"/>
              <a:ext cx="18375" cy="19475"/>
            </a:xfrm>
            <a:custGeom>
              <a:avLst/>
              <a:gdLst/>
              <a:ahLst/>
              <a:cxnLst/>
              <a:rect l="l" t="t" r="r" b="b"/>
              <a:pathLst>
                <a:path w="735" h="779" extrusionOk="0">
                  <a:moveTo>
                    <a:pt x="705" y="0"/>
                  </a:moveTo>
                  <a:cubicBezTo>
                    <a:pt x="698" y="0"/>
                    <a:pt x="691" y="3"/>
                    <a:pt x="687" y="9"/>
                  </a:cubicBezTo>
                  <a:lnTo>
                    <a:pt x="11" y="734"/>
                  </a:lnTo>
                  <a:cubicBezTo>
                    <a:pt x="0" y="745"/>
                    <a:pt x="2" y="761"/>
                    <a:pt x="11" y="771"/>
                  </a:cubicBezTo>
                  <a:cubicBezTo>
                    <a:pt x="17" y="776"/>
                    <a:pt x="23" y="778"/>
                    <a:pt x="29" y="778"/>
                  </a:cubicBezTo>
                  <a:cubicBezTo>
                    <a:pt x="37" y="778"/>
                    <a:pt x="44" y="776"/>
                    <a:pt x="49" y="770"/>
                  </a:cubicBezTo>
                  <a:lnTo>
                    <a:pt x="724" y="44"/>
                  </a:lnTo>
                  <a:cubicBezTo>
                    <a:pt x="735" y="34"/>
                    <a:pt x="734" y="17"/>
                    <a:pt x="723" y="7"/>
                  </a:cubicBezTo>
                  <a:cubicBezTo>
                    <a:pt x="718" y="3"/>
                    <a:pt x="711" y="0"/>
                    <a:pt x="70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6" name="Google Shape;7926;p27"/>
            <p:cNvSpPr/>
            <p:nvPr/>
          </p:nvSpPr>
          <p:spPr>
            <a:xfrm>
              <a:off x="5347125" y="4247350"/>
              <a:ext cx="30925" cy="21475"/>
            </a:xfrm>
            <a:custGeom>
              <a:avLst/>
              <a:gdLst/>
              <a:ahLst/>
              <a:cxnLst/>
              <a:rect l="l" t="t" r="r" b="b"/>
              <a:pathLst>
                <a:path w="1237" h="859" extrusionOk="0">
                  <a:moveTo>
                    <a:pt x="1207" y="1"/>
                  </a:moveTo>
                  <a:cubicBezTo>
                    <a:pt x="1202" y="1"/>
                    <a:pt x="1197" y="2"/>
                    <a:pt x="1192" y="5"/>
                  </a:cubicBezTo>
                  <a:lnTo>
                    <a:pt x="15" y="811"/>
                  </a:lnTo>
                  <a:cubicBezTo>
                    <a:pt x="3" y="819"/>
                    <a:pt x="0" y="836"/>
                    <a:pt x="8" y="846"/>
                  </a:cubicBezTo>
                  <a:cubicBezTo>
                    <a:pt x="14" y="854"/>
                    <a:pt x="22" y="858"/>
                    <a:pt x="30" y="858"/>
                  </a:cubicBezTo>
                  <a:cubicBezTo>
                    <a:pt x="35" y="858"/>
                    <a:pt x="39" y="857"/>
                    <a:pt x="45" y="853"/>
                  </a:cubicBezTo>
                  <a:lnTo>
                    <a:pt x="1222" y="49"/>
                  </a:lnTo>
                  <a:cubicBezTo>
                    <a:pt x="1233" y="40"/>
                    <a:pt x="1237" y="24"/>
                    <a:pt x="1229" y="12"/>
                  </a:cubicBezTo>
                  <a:cubicBezTo>
                    <a:pt x="1224" y="5"/>
                    <a:pt x="1216" y="1"/>
                    <a:pt x="120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7" name="Google Shape;7927;p27"/>
            <p:cNvSpPr/>
            <p:nvPr/>
          </p:nvSpPr>
          <p:spPr>
            <a:xfrm>
              <a:off x="5380525" y="4241800"/>
              <a:ext cx="5225" cy="4125"/>
            </a:xfrm>
            <a:custGeom>
              <a:avLst/>
              <a:gdLst/>
              <a:ahLst/>
              <a:cxnLst/>
              <a:rect l="l" t="t" r="r" b="b"/>
              <a:pathLst>
                <a:path w="209" h="165" extrusionOk="0">
                  <a:moveTo>
                    <a:pt x="179" y="1"/>
                  </a:moveTo>
                  <a:cubicBezTo>
                    <a:pt x="173" y="1"/>
                    <a:pt x="168" y="2"/>
                    <a:pt x="163" y="5"/>
                  </a:cubicBezTo>
                  <a:lnTo>
                    <a:pt x="14" y="117"/>
                  </a:lnTo>
                  <a:cubicBezTo>
                    <a:pt x="3" y="125"/>
                    <a:pt x="0" y="141"/>
                    <a:pt x="10" y="153"/>
                  </a:cubicBezTo>
                  <a:cubicBezTo>
                    <a:pt x="14" y="160"/>
                    <a:pt x="22" y="164"/>
                    <a:pt x="30" y="164"/>
                  </a:cubicBezTo>
                  <a:cubicBezTo>
                    <a:pt x="35" y="164"/>
                    <a:pt x="41" y="162"/>
                    <a:pt x="45" y="159"/>
                  </a:cubicBezTo>
                  <a:lnTo>
                    <a:pt x="194" y="47"/>
                  </a:lnTo>
                  <a:cubicBezTo>
                    <a:pt x="206" y="39"/>
                    <a:pt x="209" y="23"/>
                    <a:pt x="199" y="11"/>
                  </a:cubicBezTo>
                  <a:cubicBezTo>
                    <a:pt x="195" y="4"/>
                    <a:pt x="187" y="1"/>
                    <a:pt x="17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8" name="Google Shape;7928;p27"/>
            <p:cNvSpPr/>
            <p:nvPr/>
          </p:nvSpPr>
          <p:spPr>
            <a:xfrm>
              <a:off x="5401175" y="4226850"/>
              <a:ext cx="20600" cy="14875"/>
            </a:xfrm>
            <a:custGeom>
              <a:avLst/>
              <a:gdLst/>
              <a:ahLst/>
              <a:cxnLst/>
              <a:rect l="l" t="t" r="r" b="b"/>
              <a:pathLst>
                <a:path w="824" h="595" extrusionOk="0">
                  <a:moveTo>
                    <a:pt x="794" y="0"/>
                  </a:moveTo>
                  <a:cubicBezTo>
                    <a:pt x="789" y="0"/>
                    <a:pt x="783" y="2"/>
                    <a:pt x="778" y="6"/>
                  </a:cubicBezTo>
                  <a:cubicBezTo>
                    <a:pt x="538" y="203"/>
                    <a:pt x="282" y="384"/>
                    <a:pt x="16" y="547"/>
                  </a:cubicBezTo>
                  <a:cubicBezTo>
                    <a:pt x="4" y="554"/>
                    <a:pt x="0" y="570"/>
                    <a:pt x="8" y="582"/>
                  </a:cubicBezTo>
                  <a:cubicBezTo>
                    <a:pt x="12" y="590"/>
                    <a:pt x="22" y="594"/>
                    <a:pt x="30" y="594"/>
                  </a:cubicBezTo>
                  <a:cubicBezTo>
                    <a:pt x="35" y="594"/>
                    <a:pt x="39" y="593"/>
                    <a:pt x="43" y="590"/>
                  </a:cubicBezTo>
                  <a:cubicBezTo>
                    <a:pt x="311" y="427"/>
                    <a:pt x="569" y="244"/>
                    <a:pt x="812" y="47"/>
                  </a:cubicBezTo>
                  <a:cubicBezTo>
                    <a:pt x="822" y="37"/>
                    <a:pt x="824" y="21"/>
                    <a:pt x="816" y="10"/>
                  </a:cubicBezTo>
                  <a:cubicBezTo>
                    <a:pt x="810" y="4"/>
                    <a:pt x="802" y="0"/>
                    <a:pt x="79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9" name="Google Shape;7929;p27"/>
            <p:cNvSpPr/>
            <p:nvPr/>
          </p:nvSpPr>
          <p:spPr>
            <a:xfrm>
              <a:off x="5425800" y="4220325"/>
              <a:ext cx="5475" cy="4025"/>
            </a:xfrm>
            <a:custGeom>
              <a:avLst/>
              <a:gdLst/>
              <a:ahLst/>
              <a:cxnLst/>
              <a:rect l="l" t="t" r="r" b="b"/>
              <a:pathLst>
                <a:path w="219" h="161" extrusionOk="0">
                  <a:moveTo>
                    <a:pt x="189" y="0"/>
                  </a:moveTo>
                  <a:cubicBezTo>
                    <a:pt x="184" y="0"/>
                    <a:pt x="178" y="2"/>
                    <a:pt x="174" y="5"/>
                  </a:cubicBezTo>
                  <a:lnTo>
                    <a:pt x="15" y="114"/>
                  </a:lnTo>
                  <a:cubicBezTo>
                    <a:pt x="3" y="122"/>
                    <a:pt x="0" y="138"/>
                    <a:pt x="8" y="150"/>
                  </a:cubicBezTo>
                  <a:cubicBezTo>
                    <a:pt x="14" y="157"/>
                    <a:pt x="22" y="161"/>
                    <a:pt x="30" y="161"/>
                  </a:cubicBezTo>
                  <a:cubicBezTo>
                    <a:pt x="34" y="161"/>
                    <a:pt x="39" y="160"/>
                    <a:pt x="43" y="157"/>
                  </a:cubicBezTo>
                  <a:lnTo>
                    <a:pt x="203" y="48"/>
                  </a:lnTo>
                  <a:cubicBezTo>
                    <a:pt x="215" y="40"/>
                    <a:pt x="218" y="24"/>
                    <a:pt x="210" y="12"/>
                  </a:cubicBezTo>
                  <a:cubicBezTo>
                    <a:pt x="205" y="4"/>
                    <a:pt x="197" y="0"/>
                    <a:pt x="18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0" name="Google Shape;7930;p27"/>
            <p:cNvSpPr/>
            <p:nvPr/>
          </p:nvSpPr>
          <p:spPr>
            <a:xfrm>
              <a:off x="5303800" y="4264950"/>
              <a:ext cx="30125" cy="21700"/>
            </a:xfrm>
            <a:custGeom>
              <a:avLst/>
              <a:gdLst/>
              <a:ahLst/>
              <a:cxnLst/>
              <a:rect l="l" t="t" r="r" b="b"/>
              <a:pathLst>
                <a:path w="1205" h="868" extrusionOk="0">
                  <a:moveTo>
                    <a:pt x="1175" y="0"/>
                  </a:moveTo>
                  <a:cubicBezTo>
                    <a:pt x="1170" y="0"/>
                    <a:pt x="1165" y="2"/>
                    <a:pt x="1160" y="5"/>
                  </a:cubicBezTo>
                  <a:lnTo>
                    <a:pt x="15" y="822"/>
                  </a:lnTo>
                  <a:cubicBezTo>
                    <a:pt x="3" y="830"/>
                    <a:pt x="1" y="846"/>
                    <a:pt x="9" y="857"/>
                  </a:cubicBezTo>
                  <a:cubicBezTo>
                    <a:pt x="14" y="865"/>
                    <a:pt x="22" y="867"/>
                    <a:pt x="30" y="867"/>
                  </a:cubicBezTo>
                  <a:cubicBezTo>
                    <a:pt x="36" y="867"/>
                    <a:pt x="41" y="866"/>
                    <a:pt x="45" y="863"/>
                  </a:cubicBezTo>
                  <a:lnTo>
                    <a:pt x="1190" y="47"/>
                  </a:lnTo>
                  <a:cubicBezTo>
                    <a:pt x="1202" y="39"/>
                    <a:pt x="1205" y="23"/>
                    <a:pt x="1197" y="10"/>
                  </a:cubicBezTo>
                  <a:cubicBezTo>
                    <a:pt x="1191" y="4"/>
                    <a:pt x="1183" y="0"/>
                    <a:pt x="117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1" name="Google Shape;7931;p27"/>
            <p:cNvSpPr/>
            <p:nvPr/>
          </p:nvSpPr>
          <p:spPr>
            <a:xfrm>
              <a:off x="5336525" y="4259675"/>
              <a:ext cx="5475" cy="4075"/>
            </a:xfrm>
            <a:custGeom>
              <a:avLst/>
              <a:gdLst/>
              <a:ahLst/>
              <a:cxnLst/>
              <a:rect l="l" t="t" r="r" b="b"/>
              <a:pathLst>
                <a:path w="219" h="163" extrusionOk="0">
                  <a:moveTo>
                    <a:pt x="189" y="0"/>
                  </a:moveTo>
                  <a:cubicBezTo>
                    <a:pt x="184" y="0"/>
                    <a:pt x="179" y="2"/>
                    <a:pt x="174" y="5"/>
                  </a:cubicBezTo>
                  <a:lnTo>
                    <a:pt x="15" y="115"/>
                  </a:lnTo>
                  <a:cubicBezTo>
                    <a:pt x="3" y="123"/>
                    <a:pt x="1" y="139"/>
                    <a:pt x="9" y="151"/>
                  </a:cubicBezTo>
                  <a:cubicBezTo>
                    <a:pt x="14" y="158"/>
                    <a:pt x="22" y="162"/>
                    <a:pt x="30" y="162"/>
                  </a:cubicBezTo>
                  <a:cubicBezTo>
                    <a:pt x="36" y="162"/>
                    <a:pt x="41" y="161"/>
                    <a:pt x="45" y="157"/>
                  </a:cubicBezTo>
                  <a:lnTo>
                    <a:pt x="204" y="48"/>
                  </a:lnTo>
                  <a:cubicBezTo>
                    <a:pt x="216" y="40"/>
                    <a:pt x="219" y="24"/>
                    <a:pt x="210" y="12"/>
                  </a:cubicBezTo>
                  <a:cubicBezTo>
                    <a:pt x="206" y="4"/>
                    <a:pt x="197" y="0"/>
                    <a:pt x="18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2" name="Google Shape;7932;p27"/>
            <p:cNvSpPr/>
            <p:nvPr/>
          </p:nvSpPr>
          <p:spPr>
            <a:xfrm>
              <a:off x="5397750" y="4206150"/>
              <a:ext cx="27975" cy="16975"/>
            </a:xfrm>
            <a:custGeom>
              <a:avLst/>
              <a:gdLst/>
              <a:ahLst/>
              <a:cxnLst/>
              <a:rect l="l" t="t" r="r" b="b"/>
              <a:pathLst>
                <a:path w="1119" h="679" extrusionOk="0">
                  <a:moveTo>
                    <a:pt x="1088" y="1"/>
                  </a:moveTo>
                  <a:cubicBezTo>
                    <a:pt x="1083" y="1"/>
                    <a:pt x="1079" y="2"/>
                    <a:pt x="1075" y="4"/>
                  </a:cubicBezTo>
                  <a:lnTo>
                    <a:pt x="16" y="630"/>
                  </a:lnTo>
                  <a:cubicBezTo>
                    <a:pt x="4" y="636"/>
                    <a:pt x="0" y="653"/>
                    <a:pt x="7" y="665"/>
                  </a:cubicBezTo>
                  <a:cubicBezTo>
                    <a:pt x="12" y="673"/>
                    <a:pt x="20" y="678"/>
                    <a:pt x="30" y="678"/>
                  </a:cubicBezTo>
                  <a:cubicBezTo>
                    <a:pt x="34" y="678"/>
                    <a:pt x="39" y="677"/>
                    <a:pt x="43" y="674"/>
                  </a:cubicBezTo>
                  <a:lnTo>
                    <a:pt x="1101" y="48"/>
                  </a:lnTo>
                  <a:cubicBezTo>
                    <a:pt x="1114" y="42"/>
                    <a:pt x="1118" y="26"/>
                    <a:pt x="1110" y="14"/>
                  </a:cubicBezTo>
                  <a:cubicBezTo>
                    <a:pt x="1105" y="5"/>
                    <a:pt x="1097" y="1"/>
                    <a:pt x="108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3" name="Google Shape;7933;p27"/>
            <p:cNvSpPr/>
            <p:nvPr/>
          </p:nvSpPr>
          <p:spPr>
            <a:xfrm>
              <a:off x="5335025" y="4268875"/>
              <a:ext cx="32125" cy="19950"/>
            </a:xfrm>
            <a:custGeom>
              <a:avLst/>
              <a:gdLst/>
              <a:ahLst/>
              <a:cxnLst/>
              <a:rect l="l" t="t" r="r" b="b"/>
              <a:pathLst>
                <a:path w="1285" h="798" extrusionOk="0">
                  <a:moveTo>
                    <a:pt x="1257" y="1"/>
                  </a:moveTo>
                  <a:cubicBezTo>
                    <a:pt x="1252" y="1"/>
                    <a:pt x="1246" y="2"/>
                    <a:pt x="1242" y="5"/>
                  </a:cubicBezTo>
                  <a:cubicBezTo>
                    <a:pt x="846" y="269"/>
                    <a:pt x="435" y="519"/>
                    <a:pt x="18" y="749"/>
                  </a:cubicBezTo>
                  <a:cubicBezTo>
                    <a:pt x="5" y="756"/>
                    <a:pt x="0" y="772"/>
                    <a:pt x="7" y="784"/>
                  </a:cubicBezTo>
                  <a:cubicBezTo>
                    <a:pt x="12" y="792"/>
                    <a:pt x="22" y="798"/>
                    <a:pt x="30" y="798"/>
                  </a:cubicBezTo>
                  <a:cubicBezTo>
                    <a:pt x="34" y="798"/>
                    <a:pt x="38" y="797"/>
                    <a:pt x="42" y="795"/>
                  </a:cubicBezTo>
                  <a:cubicBezTo>
                    <a:pt x="460" y="564"/>
                    <a:pt x="873" y="314"/>
                    <a:pt x="1270" y="49"/>
                  </a:cubicBezTo>
                  <a:cubicBezTo>
                    <a:pt x="1282" y="40"/>
                    <a:pt x="1285" y="24"/>
                    <a:pt x="1278" y="12"/>
                  </a:cubicBezTo>
                  <a:cubicBezTo>
                    <a:pt x="1273" y="5"/>
                    <a:pt x="1265" y="1"/>
                    <a:pt x="125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4" name="Google Shape;7934;p27"/>
            <p:cNvSpPr/>
            <p:nvPr/>
          </p:nvSpPr>
          <p:spPr>
            <a:xfrm>
              <a:off x="5321900" y="4327125"/>
              <a:ext cx="32400" cy="14725"/>
            </a:xfrm>
            <a:custGeom>
              <a:avLst/>
              <a:gdLst/>
              <a:ahLst/>
              <a:cxnLst/>
              <a:rect l="l" t="t" r="r" b="b"/>
              <a:pathLst>
                <a:path w="1296" h="589" extrusionOk="0">
                  <a:moveTo>
                    <a:pt x="1267" y="0"/>
                  </a:moveTo>
                  <a:cubicBezTo>
                    <a:pt x="1263" y="0"/>
                    <a:pt x="1259" y="1"/>
                    <a:pt x="1256" y="3"/>
                  </a:cubicBezTo>
                  <a:lnTo>
                    <a:pt x="19" y="538"/>
                  </a:lnTo>
                  <a:cubicBezTo>
                    <a:pt x="6" y="544"/>
                    <a:pt x="0" y="560"/>
                    <a:pt x="6" y="572"/>
                  </a:cubicBezTo>
                  <a:cubicBezTo>
                    <a:pt x="10" y="583"/>
                    <a:pt x="19" y="588"/>
                    <a:pt x="29" y="588"/>
                  </a:cubicBezTo>
                  <a:lnTo>
                    <a:pt x="30" y="588"/>
                  </a:lnTo>
                  <a:cubicBezTo>
                    <a:pt x="33" y="588"/>
                    <a:pt x="37" y="587"/>
                    <a:pt x="39" y="585"/>
                  </a:cubicBezTo>
                  <a:lnTo>
                    <a:pt x="1277" y="50"/>
                  </a:lnTo>
                  <a:cubicBezTo>
                    <a:pt x="1291" y="45"/>
                    <a:pt x="1296" y="28"/>
                    <a:pt x="1291" y="16"/>
                  </a:cubicBezTo>
                  <a:cubicBezTo>
                    <a:pt x="1287" y="6"/>
                    <a:pt x="1277" y="0"/>
                    <a:pt x="126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5" name="Google Shape;7935;p27"/>
            <p:cNvSpPr/>
            <p:nvPr/>
          </p:nvSpPr>
          <p:spPr>
            <a:xfrm>
              <a:off x="5360750" y="4322325"/>
              <a:ext cx="5100" cy="2875"/>
            </a:xfrm>
            <a:custGeom>
              <a:avLst/>
              <a:gdLst/>
              <a:ahLst/>
              <a:cxnLst/>
              <a:rect l="l" t="t" r="r" b="b"/>
              <a:pathLst>
                <a:path w="204" h="115" extrusionOk="0">
                  <a:moveTo>
                    <a:pt x="174" y="1"/>
                  </a:moveTo>
                  <a:cubicBezTo>
                    <a:pt x="170" y="1"/>
                    <a:pt x="167" y="1"/>
                    <a:pt x="164" y="2"/>
                  </a:cubicBezTo>
                  <a:lnTo>
                    <a:pt x="19" y="64"/>
                  </a:lnTo>
                  <a:cubicBezTo>
                    <a:pt x="7" y="70"/>
                    <a:pt x="0" y="86"/>
                    <a:pt x="6" y="99"/>
                  </a:cubicBezTo>
                  <a:cubicBezTo>
                    <a:pt x="10" y="109"/>
                    <a:pt x="19" y="114"/>
                    <a:pt x="30" y="114"/>
                  </a:cubicBezTo>
                  <a:cubicBezTo>
                    <a:pt x="34" y="114"/>
                    <a:pt x="37" y="114"/>
                    <a:pt x="41" y="113"/>
                  </a:cubicBezTo>
                  <a:lnTo>
                    <a:pt x="185" y="51"/>
                  </a:lnTo>
                  <a:cubicBezTo>
                    <a:pt x="198" y="46"/>
                    <a:pt x="203" y="29"/>
                    <a:pt x="198" y="16"/>
                  </a:cubicBezTo>
                  <a:cubicBezTo>
                    <a:pt x="194" y="7"/>
                    <a:pt x="184" y="1"/>
                    <a:pt x="17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6" name="Google Shape;7936;p27"/>
            <p:cNvSpPr/>
            <p:nvPr/>
          </p:nvSpPr>
          <p:spPr>
            <a:xfrm>
              <a:off x="5379975" y="4294575"/>
              <a:ext cx="18625" cy="10650"/>
            </a:xfrm>
            <a:custGeom>
              <a:avLst/>
              <a:gdLst/>
              <a:ahLst/>
              <a:cxnLst/>
              <a:rect l="l" t="t" r="r" b="b"/>
              <a:pathLst>
                <a:path w="745" h="426" extrusionOk="0">
                  <a:moveTo>
                    <a:pt x="716" y="1"/>
                  </a:moveTo>
                  <a:cubicBezTo>
                    <a:pt x="711" y="1"/>
                    <a:pt x="707" y="2"/>
                    <a:pt x="703" y="4"/>
                  </a:cubicBezTo>
                  <a:lnTo>
                    <a:pt x="17" y="377"/>
                  </a:lnTo>
                  <a:cubicBezTo>
                    <a:pt x="5" y="383"/>
                    <a:pt x="1" y="399"/>
                    <a:pt x="8" y="412"/>
                  </a:cubicBezTo>
                  <a:cubicBezTo>
                    <a:pt x="12" y="421"/>
                    <a:pt x="21" y="425"/>
                    <a:pt x="30" y="425"/>
                  </a:cubicBezTo>
                  <a:cubicBezTo>
                    <a:pt x="34" y="425"/>
                    <a:pt x="38" y="425"/>
                    <a:pt x="42" y="422"/>
                  </a:cubicBezTo>
                  <a:lnTo>
                    <a:pt x="727" y="50"/>
                  </a:lnTo>
                  <a:cubicBezTo>
                    <a:pt x="741" y="42"/>
                    <a:pt x="745" y="27"/>
                    <a:pt x="738" y="13"/>
                  </a:cubicBezTo>
                  <a:cubicBezTo>
                    <a:pt x="733" y="5"/>
                    <a:pt x="725" y="1"/>
                    <a:pt x="71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7" name="Google Shape;7937;p27"/>
            <p:cNvSpPr/>
            <p:nvPr/>
          </p:nvSpPr>
          <p:spPr>
            <a:xfrm>
              <a:off x="5401450" y="4290050"/>
              <a:ext cx="4900" cy="3300"/>
            </a:xfrm>
            <a:custGeom>
              <a:avLst/>
              <a:gdLst/>
              <a:ahLst/>
              <a:cxnLst/>
              <a:rect l="l" t="t" r="r" b="b"/>
              <a:pathLst>
                <a:path w="196" h="132" extrusionOk="0">
                  <a:moveTo>
                    <a:pt x="166" y="1"/>
                  </a:moveTo>
                  <a:cubicBezTo>
                    <a:pt x="161" y="1"/>
                    <a:pt x="156" y="2"/>
                    <a:pt x="152" y="5"/>
                  </a:cubicBezTo>
                  <a:lnTo>
                    <a:pt x="18" y="83"/>
                  </a:lnTo>
                  <a:cubicBezTo>
                    <a:pt x="5" y="89"/>
                    <a:pt x="0" y="106"/>
                    <a:pt x="8" y="118"/>
                  </a:cubicBezTo>
                  <a:cubicBezTo>
                    <a:pt x="12" y="126"/>
                    <a:pt x="22" y="131"/>
                    <a:pt x="30" y="131"/>
                  </a:cubicBezTo>
                  <a:cubicBezTo>
                    <a:pt x="35" y="131"/>
                    <a:pt x="39" y="130"/>
                    <a:pt x="43" y="127"/>
                  </a:cubicBezTo>
                  <a:lnTo>
                    <a:pt x="179" y="49"/>
                  </a:lnTo>
                  <a:cubicBezTo>
                    <a:pt x="191" y="42"/>
                    <a:pt x="195" y="26"/>
                    <a:pt x="188" y="14"/>
                  </a:cubicBezTo>
                  <a:cubicBezTo>
                    <a:pt x="183" y="5"/>
                    <a:pt x="174" y="1"/>
                    <a:pt x="16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8" name="Google Shape;7938;p27"/>
            <p:cNvSpPr/>
            <p:nvPr/>
          </p:nvSpPr>
          <p:spPr>
            <a:xfrm>
              <a:off x="5416600" y="4284250"/>
              <a:ext cx="16300" cy="11500"/>
            </a:xfrm>
            <a:custGeom>
              <a:avLst/>
              <a:gdLst/>
              <a:ahLst/>
              <a:cxnLst/>
              <a:rect l="l" t="t" r="r" b="b"/>
              <a:pathLst>
                <a:path w="652" h="460" extrusionOk="0">
                  <a:moveTo>
                    <a:pt x="623" y="1"/>
                  </a:moveTo>
                  <a:cubicBezTo>
                    <a:pt x="617" y="1"/>
                    <a:pt x="611" y="3"/>
                    <a:pt x="606" y="7"/>
                  </a:cubicBezTo>
                  <a:cubicBezTo>
                    <a:pt x="419" y="153"/>
                    <a:pt x="221" y="289"/>
                    <a:pt x="17" y="412"/>
                  </a:cubicBezTo>
                  <a:cubicBezTo>
                    <a:pt x="5" y="420"/>
                    <a:pt x="1" y="434"/>
                    <a:pt x="9" y="448"/>
                  </a:cubicBezTo>
                  <a:cubicBezTo>
                    <a:pt x="13" y="456"/>
                    <a:pt x="22" y="460"/>
                    <a:pt x="30" y="460"/>
                  </a:cubicBezTo>
                  <a:cubicBezTo>
                    <a:pt x="36" y="460"/>
                    <a:pt x="40" y="459"/>
                    <a:pt x="44" y="456"/>
                  </a:cubicBezTo>
                  <a:cubicBezTo>
                    <a:pt x="250" y="332"/>
                    <a:pt x="450" y="195"/>
                    <a:pt x="639" y="47"/>
                  </a:cubicBezTo>
                  <a:cubicBezTo>
                    <a:pt x="649" y="39"/>
                    <a:pt x="652" y="23"/>
                    <a:pt x="643" y="11"/>
                  </a:cubicBezTo>
                  <a:cubicBezTo>
                    <a:pt x="638" y="4"/>
                    <a:pt x="630" y="1"/>
                    <a:pt x="62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9" name="Google Shape;7939;p27"/>
            <p:cNvSpPr/>
            <p:nvPr/>
          </p:nvSpPr>
          <p:spPr>
            <a:xfrm>
              <a:off x="5284700" y="4333050"/>
              <a:ext cx="29825" cy="10900"/>
            </a:xfrm>
            <a:custGeom>
              <a:avLst/>
              <a:gdLst/>
              <a:ahLst/>
              <a:cxnLst/>
              <a:rect l="l" t="t" r="r" b="b"/>
              <a:pathLst>
                <a:path w="1193" h="436" extrusionOk="0">
                  <a:moveTo>
                    <a:pt x="1163" y="0"/>
                  </a:moveTo>
                  <a:cubicBezTo>
                    <a:pt x="1160" y="0"/>
                    <a:pt x="1157" y="1"/>
                    <a:pt x="1155" y="1"/>
                  </a:cubicBezTo>
                  <a:lnTo>
                    <a:pt x="22" y="385"/>
                  </a:lnTo>
                  <a:cubicBezTo>
                    <a:pt x="9" y="390"/>
                    <a:pt x="0" y="404"/>
                    <a:pt x="6" y="418"/>
                  </a:cubicBezTo>
                  <a:cubicBezTo>
                    <a:pt x="10" y="429"/>
                    <a:pt x="19" y="436"/>
                    <a:pt x="30" y="436"/>
                  </a:cubicBezTo>
                  <a:cubicBezTo>
                    <a:pt x="33" y="436"/>
                    <a:pt x="35" y="435"/>
                    <a:pt x="38" y="435"/>
                  </a:cubicBezTo>
                  <a:lnTo>
                    <a:pt x="1171" y="51"/>
                  </a:lnTo>
                  <a:cubicBezTo>
                    <a:pt x="1184" y="46"/>
                    <a:pt x="1192" y="32"/>
                    <a:pt x="1187" y="17"/>
                  </a:cubicBezTo>
                  <a:cubicBezTo>
                    <a:pt x="1184" y="7"/>
                    <a:pt x="1174" y="0"/>
                    <a:pt x="116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40" name="Google Shape;7940;p27"/>
          <p:cNvSpPr/>
          <p:nvPr/>
        </p:nvSpPr>
        <p:spPr>
          <a:xfrm>
            <a:off x="-3081254" y="-63252"/>
            <a:ext cx="5104396" cy="1205525"/>
          </a:xfrm>
          <a:custGeom>
            <a:avLst/>
            <a:gdLst/>
            <a:ahLst/>
            <a:cxnLst/>
            <a:rect l="l" t="t" r="r" b="b"/>
            <a:pathLst>
              <a:path w="71278" h="16834" extrusionOk="0">
                <a:moveTo>
                  <a:pt x="1063" y="15103"/>
                </a:moveTo>
                <a:cubicBezTo>
                  <a:pt x="1052" y="15462"/>
                  <a:pt x="1071" y="15822"/>
                  <a:pt x="1122" y="16179"/>
                </a:cubicBezTo>
                <a:cubicBezTo>
                  <a:pt x="1104" y="15817"/>
                  <a:pt x="1085" y="15459"/>
                  <a:pt x="1063" y="15103"/>
                </a:cubicBezTo>
                <a:close/>
                <a:moveTo>
                  <a:pt x="871" y="0"/>
                </a:moveTo>
                <a:cubicBezTo>
                  <a:pt x="0" y="5235"/>
                  <a:pt x="743" y="9885"/>
                  <a:pt x="1063" y="15103"/>
                </a:cubicBezTo>
                <a:lnTo>
                  <a:pt x="1063" y="15103"/>
                </a:lnTo>
                <a:cubicBezTo>
                  <a:pt x="1116" y="13346"/>
                  <a:pt x="1884" y="11609"/>
                  <a:pt x="3182" y="10417"/>
                </a:cubicBezTo>
                <a:cubicBezTo>
                  <a:pt x="4391" y="9307"/>
                  <a:pt x="6032" y="8694"/>
                  <a:pt x="7671" y="8694"/>
                </a:cubicBezTo>
                <a:cubicBezTo>
                  <a:pt x="8150" y="8694"/>
                  <a:pt x="8629" y="8747"/>
                  <a:pt x="9097" y="8854"/>
                </a:cubicBezTo>
                <a:cubicBezTo>
                  <a:pt x="12028" y="9530"/>
                  <a:pt x="14088" y="12056"/>
                  <a:pt x="16430" y="13944"/>
                </a:cubicBezTo>
                <a:cubicBezTo>
                  <a:pt x="18053" y="15253"/>
                  <a:pt x="19930" y="16310"/>
                  <a:pt x="21981" y="16690"/>
                </a:cubicBezTo>
                <a:cubicBezTo>
                  <a:pt x="22495" y="16785"/>
                  <a:pt x="23021" y="16834"/>
                  <a:pt x="23547" y="16834"/>
                </a:cubicBezTo>
                <a:cubicBezTo>
                  <a:pt x="25119" y="16834"/>
                  <a:pt x="26688" y="16396"/>
                  <a:pt x="27931" y="15448"/>
                </a:cubicBezTo>
                <a:cubicBezTo>
                  <a:pt x="29496" y="14252"/>
                  <a:pt x="30396" y="12406"/>
                  <a:pt x="31573" y="10826"/>
                </a:cubicBezTo>
                <a:cubicBezTo>
                  <a:pt x="32656" y="9375"/>
                  <a:pt x="34246" y="8039"/>
                  <a:pt x="36012" y="8039"/>
                </a:cubicBezTo>
                <a:cubicBezTo>
                  <a:pt x="36166" y="8039"/>
                  <a:pt x="36322" y="8049"/>
                  <a:pt x="36479" y="8070"/>
                </a:cubicBezTo>
                <a:cubicBezTo>
                  <a:pt x="37908" y="8263"/>
                  <a:pt x="39041" y="9313"/>
                  <a:pt x="40275" y="10058"/>
                </a:cubicBezTo>
                <a:cubicBezTo>
                  <a:pt x="41743" y="10944"/>
                  <a:pt x="43452" y="11379"/>
                  <a:pt x="45164" y="11379"/>
                </a:cubicBezTo>
                <a:cubicBezTo>
                  <a:pt x="47330" y="11379"/>
                  <a:pt x="49501" y="10682"/>
                  <a:pt x="51192" y="9321"/>
                </a:cubicBezTo>
                <a:cubicBezTo>
                  <a:pt x="53688" y="7313"/>
                  <a:pt x="55520" y="3893"/>
                  <a:pt x="58719" y="3703"/>
                </a:cubicBezTo>
                <a:cubicBezTo>
                  <a:pt x="58808" y="3697"/>
                  <a:pt x="58896" y="3695"/>
                  <a:pt x="58984" y="3695"/>
                </a:cubicBezTo>
                <a:cubicBezTo>
                  <a:pt x="61339" y="3695"/>
                  <a:pt x="63436" y="5512"/>
                  <a:pt x="65813" y="5620"/>
                </a:cubicBezTo>
                <a:cubicBezTo>
                  <a:pt x="65876" y="5623"/>
                  <a:pt x="65938" y="5624"/>
                  <a:pt x="66000" y="5624"/>
                </a:cubicBezTo>
                <a:cubicBezTo>
                  <a:pt x="68794" y="5624"/>
                  <a:pt x="71277" y="2794"/>
                  <a:pt x="70855" y="16"/>
                </a:cubicBezTo>
                <a:lnTo>
                  <a:pt x="87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41" name="Google Shape;7941;p27"/>
          <p:cNvGrpSpPr/>
          <p:nvPr/>
        </p:nvGrpSpPr>
        <p:grpSpPr>
          <a:xfrm rot="5826451">
            <a:off x="-1206513" y="166953"/>
            <a:ext cx="2345045" cy="1537489"/>
            <a:chOff x="1200750" y="4815425"/>
            <a:chExt cx="780200" cy="511525"/>
          </a:xfrm>
        </p:grpSpPr>
        <p:sp>
          <p:nvSpPr>
            <p:cNvPr id="7942" name="Google Shape;7942;p27"/>
            <p:cNvSpPr/>
            <p:nvPr/>
          </p:nvSpPr>
          <p:spPr>
            <a:xfrm>
              <a:off x="1202125" y="4816725"/>
              <a:ext cx="777375" cy="509000"/>
            </a:xfrm>
            <a:custGeom>
              <a:avLst/>
              <a:gdLst/>
              <a:ahLst/>
              <a:cxnLst/>
              <a:rect l="l" t="t" r="r" b="b"/>
              <a:pathLst>
                <a:path w="31095" h="20360" extrusionOk="0">
                  <a:moveTo>
                    <a:pt x="12100" y="0"/>
                  </a:moveTo>
                  <a:lnTo>
                    <a:pt x="12100" y="0"/>
                  </a:lnTo>
                  <a:cubicBezTo>
                    <a:pt x="11684" y="2045"/>
                    <a:pt x="11779" y="4192"/>
                    <a:pt x="12371" y="6193"/>
                  </a:cubicBezTo>
                  <a:cubicBezTo>
                    <a:pt x="13089" y="8620"/>
                    <a:pt x="13725" y="11254"/>
                    <a:pt x="13657" y="13784"/>
                  </a:cubicBezTo>
                  <a:cubicBezTo>
                    <a:pt x="13201" y="11591"/>
                    <a:pt x="12793" y="9249"/>
                    <a:pt x="11403" y="7492"/>
                  </a:cubicBezTo>
                  <a:cubicBezTo>
                    <a:pt x="10015" y="5736"/>
                    <a:pt x="8504" y="4123"/>
                    <a:pt x="6983" y="2479"/>
                  </a:cubicBezTo>
                  <a:lnTo>
                    <a:pt x="6983" y="2479"/>
                  </a:lnTo>
                  <a:cubicBezTo>
                    <a:pt x="7074" y="4261"/>
                    <a:pt x="7623" y="6015"/>
                    <a:pt x="8562" y="7530"/>
                  </a:cubicBezTo>
                  <a:cubicBezTo>
                    <a:pt x="10015" y="9869"/>
                    <a:pt x="11762" y="12216"/>
                    <a:pt x="13073" y="14637"/>
                  </a:cubicBezTo>
                  <a:cubicBezTo>
                    <a:pt x="11465" y="12603"/>
                    <a:pt x="9693" y="10542"/>
                    <a:pt x="7468" y="9207"/>
                  </a:cubicBezTo>
                  <a:cubicBezTo>
                    <a:pt x="5244" y="7874"/>
                    <a:pt x="3031" y="6424"/>
                    <a:pt x="1585" y="4270"/>
                  </a:cubicBezTo>
                  <a:lnTo>
                    <a:pt x="1585" y="4270"/>
                  </a:lnTo>
                  <a:cubicBezTo>
                    <a:pt x="1760" y="6065"/>
                    <a:pt x="2671" y="7732"/>
                    <a:pt x="3895" y="9055"/>
                  </a:cubicBezTo>
                  <a:cubicBezTo>
                    <a:pt x="5121" y="10378"/>
                    <a:pt x="6648" y="11384"/>
                    <a:pt x="8226" y="12257"/>
                  </a:cubicBezTo>
                  <a:cubicBezTo>
                    <a:pt x="9802" y="13129"/>
                    <a:pt x="11214" y="14371"/>
                    <a:pt x="12781" y="15263"/>
                  </a:cubicBezTo>
                  <a:cubicBezTo>
                    <a:pt x="8765" y="12988"/>
                    <a:pt x="4097" y="12287"/>
                    <a:pt x="0" y="10163"/>
                  </a:cubicBezTo>
                  <a:lnTo>
                    <a:pt x="0" y="10163"/>
                  </a:lnTo>
                  <a:cubicBezTo>
                    <a:pt x="1416" y="12065"/>
                    <a:pt x="3474" y="13421"/>
                    <a:pt x="5682" y="14285"/>
                  </a:cubicBezTo>
                  <a:cubicBezTo>
                    <a:pt x="7889" y="15147"/>
                    <a:pt x="10256" y="15534"/>
                    <a:pt x="12613" y="15779"/>
                  </a:cubicBezTo>
                  <a:cubicBezTo>
                    <a:pt x="11432" y="15963"/>
                    <a:pt x="10245" y="16056"/>
                    <a:pt x="9064" y="16056"/>
                  </a:cubicBezTo>
                  <a:cubicBezTo>
                    <a:pt x="6093" y="16056"/>
                    <a:pt x="3154" y="15465"/>
                    <a:pt x="415" y="14228"/>
                  </a:cubicBezTo>
                  <a:lnTo>
                    <a:pt x="415" y="14228"/>
                  </a:lnTo>
                  <a:cubicBezTo>
                    <a:pt x="2530" y="15744"/>
                    <a:pt x="4981" y="16612"/>
                    <a:pt x="7518" y="17196"/>
                  </a:cubicBezTo>
                  <a:cubicBezTo>
                    <a:pt x="8461" y="17413"/>
                    <a:pt x="9307" y="17533"/>
                    <a:pt x="10145" y="17533"/>
                  </a:cubicBezTo>
                  <a:cubicBezTo>
                    <a:pt x="11561" y="17533"/>
                    <a:pt x="12950" y="17189"/>
                    <a:pt x="14734" y="16389"/>
                  </a:cubicBezTo>
                  <a:cubicBezTo>
                    <a:pt x="15922" y="17847"/>
                    <a:pt x="17816" y="18625"/>
                    <a:pt x="21729" y="19724"/>
                  </a:cubicBezTo>
                  <a:cubicBezTo>
                    <a:pt x="23041" y="20092"/>
                    <a:pt x="24487" y="20359"/>
                    <a:pt x="25899" y="20359"/>
                  </a:cubicBezTo>
                  <a:cubicBezTo>
                    <a:pt x="27194" y="20359"/>
                    <a:pt x="28461" y="20134"/>
                    <a:pt x="29570" y="19557"/>
                  </a:cubicBezTo>
                  <a:lnTo>
                    <a:pt x="29570" y="19557"/>
                  </a:lnTo>
                  <a:cubicBezTo>
                    <a:pt x="29359" y="19563"/>
                    <a:pt x="29147" y="19565"/>
                    <a:pt x="28936" y="19565"/>
                  </a:cubicBezTo>
                  <a:cubicBezTo>
                    <a:pt x="24573" y="19565"/>
                    <a:pt x="20219" y="18391"/>
                    <a:pt x="16452" y="16187"/>
                  </a:cubicBezTo>
                  <a:lnTo>
                    <a:pt x="16452" y="16187"/>
                  </a:lnTo>
                  <a:cubicBezTo>
                    <a:pt x="18809" y="16818"/>
                    <a:pt x="21172" y="17418"/>
                    <a:pt x="23584" y="17782"/>
                  </a:cubicBezTo>
                  <a:cubicBezTo>
                    <a:pt x="24862" y="17975"/>
                    <a:pt x="26157" y="18091"/>
                    <a:pt x="27448" y="18091"/>
                  </a:cubicBezTo>
                  <a:cubicBezTo>
                    <a:pt x="28596" y="18091"/>
                    <a:pt x="29741" y="17999"/>
                    <a:pt x="30869" y="17788"/>
                  </a:cubicBezTo>
                  <a:cubicBezTo>
                    <a:pt x="26367" y="16374"/>
                    <a:pt x="21482" y="15799"/>
                    <a:pt x="16768" y="15622"/>
                  </a:cubicBezTo>
                  <a:cubicBezTo>
                    <a:pt x="18961" y="15008"/>
                    <a:pt x="21560" y="15197"/>
                    <a:pt x="23834" y="15072"/>
                  </a:cubicBezTo>
                  <a:cubicBezTo>
                    <a:pt x="26475" y="14926"/>
                    <a:pt x="29061" y="13912"/>
                    <a:pt x="31095" y="12222"/>
                  </a:cubicBezTo>
                  <a:lnTo>
                    <a:pt x="31095" y="12222"/>
                  </a:lnTo>
                  <a:cubicBezTo>
                    <a:pt x="28743" y="12495"/>
                    <a:pt x="26374" y="12650"/>
                    <a:pt x="24024" y="12943"/>
                  </a:cubicBezTo>
                  <a:cubicBezTo>
                    <a:pt x="21673" y="13235"/>
                    <a:pt x="18899" y="13975"/>
                    <a:pt x="16772" y="15017"/>
                  </a:cubicBezTo>
                  <a:cubicBezTo>
                    <a:pt x="17664" y="13799"/>
                    <a:pt x="19513" y="12869"/>
                    <a:pt x="20940" y="12374"/>
                  </a:cubicBezTo>
                  <a:cubicBezTo>
                    <a:pt x="22366" y="11881"/>
                    <a:pt x="23860" y="11527"/>
                    <a:pt x="25167" y="10771"/>
                  </a:cubicBezTo>
                  <a:cubicBezTo>
                    <a:pt x="26617" y="9931"/>
                    <a:pt x="27780" y="8605"/>
                    <a:pt x="28422" y="7056"/>
                  </a:cubicBezTo>
                  <a:lnTo>
                    <a:pt x="28422" y="7056"/>
                  </a:lnTo>
                  <a:cubicBezTo>
                    <a:pt x="26596" y="8373"/>
                    <a:pt x="24415" y="9061"/>
                    <a:pt x="22361" y="9981"/>
                  </a:cubicBezTo>
                  <a:cubicBezTo>
                    <a:pt x="20305" y="10900"/>
                    <a:pt x="17909" y="12615"/>
                    <a:pt x="16649" y="14481"/>
                  </a:cubicBezTo>
                  <a:lnTo>
                    <a:pt x="16649" y="14481"/>
                  </a:lnTo>
                  <a:cubicBezTo>
                    <a:pt x="16873" y="13212"/>
                    <a:pt x="18247" y="11661"/>
                    <a:pt x="19201" y="10794"/>
                  </a:cubicBezTo>
                  <a:cubicBezTo>
                    <a:pt x="20153" y="9927"/>
                    <a:pt x="21232" y="9201"/>
                    <a:pt x="22127" y="8274"/>
                  </a:cubicBezTo>
                  <a:cubicBezTo>
                    <a:pt x="23221" y="7140"/>
                    <a:pt x="24010" y="5716"/>
                    <a:pt x="24394" y="4189"/>
                  </a:cubicBezTo>
                  <a:lnTo>
                    <a:pt x="24394" y="4189"/>
                  </a:lnTo>
                  <a:cubicBezTo>
                    <a:pt x="22754" y="5466"/>
                    <a:pt x="21122" y="6628"/>
                    <a:pt x="19712" y="8157"/>
                  </a:cubicBezTo>
                  <a:cubicBezTo>
                    <a:pt x="18303" y="9685"/>
                    <a:pt x="16833" y="11854"/>
                    <a:pt x="16314" y="13866"/>
                  </a:cubicBezTo>
                  <a:cubicBezTo>
                    <a:pt x="17089" y="9789"/>
                    <a:pt x="20694" y="6343"/>
                    <a:pt x="21076" y="2298"/>
                  </a:cubicBezTo>
                  <a:lnTo>
                    <a:pt x="21076" y="2298"/>
                  </a:lnTo>
                  <a:cubicBezTo>
                    <a:pt x="20012" y="3151"/>
                    <a:pt x="19199" y="4370"/>
                    <a:pt x="18671" y="5628"/>
                  </a:cubicBezTo>
                  <a:cubicBezTo>
                    <a:pt x="18141" y="6884"/>
                    <a:pt x="17800" y="8211"/>
                    <a:pt x="17389" y="9511"/>
                  </a:cubicBezTo>
                  <a:cubicBezTo>
                    <a:pt x="16978" y="10812"/>
                    <a:pt x="16043" y="12452"/>
                    <a:pt x="15255" y="13565"/>
                  </a:cubicBezTo>
                  <a:lnTo>
                    <a:pt x="15255" y="13565"/>
                  </a:lnTo>
                  <a:cubicBezTo>
                    <a:pt x="16467" y="11568"/>
                    <a:pt x="17072" y="9086"/>
                    <a:pt x="17362" y="6807"/>
                  </a:cubicBezTo>
                  <a:cubicBezTo>
                    <a:pt x="17643" y="4602"/>
                    <a:pt x="18213" y="2708"/>
                    <a:pt x="18574" y="514"/>
                  </a:cubicBezTo>
                  <a:lnTo>
                    <a:pt x="18574" y="514"/>
                  </a:lnTo>
                  <a:cubicBezTo>
                    <a:pt x="17533" y="1333"/>
                    <a:pt x="16860" y="2552"/>
                    <a:pt x="16495" y="3826"/>
                  </a:cubicBezTo>
                  <a:cubicBezTo>
                    <a:pt x="16129" y="5100"/>
                    <a:pt x="16047" y="6436"/>
                    <a:pt x="16014" y="7761"/>
                  </a:cubicBezTo>
                  <a:cubicBezTo>
                    <a:pt x="15989" y="8700"/>
                    <a:pt x="15988" y="9645"/>
                    <a:pt x="15835" y="10573"/>
                  </a:cubicBezTo>
                  <a:cubicBezTo>
                    <a:pt x="15680" y="11500"/>
                    <a:pt x="14963" y="12680"/>
                    <a:pt x="14374" y="13412"/>
                  </a:cubicBezTo>
                  <a:cubicBezTo>
                    <a:pt x="15056" y="11063"/>
                    <a:pt x="15416" y="8224"/>
                    <a:pt x="14635" y="5906"/>
                  </a:cubicBezTo>
                  <a:cubicBezTo>
                    <a:pt x="13947" y="3871"/>
                    <a:pt x="12767" y="2042"/>
                    <a:pt x="12100" y="0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3" name="Google Shape;7943;p27"/>
            <p:cNvSpPr/>
            <p:nvPr/>
          </p:nvSpPr>
          <p:spPr>
            <a:xfrm>
              <a:off x="1200750" y="4815425"/>
              <a:ext cx="780200" cy="511525"/>
            </a:xfrm>
            <a:custGeom>
              <a:avLst/>
              <a:gdLst/>
              <a:ahLst/>
              <a:cxnLst/>
              <a:rect l="l" t="t" r="r" b="b"/>
              <a:pathLst>
                <a:path w="31208" h="20461" extrusionOk="0">
                  <a:moveTo>
                    <a:pt x="12169" y="255"/>
                  </a:moveTo>
                  <a:lnTo>
                    <a:pt x="12169" y="255"/>
                  </a:lnTo>
                  <a:cubicBezTo>
                    <a:pt x="12504" y="1232"/>
                    <a:pt x="12956" y="2172"/>
                    <a:pt x="13394" y="3084"/>
                  </a:cubicBezTo>
                  <a:cubicBezTo>
                    <a:pt x="13842" y="4017"/>
                    <a:pt x="14304" y="4979"/>
                    <a:pt x="14640" y="5974"/>
                  </a:cubicBezTo>
                  <a:cubicBezTo>
                    <a:pt x="15532" y="8619"/>
                    <a:pt x="14859" y="11793"/>
                    <a:pt x="14379" y="13450"/>
                  </a:cubicBezTo>
                  <a:cubicBezTo>
                    <a:pt x="14372" y="13473"/>
                    <a:pt x="14383" y="13499"/>
                    <a:pt x="14405" y="13509"/>
                  </a:cubicBezTo>
                  <a:cubicBezTo>
                    <a:pt x="14412" y="13514"/>
                    <a:pt x="14421" y="13516"/>
                    <a:pt x="14429" y="13516"/>
                  </a:cubicBezTo>
                  <a:cubicBezTo>
                    <a:pt x="14444" y="13516"/>
                    <a:pt x="14459" y="13509"/>
                    <a:pt x="14469" y="13497"/>
                  </a:cubicBezTo>
                  <a:cubicBezTo>
                    <a:pt x="15093" y="12721"/>
                    <a:pt x="15790" y="11534"/>
                    <a:pt x="15940" y="10633"/>
                  </a:cubicBezTo>
                  <a:cubicBezTo>
                    <a:pt x="16074" y="9822"/>
                    <a:pt x="16093" y="8985"/>
                    <a:pt x="16112" y="8176"/>
                  </a:cubicBezTo>
                  <a:cubicBezTo>
                    <a:pt x="16114" y="8055"/>
                    <a:pt x="16117" y="7936"/>
                    <a:pt x="16120" y="7815"/>
                  </a:cubicBezTo>
                  <a:cubicBezTo>
                    <a:pt x="16152" y="6530"/>
                    <a:pt x="16233" y="5166"/>
                    <a:pt x="16599" y="3893"/>
                  </a:cubicBezTo>
                  <a:cubicBezTo>
                    <a:pt x="16872" y="2942"/>
                    <a:pt x="17431" y="1629"/>
                    <a:pt x="18555" y="692"/>
                  </a:cubicBezTo>
                  <a:lnTo>
                    <a:pt x="18555" y="692"/>
                  </a:lnTo>
                  <a:cubicBezTo>
                    <a:pt x="18403" y="1595"/>
                    <a:pt x="18213" y="2459"/>
                    <a:pt x="18030" y="3296"/>
                  </a:cubicBezTo>
                  <a:cubicBezTo>
                    <a:pt x="17781" y="4430"/>
                    <a:pt x="17524" y="5604"/>
                    <a:pt x="17366" y="6854"/>
                  </a:cubicBezTo>
                  <a:cubicBezTo>
                    <a:pt x="17016" y="9604"/>
                    <a:pt x="16308" y="11871"/>
                    <a:pt x="15264" y="13590"/>
                  </a:cubicBezTo>
                  <a:cubicBezTo>
                    <a:pt x="15249" y="13614"/>
                    <a:pt x="15257" y="13645"/>
                    <a:pt x="15280" y="13660"/>
                  </a:cubicBezTo>
                  <a:cubicBezTo>
                    <a:pt x="15289" y="13666"/>
                    <a:pt x="15299" y="13668"/>
                    <a:pt x="15308" y="13668"/>
                  </a:cubicBezTo>
                  <a:cubicBezTo>
                    <a:pt x="15325" y="13668"/>
                    <a:pt x="15341" y="13661"/>
                    <a:pt x="15352" y="13647"/>
                  </a:cubicBezTo>
                  <a:cubicBezTo>
                    <a:pt x="16063" y="12642"/>
                    <a:pt x="17052" y="10975"/>
                    <a:pt x="17492" y="9580"/>
                  </a:cubicBezTo>
                  <a:cubicBezTo>
                    <a:pt x="17604" y="9227"/>
                    <a:pt x="17711" y="8868"/>
                    <a:pt x="17816" y="8519"/>
                  </a:cubicBezTo>
                  <a:cubicBezTo>
                    <a:pt x="18096" y="7583"/>
                    <a:pt x="18387" y="6615"/>
                    <a:pt x="18773" y="5700"/>
                  </a:cubicBezTo>
                  <a:cubicBezTo>
                    <a:pt x="19166" y="4766"/>
                    <a:pt x="19880" y="3458"/>
                    <a:pt x="21067" y="2470"/>
                  </a:cubicBezTo>
                  <a:lnTo>
                    <a:pt x="21067" y="2470"/>
                  </a:lnTo>
                  <a:cubicBezTo>
                    <a:pt x="20835" y="4548"/>
                    <a:pt x="19737" y="6511"/>
                    <a:pt x="18676" y="8412"/>
                  </a:cubicBezTo>
                  <a:cubicBezTo>
                    <a:pt x="17698" y="10163"/>
                    <a:pt x="16685" y="11976"/>
                    <a:pt x="16318" y="13909"/>
                  </a:cubicBezTo>
                  <a:cubicBezTo>
                    <a:pt x="16312" y="13936"/>
                    <a:pt x="16330" y="13963"/>
                    <a:pt x="16357" y="13968"/>
                  </a:cubicBezTo>
                  <a:cubicBezTo>
                    <a:pt x="16361" y="13969"/>
                    <a:pt x="16365" y="13970"/>
                    <a:pt x="16369" y="13970"/>
                  </a:cubicBezTo>
                  <a:cubicBezTo>
                    <a:pt x="16393" y="13970"/>
                    <a:pt x="16413" y="13954"/>
                    <a:pt x="16418" y="13930"/>
                  </a:cubicBezTo>
                  <a:cubicBezTo>
                    <a:pt x="16870" y="12180"/>
                    <a:pt x="18136" y="10055"/>
                    <a:pt x="19806" y="8245"/>
                  </a:cubicBezTo>
                  <a:cubicBezTo>
                    <a:pt x="20972" y="6979"/>
                    <a:pt x="22271" y="5982"/>
                    <a:pt x="23647" y="4926"/>
                  </a:cubicBezTo>
                  <a:cubicBezTo>
                    <a:pt x="23884" y="4743"/>
                    <a:pt x="24122" y="4560"/>
                    <a:pt x="24360" y="4376"/>
                  </a:cubicBezTo>
                  <a:lnTo>
                    <a:pt x="24360" y="4376"/>
                  </a:lnTo>
                  <a:cubicBezTo>
                    <a:pt x="23964" y="5844"/>
                    <a:pt x="23200" y="7194"/>
                    <a:pt x="22144" y="8289"/>
                  </a:cubicBezTo>
                  <a:cubicBezTo>
                    <a:pt x="21619" y="8834"/>
                    <a:pt x="21018" y="9319"/>
                    <a:pt x="20437" y="9787"/>
                  </a:cubicBezTo>
                  <a:cubicBezTo>
                    <a:pt x="20032" y="10114"/>
                    <a:pt x="19612" y="10451"/>
                    <a:pt x="19221" y="10808"/>
                  </a:cubicBezTo>
                  <a:cubicBezTo>
                    <a:pt x="18120" y="11810"/>
                    <a:pt x="16868" y="13313"/>
                    <a:pt x="16653" y="14524"/>
                  </a:cubicBezTo>
                  <a:cubicBezTo>
                    <a:pt x="16648" y="14548"/>
                    <a:pt x="16662" y="14572"/>
                    <a:pt x="16685" y="14582"/>
                  </a:cubicBezTo>
                  <a:cubicBezTo>
                    <a:pt x="16691" y="14584"/>
                    <a:pt x="16697" y="14585"/>
                    <a:pt x="16703" y="14585"/>
                  </a:cubicBezTo>
                  <a:cubicBezTo>
                    <a:pt x="16720" y="14585"/>
                    <a:pt x="16737" y="14577"/>
                    <a:pt x="16747" y="14563"/>
                  </a:cubicBezTo>
                  <a:cubicBezTo>
                    <a:pt x="18130" y="12515"/>
                    <a:pt x="20676" y="10868"/>
                    <a:pt x="22436" y="10080"/>
                  </a:cubicBezTo>
                  <a:cubicBezTo>
                    <a:pt x="22986" y="9834"/>
                    <a:pt x="23555" y="9600"/>
                    <a:pt x="24106" y="9375"/>
                  </a:cubicBezTo>
                  <a:cubicBezTo>
                    <a:pt x="25555" y="8780"/>
                    <a:pt x="27051" y="8166"/>
                    <a:pt x="28357" y="7258"/>
                  </a:cubicBezTo>
                  <a:lnTo>
                    <a:pt x="28357" y="7258"/>
                  </a:lnTo>
                  <a:cubicBezTo>
                    <a:pt x="27706" y="8727"/>
                    <a:pt x="26589" y="9972"/>
                    <a:pt x="25195" y="10778"/>
                  </a:cubicBezTo>
                  <a:cubicBezTo>
                    <a:pt x="24233" y="11335"/>
                    <a:pt x="23149" y="11678"/>
                    <a:pt x="22101" y="12011"/>
                  </a:cubicBezTo>
                  <a:cubicBezTo>
                    <a:pt x="21731" y="12128"/>
                    <a:pt x="21349" y="12249"/>
                    <a:pt x="20978" y="12378"/>
                  </a:cubicBezTo>
                  <a:cubicBezTo>
                    <a:pt x="20273" y="12623"/>
                    <a:pt x="17885" y="13536"/>
                    <a:pt x="16786" y="15038"/>
                  </a:cubicBezTo>
                  <a:cubicBezTo>
                    <a:pt x="16771" y="15056"/>
                    <a:pt x="16772" y="15083"/>
                    <a:pt x="16787" y="15102"/>
                  </a:cubicBezTo>
                  <a:cubicBezTo>
                    <a:pt x="16798" y="15114"/>
                    <a:pt x="16813" y="15120"/>
                    <a:pt x="16828" y="15120"/>
                  </a:cubicBezTo>
                  <a:cubicBezTo>
                    <a:pt x="16836" y="15120"/>
                    <a:pt x="16843" y="15119"/>
                    <a:pt x="16850" y="15116"/>
                  </a:cubicBezTo>
                  <a:cubicBezTo>
                    <a:pt x="18852" y="14134"/>
                    <a:pt x="21556" y="13360"/>
                    <a:pt x="24085" y="13046"/>
                  </a:cubicBezTo>
                  <a:cubicBezTo>
                    <a:pt x="25351" y="12889"/>
                    <a:pt x="26643" y="12769"/>
                    <a:pt x="27894" y="12652"/>
                  </a:cubicBezTo>
                  <a:cubicBezTo>
                    <a:pt x="28907" y="12559"/>
                    <a:pt x="29952" y="12463"/>
                    <a:pt x="30982" y="12346"/>
                  </a:cubicBezTo>
                  <a:lnTo>
                    <a:pt x="30982" y="12346"/>
                  </a:lnTo>
                  <a:cubicBezTo>
                    <a:pt x="28973" y="13963"/>
                    <a:pt x="26461" y="14930"/>
                    <a:pt x="23886" y="15073"/>
                  </a:cubicBezTo>
                  <a:cubicBezTo>
                    <a:pt x="23243" y="15108"/>
                    <a:pt x="22589" y="15117"/>
                    <a:pt x="21897" y="15128"/>
                  </a:cubicBezTo>
                  <a:cubicBezTo>
                    <a:pt x="20172" y="15155"/>
                    <a:pt x="18388" y="15183"/>
                    <a:pt x="16809" y="15624"/>
                  </a:cubicBezTo>
                  <a:cubicBezTo>
                    <a:pt x="16784" y="15631"/>
                    <a:pt x="16768" y="15655"/>
                    <a:pt x="16771" y="15681"/>
                  </a:cubicBezTo>
                  <a:cubicBezTo>
                    <a:pt x="16774" y="15706"/>
                    <a:pt x="16795" y="15725"/>
                    <a:pt x="16821" y="15726"/>
                  </a:cubicBezTo>
                  <a:cubicBezTo>
                    <a:pt x="22229" y="15928"/>
                    <a:pt x="26773" y="16616"/>
                    <a:pt x="30707" y="17828"/>
                  </a:cubicBezTo>
                  <a:cubicBezTo>
                    <a:pt x="29692" y="18004"/>
                    <a:pt x="28631" y="18093"/>
                    <a:pt x="27510" y="18093"/>
                  </a:cubicBezTo>
                  <a:cubicBezTo>
                    <a:pt x="26298" y="18093"/>
                    <a:pt x="25016" y="17989"/>
                    <a:pt x="23647" y="17783"/>
                  </a:cubicBezTo>
                  <a:cubicBezTo>
                    <a:pt x="21182" y="17411"/>
                    <a:pt x="18775" y="16792"/>
                    <a:pt x="16521" y="16189"/>
                  </a:cubicBezTo>
                  <a:cubicBezTo>
                    <a:pt x="16517" y="16188"/>
                    <a:pt x="16513" y="16188"/>
                    <a:pt x="16509" y="16188"/>
                  </a:cubicBezTo>
                  <a:cubicBezTo>
                    <a:pt x="16487" y="16188"/>
                    <a:pt x="16468" y="16200"/>
                    <a:pt x="16460" y="16220"/>
                  </a:cubicBezTo>
                  <a:cubicBezTo>
                    <a:pt x="16449" y="16243"/>
                    <a:pt x="16459" y="16271"/>
                    <a:pt x="16482" y="16285"/>
                  </a:cubicBezTo>
                  <a:cubicBezTo>
                    <a:pt x="20272" y="18504"/>
                    <a:pt x="24574" y="19669"/>
                    <a:pt x="28967" y="19669"/>
                  </a:cubicBezTo>
                  <a:cubicBezTo>
                    <a:pt x="29109" y="19669"/>
                    <a:pt x="29252" y="19668"/>
                    <a:pt x="29394" y="19665"/>
                  </a:cubicBezTo>
                  <a:lnTo>
                    <a:pt x="29394" y="19665"/>
                  </a:lnTo>
                  <a:cubicBezTo>
                    <a:pt x="28330" y="20169"/>
                    <a:pt x="27138" y="20357"/>
                    <a:pt x="25953" y="20357"/>
                  </a:cubicBezTo>
                  <a:cubicBezTo>
                    <a:pt x="24470" y="20357"/>
                    <a:pt x="22997" y="20063"/>
                    <a:pt x="21798" y="19726"/>
                  </a:cubicBezTo>
                  <a:cubicBezTo>
                    <a:pt x="18050" y="18673"/>
                    <a:pt x="16051" y="17907"/>
                    <a:pt x="14830" y="16407"/>
                  </a:cubicBezTo>
                  <a:cubicBezTo>
                    <a:pt x="14819" y="16395"/>
                    <a:pt x="14804" y="16388"/>
                    <a:pt x="14789" y="16388"/>
                  </a:cubicBezTo>
                  <a:cubicBezTo>
                    <a:pt x="14783" y="16388"/>
                    <a:pt x="14774" y="16390"/>
                    <a:pt x="14768" y="16394"/>
                  </a:cubicBezTo>
                  <a:cubicBezTo>
                    <a:pt x="13037" y="17171"/>
                    <a:pt x="11672" y="17534"/>
                    <a:pt x="10214" y="17534"/>
                  </a:cubicBezTo>
                  <a:cubicBezTo>
                    <a:pt x="9394" y="17534"/>
                    <a:pt x="8545" y="17419"/>
                    <a:pt x="7585" y="17198"/>
                  </a:cubicBezTo>
                  <a:cubicBezTo>
                    <a:pt x="4843" y="16567"/>
                    <a:pt x="2715" y="15718"/>
                    <a:pt x="941" y="14542"/>
                  </a:cubicBezTo>
                  <a:lnTo>
                    <a:pt x="941" y="14542"/>
                  </a:lnTo>
                  <a:cubicBezTo>
                    <a:pt x="3493" y="15614"/>
                    <a:pt x="6270" y="16159"/>
                    <a:pt x="9128" y="16159"/>
                  </a:cubicBezTo>
                  <a:cubicBezTo>
                    <a:pt x="10300" y="16159"/>
                    <a:pt x="11486" y="16067"/>
                    <a:pt x="12676" y="15882"/>
                  </a:cubicBezTo>
                  <a:cubicBezTo>
                    <a:pt x="12703" y="15878"/>
                    <a:pt x="12722" y="15857"/>
                    <a:pt x="12720" y="15830"/>
                  </a:cubicBezTo>
                  <a:cubicBezTo>
                    <a:pt x="12720" y="15804"/>
                    <a:pt x="12700" y="15783"/>
                    <a:pt x="12674" y="15780"/>
                  </a:cubicBezTo>
                  <a:cubicBezTo>
                    <a:pt x="10705" y="15576"/>
                    <a:pt x="8139" y="15221"/>
                    <a:pt x="5755" y="14288"/>
                  </a:cubicBezTo>
                  <a:cubicBezTo>
                    <a:pt x="3435" y="13381"/>
                    <a:pt x="1532" y="12028"/>
                    <a:pt x="236" y="10364"/>
                  </a:cubicBezTo>
                  <a:lnTo>
                    <a:pt x="236" y="10364"/>
                  </a:lnTo>
                  <a:cubicBezTo>
                    <a:pt x="2124" y="11318"/>
                    <a:pt x="4154" y="11992"/>
                    <a:pt x="6120" y="12644"/>
                  </a:cubicBezTo>
                  <a:cubicBezTo>
                    <a:pt x="8373" y="13392"/>
                    <a:pt x="10704" y="14166"/>
                    <a:pt x="12810" y="15360"/>
                  </a:cubicBezTo>
                  <a:cubicBezTo>
                    <a:pt x="12818" y="15365"/>
                    <a:pt x="12827" y="15367"/>
                    <a:pt x="12835" y="15367"/>
                  </a:cubicBezTo>
                  <a:cubicBezTo>
                    <a:pt x="12854" y="15367"/>
                    <a:pt x="12872" y="15358"/>
                    <a:pt x="12882" y="15340"/>
                  </a:cubicBezTo>
                  <a:cubicBezTo>
                    <a:pt x="12895" y="15316"/>
                    <a:pt x="12886" y="15284"/>
                    <a:pt x="12861" y="15270"/>
                  </a:cubicBezTo>
                  <a:cubicBezTo>
                    <a:pt x="12104" y="14838"/>
                    <a:pt x="11368" y="14315"/>
                    <a:pt x="10658" y="13809"/>
                  </a:cubicBezTo>
                  <a:cubicBezTo>
                    <a:pt x="9902" y="13270"/>
                    <a:pt x="9120" y="12714"/>
                    <a:pt x="8305" y="12264"/>
                  </a:cubicBezTo>
                  <a:cubicBezTo>
                    <a:pt x="7107" y="11602"/>
                    <a:pt x="5357" y="10551"/>
                    <a:pt x="3989" y="9071"/>
                  </a:cubicBezTo>
                  <a:cubicBezTo>
                    <a:pt x="2722" y="7704"/>
                    <a:pt x="1920" y="6097"/>
                    <a:pt x="1714" y="4523"/>
                  </a:cubicBezTo>
                  <a:lnTo>
                    <a:pt x="1714" y="4523"/>
                  </a:lnTo>
                  <a:cubicBezTo>
                    <a:pt x="3185" y="6615"/>
                    <a:pt x="5375" y="8031"/>
                    <a:pt x="7498" y="9304"/>
                  </a:cubicBezTo>
                  <a:cubicBezTo>
                    <a:pt x="9791" y="10680"/>
                    <a:pt x="11586" y="12822"/>
                    <a:pt x="13087" y="14721"/>
                  </a:cubicBezTo>
                  <a:cubicBezTo>
                    <a:pt x="13098" y="14734"/>
                    <a:pt x="13113" y="14742"/>
                    <a:pt x="13128" y="14742"/>
                  </a:cubicBezTo>
                  <a:cubicBezTo>
                    <a:pt x="13138" y="14742"/>
                    <a:pt x="13148" y="14739"/>
                    <a:pt x="13157" y="14732"/>
                  </a:cubicBezTo>
                  <a:cubicBezTo>
                    <a:pt x="13179" y="14717"/>
                    <a:pt x="13187" y="14689"/>
                    <a:pt x="13174" y="14665"/>
                  </a:cubicBezTo>
                  <a:cubicBezTo>
                    <a:pt x="12353" y="13149"/>
                    <a:pt x="11349" y="11645"/>
                    <a:pt x="10379" y="10190"/>
                  </a:cubicBezTo>
                  <a:cubicBezTo>
                    <a:pt x="9802" y="9325"/>
                    <a:pt x="9205" y="8431"/>
                    <a:pt x="8661" y="7555"/>
                  </a:cubicBezTo>
                  <a:cubicBezTo>
                    <a:pt x="7749" y="6084"/>
                    <a:pt x="7210" y="4399"/>
                    <a:pt x="7098" y="2673"/>
                  </a:cubicBezTo>
                  <a:lnTo>
                    <a:pt x="7098" y="2673"/>
                  </a:lnTo>
                  <a:lnTo>
                    <a:pt x="7315" y="2907"/>
                  </a:lnTo>
                  <a:cubicBezTo>
                    <a:pt x="8698" y="4400"/>
                    <a:pt x="10126" y="5943"/>
                    <a:pt x="11418" y="7578"/>
                  </a:cubicBezTo>
                  <a:cubicBezTo>
                    <a:pt x="12708" y="9208"/>
                    <a:pt x="13147" y="11345"/>
                    <a:pt x="13570" y="13411"/>
                  </a:cubicBezTo>
                  <a:lnTo>
                    <a:pt x="13661" y="13847"/>
                  </a:lnTo>
                  <a:cubicBezTo>
                    <a:pt x="13666" y="13872"/>
                    <a:pt x="13688" y="13887"/>
                    <a:pt x="13713" y="13887"/>
                  </a:cubicBezTo>
                  <a:cubicBezTo>
                    <a:pt x="13714" y="13887"/>
                    <a:pt x="13715" y="13887"/>
                    <a:pt x="13716" y="13887"/>
                  </a:cubicBezTo>
                  <a:cubicBezTo>
                    <a:pt x="13743" y="13886"/>
                    <a:pt x="13763" y="13864"/>
                    <a:pt x="13763" y="13838"/>
                  </a:cubicBezTo>
                  <a:cubicBezTo>
                    <a:pt x="13834" y="11211"/>
                    <a:pt x="13152" y="8518"/>
                    <a:pt x="12475" y="6230"/>
                  </a:cubicBezTo>
                  <a:cubicBezTo>
                    <a:pt x="11902" y="4297"/>
                    <a:pt x="11797" y="2235"/>
                    <a:pt x="12169" y="255"/>
                  </a:cubicBezTo>
                  <a:close/>
                  <a:moveTo>
                    <a:pt x="12157" y="1"/>
                  </a:moveTo>
                  <a:cubicBezTo>
                    <a:pt x="12155" y="1"/>
                    <a:pt x="12154" y="1"/>
                    <a:pt x="12152" y="1"/>
                  </a:cubicBezTo>
                  <a:cubicBezTo>
                    <a:pt x="12128" y="2"/>
                    <a:pt x="12109" y="18"/>
                    <a:pt x="12104" y="41"/>
                  </a:cubicBezTo>
                  <a:cubicBezTo>
                    <a:pt x="11687" y="2098"/>
                    <a:pt x="11780" y="4248"/>
                    <a:pt x="12376" y="6259"/>
                  </a:cubicBezTo>
                  <a:cubicBezTo>
                    <a:pt x="13009" y="8400"/>
                    <a:pt x="13647" y="10894"/>
                    <a:pt x="13665" y="13351"/>
                  </a:cubicBezTo>
                  <a:cubicBezTo>
                    <a:pt x="13239" y="11285"/>
                    <a:pt x="12795" y="9153"/>
                    <a:pt x="11500" y="7513"/>
                  </a:cubicBezTo>
                  <a:cubicBezTo>
                    <a:pt x="10206" y="5876"/>
                    <a:pt x="8774" y="4332"/>
                    <a:pt x="7391" y="2837"/>
                  </a:cubicBezTo>
                  <a:lnTo>
                    <a:pt x="7077" y="2496"/>
                  </a:lnTo>
                  <a:cubicBezTo>
                    <a:pt x="7067" y="2486"/>
                    <a:pt x="7053" y="2480"/>
                    <a:pt x="7038" y="2480"/>
                  </a:cubicBezTo>
                  <a:cubicBezTo>
                    <a:pt x="7031" y="2480"/>
                    <a:pt x="7024" y="2482"/>
                    <a:pt x="7017" y="2484"/>
                  </a:cubicBezTo>
                  <a:cubicBezTo>
                    <a:pt x="6999" y="2492"/>
                    <a:pt x="6985" y="2513"/>
                    <a:pt x="6986" y="2534"/>
                  </a:cubicBezTo>
                  <a:cubicBezTo>
                    <a:pt x="7078" y="4329"/>
                    <a:pt x="7627" y="6083"/>
                    <a:pt x="8574" y="7610"/>
                  </a:cubicBezTo>
                  <a:cubicBezTo>
                    <a:pt x="9119" y="8487"/>
                    <a:pt x="9716" y="9382"/>
                    <a:pt x="10293" y="10248"/>
                  </a:cubicBezTo>
                  <a:cubicBezTo>
                    <a:pt x="11145" y="11525"/>
                    <a:pt x="12023" y="12841"/>
                    <a:pt x="12779" y="14167"/>
                  </a:cubicBezTo>
                  <a:cubicBezTo>
                    <a:pt x="11352" y="12391"/>
                    <a:pt x="9665" y="10482"/>
                    <a:pt x="7550" y="9216"/>
                  </a:cubicBezTo>
                  <a:cubicBezTo>
                    <a:pt x="5380" y="7914"/>
                    <a:pt x="3139" y="6462"/>
                    <a:pt x="1683" y="4294"/>
                  </a:cubicBezTo>
                  <a:cubicBezTo>
                    <a:pt x="1673" y="4279"/>
                    <a:pt x="1657" y="4271"/>
                    <a:pt x="1640" y="4271"/>
                  </a:cubicBezTo>
                  <a:cubicBezTo>
                    <a:pt x="1634" y="4271"/>
                    <a:pt x="1628" y="4272"/>
                    <a:pt x="1623" y="4274"/>
                  </a:cubicBezTo>
                  <a:cubicBezTo>
                    <a:pt x="1600" y="4282"/>
                    <a:pt x="1586" y="4303"/>
                    <a:pt x="1588" y="4327"/>
                  </a:cubicBezTo>
                  <a:cubicBezTo>
                    <a:pt x="1750" y="5989"/>
                    <a:pt x="2575" y="7699"/>
                    <a:pt x="3912" y="9142"/>
                  </a:cubicBezTo>
                  <a:cubicBezTo>
                    <a:pt x="5293" y="10632"/>
                    <a:pt x="7052" y="11689"/>
                    <a:pt x="8255" y="12355"/>
                  </a:cubicBezTo>
                  <a:cubicBezTo>
                    <a:pt x="9065" y="12802"/>
                    <a:pt x="9844" y="13357"/>
                    <a:pt x="10597" y="13893"/>
                  </a:cubicBezTo>
                  <a:cubicBezTo>
                    <a:pt x="10955" y="14147"/>
                    <a:pt x="11318" y="14407"/>
                    <a:pt x="11687" y="14656"/>
                  </a:cubicBezTo>
                  <a:cubicBezTo>
                    <a:pt x="9899" y="13790"/>
                    <a:pt x="8001" y="13160"/>
                    <a:pt x="6154" y="12546"/>
                  </a:cubicBezTo>
                  <a:cubicBezTo>
                    <a:pt x="4120" y="11872"/>
                    <a:pt x="2018" y="11174"/>
                    <a:pt x="80" y="10169"/>
                  </a:cubicBezTo>
                  <a:cubicBezTo>
                    <a:pt x="72" y="10164"/>
                    <a:pt x="63" y="10162"/>
                    <a:pt x="55" y="10162"/>
                  </a:cubicBezTo>
                  <a:cubicBezTo>
                    <a:pt x="41" y="10162"/>
                    <a:pt x="27" y="10169"/>
                    <a:pt x="16" y="10181"/>
                  </a:cubicBezTo>
                  <a:cubicBezTo>
                    <a:pt x="0" y="10198"/>
                    <a:pt x="0" y="10225"/>
                    <a:pt x="14" y="10246"/>
                  </a:cubicBezTo>
                  <a:cubicBezTo>
                    <a:pt x="1324" y="12007"/>
                    <a:pt x="3296" y="13438"/>
                    <a:pt x="5718" y="14385"/>
                  </a:cubicBezTo>
                  <a:cubicBezTo>
                    <a:pt x="7951" y="15258"/>
                    <a:pt x="10342" y="15627"/>
                    <a:pt x="12256" y="15839"/>
                  </a:cubicBezTo>
                  <a:cubicBezTo>
                    <a:pt x="11208" y="15984"/>
                    <a:pt x="10163" y="16055"/>
                    <a:pt x="9129" y="16055"/>
                  </a:cubicBezTo>
                  <a:cubicBezTo>
                    <a:pt x="6101" y="16055"/>
                    <a:pt x="3165" y="15441"/>
                    <a:pt x="491" y="14233"/>
                  </a:cubicBezTo>
                  <a:cubicBezTo>
                    <a:pt x="484" y="14230"/>
                    <a:pt x="477" y="14228"/>
                    <a:pt x="469" y="14228"/>
                  </a:cubicBezTo>
                  <a:cubicBezTo>
                    <a:pt x="451" y="14228"/>
                    <a:pt x="433" y="14237"/>
                    <a:pt x="424" y="14255"/>
                  </a:cubicBezTo>
                  <a:cubicBezTo>
                    <a:pt x="412" y="14277"/>
                    <a:pt x="417" y="14307"/>
                    <a:pt x="439" y="14322"/>
                  </a:cubicBezTo>
                  <a:cubicBezTo>
                    <a:pt x="2313" y="15666"/>
                    <a:pt x="4576" y="16612"/>
                    <a:pt x="7561" y="17299"/>
                  </a:cubicBezTo>
                  <a:cubicBezTo>
                    <a:pt x="8530" y="17522"/>
                    <a:pt x="9388" y="17638"/>
                    <a:pt x="10216" y="17638"/>
                  </a:cubicBezTo>
                  <a:cubicBezTo>
                    <a:pt x="11676" y="17638"/>
                    <a:pt x="13045" y="17277"/>
                    <a:pt x="14774" y="16504"/>
                  </a:cubicBezTo>
                  <a:cubicBezTo>
                    <a:pt x="16016" y="18005"/>
                    <a:pt x="18026" y="18774"/>
                    <a:pt x="21770" y="19826"/>
                  </a:cubicBezTo>
                  <a:cubicBezTo>
                    <a:pt x="22978" y="20165"/>
                    <a:pt x="24459" y="20461"/>
                    <a:pt x="25954" y="20461"/>
                  </a:cubicBezTo>
                  <a:cubicBezTo>
                    <a:pt x="27231" y="20461"/>
                    <a:pt x="28517" y="20245"/>
                    <a:pt x="29650" y="19656"/>
                  </a:cubicBezTo>
                  <a:cubicBezTo>
                    <a:pt x="29670" y="19645"/>
                    <a:pt x="29681" y="19620"/>
                    <a:pt x="29675" y="19597"/>
                  </a:cubicBezTo>
                  <a:cubicBezTo>
                    <a:pt x="29670" y="19574"/>
                    <a:pt x="29651" y="19558"/>
                    <a:pt x="29624" y="19558"/>
                  </a:cubicBezTo>
                  <a:cubicBezTo>
                    <a:pt x="29408" y="19564"/>
                    <a:pt x="29191" y="19566"/>
                    <a:pt x="28975" y="19566"/>
                  </a:cubicBezTo>
                  <a:cubicBezTo>
                    <a:pt x="24731" y="19566"/>
                    <a:pt x="20569" y="18475"/>
                    <a:pt x="16876" y="16392"/>
                  </a:cubicBezTo>
                  <a:lnTo>
                    <a:pt x="16876" y="16392"/>
                  </a:lnTo>
                  <a:cubicBezTo>
                    <a:pt x="19022" y="16963"/>
                    <a:pt x="21299" y="17534"/>
                    <a:pt x="23632" y="17886"/>
                  </a:cubicBezTo>
                  <a:cubicBezTo>
                    <a:pt x="25006" y="18093"/>
                    <a:pt x="26292" y="18197"/>
                    <a:pt x="27509" y="18197"/>
                  </a:cubicBezTo>
                  <a:cubicBezTo>
                    <a:pt x="28713" y="18197"/>
                    <a:pt x="29849" y="18095"/>
                    <a:pt x="30933" y="17892"/>
                  </a:cubicBezTo>
                  <a:cubicBezTo>
                    <a:pt x="30957" y="17887"/>
                    <a:pt x="30975" y="17868"/>
                    <a:pt x="30976" y="17844"/>
                  </a:cubicBezTo>
                  <a:cubicBezTo>
                    <a:pt x="30978" y="17820"/>
                    <a:pt x="30963" y="17798"/>
                    <a:pt x="30940" y="17791"/>
                  </a:cubicBezTo>
                  <a:cubicBezTo>
                    <a:pt x="27036" y="16566"/>
                    <a:pt x="22530" y="15860"/>
                    <a:pt x="17176" y="15638"/>
                  </a:cubicBezTo>
                  <a:cubicBezTo>
                    <a:pt x="18656" y="15282"/>
                    <a:pt x="20302" y="15257"/>
                    <a:pt x="21898" y="15233"/>
                  </a:cubicBezTo>
                  <a:cubicBezTo>
                    <a:pt x="22592" y="15222"/>
                    <a:pt x="23247" y="15211"/>
                    <a:pt x="23892" y="15176"/>
                  </a:cubicBezTo>
                  <a:cubicBezTo>
                    <a:pt x="26547" y="15029"/>
                    <a:pt x="29137" y="14014"/>
                    <a:pt x="31183" y="12315"/>
                  </a:cubicBezTo>
                  <a:cubicBezTo>
                    <a:pt x="31201" y="12300"/>
                    <a:pt x="31208" y="12276"/>
                    <a:pt x="31198" y="12254"/>
                  </a:cubicBezTo>
                  <a:cubicBezTo>
                    <a:pt x="31189" y="12235"/>
                    <a:pt x="31171" y="12223"/>
                    <a:pt x="31148" y="12223"/>
                  </a:cubicBezTo>
                  <a:cubicBezTo>
                    <a:pt x="31147" y="12223"/>
                    <a:pt x="31146" y="12223"/>
                    <a:pt x="31144" y="12223"/>
                  </a:cubicBezTo>
                  <a:cubicBezTo>
                    <a:pt x="30060" y="12350"/>
                    <a:pt x="28954" y="12452"/>
                    <a:pt x="27885" y="12550"/>
                  </a:cubicBezTo>
                  <a:cubicBezTo>
                    <a:pt x="26633" y="12666"/>
                    <a:pt x="25339" y="12787"/>
                    <a:pt x="24072" y="12944"/>
                  </a:cubicBezTo>
                  <a:cubicBezTo>
                    <a:pt x="21617" y="13250"/>
                    <a:pt x="18993" y="13987"/>
                    <a:pt x="17004" y="14927"/>
                  </a:cubicBezTo>
                  <a:cubicBezTo>
                    <a:pt x="18136" y="13552"/>
                    <a:pt x="20341" y="12709"/>
                    <a:pt x="21013" y="12476"/>
                  </a:cubicBezTo>
                  <a:cubicBezTo>
                    <a:pt x="21383" y="12348"/>
                    <a:pt x="21763" y="12227"/>
                    <a:pt x="22132" y="12110"/>
                  </a:cubicBezTo>
                  <a:cubicBezTo>
                    <a:pt x="23185" y="11777"/>
                    <a:pt x="24275" y="11431"/>
                    <a:pt x="25248" y="10868"/>
                  </a:cubicBezTo>
                  <a:cubicBezTo>
                    <a:pt x="26713" y="10021"/>
                    <a:pt x="27877" y="8693"/>
                    <a:pt x="28525" y="7130"/>
                  </a:cubicBezTo>
                  <a:cubicBezTo>
                    <a:pt x="28534" y="7108"/>
                    <a:pt x="28528" y="7083"/>
                    <a:pt x="28509" y="7069"/>
                  </a:cubicBezTo>
                  <a:cubicBezTo>
                    <a:pt x="28500" y="7062"/>
                    <a:pt x="28489" y="7058"/>
                    <a:pt x="28478" y="7058"/>
                  </a:cubicBezTo>
                  <a:cubicBezTo>
                    <a:pt x="28467" y="7058"/>
                    <a:pt x="28456" y="7061"/>
                    <a:pt x="28447" y="7068"/>
                  </a:cubicBezTo>
                  <a:cubicBezTo>
                    <a:pt x="27115" y="8028"/>
                    <a:pt x="25565" y="8665"/>
                    <a:pt x="24067" y="9280"/>
                  </a:cubicBezTo>
                  <a:cubicBezTo>
                    <a:pt x="23516" y="9506"/>
                    <a:pt x="22946" y="9740"/>
                    <a:pt x="22394" y="9986"/>
                  </a:cubicBezTo>
                  <a:cubicBezTo>
                    <a:pt x="20684" y="10751"/>
                    <a:pt x="18239" y="12321"/>
                    <a:pt x="16815" y="14284"/>
                  </a:cubicBezTo>
                  <a:cubicBezTo>
                    <a:pt x="17141" y="13147"/>
                    <a:pt x="18280" y="11805"/>
                    <a:pt x="19291" y="10886"/>
                  </a:cubicBezTo>
                  <a:cubicBezTo>
                    <a:pt x="19680" y="10531"/>
                    <a:pt x="20098" y="10194"/>
                    <a:pt x="20503" y="9868"/>
                  </a:cubicBezTo>
                  <a:cubicBezTo>
                    <a:pt x="21087" y="9398"/>
                    <a:pt x="21689" y="8912"/>
                    <a:pt x="22219" y="8362"/>
                  </a:cubicBezTo>
                  <a:cubicBezTo>
                    <a:pt x="23323" y="7217"/>
                    <a:pt x="24111" y="5797"/>
                    <a:pt x="24500" y="4253"/>
                  </a:cubicBezTo>
                  <a:cubicBezTo>
                    <a:pt x="24505" y="4233"/>
                    <a:pt x="24496" y="4210"/>
                    <a:pt x="24477" y="4198"/>
                  </a:cubicBezTo>
                  <a:cubicBezTo>
                    <a:pt x="24468" y="4193"/>
                    <a:pt x="24459" y="4190"/>
                    <a:pt x="24449" y="4190"/>
                  </a:cubicBezTo>
                  <a:cubicBezTo>
                    <a:pt x="24438" y="4190"/>
                    <a:pt x="24427" y="4194"/>
                    <a:pt x="24418" y="4201"/>
                  </a:cubicBezTo>
                  <a:cubicBezTo>
                    <a:pt x="24139" y="4418"/>
                    <a:pt x="23861" y="4632"/>
                    <a:pt x="23584" y="4844"/>
                  </a:cubicBezTo>
                  <a:cubicBezTo>
                    <a:pt x="22205" y="5903"/>
                    <a:pt x="20902" y="6904"/>
                    <a:pt x="19729" y="8175"/>
                  </a:cubicBezTo>
                  <a:cubicBezTo>
                    <a:pt x="18445" y="9569"/>
                    <a:pt x="17396" y="11150"/>
                    <a:pt x="16771" y="12607"/>
                  </a:cubicBezTo>
                  <a:cubicBezTo>
                    <a:pt x="17253" y="11174"/>
                    <a:pt x="18019" y="9800"/>
                    <a:pt x="18767" y="8462"/>
                  </a:cubicBezTo>
                  <a:cubicBezTo>
                    <a:pt x="19856" y="6515"/>
                    <a:pt x="20980" y="4501"/>
                    <a:pt x="21182" y="2355"/>
                  </a:cubicBezTo>
                  <a:cubicBezTo>
                    <a:pt x="21185" y="2334"/>
                    <a:pt x="21174" y="2315"/>
                    <a:pt x="21155" y="2304"/>
                  </a:cubicBezTo>
                  <a:cubicBezTo>
                    <a:pt x="21148" y="2300"/>
                    <a:pt x="21139" y="2298"/>
                    <a:pt x="21131" y="2298"/>
                  </a:cubicBezTo>
                  <a:cubicBezTo>
                    <a:pt x="21120" y="2298"/>
                    <a:pt x="21108" y="2302"/>
                    <a:pt x="21099" y="2309"/>
                  </a:cubicBezTo>
                  <a:cubicBezTo>
                    <a:pt x="19838" y="3320"/>
                    <a:pt x="19086" y="4689"/>
                    <a:pt x="18677" y="5659"/>
                  </a:cubicBezTo>
                  <a:cubicBezTo>
                    <a:pt x="18290" y="6580"/>
                    <a:pt x="17999" y="7551"/>
                    <a:pt x="17717" y="8490"/>
                  </a:cubicBezTo>
                  <a:cubicBezTo>
                    <a:pt x="17613" y="8838"/>
                    <a:pt x="17505" y="9198"/>
                    <a:pt x="17394" y="9549"/>
                  </a:cubicBezTo>
                  <a:cubicBezTo>
                    <a:pt x="17080" y="10544"/>
                    <a:pt x="16483" y="11681"/>
                    <a:pt x="15909" y="12613"/>
                  </a:cubicBezTo>
                  <a:cubicBezTo>
                    <a:pt x="16659" y="11041"/>
                    <a:pt x="17183" y="9114"/>
                    <a:pt x="17469" y="6867"/>
                  </a:cubicBezTo>
                  <a:cubicBezTo>
                    <a:pt x="17627" y="5622"/>
                    <a:pt x="17884" y="4450"/>
                    <a:pt x="18132" y="3317"/>
                  </a:cubicBezTo>
                  <a:cubicBezTo>
                    <a:pt x="18325" y="2439"/>
                    <a:pt x="18524" y="1529"/>
                    <a:pt x="18680" y="575"/>
                  </a:cubicBezTo>
                  <a:cubicBezTo>
                    <a:pt x="18684" y="554"/>
                    <a:pt x="18675" y="534"/>
                    <a:pt x="18656" y="523"/>
                  </a:cubicBezTo>
                  <a:cubicBezTo>
                    <a:pt x="18648" y="518"/>
                    <a:pt x="18638" y="516"/>
                    <a:pt x="18629" y="516"/>
                  </a:cubicBezTo>
                  <a:cubicBezTo>
                    <a:pt x="18618" y="516"/>
                    <a:pt x="18607" y="519"/>
                    <a:pt x="18598" y="526"/>
                  </a:cubicBezTo>
                  <a:cubicBezTo>
                    <a:pt x="17382" y="1483"/>
                    <a:pt x="16786" y="2869"/>
                    <a:pt x="16501" y="3865"/>
                  </a:cubicBezTo>
                  <a:cubicBezTo>
                    <a:pt x="16132" y="5148"/>
                    <a:pt x="16050" y="6520"/>
                    <a:pt x="16018" y="7812"/>
                  </a:cubicBezTo>
                  <a:cubicBezTo>
                    <a:pt x="16014" y="7933"/>
                    <a:pt x="16011" y="8054"/>
                    <a:pt x="16008" y="8175"/>
                  </a:cubicBezTo>
                  <a:cubicBezTo>
                    <a:pt x="15991" y="8980"/>
                    <a:pt x="15972" y="9812"/>
                    <a:pt x="15839" y="10617"/>
                  </a:cubicBezTo>
                  <a:cubicBezTo>
                    <a:pt x="15704" y="11423"/>
                    <a:pt x="15120" y="12465"/>
                    <a:pt x="14551" y="13223"/>
                  </a:cubicBezTo>
                  <a:cubicBezTo>
                    <a:pt x="15025" y="11498"/>
                    <a:pt x="15596" y="8482"/>
                    <a:pt x="14738" y="5942"/>
                  </a:cubicBezTo>
                  <a:cubicBezTo>
                    <a:pt x="14400" y="4940"/>
                    <a:pt x="13936" y="3975"/>
                    <a:pt x="13488" y="3040"/>
                  </a:cubicBezTo>
                  <a:cubicBezTo>
                    <a:pt x="13024" y="2073"/>
                    <a:pt x="12543" y="1073"/>
                    <a:pt x="12205" y="36"/>
                  </a:cubicBezTo>
                  <a:cubicBezTo>
                    <a:pt x="12197" y="16"/>
                    <a:pt x="12176" y="1"/>
                    <a:pt x="1215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4" name="Google Shape;7944;p27"/>
            <p:cNvSpPr/>
            <p:nvPr/>
          </p:nvSpPr>
          <p:spPr>
            <a:xfrm>
              <a:off x="1231725" y="5181350"/>
              <a:ext cx="341150" cy="52600"/>
            </a:xfrm>
            <a:custGeom>
              <a:avLst/>
              <a:gdLst/>
              <a:ahLst/>
              <a:cxnLst/>
              <a:rect l="l" t="t" r="r" b="b"/>
              <a:pathLst>
                <a:path w="13646" h="2104" extrusionOk="0">
                  <a:moveTo>
                    <a:pt x="30" y="1"/>
                  </a:moveTo>
                  <a:cubicBezTo>
                    <a:pt x="22" y="1"/>
                    <a:pt x="13" y="5"/>
                    <a:pt x="8" y="13"/>
                  </a:cubicBezTo>
                  <a:cubicBezTo>
                    <a:pt x="0" y="24"/>
                    <a:pt x="4" y="40"/>
                    <a:pt x="15" y="48"/>
                  </a:cubicBezTo>
                  <a:cubicBezTo>
                    <a:pt x="1685" y="1138"/>
                    <a:pt x="3689" y="1500"/>
                    <a:pt x="5769" y="1802"/>
                  </a:cubicBezTo>
                  <a:cubicBezTo>
                    <a:pt x="6865" y="1962"/>
                    <a:pt x="7942" y="2104"/>
                    <a:pt x="9010" y="2104"/>
                  </a:cubicBezTo>
                  <a:cubicBezTo>
                    <a:pt x="9306" y="2104"/>
                    <a:pt x="9600" y="2093"/>
                    <a:pt x="9894" y="2069"/>
                  </a:cubicBezTo>
                  <a:cubicBezTo>
                    <a:pt x="11480" y="1938"/>
                    <a:pt x="12703" y="1489"/>
                    <a:pt x="13634" y="694"/>
                  </a:cubicBezTo>
                  <a:cubicBezTo>
                    <a:pt x="13644" y="684"/>
                    <a:pt x="13646" y="668"/>
                    <a:pt x="13636" y="658"/>
                  </a:cubicBezTo>
                  <a:cubicBezTo>
                    <a:pt x="13631" y="652"/>
                    <a:pt x="13624" y="649"/>
                    <a:pt x="13617" y="649"/>
                  </a:cubicBezTo>
                  <a:cubicBezTo>
                    <a:pt x="13611" y="649"/>
                    <a:pt x="13605" y="651"/>
                    <a:pt x="13600" y="655"/>
                  </a:cubicBezTo>
                  <a:cubicBezTo>
                    <a:pt x="12678" y="1442"/>
                    <a:pt x="11465" y="1887"/>
                    <a:pt x="9890" y="2018"/>
                  </a:cubicBezTo>
                  <a:cubicBezTo>
                    <a:pt x="9597" y="2042"/>
                    <a:pt x="9303" y="2053"/>
                    <a:pt x="9009" y="2053"/>
                  </a:cubicBezTo>
                  <a:cubicBezTo>
                    <a:pt x="7944" y="2053"/>
                    <a:pt x="6870" y="1911"/>
                    <a:pt x="5776" y="1751"/>
                  </a:cubicBezTo>
                  <a:cubicBezTo>
                    <a:pt x="3703" y="1450"/>
                    <a:pt x="1703" y="1088"/>
                    <a:pt x="43" y="5"/>
                  </a:cubicBezTo>
                  <a:cubicBezTo>
                    <a:pt x="39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5" name="Google Shape;7945;p27"/>
            <p:cNvSpPr/>
            <p:nvPr/>
          </p:nvSpPr>
          <p:spPr>
            <a:xfrm>
              <a:off x="1203175" y="5070350"/>
              <a:ext cx="370075" cy="137450"/>
            </a:xfrm>
            <a:custGeom>
              <a:avLst/>
              <a:gdLst/>
              <a:ahLst/>
              <a:cxnLst/>
              <a:rect l="l" t="t" r="r" b="b"/>
              <a:pathLst>
                <a:path w="14803" h="5498" extrusionOk="0">
                  <a:moveTo>
                    <a:pt x="29" y="1"/>
                  </a:moveTo>
                  <a:cubicBezTo>
                    <a:pt x="22" y="1"/>
                    <a:pt x="14" y="4"/>
                    <a:pt x="9" y="10"/>
                  </a:cubicBezTo>
                  <a:cubicBezTo>
                    <a:pt x="0" y="20"/>
                    <a:pt x="0" y="36"/>
                    <a:pt x="11" y="46"/>
                  </a:cubicBezTo>
                  <a:cubicBezTo>
                    <a:pt x="1392" y="1317"/>
                    <a:pt x="3155" y="2361"/>
                    <a:pt x="5403" y="3240"/>
                  </a:cubicBezTo>
                  <a:cubicBezTo>
                    <a:pt x="7005" y="3865"/>
                    <a:pt x="8687" y="4345"/>
                    <a:pt x="10313" y="4811"/>
                  </a:cubicBezTo>
                  <a:cubicBezTo>
                    <a:pt x="10678" y="4915"/>
                    <a:pt x="11042" y="5018"/>
                    <a:pt x="11407" y="5124"/>
                  </a:cubicBezTo>
                  <a:lnTo>
                    <a:pt x="11450" y="5137"/>
                  </a:lnTo>
                  <a:cubicBezTo>
                    <a:pt x="11987" y="5293"/>
                    <a:pt x="12542" y="5454"/>
                    <a:pt x="13109" y="5488"/>
                  </a:cubicBezTo>
                  <a:cubicBezTo>
                    <a:pt x="13206" y="5493"/>
                    <a:pt x="13311" y="5497"/>
                    <a:pt x="13421" y="5497"/>
                  </a:cubicBezTo>
                  <a:cubicBezTo>
                    <a:pt x="13858" y="5497"/>
                    <a:pt x="14381" y="5431"/>
                    <a:pt x="14789" y="5127"/>
                  </a:cubicBezTo>
                  <a:cubicBezTo>
                    <a:pt x="14800" y="5118"/>
                    <a:pt x="14803" y="5102"/>
                    <a:pt x="14795" y="5091"/>
                  </a:cubicBezTo>
                  <a:cubicBezTo>
                    <a:pt x="14790" y="5084"/>
                    <a:pt x="14782" y="5080"/>
                    <a:pt x="14775" y="5080"/>
                  </a:cubicBezTo>
                  <a:cubicBezTo>
                    <a:pt x="14769" y="5080"/>
                    <a:pt x="14763" y="5082"/>
                    <a:pt x="14758" y="5085"/>
                  </a:cubicBezTo>
                  <a:cubicBezTo>
                    <a:pt x="14364" y="5381"/>
                    <a:pt x="13853" y="5445"/>
                    <a:pt x="13425" y="5445"/>
                  </a:cubicBezTo>
                  <a:cubicBezTo>
                    <a:pt x="13314" y="5445"/>
                    <a:pt x="13209" y="5441"/>
                    <a:pt x="13113" y="5435"/>
                  </a:cubicBezTo>
                  <a:cubicBezTo>
                    <a:pt x="12552" y="5403"/>
                    <a:pt x="11999" y="5243"/>
                    <a:pt x="11463" y="5087"/>
                  </a:cubicBezTo>
                  <a:lnTo>
                    <a:pt x="11422" y="5075"/>
                  </a:lnTo>
                  <a:cubicBezTo>
                    <a:pt x="11057" y="4968"/>
                    <a:pt x="10693" y="4865"/>
                    <a:pt x="10328" y="4761"/>
                  </a:cubicBezTo>
                  <a:cubicBezTo>
                    <a:pt x="8702" y="4297"/>
                    <a:pt x="7021" y="3817"/>
                    <a:pt x="5422" y="3191"/>
                  </a:cubicBezTo>
                  <a:cubicBezTo>
                    <a:pt x="3180" y="2315"/>
                    <a:pt x="1422" y="1274"/>
                    <a:pt x="46" y="8"/>
                  </a:cubicBezTo>
                  <a:cubicBezTo>
                    <a:pt x="41" y="3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6" name="Google Shape;7946;p27"/>
            <p:cNvSpPr/>
            <p:nvPr/>
          </p:nvSpPr>
          <p:spPr>
            <a:xfrm>
              <a:off x="1242150" y="4923175"/>
              <a:ext cx="331275" cy="276650"/>
            </a:xfrm>
            <a:custGeom>
              <a:avLst/>
              <a:gdLst/>
              <a:ahLst/>
              <a:cxnLst/>
              <a:rect l="l" t="t" r="r" b="b"/>
              <a:pathLst>
                <a:path w="13251" h="11066" extrusionOk="0">
                  <a:moveTo>
                    <a:pt x="29" y="1"/>
                  </a:moveTo>
                  <a:cubicBezTo>
                    <a:pt x="26" y="1"/>
                    <a:pt x="22" y="1"/>
                    <a:pt x="19" y="3"/>
                  </a:cubicBezTo>
                  <a:cubicBezTo>
                    <a:pt x="6" y="8"/>
                    <a:pt x="0" y="24"/>
                    <a:pt x="6" y="36"/>
                  </a:cubicBezTo>
                  <a:cubicBezTo>
                    <a:pt x="929" y="2233"/>
                    <a:pt x="2776" y="3826"/>
                    <a:pt x="4281" y="4968"/>
                  </a:cubicBezTo>
                  <a:cubicBezTo>
                    <a:pt x="4815" y="5373"/>
                    <a:pt x="5372" y="5770"/>
                    <a:pt x="5910" y="6152"/>
                  </a:cubicBezTo>
                  <a:cubicBezTo>
                    <a:pt x="7134" y="7024"/>
                    <a:pt x="8400" y="7925"/>
                    <a:pt x="9489" y="8993"/>
                  </a:cubicBezTo>
                  <a:cubicBezTo>
                    <a:pt x="9611" y="9113"/>
                    <a:pt x="9734" y="9238"/>
                    <a:pt x="9852" y="9359"/>
                  </a:cubicBezTo>
                  <a:cubicBezTo>
                    <a:pt x="10245" y="9758"/>
                    <a:pt x="10651" y="10171"/>
                    <a:pt x="11119" y="10492"/>
                  </a:cubicBezTo>
                  <a:cubicBezTo>
                    <a:pt x="11457" y="10724"/>
                    <a:pt x="12074" y="11065"/>
                    <a:pt x="12773" y="11065"/>
                  </a:cubicBezTo>
                  <a:cubicBezTo>
                    <a:pt x="12922" y="11065"/>
                    <a:pt x="13074" y="11050"/>
                    <a:pt x="13227" y="11015"/>
                  </a:cubicBezTo>
                  <a:cubicBezTo>
                    <a:pt x="13242" y="11011"/>
                    <a:pt x="13250" y="10998"/>
                    <a:pt x="13248" y="10985"/>
                  </a:cubicBezTo>
                  <a:cubicBezTo>
                    <a:pt x="13244" y="10972"/>
                    <a:pt x="13233" y="10964"/>
                    <a:pt x="13222" y="10964"/>
                  </a:cubicBezTo>
                  <a:cubicBezTo>
                    <a:pt x="13220" y="10964"/>
                    <a:pt x="13218" y="10964"/>
                    <a:pt x="13217" y="10964"/>
                  </a:cubicBezTo>
                  <a:cubicBezTo>
                    <a:pt x="13066" y="10999"/>
                    <a:pt x="12918" y="11014"/>
                    <a:pt x="12773" y="11014"/>
                  </a:cubicBezTo>
                  <a:cubicBezTo>
                    <a:pt x="12088" y="11014"/>
                    <a:pt x="11482" y="10678"/>
                    <a:pt x="11149" y="10449"/>
                  </a:cubicBezTo>
                  <a:cubicBezTo>
                    <a:pt x="10685" y="10130"/>
                    <a:pt x="10280" y="9720"/>
                    <a:pt x="9890" y="9322"/>
                  </a:cubicBezTo>
                  <a:cubicBezTo>
                    <a:pt x="9770" y="9202"/>
                    <a:pt x="9648" y="9077"/>
                    <a:pt x="9525" y="8956"/>
                  </a:cubicBezTo>
                  <a:cubicBezTo>
                    <a:pt x="8434" y="7885"/>
                    <a:pt x="7165" y="6984"/>
                    <a:pt x="5940" y="6110"/>
                  </a:cubicBezTo>
                  <a:cubicBezTo>
                    <a:pt x="5402" y="5727"/>
                    <a:pt x="4846" y="5331"/>
                    <a:pt x="4313" y="4927"/>
                  </a:cubicBezTo>
                  <a:cubicBezTo>
                    <a:pt x="2812" y="3788"/>
                    <a:pt x="972" y="2202"/>
                    <a:pt x="53" y="16"/>
                  </a:cubicBezTo>
                  <a:cubicBezTo>
                    <a:pt x="49" y="7"/>
                    <a:pt x="39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7" name="Google Shape;7947;p27"/>
            <p:cNvSpPr/>
            <p:nvPr/>
          </p:nvSpPr>
          <p:spPr>
            <a:xfrm>
              <a:off x="1376350" y="4878200"/>
              <a:ext cx="196500" cy="320675"/>
            </a:xfrm>
            <a:custGeom>
              <a:avLst/>
              <a:gdLst/>
              <a:ahLst/>
              <a:cxnLst/>
              <a:rect l="l" t="t" r="r" b="b"/>
              <a:pathLst>
                <a:path w="7860" h="12827" extrusionOk="0">
                  <a:moveTo>
                    <a:pt x="29" y="1"/>
                  </a:moveTo>
                  <a:cubicBezTo>
                    <a:pt x="26" y="1"/>
                    <a:pt x="22" y="2"/>
                    <a:pt x="19" y="3"/>
                  </a:cubicBezTo>
                  <a:cubicBezTo>
                    <a:pt x="7" y="10"/>
                    <a:pt x="0" y="24"/>
                    <a:pt x="7" y="38"/>
                  </a:cubicBezTo>
                  <a:cubicBezTo>
                    <a:pt x="836" y="1858"/>
                    <a:pt x="1855" y="3599"/>
                    <a:pt x="3038" y="5212"/>
                  </a:cubicBezTo>
                  <a:cubicBezTo>
                    <a:pt x="3214" y="5453"/>
                    <a:pt x="3397" y="5695"/>
                    <a:pt x="3575" y="5929"/>
                  </a:cubicBezTo>
                  <a:cubicBezTo>
                    <a:pt x="4402" y="7024"/>
                    <a:pt x="5256" y="8156"/>
                    <a:pt x="5698" y="9465"/>
                  </a:cubicBezTo>
                  <a:cubicBezTo>
                    <a:pt x="5778" y="9705"/>
                    <a:pt x="5847" y="9954"/>
                    <a:pt x="5913" y="10196"/>
                  </a:cubicBezTo>
                  <a:cubicBezTo>
                    <a:pt x="6023" y="10605"/>
                    <a:pt x="6139" y="11028"/>
                    <a:pt x="6320" y="11419"/>
                  </a:cubicBezTo>
                  <a:cubicBezTo>
                    <a:pt x="6456" y="11714"/>
                    <a:pt x="6967" y="12683"/>
                    <a:pt x="7827" y="12827"/>
                  </a:cubicBezTo>
                  <a:lnTo>
                    <a:pt x="7831" y="12827"/>
                  </a:lnTo>
                  <a:cubicBezTo>
                    <a:pt x="7843" y="12827"/>
                    <a:pt x="7854" y="12817"/>
                    <a:pt x="7857" y="12805"/>
                  </a:cubicBezTo>
                  <a:cubicBezTo>
                    <a:pt x="7859" y="12790"/>
                    <a:pt x="7849" y="12777"/>
                    <a:pt x="7835" y="12775"/>
                  </a:cubicBezTo>
                  <a:cubicBezTo>
                    <a:pt x="7001" y="12636"/>
                    <a:pt x="6499" y="11686"/>
                    <a:pt x="6366" y="11398"/>
                  </a:cubicBezTo>
                  <a:cubicBezTo>
                    <a:pt x="6187" y="11010"/>
                    <a:pt x="6073" y="10591"/>
                    <a:pt x="5963" y="10183"/>
                  </a:cubicBezTo>
                  <a:cubicBezTo>
                    <a:pt x="5897" y="9941"/>
                    <a:pt x="5828" y="9689"/>
                    <a:pt x="5746" y="9447"/>
                  </a:cubicBezTo>
                  <a:cubicBezTo>
                    <a:pt x="5303" y="8131"/>
                    <a:pt x="4445" y="6996"/>
                    <a:pt x="3615" y="5898"/>
                  </a:cubicBezTo>
                  <a:cubicBezTo>
                    <a:pt x="3439" y="5664"/>
                    <a:pt x="3254" y="5422"/>
                    <a:pt x="3080" y="5181"/>
                  </a:cubicBezTo>
                  <a:cubicBezTo>
                    <a:pt x="1898" y="3571"/>
                    <a:pt x="881" y="1834"/>
                    <a:pt x="54" y="16"/>
                  </a:cubicBezTo>
                  <a:cubicBezTo>
                    <a:pt x="49" y="6"/>
                    <a:pt x="39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8" name="Google Shape;7948;p27"/>
            <p:cNvSpPr/>
            <p:nvPr/>
          </p:nvSpPr>
          <p:spPr>
            <a:xfrm>
              <a:off x="1504275" y="4817175"/>
              <a:ext cx="68975" cy="381500"/>
            </a:xfrm>
            <a:custGeom>
              <a:avLst/>
              <a:gdLst/>
              <a:ahLst/>
              <a:cxnLst/>
              <a:rect l="l" t="t" r="r" b="b"/>
              <a:pathLst>
                <a:path w="2759" h="15260" extrusionOk="0">
                  <a:moveTo>
                    <a:pt x="25" y="1"/>
                  </a:moveTo>
                  <a:cubicBezTo>
                    <a:pt x="11" y="2"/>
                    <a:pt x="1" y="14"/>
                    <a:pt x="1" y="28"/>
                  </a:cubicBezTo>
                  <a:cubicBezTo>
                    <a:pt x="84" y="1494"/>
                    <a:pt x="589" y="2904"/>
                    <a:pt x="1077" y="4268"/>
                  </a:cubicBezTo>
                  <a:cubicBezTo>
                    <a:pt x="1389" y="5139"/>
                    <a:pt x="1712" y="6039"/>
                    <a:pt x="1923" y="6948"/>
                  </a:cubicBezTo>
                  <a:cubicBezTo>
                    <a:pt x="2259" y="8397"/>
                    <a:pt x="2323" y="9941"/>
                    <a:pt x="2103" y="11415"/>
                  </a:cubicBezTo>
                  <a:cubicBezTo>
                    <a:pt x="2079" y="11576"/>
                    <a:pt x="2051" y="11741"/>
                    <a:pt x="2024" y="11900"/>
                  </a:cubicBezTo>
                  <a:cubicBezTo>
                    <a:pt x="1941" y="12397"/>
                    <a:pt x="1855" y="12909"/>
                    <a:pt x="1868" y="13420"/>
                  </a:cubicBezTo>
                  <a:cubicBezTo>
                    <a:pt x="1890" y="14148"/>
                    <a:pt x="2212" y="14851"/>
                    <a:pt x="2713" y="15253"/>
                  </a:cubicBezTo>
                  <a:cubicBezTo>
                    <a:pt x="2718" y="15257"/>
                    <a:pt x="2724" y="15260"/>
                    <a:pt x="2729" y="15260"/>
                  </a:cubicBezTo>
                  <a:lnTo>
                    <a:pt x="2729" y="15258"/>
                  </a:lnTo>
                  <a:cubicBezTo>
                    <a:pt x="2737" y="15258"/>
                    <a:pt x="2744" y="15255"/>
                    <a:pt x="2749" y="15249"/>
                  </a:cubicBezTo>
                  <a:cubicBezTo>
                    <a:pt x="2759" y="15238"/>
                    <a:pt x="2756" y="15222"/>
                    <a:pt x="2745" y="15212"/>
                  </a:cubicBezTo>
                  <a:cubicBezTo>
                    <a:pt x="2257" y="14820"/>
                    <a:pt x="1941" y="14132"/>
                    <a:pt x="1920" y="13419"/>
                  </a:cubicBezTo>
                  <a:cubicBezTo>
                    <a:pt x="1906" y="12913"/>
                    <a:pt x="1992" y="12402"/>
                    <a:pt x="2075" y="11908"/>
                  </a:cubicBezTo>
                  <a:cubicBezTo>
                    <a:pt x="2102" y="11750"/>
                    <a:pt x="2130" y="11584"/>
                    <a:pt x="2155" y="11421"/>
                  </a:cubicBezTo>
                  <a:cubicBezTo>
                    <a:pt x="2374" y="9943"/>
                    <a:pt x="2311" y="8392"/>
                    <a:pt x="1973" y="6936"/>
                  </a:cubicBezTo>
                  <a:cubicBezTo>
                    <a:pt x="1762" y="6024"/>
                    <a:pt x="1439" y="5123"/>
                    <a:pt x="1125" y="4249"/>
                  </a:cubicBezTo>
                  <a:cubicBezTo>
                    <a:pt x="638" y="2891"/>
                    <a:pt x="135" y="1483"/>
                    <a:pt x="53" y="25"/>
                  </a:cubicBezTo>
                  <a:cubicBezTo>
                    <a:pt x="52" y="12"/>
                    <a:pt x="40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9" name="Google Shape;7949;p27"/>
            <p:cNvSpPr/>
            <p:nvPr/>
          </p:nvSpPr>
          <p:spPr>
            <a:xfrm>
              <a:off x="1566400" y="4829650"/>
              <a:ext cx="99875" cy="369000"/>
            </a:xfrm>
            <a:custGeom>
              <a:avLst/>
              <a:gdLst/>
              <a:ahLst/>
              <a:cxnLst/>
              <a:rect l="l" t="t" r="r" b="b"/>
              <a:pathLst>
                <a:path w="3995" h="14760" extrusionOk="0">
                  <a:moveTo>
                    <a:pt x="3966" y="1"/>
                  </a:moveTo>
                  <a:cubicBezTo>
                    <a:pt x="3956" y="1"/>
                    <a:pt x="3947" y="6"/>
                    <a:pt x="3942" y="14"/>
                  </a:cubicBezTo>
                  <a:cubicBezTo>
                    <a:pt x="3015" y="1747"/>
                    <a:pt x="2421" y="3616"/>
                    <a:pt x="2175" y="5567"/>
                  </a:cubicBezTo>
                  <a:cubicBezTo>
                    <a:pt x="2114" y="6043"/>
                    <a:pt x="2074" y="6534"/>
                    <a:pt x="2035" y="7009"/>
                  </a:cubicBezTo>
                  <a:cubicBezTo>
                    <a:pt x="1928" y="8306"/>
                    <a:pt x="1819" y="9646"/>
                    <a:pt x="1289" y="10843"/>
                  </a:cubicBezTo>
                  <a:cubicBezTo>
                    <a:pt x="1164" y="11128"/>
                    <a:pt x="1012" y="11408"/>
                    <a:pt x="866" y="11678"/>
                  </a:cubicBezTo>
                  <a:cubicBezTo>
                    <a:pt x="696" y="11992"/>
                    <a:pt x="521" y="12315"/>
                    <a:pt x="384" y="12650"/>
                  </a:cubicBezTo>
                  <a:cubicBezTo>
                    <a:pt x="65" y="13426"/>
                    <a:pt x="0" y="14209"/>
                    <a:pt x="213" y="14742"/>
                  </a:cubicBezTo>
                  <a:cubicBezTo>
                    <a:pt x="217" y="14752"/>
                    <a:pt x="226" y="14758"/>
                    <a:pt x="237" y="14758"/>
                  </a:cubicBezTo>
                  <a:lnTo>
                    <a:pt x="237" y="14759"/>
                  </a:lnTo>
                  <a:cubicBezTo>
                    <a:pt x="240" y="14759"/>
                    <a:pt x="244" y="14758"/>
                    <a:pt x="247" y="14756"/>
                  </a:cubicBezTo>
                  <a:cubicBezTo>
                    <a:pt x="260" y="14751"/>
                    <a:pt x="267" y="14736"/>
                    <a:pt x="261" y="14723"/>
                  </a:cubicBezTo>
                  <a:cubicBezTo>
                    <a:pt x="54" y="14202"/>
                    <a:pt x="118" y="13434"/>
                    <a:pt x="432" y="12670"/>
                  </a:cubicBezTo>
                  <a:cubicBezTo>
                    <a:pt x="568" y="12338"/>
                    <a:pt x="743" y="12015"/>
                    <a:pt x="911" y="11704"/>
                  </a:cubicBezTo>
                  <a:cubicBezTo>
                    <a:pt x="1058" y="11432"/>
                    <a:pt x="1210" y="11152"/>
                    <a:pt x="1338" y="10864"/>
                  </a:cubicBezTo>
                  <a:cubicBezTo>
                    <a:pt x="1870" y="9659"/>
                    <a:pt x="1981" y="8314"/>
                    <a:pt x="2087" y="7013"/>
                  </a:cubicBezTo>
                  <a:cubicBezTo>
                    <a:pt x="2125" y="6539"/>
                    <a:pt x="2165" y="6048"/>
                    <a:pt x="2226" y="5572"/>
                  </a:cubicBezTo>
                  <a:cubicBezTo>
                    <a:pt x="2470" y="3628"/>
                    <a:pt x="3064" y="1766"/>
                    <a:pt x="3988" y="39"/>
                  </a:cubicBezTo>
                  <a:cubicBezTo>
                    <a:pt x="3995" y="27"/>
                    <a:pt x="3989" y="10"/>
                    <a:pt x="3977" y="4"/>
                  </a:cubicBezTo>
                  <a:cubicBezTo>
                    <a:pt x="3974" y="2"/>
                    <a:pt x="3970" y="1"/>
                    <a:pt x="396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0" name="Google Shape;7950;p27"/>
            <p:cNvSpPr/>
            <p:nvPr/>
          </p:nvSpPr>
          <p:spPr>
            <a:xfrm>
              <a:off x="1571475" y="4873500"/>
              <a:ext cx="158300" cy="324950"/>
            </a:xfrm>
            <a:custGeom>
              <a:avLst/>
              <a:gdLst/>
              <a:ahLst/>
              <a:cxnLst/>
              <a:rect l="l" t="t" r="r" b="b"/>
              <a:pathLst>
                <a:path w="6332" h="12998" extrusionOk="0">
                  <a:moveTo>
                    <a:pt x="6302" y="1"/>
                  </a:moveTo>
                  <a:cubicBezTo>
                    <a:pt x="6294" y="1"/>
                    <a:pt x="6286" y="5"/>
                    <a:pt x="6281" y="12"/>
                  </a:cubicBezTo>
                  <a:cubicBezTo>
                    <a:pt x="4890" y="1974"/>
                    <a:pt x="3961" y="4326"/>
                    <a:pt x="3064" y="6601"/>
                  </a:cubicBezTo>
                  <a:cubicBezTo>
                    <a:pt x="2202" y="8788"/>
                    <a:pt x="1310" y="11049"/>
                    <a:pt x="9" y="12955"/>
                  </a:cubicBezTo>
                  <a:cubicBezTo>
                    <a:pt x="1" y="12967"/>
                    <a:pt x="3" y="12984"/>
                    <a:pt x="15" y="12992"/>
                  </a:cubicBezTo>
                  <a:cubicBezTo>
                    <a:pt x="19" y="12996"/>
                    <a:pt x="25" y="12997"/>
                    <a:pt x="30" y="12997"/>
                  </a:cubicBezTo>
                  <a:lnTo>
                    <a:pt x="30" y="12996"/>
                  </a:lnTo>
                  <a:cubicBezTo>
                    <a:pt x="38" y="12996"/>
                    <a:pt x="46" y="12993"/>
                    <a:pt x="52" y="12985"/>
                  </a:cubicBezTo>
                  <a:cubicBezTo>
                    <a:pt x="1355" y="11073"/>
                    <a:pt x="2249" y="8809"/>
                    <a:pt x="3112" y="6620"/>
                  </a:cubicBezTo>
                  <a:cubicBezTo>
                    <a:pt x="4008" y="4348"/>
                    <a:pt x="4935" y="1999"/>
                    <a:pt x="6324" y="42"/>
                  </a:cubicBezTo>
                  <a:cubicBezTo>
                    <a:pt x="6332" y="30"/>
                    <a:pt x="6329" y="13"/>
                    <a:pt x="6317" y="5"/>
                  </a:cubicBezTo>
                  <a:cubicBezTo>
                    <a:pt x="6312" y="2"/>
                    <a:pt x="6307" y="1"/>
                    <a:pt x="630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1" name="Google Shape;7951;p27"/>
            <p:cNvSpPr/>
            <p:nvPr/>
          </p:nvSpPr>
          <p:spPr>
            <a:xfrm>
              <a:off x="1571975" y="4921475"/>
              <a:ext cx="239175" cy="277375"/>
            </a:xfrm>
            <a:custGeom>
              <a:avLst/>
              <a:gdLst/>
              <a:ahLst/>
              <a:cxnLst/>
              <a:rect l="l" t="t" r="r" b="b"/>
              <a:pathLst>
                <a:path w="9567" h="11095" extrusionOk="0">
                  <a:moveTo>
                    <a:pt x="9536" y="0"/>
                  </a:moveTo>
                  <a:cubicBezTo>
                    <a:pt x="9528" y="0"/>
                    <a:pt x="9521" y="4"/>
                    <a:pt x="9516" y="10"/>
                  </a:cubicBezTo>
                  <a:cubicBezTo>
                    <a:pt x="8234" y="1653"/>
                    <a:pt x="6826" y="3221"/>
                    <a:pt x="5331" y="4672"/>
                  </a:cubicBezTo>
                  <a:cubicBezTo>
                    <a:pt x="5214" y="4785"/>
                    <a:pt x="5096" y="4898"/>
                    <a:pt x="4977" y="5012"/>
                  </a:cubicBezTo>
                  <a:cubicBezTo>
                    <a:pt x="3913" y="6034"/>
                    <a:pt x="2813" y="7092"/>
                    <a:pt x="2227" y="8452"/>
                  </a:cubicBezTo>
                  <a:cubicBezTo>
                    <a:pt x="2147" y="8639"/>
                    <a:pt x="2075" y="8833"/>
                    <a:pt x="2007" y="9020"/>
                  </a:cubicBezTo>
                  <a:cubicBezTo>
                    <a:pt x="1871" y="9391"/>
                    <a:pt x="1730" y="9774"/>
                    <a:pt x="1514" y="10111"/>
                  </a:cubicBezTo>
                  <a:cubicBezTo>
                    <a:pt x="1229" y="10556"/>
                    <a:pt x="719" y="11043"/>
                    <a:pt x="172" y="11043"/>
                  </a:cubicBezTo>
                  <a:cubicBezTo>
                    <a:pt x="126" y="11043"/>
                    <a:pt x="80" y="11040"/>
                    <a:pt x="33" y="11032"/>
                  </a:cubicBezTo>
                  <a:cubicBezTo>
                    <a:pt x="31" y="11032"/>
                    <a:pt x="30" y="11032"/>
                    <a:pt x="28" y="11032"/>
                  </a:cubicBezTo>
                  <a:cubicBezTo>
                    <a:pt x="15" y="11032"/>
                    <a:pt x="5" y="11041"/>
                    <a:pt x="3" y="11054"/>
                  </a:cubicBezTo>
                  <a:cubicBezTo>
                    <a:pt x="1" y="11067"/>
                    <a:pt x="10" y="11081"/>
                    <a:pt x="25" y="11083"/>
                  </a:cubicBezTo>
                  <a:cubicBezTo>
                    <a:pt x="73" y="11092"/>
                    <a:pt x="123" y="11094"/>
                    <a:pt x="171" y="11094"/>
                  </a:cubicBezTo>
                  <a:lnTo>
                    <a:pt x="171" y="11094"/>
                  </a:lnTo>
                  <a:cubicBezTo>
                    <a:pt x="738" y="11094"/>
                    <a:pt x="1264" y="10595"/>
                    <a:pt x="1557" y="10139"/>
                  </a:cubicBezTo>
                  <a:cubicBezTo>
                    <a:pt x="1777" y="9797"/>
                    <a:pt x="1919" y="9411"/>
                    <a:pt x="2056" y="9037"/>
                  </a:cubicBezTo>
                  <a:cubicBezTo>
                    <a:pt x="2124" y="8850"/>
                    <a:pt x="2195" y="8658"/>
                    <a:pt x="2274" y="8472"/>
                  </a:cubicBezTo>
                  <a:cubicBezTo>
                    <a:pt x="2857" y="7121"/>
                    <a:pt x="3953" y="6068"/>
                    <a:pt x="5013" y="5048"/>
                  </a:cubicBezTo>
                  <a:cubicBezTo>
                    <a:pt x="5132" y="4935"/>
                    <a:pt x="5250" y="4822"/>
                    <a:pt x="5367" y="4708"/>
                  </a:cubicBezTo>
                  <a:cubicBezTo>
                    <a:pt x="6863" y="3256"/>
                    <a:pt x="8273" y="1686"/>
                    <a:pt x="9557" y="42"/>
                  </a:cubicBezTo>
                  <a:cubicBezTo>
                    <a:pt x="9566" y="30"/>
                    <a:pt x="9563" y="14"/>
                    <a:pt x="9553" y="6"/>
                  </a:cubicBezTo>
                  <a:cubicBezTo>
                    <a:pt x="9548" y="2"/>
                    <a:pt x="9542" y="0"/>
                    <a:pt x="9536" y="0"/>
                  </a:cubicBezTo>
                  <a:close/>
                  <a:moveTo>
                    <a:pt x="171" y="11094"/>
                  </a:moveTo>
                  <a:cubicBezTo>
                    <a:pt x="171" y="11094"/>
                    <a:pt x="171" y="11094"/>
                    <a:pt x="170" y="11094"/>
                  </a:cubicBezTo>
                  <a:lnTo>
                    <a:pt x="172" y="11094"/>
                  </a:lnTo>
                  <a:cubicBezTo>
                    <a:pt x="171" y="11094"/>
                    <a:pt x="171" y="11094"/>
                    <a:pt x="171" y="11094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2" name="Google Shape;7952;p27"/>
            <p:cNvSpPr/>
            <p:nvPr/>
          </p:nvSpPr>
          <p:spPr>
            <a:xfrm>
              <a:off x="1571575" y="4994125"/>
              <a:ext cx="339175" cy="206025"/>
            </a:xfrm>
            <a:custGeom>
              <a:avLst/>
              <a:gdLst/>
              <a:ahLst/>
              <a:cxnLst/>
              <a:rect l="l" t="t" r="r" b="b"/>
              <a:pathLst>
                <a:path w="13567" h="8241" extrusionOk="0">
                  <a:moveTo>
                    <a:pt x="13537" y="1"/>
                  </a:moveTo>
                  <a:cubicBezTo>
                    <a:pt x="13529" y="1"/>
                    <a:pt x="13522" y="4"/>
                    <a:pt x="13517" y="11"/>
                  </a:cubicBezTo>
                  <a:cubicBezTo>
                    <a:pt x="12257" y="1740"/>
                    <a:pt x="10208" y="2715"/>
                    <a:pt x="8386" y="3493"/>
                  </a:cubicBezTo>
                  <a:cubicBezTo>
                    <a:pt x="8222" y="3563"/>
                    <a:pt x="8058" y="3632"/>
                    <a:pt x="7894" y="3702"/>
                  </a:cubicBezTo>
                  <a:cubicBezTo>
                    <a:pt x="6130" y="4448"/>
                    <a:pt x="4306" y="5222"/>
                    <a:pt x="2928" y="6566"/>
                  </a:cubicBezTo>
                  <a:cubicBezTo>
                    <a:pt x="2800" y="6690"/>
                    <a:pt x="2675" y="6820"/>
                    <a:pt x="2554" y="6947"/>
                  </a:cubicBezTo>
                  <a:cubicBezTo>
                    <a:pt x="2277" y="7236"/>
                    <a:pt x="1990" y="7536"/>
                    <a:pt x="1662" y="7773"/>
                  </a:cubicBezTo>
                  <a:cubicBezTo>
                    <a:pt x="1282" y="8046"/>
                    <a:pt x="864" y="8189"/>
                    <a:pt x="468" y="8189"/>
                  </a:cubicBezTo>
                  <a:cubicBezTo>
                    <a:pt x="320" y="8189"/>
                    <a:pt x="176" y="8169"/>
                    <a:pt x="37" y="8129"/>
                  </a:cubicBezTo>
                  <a:cubicBezTo>
                    <a:pt x="35" y="8128"/>
                    <a:pt x="32" y="8128"/>
                    <a:pt x="30" y="8128"/>
                  </a:cubicBezTo>
                  <a:cubicBezTo>
                    <a:pt x="19" y="8128"/>
                    <a:pt x="8" y="8135"/>
                    <a:pt x="5" y="8147"/>
                  </a:cubicBezTo>
                  <a:cubicBezTo>
                    <a:pt x="1" y="8160"/>
                    <a:pt x="9" y="8175"/>
                    <a:pt x="22" y="8179"/>
                  </a:cubicBezTo>
                  <a:cubicBezTo>
                    <a:pt x="166" y="8221"/>
                    <a:pt x="315" y="8241"/>
                    <a:pt x="467" y="8241"/>
                  </a:cubicBezTo>
                  <a:lnTo>
                    <a:pt x="469" y="8241"/>
                  </a:lnTo>
                  <a:cubicBezTo>
                    <a:pt x="875" y="8241"/>
                    <a:pt x="1303" y="8094"/>
                    <a:pt x="1692" y="7814"/>
                  </a:cubicBezTo>
                  <a:cubicBezTo>
                    <a:pt x="2025" y="7575"/>
                    <a:pt x="2313" y="7273"/>
                    <a:pt x="2592" y="6983"/>
                  </a:cubicBezTo>
                  <a:cubicBezTo>
                    <a:pt x="2713" y="6856"/>
                    <a:pt x="2838" y="6726"/>
                    <a:pt x="2964" y="6602"/>
                  </a:cubicBezTo>
                  <a:cubicBezTo>
                    <a:pt x="4335" y="5265"/>
                    <a:pt x="6154" y="4494"/>
                    <a:pt x="7914" y="3750"/>
                  </a:cubicBezTo>
                  <a:cubicBezTo>
                    <a:pt x="8078" y="3680"/>
                    <a:pt x="8242" y="3610"/>
                    <a:pt x="8406" y="3540"/>
                  </a:cubicBezTo>
                  <a:cubicBezTo>
                    <a:pt x="10235" y="2760"/>
                    <a:pt x="12290" y="1780"/>
                    <a:pt x="13559" y="42"/>
                  </a:cubicBezTo>
                  <a:cubicBezTo>
                    <a:pt x="13567" y="30"/>
                    <a:pt x="13564" y="14"/>
                    <a:pt x="13552" y="6"/>
                  </a:cubicBezTo>
                  <a:cubicBezTo>
                    <a:pt x="13548" y="3"/>
                    <a:pt x="13542" y="1"/>
                    <a:pt x="1353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3" name="Google Shape;7953;p27"/>
            <p:cNvSpPr/>
            <p:nvPr/>
          </p:nvSpPr>
          <p:spPr>
            <a:xfrm>
              <a:off x="1571475" y="5122950"/>
              <a:ext cx="405975" cy="81150"/>
            </a:xfrm>
            <a:custGeom>
              <a:avLst/>
              <a:gdLst/>
              <a:ahLst/>
              <a:cxnLst/>
              <a:rect l="l" t="t" r="r" b="b"/>
              <a:pathLst>
                <a:path w="16239" h="3246" extrusionOk="0">
                  <a:moveTo>
                    <a:pt x="16209" y="1"/>
                  </a:moveTo>
                  <a:cubicBezTo>
                    <a:pt x="16205" y="1"/>
                    <a:pt x="16202" y="1"/>
                    <a:pt x="16198" y="3"/>
                  </a:cubicBezTo>
                  <a:cubicBezTo>
                    <a:pt x="13985" y="949"/>
                    <a:pt x="11543" y="1249"/>
                    <a:pt x="9182" y="1541"/>
                  </a:cubicBezTo>
                  <a:cubicBezTo>
                    <a:pt x="7216" y="1783"/>
                    <a:pt x="5181" y="2033"/>
                    <a:pt x="3278" y="2652"/>
                  </a:cubicBezTo>
                  <a:cubicBezTo>
                    <a:pt x="3158" y="2692"/>
                    <a:pt x="3037" y="2733"/>
                    <a:pt x="2917" y="2773"/>
                  </a:cubicBezTo>
                  <a:cubicBezTo>
                    <a:pt x="2514" y="2910"/>
                    <a:pt x="2097" y="3051"/>
                    <a:pt x="1673" y="3129"/>
                  </a:cubicBezTo>
                  <a:cubicBezTo>
                    <a:pt x="1442" y="3173"/>
                    <a:pt x="1223" y="3194"/>
                    <a:pt x="1015" y="3194"/>
                  </a:cubicBezTo>
                  <a:cubicBezTo>
                    <a:pt x="653" y="3194"/>
                    <a:pt x="327" y="3129"/>
                    <a:pt x="41" y="2999"/>
                  </a:cubicBezTo>
                  <a:cubicBezTo>
                    <a:pt x="37" y="2997"/>
                    <a:pt x="33" y="2996"/>
                    <a:pt x="30" y="2996"/>
                  </a:cubicBezTo>
                  <a:cubicBezTo>
                    <a:pt x="20" y="2996"/>
                    <a:pt x="10" y="3002"/>
                    <a:pt x="6" y="3011"/>
                  </a:cubicBezTo>
                  <a:cubicBezTo>
                    <a:pt x="1" y="3024"/>
                    <a:pt x="6" y="3039"/>
                    <a:pt x="19" y="3046"/>
                  </a:cubicBezTo>
                  <a:cubicBezTo>
                    <a:pt x="313" y="3179"/>
                    <a:pt x="646" y="3245"/>
                    <a:pt x="1016" y="3245"/>
                  </a:cubicBezTo>
                  <a:lnTo>
                    <a:pt x="1018" y="3245"/>
                  </a:lnTo>
                  <a:cubicBezTo>
                    <a:pt x="1228" y="3245"/>
                    <a:pt x="1450" y="3224"/>
                    <a:pt x="1682" y="3181"/>
                  </a:cubicBezTo>
                  <a:cubicBezTo>
                    <a:pt x="2110" y="3101"/>
                    <a:pt x="2528" y="2960"/>
                    <a:pt x="2933" y="2823"/>
                  </a:cubicBezTo>
                  <a:cubicBezTo>
                    <a:pt x="3055" y="2781"/>
                    <a:pt x="3174" y="2741"/>
                    <a:pt x="3294" y="2702"/>
                  </a:cubicBezTo>
                  <a:cubicBezTo>
                    <a:pt x="5194" y="2083"/>
                    <a:pt x="7224" y="1833"/>
                    <a:pt x="9188" y="1592"/>
                  </a:cubicBezTo>
                  <a:cubicBezTo>
                    <a:pt x="11553" y="1300"/>
                    <a:pt x="14000" y="998"/>
                    <a:pt x="16218" y="51"/>
                  </a:cubicBezTo>
                  <a:cubicBezTo>
                    <a:pt x="16232" y="45"/>
                    <a:pt x="16239" y="30"/>
                    <a:pt x="16233" y="16"/>
                  </a:cubicBezTo>
                  <a:cubicBezTo>
                    <a:pt x="16228" y="6"/>
                    <a:pt x="16219" y="1"/>
                    <a:pt x="1620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4" name="Google Shape;7954;p27"/>
            <p:cNvSpPr/>
            <p:nvPr/>
          </p:nvSpPr>
          <p:spPr>
            <a:xfrm>
              <a:off x="1571500" y="5196925"/>
              <a:ext cx="403025" cy="65175"/>
            </a:xfrm>
            <a:custGeom>
              <a:avLst/>
              <a:gdLst/>
              <a:ahLst/>
              <a:cxnLst/>
              <a:rect l="l" t="t" r="r" b="b"/>
              <a:pathLst>
                <a:path w="16121" h="2607" extrusionOk="0">
                  <a:moveTo>
                    <a:pt x="30" y="0"/>
                  </a:moveTo>
                  <a:cubicBezTo>
                    <a:pt x="25" y="0"/>
                    <a:pt x="19" y="2"/>
                    <a:pt x="14" y="5"/>
                  </a:cubicBezTo>
                  <a:cubicBezTo>
                    <a:pt x="4" y="14"/>
                    <a:pt x="1" y="30"/>
                    <a:pt x="9" y="41"/>
                  </a:cubicBezTo>
                  <a:cubicBezTo>
                    <a:pt x="796" y="1088"/>
                    <a:pt x="10757" y="2425"/>
                    <a:pt x="16094" y="2607"/>
                  </a:cubicBezTo>
                  <a:cubicBezTo>
                    <a:pt x="16109" y="2607"/>
                    <a:pt x="16119" y="2596"/>
                    <a:pt x="16121" y="2581"/>
                  </a:cubicBezTo>
                  <a:cubicBezTo>
                    <a:pt x="16121" y="2568"/>
                    <a:pt x="16110" y="2556"/>
                    <a:pt x="16095" y="2554"/>
                  </a:cubicBezTo>
                  <a:cubicBezTo>
                    <a:pt x="10768" y="2373"/>
                    <a:pt x="830" y="1048"/>
                    <a:pt x="51" y="10"/>
                  </a:cubicBezTo>
                  <a:cubicBezTo>
                    <a:pt x="46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5" name="Google Shape;7955;p27"/>
            <p:cNvSpPr/>
            <p:nvPr/>
          </p:nvSpPr>
          <p:spPr>
            <a:xfrm>
              <a:off x="1571500" y="5198175"/>
              <a:ext cx="367375" cy="116500"/>
            </a:xfrm>
            <a:custGeom>
              <a:avLst/>
              <a:gdLst/>
              <a:ahLst/>
              <a:cxnLst/>
              <a:rect l="l" t="t" r="r" b="b"/>
              <a:pathLst>
                <a:path w="14695" h="4660" extrusionOk="0">
                  <a:moveTo>
                    <a:pt x="30" y="0"/>
                  </a:moveTo>
                  <a:cubicBezTo>
                    <a:pt x="25" y="0"/>
                    <a:pt x="20" y="2"/>
                    <a:pt x="16" y="5"/>
                  </a:cubicBezTo>
                  <a:cubicBezTo>
                    <a:pt x="4" y="13"/>
                    <a:pt x="1" y="29"/>
                    <a:pt x="9" y="41"/>
                  </a:cubicBezTo>
                  <a:cubicBezTo>
                    <a:pt x="590" y="852"/>
                    <a:pt x="1436" y="1557"/>
                    <a:pt x="2596" y="2192"/>
                  </a:cubicBezTo>
                  <a:cubicBezTo>
                    <a:pt x="3615" y="2751"/>
                    <a:pt x="4714" y="3137"/>
                    <a:pt x="5751" y="3470"/>
                  </a:cubicBezTo>
                  <a:cubicBezTo>
                    <a:pt x="6947" y="3855"/>
                    <a:pt x="8528" y="4325"/>
                    <a:pt x="10158" y="4537"/>
                  </a:cubicBezTo>
                  <a:cubicBezTo>
                    <a:pt x="10782" y="4618"/>
                    <a:pt x="11388" y="4660"/>
                    <a:pt x="11973" y="4660"/>
                  </a:cubicBezTo>
                  <a:lnTo>
                    <a:pt x="11974" y="4660"/>
                  </a:lnTo>
                  <a:cubicBezTo>
                    <a:pt x="12932" y="4660"/>
                    <a:pt x="13835" y="4551"/>
                    <a:pt x="14673" y="4333"/>
                  </a:cubicBezTo>
                  <a:cubicBezTo>
                    <a:pt x="14686" y="4329"/>
                    <a:pt x="14695" y="4315"/>
                    <a:pt x="14692" y="4300"/>
                  </a:cubicBezTo>
                  <a:cubicBezTo>
                    <a:pt x="14689" y="4289"/>
                    <a:pt x="14678" y="4282"/>
                    <a:pt x="14667" y="4282"/>
                  </a:cubicBezTo>
                  <a:cubicBezTo>
                    <a:pt x="14664" y="4282"/>
                    <a:pt x="14662" y="4282"/>
                    <a:pt x="14660" y="4283"/>
                  </a:cubicBezTo>
                  <a:cubicBezTo>
                    <a:pt x="13826" y="4499"/>
                    <a:pt x="12927" y="4608"/>
                    <a:pt x="11973" y="4608"/>
                  </a:cubicBezTo>
                  <a:cubicBezTo>
                    <a:pt x="11390" y="4608"/>
                    <a:pt x="10786" y="4567"/>
                    <a:pt x="10165" y="4486"/>
                  </a:cubicBezTo>
                  <a:cubicBezTo>
                    <a:pt x="8540" y="4273"/>
                    <a:pt x="6960" y="3805"/>
                    <a:pt x="5767" y="3420"/>
                  </a:cubicBezTo>
                  <a:cubicBezTo>
                    <a:pt x="4732" y="3088"/>
                    <a:pt x="3636" y="2703"/>
                    <a:pt x="2622" y="2146"/>
                  </a:cubicBezTo>
                  <a:cubicBezTo>
                    <a:pt x="1469" y="1516"/>
                    <a:pt x="628" y="816"/>
                    <a:pt x="51" y="10"/>
                  </a:cubicBezTo>
                  <a:cubicBezTo>
                    <a:pt x="46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6" name="Google Shape;7956;p27"/>
            <p:cNvSpPr/>
            <p:nvPr/>
          </p:nvSpPr>
          <p:spPr>
            <a:xfrm>
              <a:off x="1528300" y="4938725"/>
              <a:ext cx="20950" cy="73550"/>
            </a:xfrm>
            <a:custGeom>
              <a:avLst/>
              <a:gdLst/>
              <a:ahLst/>
              <a:cxnLst/>
              <a:rect l="l" t="t" r="r" b="b"/>
              <a:pathLst>
                <a:path w="838" h="2942" extrusionOk="0">
                  <a:moveTo>
                    <a:pt x="29" y="0"/>
                  </a:moveTo>
                  <a:cubicBezTo>
                    <a:pt x="25" y="0"/>
                    <a:pt x="22" y="1"/>
                    <a:pt x="19" y="2"/>
                  </a:cubicBezTo>
                  <a:cubicBezTo>
                    <a:pt x="6" y="8"/>
                    <a:pt x="0" y="22"/>
                    <a:pt x="6" y="36"/>
                  </a:cubicBezTo>
                  <a:cubicBezTo>
                    <a:pt x="385" y="960"/>
                    <a:pt x="646" y="1931"/>
                    <a:pt x="783" y="2920"/>
                  </a:cubicBezTo>
                  <a:cubicBezTo>
                    <a:pt x="785" y="2932"/>
                    <a:pt x="797" y="2942"/>
                    <a:pt x="809" y="2942"/>
                  </a:cubicBezTo>
                  <a:lnTo>
                    <a:pt x="813" y="2942"/>
                  </a:lnTo>
                  <a:cubicBezTo>
                    <a:pt x="826" y="2940"/>
                    <a:pt x="837" y="2927"/>
                    <a:pt x="834" y="2912"/>
                  </a:cubicBezTo>
                  <a:cubicBezTo>
                    <a:pt x="697" y="1919"/>
                    <a:pt x="433" y="945"/>
                    <a:pt x="53" y="17"/>
                  </a:cubicBezTo>
                  <a:cubicBezTo>
                    <a:pt x="49" y="7"/>
                    <a:pt x="39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7" name="Google Shape;7957;p27"/>
            <p:cNvSpPr/>
            <p:nvPr/>
          </p:nvSpPr>
          <p:spPr>
            <a:xfrm>
              <a:off x="1521975" y="4921525"/>
              <a:ext cx="5325" cy="10400"/>
            </a:xfrm>
            <a:custGeom>
              <a:avLst/>
              <a:gdLst/>
              <a:ahLst/>
              <a:cxnLst/>
              <a:rect l="l" t="t" r="r" b="b"/>
              <a:pathLst>
                <a:path w="213" h="416" extrusionOk="0">
                  <a:moveTo>
                    <a:pt x="30" y="0"/>
                  </a:moveTo>
                  <a:cubicBezTo>
                    <a:pt x="26" y="0"/>
                    <a:pt x="23" y="1"/>
                    <a:pt x="19" y="3"/>
                  </a:cubicBezTo>
                  <a:cubicBezTo>
                    <a:pt x="6" y="8"/>
                    <a:pt x="0" y="23"/>
                    <a:pt x="6" y="36"/>
                  </a:cubicBezTo>
                  <a:lnTo>
                    <a:pt x="159" y="400"/>
                  </a:lnTo>
                  <a:cubicBezTo>
                    <a:pt x="163" y="410"/>
                    <a:pt x="174" y="416"/>
                    <a:pt x="183" y="416"/>
                  </a:cubicBezTo>
                  <a:cubicBezTo>
                    <a:pt x="187" y="416"/>
                    <a:pt x="190" y="416"/>
                    <a:pt x="194" y="414"/>
                  </a:cubicBezTo>
                  <a:cubicBezTo>
                    <a:pt x="206" y="409"/>
                    <a:pt x="213" y="393"/>
                    <a:pt x="207" y="379"/>
                  </a:cubicBezTo>
                  <a:lnTo>
                    <a:pt x="53" y="16"/>
                  </a:lnTo>
                  <a:cubicBezTo>
                    <a:pt x="49" y="6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8" name="Google Shape;7958;p27"/>
            <p:cNvSpPr/>
            <p:nvPr/>
          </p:nvSpPr>
          <p:spPr>
            <a:xfrm>
              <a:off x="1507550" y="4898725"/>
              <a:ext cx="29275" cy="81600"/>
            </a:xfrm>
            <a:custGeom>
              <a:avLst/>
              <a:gdLst/>
              <a:ahLst/>
              <a:cxnLst/>
              <a:rect l="l" t="t" r="r" b="b"/>
              <a:pathLst>
                <a:path w="1171" h="3264" extrusionOk="0">
                  <a:moveTo>
                    <a:pt x="29" y="0"/>
                  </a:moveTo>
                  <a:cubicBezTo>
                    <a:pt x="26" y="0"/>
                    <a:pt x="22" y="1"/>
                    <a:pt x="19" y="3"/>
                  </a:cubicBezTo>
                  <a:cubicBezTo>
                    <a:pt x="7" y="7"/>
                    <a:pt x="0" y="21"/>
                    <a:pt x="4" y="35"/>
                  </a:cubicBezTo>
                  <a:cubicBezTo>
                    <a:pt x="404" y="1090"/>
                    <a:pt x="778" y="2170"/>
                    <a:pt x="1117" y="3246"/>
                  </a:cubicBezTo>
                  <a:cubicBezTo>
                    <a:pt x="1121" y="3257"/>
                    <a:pt x="1130" y="3264"/>
                    <a:pt x="1141" y="3264"/>
                  </a:cubicBezTo>
                  <a:cubicBezTo>
                    <a:pt x="1144" y="3264"/>
                    <a:pt x="1146" y="3264"/>
                    <a:pt x="1149" y="3262"/>
                  </a:cubicBezTo>
                  <a:cubicBezTo>
                    <a:pt x="1163" y="3258"/>
                    <a:pt x="1171" y="3243"/>
                    <a:pt x="1167" y="3230"/>
                  </a:cubicBezTo>
                  <a:cubicBezTo>
                    <a:pt x="828" y="2152"/>
                    <a:pt x="452" y="1072"/>
                    <a:pt x="53" y="17"/>
                  </a:cubicBezTo>
                  <a:cubicBezTo>
                    <a:pt x="49" y="7"/>
                    <a:pt x="39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9" name="Google Shape;7959;p27"/>
            <p:cNvSpPr/>
            <p:nvPr/>
          </p:nvSpPr>
          <p:spPr>
            <a:xfrm>
              <a:off x="1565850" y="4989550"/>
              <a:ext cx="8475" cy="64475"/>
            </a:xfrm>
            <a:custGeom>
              <a:avLst/>
              <a:gdLst/>
              <a:ahLst/>
              <a:cxnLst/>
              <a:rect l="l" t="t" r="r" b="b"/>
              <a:pathLst>
                <a:path w="339" h="2579" extrusionOk="0">
                  <a:moveTo>
                    <a:pt x="31" y="1"/>
                  </a:moveTo>
                  <a:cubicBezTo>
                    <a:pt x="29" y="1"/>
                    <a:pt x="26" y="1"/>
                    <a:pt x="24" y="2"/>
                  </a:cubicBezTo>
                  <a:cubicBezTo>
                    <a:pt x="10" y="5"/>
                    <a:pt x="1" y="19"/>
                    <a:pt x="5" y="33"/>
                  </a:cubicBezTo>
                  <a:cubicBezTo>
                    <a:pt x="222" y="856"/>
                    <a:pt x="288" y="1702"/>
                    <a:pt x="200" y="2550"/>
                  </a:cubicBezTo>
                  <a:cubicBezTo>
                    <a:pt x="199" y="2563"/>
                    <a:pt x="209" y="2577"/>
                    <a:pt x="223" y="2578"/>
                  </a:cubicBezTo>
                  <a:lnTo>
                    <a:pt x="226" y="2578"/>
                  </a:lnTo>
                  <a:cubicBezTo>
                    <a:pt x="239" y="2578"/>
                    <a:pt x="250" y="2568"/>
                    <a:pt x="251" y="2554"/>
                  </a:cubicBezTo>
                  <a:cubicBezTo>
                    <a:pt x="339" y="1702"/>
                    <a:pt x="273" y="850"/>
                    <a:pt x="55" y="21"/>
                  </a:cubicBezTo>
                  <a:cubicBezTo>
                    <a:pt x="53" y="9"/>
                    <a:pt x="42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0" name="Google Shape;7960;p27"/>
            <p:cNvSpPr/>
            <p:nvPr/>
          </p:nvSpPr>
          <p:spPr>
            <a:xfrm>
              <a:off x="1570000" y="5061100"/>
              <a:ext cx="1475" cy="8150"/>
            </a:xfrm>
            <a:custGeom>
              <a:avLst/>
              <a:gdLst/>
              <a:ahLst/>
              <a:cxnLst/>
              <a:rect l="l" t="t" r="r" b="b"/>
              <a:pathLst>
                <a:path w="59" h="326" extrusionOk="0">
                  <a:moveTo>
                    <a:pt x="31" y="0"/>
                  </a:moveTo>
                  <a:cubicBezTo>
                    <a:pt x="18" y="0"/>
                    <a:pt x="6" y="11"/>
                    <a:pt x="6" y="26"/>
                  </a:cubicBezTo>
                  <a:lnTo>
                    <a:pt x="0" y="299"/>
                  </a:lnTo>
                  <a:cubicBezTo>
                    <a:pt x="0" y="314"/>
                    <a:pt x="11" y="326"/>
                    <a:pt x="26" y="326"/>
                  </a:cubicBezTo>
                  <a:cubicBezTo>
                    <a:pt x="41" y="326"/>
                    <a:pt x="52" y="315"/>
                    <a:pt x="53" y="300"/>
                  </a:cubicBezTo>
                  <a:lnTo>
                    <a:pt x="57" y="26"/>
                  </a:lnTo>
                  <a:cubicBezTo>
                    <a:pt x="58" y="12"/>
                    <a:pt x="46" y="0"/>
                    <a:pt x="3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1" name="Google Shape;7961;p27"/>
            <p:cNvSpPr/>
            <p:nvPr/>
          </p:nvSpPr>
          <p:spPr>
            <a:xfrm>
              <a:off x="1549925" y="5028675"/>
              <a:ext cx="3725" cy="29350"/>
            </a:xfrm>
            <a:custGeom>
              <a:avLst/>
              <a:gdLst/>
              <a:ahLst/>
              <a:cxnLst/>
              <a:rect l="l" t="t" r="r" b="b"/>
              <a:pathLst>
                <a:path w="149" h="1174" extrusionOk="0">
                  <a:moveTo>
                    <a:pt x="24" y="0"/>
                  </a:moveTo>
                  <a:cubicBezTo>
                    <a:pt x="10" y="3"/>
                    <a:pt x="0" y="15"/>
                    <a:pt x="2" y="30"/>
                  </a:cubicBezTo>
                  <a:cubicBezTo>
                    <a:pt x="53" y="398"/>
                    <a:pt x="85" y="775"/>
                    <a:pt x="96" y="1148"/>
                  </a:cubicBezTo>
                  <a:cubicBezTo>
                    <a:pt x="96" y="1161"/>
                    <a:pt x="108" y="1173"/>
                    <a:pt x="121" y="1173"/>
                  </a:cubicBezTo>
                  <a:lnTo>
                    <a:pt x="123" y="1173"/>
                  </a:lnTo>
                  <a:cubicBezTo>
                    <a:pt x="136" y="1172"/>
                    <a:pt x="148" y="1160"/>
                    <a:pt x="147" y="1146"/>
                  </a:cubicBezTo>
                  <a:cubicBezTo>
                    <a:pt x="136" y="772"/>
                    <a:pt x="105" y="394"/>
                    <a:pt x="53" y="23"/>
                  </a:cubicBezTo>
                  <a:cubicBezTo>
                    <a:pt x="51" y="8"/>
                    <a:pt x="39" y="0"/>
                    <a:pt x="2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2" name="Google Shape;7962;p27"/>
            <p:cNvSpPr/>
            <p:nvPr/>
          </p:nvSpPr>
          <p:spPr>
            <a:xfrm>
              <a:off x="1405275" y="4949525"/>
              <a:ext cx="36225" cy="55075"/>
            </a:xfrm>
            <a:custGeom>
              <a:avLst/>
              <a:gdLst/>
              <a:ahLst/>
              <a:cxnLst/>
              <a:rect l="l" t="t" r="r" b="b"/>
              <a:pathLst>
                <a:path w="1449" h="2203" extrusionOk="0">
                  <a:moveTo>
                    <a:pt x="31" y="0"/>
                  </a:moveTo>
                  <a:cubicBezTo>
                    <a:pt x="26" y="0"/>
                    <a:pt x="22" y="1"/>
                    <a:pt x="18" y="3"/>
                  </a:cubicBezTo>
                  <a:cubicBezTo>
                    <a:pt x="5" y="10"/>
                    <a:pt x="0" y="26"/>
                    <a:pt x="7" y="38"/>
                  </a:cubicBezTo>
                  <a:cubicBezTo>
                    <a:pt x="413" y="789"/>
                    <a:pt x="881" y="1514"/>
                    <a:pt x="1399" y="2192"/>
                  </a:cubicBezTo>
                  <a:cubicBezTo>
                    <a:pt x="1405" y="2199"/>
                    <a:pt x="1413" y="2203"/>
                    <a:pt x="1421" y="2203"/>
                  </a:cubicBezTo>
                  <a:cubicBezTo>
                    <a:pt x="1426" y="2203"/>
                    <a:pt x="1431" y="2200"/>
                    <a:pt x="1436" y="2198"/>
                  </a:cubicBezTo>
                  <a:cubicBezTo>
                    <a:pt x="1448" y="2188"/>
                    <a:pt x="1449" y="2172"/>
                    <a:pt x="1441" y="2161"/>
                  </a:cubicBezTo>
                  <a:cubicBezTo>
                    <a:pt x="924" y="1485"/>
                    <a:pt x="457" y="762"/>
                    <a:pt x="53" y="14"/>
                  </a:cubicBezTo>
                  <a:cubicBezTo>
                    <a:pt x="48" y="5"/>
                    <a:pt x="40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3" name="Google Shape;7963;p27"/>
            <p:cNvSpPr/>
            <p:nvPr/>
          </p:nvSpPr>
          <p:spPr>
            <a:xfrm>
              <a:off x="1445450" y="5009975"/>
              <a:ext cx="5975" cy="6875"/>
            </a:xfrm>
            <a:custGeom>
              <a:avLst/>
              <a:gdLst/>
              <a:ahLst/>
              <a:cxnLst/>
              <a:rect l="l" t="t" r="r" b="b"/>
              <a:pathLst>
                <a:path w="239" h="275" extrusionOk="0">
                  <a:moveTo>
                    <a:pt x="31" y="1"/>
                  </a:moveTo>
                  <a:cubicBezTo>
                    <a:pt x="25" y="1"/>
                    <a:pt x="18" y="3"/>
                    <a:pt x="13" y="7"/>
                  </a:cubicBezTo>
                  <a:cubicBezTo>
                    <a:pt x="2" y="15"/>
                    <a:pt x="1" y="31"/>
                    <a:pt x="9" y="43"/>
                  </a:cubicBezTo>
                  <a:lnTo>
                    <a:pt x="189" y="265"/>
                  </a:lnTo>
                  <a:cubicBezTo>
                    <a:pt x="194" y="272"/>
                    <a:pt x="201" y="275"/>
                    <a:pt x="209" y="275"/>
                  </a:cubicBezTo>
                  <a:cubicBezTo>
                    <a:pt x="215" y="275"/>
                    <a:pt x="221" y="273"/>
                    <a:pt x="225" y="269"/>
                  </a:cubicBezTo>
                  <a:cubicBezTo>
                    <a:pt x="237" y="260"/>
                    <a:pt x="239" y="244"/>
                    <a:pt x="229" y="233"/>
                  </a:cubicBezTo>
                  <a:lnTo>
                    <a:pt x="49" y="10"/>
                  </a:lnTo>
                  <a:cubicBezTo>
                    <a:pt x="45" y="4"/>
                    <a:pt x="38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4" name="Google Shape;7964;p27"/>
            <p:cNvSpPr/>
            <p:nvPr/>
          </p:nvSpPr>
          <p:spPr>
            <a:xfrm>
              <a:off x="1419825" y="4996725"/>
              <a:ext cx="37925" cy="55725"/>
            </a:xfrm>
            <a:custGeom>
              <a:avLst/>
              <a:gdLst/>
              <a:ahLst/>
              <a:cxnLst/>
              <a:rect l="l" t="t" r="r" b="b"/>
              <a:pathLst>
                <a:path w="1517" h="2229" extrusionOk="0">
                  <a:moveTo>
                    <a:pt x="29" y="1"/>
                  </a:moveTo>
                  <a:cubicBezTo>
                    <a:pt x="25" y="1"/>
                    <a:pt x="21" y="2"/>
                    <a:pt x="17" y="4"/>
                  </a:cubicBezTo>
                  <a:cubicBezTo>
                    <a:pt x="5" y="12"/>
                    <a:pt x="1" y="28"/>
                    <a:pt x="7" y="41"/>
                  </a:cubicBezTo>
                  <a:cubicBezTo>
                    <a:pt x="449" y="791"/>
                    <a:pt x="940" y="1524"/>
                    <a:pt x="1467" y="2219"/>
                  </a:cubicBezTo>
                  <a:cubicBezTo>
                    <a:pt x="1471" y="2225"/>
                    <a:pt x="1479" y="2228"/>
                    <a:pt x="1487" y="2228"/>
                  </a:cubicBezTo>
                  <a:cubicBezTo>
                    <a:pt x="1493" y="2228"/>
                    <a:pt x="1498" y="2227"/>
                    <a:pt x="1503" y="2223"/>
                  </a:cubicBezTo>
                  <a:cubicBezTo>
                    <a:pt x="1514" y="2215"/>
                    <a:pt x="1517" y="2198"/>
                    <a:pt x="1507" y="2186"/>
                  </a:cubicBezTo>
                  <a:cubicBezTo>
                    <a:pt x="983" y="1494"/>
                    <a:pt x="493" y="763"/>
                    <a:pt x="53" y="14"/>
                  </a:cubicBezTo>
                  <a:cubicBezTo>
                    <a:pt x="48" y="5"/>
                    <a:pt x="38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5" name="Google Shape;7965;p27"/>
            <p:cNvSpPr/>
            <p:nvPr/>
          </p:nvSpPr>
          <p:spPr>
            <a:xfrm>
              <a:off x="1459825" y="5056825"/>
              <a:ext cx="5275" cy="7650"/>
            </a:xfrm>
            <a:custGeom>
              <a:avLst/>
              <a:gdLst/>
              <a:ahLst/>
              <a:cxnLst/>
              <a:rect l="l" t="t" r="r" b="b"/>
              <a:pathLst>
                <a:path w="211" h="306" extrusionOk="0">
                  <a:moveTo>
                    <a:pt x="31" y="1"/>
                  </a:moveTo>
                  <a:cubicBezTo>
                    <a:pt x="27" y="1"/>
                    <a:pt x="22" y="2"/>
                    <a:pt x="18" y="4"/>
                  </a:cubicBezTo>
                  <a:cubicBezTo>
                    <a:pt x="4" y="11"/>
                    <a:pt x="0" y="27"/>
                    <a:pt x="8" y="39"/>
                  </a:cubicBezTo>
                  <a:lnTo>
                    <a:pt x="159" y="292"/>
                  </a:lnTo>
                  <a:cubicBezTo>
                    <a:pt x="163" y="300"/>
                    <a:pt x="172" y="306"/>
                    <a:pt x="180" y="306"/>
                  </a:cubicBezTo>
                  <a:cubicBezTo>
                    <a:pt x="186" y="306"/>
                    <a:pt x="190" y="304"/>
                    <a:pt x="194" y="302"/>
                  </a:cubicBezTo>
                  <a:cubicBezTo>
                    <a:pt x="206" y="295"/>
                    <a:pt x="210" y="279"/>
                    <a:pt x="203" y="267"/>
                  </a:cubicBezTo>
                  <a:lnTo>
                    <a:pt x="53" y="14"/>
                  </a:lnTo>
                  <a:cubicBezTo>
                    <a:pt x="48" y="5"/>
                    <a:pt x="40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6" name="Google Shape;7966;p27"/>
            <p:cNvSpPr/>
            <p:nvPr/>
          </p:nvSpPr>
          <p:spPr>
            <a:xfrm>
              <a:off x="1475825" y="5004225"/>
              <a:ext cx="31550" cy="50400"/>
            </a:xfrm>
            <a:custGeom>
              <a:avLst/>
              <a:gdLst/>
              <a:ahLst/>
              <a:cxnLst/>
              <a:rect l="l" t="t" r="r" b="b"/>
              <a:pathLst>
                <a:path w="1262" h="2016" extrusionOk="0">
                  <a:moveTo>
                    <a:pt x="28" y="1"/>
                  </a:moveTo>
                  <a:cubicBezTo>
                    <a:pt x="22" y="1"/>
                    <a:pt x="16" y="3"/>
                    <a:pt x="11" y="7"/>
                  </a:cubicBezTo>
                  <a:cubicBezTo>
                    <a:pt x="2" y="16"/>
                    <a:pt x="1" y="32"/>
                    <a:pt x="10" y="43"/>
                  </a:cubicBezTo>
                  <a:cubicBezTo>
                    <a:pt x="528" y="618"/>
                    <a:pt x="931" y="1276"/>
                    <a:pt x="1207" y="1998"/>
                  </a:cubicBezTo>
                  <a:cubicBezTo>
                    <a:pt x="1211" y="2009"/>
                    <a:pt x="1221" y="2015"/>
                    <a:pt x="1231" y="2015"/>
                  </a:cubicBezTo>
                  <a:cubicBezTo>
                    <a:pt x="1234" y="2015"/>
                    <a:pt x="1237" y="2014"/>
                    <a:pt x="1241" y="2013"/>
                  </a:cubicBezTo>
                  <a:cubicBezTo>
                    <a:pt x="1253" y="2009"/>
                    <a:pt x="1261" y="1993"/>
                    <a:pt x="1256" y="1981"/>
                  </a:cubicBezTo>
                  <a:cubicBezTo>
                    <a:pt x="977" y="1251"/>
                    <a:pt x="571" y="588"/>
                    <a:pt x="49" y="10"/>
                  </a:cubicBezTo>
                  <a:cubicBezTo>
                    <a:pt x="43" y="4"/>
                    <a:pt x="35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7" name="Google Shape;7967;p27"/>
            <p:cNvSpPr/>
            <p:nvPr/>
          </p:nvSpPr>
          <p:spPr>
            <a:xfrm>
              <a:off x="1507750" y="5059700"/>
              <a:ext cx="4225" cy="6875"/>
            </a:xfrm>
            <a:custGeom>
              <a:avLst/>
              <a:gdLst/>
              <a:ahLst/>
              <a:cxnLst/>
              <a:rect l="l" t="t" r="r" b="b"/>
              <a:pathLst>
                <a:path w="169" h="275" extrusionOk="0">
                  <a:moveTo>
                    <a:pt x="30" y="1"/>
                  </a:moveTo>
                  <a:cubicBezTo>
                    <a:pt x="26" y="1"/>
                    <a:pt x="22" y="2"/>
                    <a:pt x="18" y="4"/>
                  </a:cubicBezTo>
                  <a:cubicBezTo>
                    <a:pt x="6" y="9"/>
                    <a:pt x="0" y="25"/>
                    <a:pt x="7" y="39"/>
                  </a:cubicBezTo>
                  <a:lnTo>
                    <a:pt x="116" y="259"/>
                  </a:lnTo>
                  <a:cubicBezTo>
                    <a:pt x="121" y="268"/>
                    <a:pt x="130" y="274"/>
                    <a:pt x="139" y="274"/>
                  </a:cubicBezTo>
                  <a:lnTo>
                    <a:pt x="139" y="274"/>
                  </a:lnTo>
                  <a:cubicBezTo>
                    <a:pt x="143" y="274"/>
                    <a:pt x="147" y="273"/>
                    <a:pt x="151" y="271"/>
                  </a:cubicBezTo>
                  <a:cubicBezTo>
                    <a:pt x="164" y="265"/>
                    <a:pt x="168" y="249"/>
                    <a:pt x="163" y="236"/>
                  </a:cubicBezTo>
                  <a:lnTo>
                    <a:pt x="53" y="14"/>
                  </a:lnTo>
                  <a:cubicBezTo>
                    <a:pt x="49" y="6"/>
                    <a:pt x="40" y="1"/>
                    <a:pt x="30" y="1"/>
                  </a:cubicBezTo>
                  <a:close/>
                  <a:moveTo>
                    <a:pt x="139" y="274"/>
                  </a:moveTo>
                  <a:cubicBezTo>
                    <a:pt x="139" y="274"/>
                    <a:pt x="139" y="274"/>
                    <a:pt x="139" y="274"/>
                  </a:cubicBezTo>
                  <a:lnTo>
                    <a:pt x="140" y="274"/>
                  </a:lnTo>
                  <a:cubicBezTo>
                    <a:pt x="140" y="274"/>
                    <a:pt x="140" y="274"/>
                    <a:pt x="139" y="274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8" name="Google Shape;7968;p27"/>
            <p:cNvSpPr/>
            <p:nvPr/>
          </p:nvSpPr>
          <p:spPr>
            <a:xfrm>
              <a:off x="1427400" y="4943450"/>
              <a:ext cx="22450" cy="29200"/>
            </a:xfrm>
            <a:custGeom>
              <a:avLst/>
              <a:gdLst/>
              <a:ahLst/>
              <a:cxnLst/>
              <a:rect l="l" t="t" r="r" b="b"/>
              <a:pathLst>
                <a:path w="898" h="1168" extrusionOk="0">
                  <a:moveTo>
                    <a:pt x="30" y="0"/>
                  </a:moveTo>
                  <a:cubicBezTo>
                    <a:pt x="24" y="0"/>
                    <a:pt x="19" y="2"/>
                    <a:pt x="14" y="6"/>
                  </a:cubicBezTo>
                  <a:cubicBezTo>
                    <a:pt x="3" y="14"/>
                    <a:pt x="0" y="31"/>
                    <a:pt x="8" y="42"/>
                  </a:cubicBezTo>
                  <a:lnTo>
                    <a:pt x="848" y="1159"/>
                  </a:lnTo>
                  <a:cubicBezTo>
                    <a:pt x="853" y="1165"/>
                    <a:pt x="861" y="1168"/>
                    <a:pt x="869" y="1168"/>
                  </a:cubicBezTo>
                  <a:cubicBezTo>
                    <a:pt x="875" y="1168"/>
                    <a:pt x="880" y="1167"/>
                    <a:pt x="884" y="1164"/>
                  </a:cubicBezTo>
                  <a:cubicBezTo>
                    <a:pt x="896" y="1154"/>
                    <a:pt x="898" y="1138"/>
                    <a:pt x="890" y="1128"/>
                  </a:cubicBezTo>
                  <a:lnTo>
                    <a:pt x="50" y="11"/>
                  </a:lnTo>
                  <a:cubicBezTo>
                    <a:pt x="45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9" name="Google Shape;7969;p27"/>
            <p:cNvSpPr/>
            <p:nvPr/>
          </p:nvSpPr>
          <p:spPr>
            <a:xfrm>
              <a:off x="1290100" y="5004825"/>
              <a:ext cx="41825" cy="36150"/>
            </a:xfrm>
            <a:custGeom>
              <a:avLst/>
              <a:gdLst/>
              <a:ahLst/>
              <a:cxnLst/>
              <a:rect l="l" t="t" r="r" b="b"/>
              <a:pathLst>
                <a:path w="1673" h="1446" extrusionOk="0">
                  <a:moveTo>
                    <a:pt x="30" y="1"/>
                  </a:moveTo>
                  <a:cubicBezTo>
                    <a:pt x="24" y="1"/>
                    <a:pt x="18" y="3"/>
                    <a:pt x="13" y="7"/>
                  </a:cubicBezTo>
                  <a:cubicBezTo>
                    <a:pt x="2" y="15"/>
                    <a:pt x="1" y="33"/>
                    <a:pt x="10" y="43"/>
                  </a:cubicBezTo>
                  <a:cubicBezTo>
                    <a:pt x="476" y="590"/>
                    <a:pt x="1020" y="1061"/>
                    <a:pt x="1630" y="1441"/>
                  </a:cubicBezTo>
                  <a:cubicBezTo>
                    <a:pt x="1634" y="1444"/>
                    <a:pt x="1639" y="1445"/>
                    <a:pt x="1643" y="1445"/>
                  </a:cubicBezTo>
                  <a:cubicBezTo>
                    <a:pt x="1653" y="1445"/>
                    <a:pt x="1661" y="1441"/>
                    <a:pt x="1666" y="1433"/>
                  </a:cubicBezTo>
                  <a:cubicBezTo>
                    <a:pt x="1673" y="1421"/>
                    <a:pt x="1670" y="1405"/>
                    <a:pt x="1658" y="1398"/>
                  </a:cubicBezTo>
                  <a:cubicBezTo>
                    <a:pt x="1053" y="1019"/>
                    <a:pt x="512" y="552"/>
                    <a:pt x="50" y="10"/>
                  </a:cubicBezTo>
                  <a:cubicBezTo>
                    <a:pt x="45" y="4"/>
                    <a:pt x="38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0" name="Google Shape;7970;p27"/>
            <p:cNvSpPr/>
            <p:nvPr/>
          </p:nvSpPr>
          <p:spPr>
            <a:xfrm>
              <a:off x="1337900" y="5046000"/>
              <a:ext cx="9850" cy="8650"/>
            </a:xfrm>
            <a:custGeom>
              <a:avLst/>
              <a:gdLst/>
              <a:ahLst/>
              <a:cxnLst/>
              <a:rect l="l" t="t" r="r" b="b"/>
              <a:pathLst>
                <a:path w="394" h="346" extrusionOk="0">
                  <a:moveTo>
                    <a:pt x="30" y="1"/>
                  </a:moveTo>
                  <a:cubicBezTo>
                    <a:pt x="22" y="1"/>
                    <a:pt x="15" y="4"/>
                    <a:pt x="10" y="10"/>
                  </a:cubicBezTo>
                  <a:cubicBezTo>
                    <a:pt x="0" y="20"/>
                    <a:pt x="2" y="36"/>
                    <a:pt x="12" y="46"/>
                  </a:cubicBezTo>
                  <a:lnTo>
                    <a:pt x="347" y="339"/>
                  </a:lnTo>
                  <a:cubicBezTo>
                    <a:pt x="351" y="343"/>
                    <a:pt x="358" y="346"/>
                    <a:pt x="364" y="346"/>
                  </a:cubicBezTo>
                  <a:cubicBezTo>
                    <a:pt x="372" y="346"/>
                    <a:pt x="378" y="343"/>
                    <a:pt x="384" y="336"/>
                  </a:cubicBezTo>
                  <a:cubicBezTo>
                    <a:pt x="393" y="326"/>
                    <a:pt x="392" y="310"/>
                    <a:pt x="381" y="300"/>
                  </a:cubicBezTo>
                  <a:lnTo>
                    <a:pt x="47" y="7"/>
                  </a:lnTo>
                  <a:cubicBezTo>
                    <a:pt x="42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1" name="Google Shape;7971;p27"/>
            <p:cNvSpPr/>
            <p:nvPr/>
          </p:nvSpPr>
          <p:spPr>
            <a:xfrm>
              <a:off x="1326900" y="5055525"/>
              <a:ext cx="36650" cy="31050"/>
            </a:xfrm>
            <a:custGeom>
              <a:avLst/>
              <a:gdLst/>
              <a:ahLst/>
              <a:cxnLst/>
              <a:rect l="l" t="t" r="r" b="b"/>
              <a:pathLst>
                <a:path w="1466" h="1242" extrusionOk="0">
                  <a:moveTo>
                    <a:pt x="31" y="1"/>
                  </a:moveTo>
                  <a:cubicBezTo>
                    <a:pt x="24" y="1"/>
                    <a:pt x="18" y="3"/>
                    <a:pt x="13" y="8"/>
                  </a:cubicBezTo>
                  <a:cubicBezTo>
                    <a:pt x="2" y="17"/>
                    <a:pt x="0" y="33"/>
                    <a:pt x="11" y="44"/>
                  </a:cubicBezTo>
                  <a:cubicBezTo>
                    <a:pt x="426" y="504"/>
                    <a:pt x="900" y="905"/>
                    <a:pt x="1422" y="1238"/>
                  </a:cubicBezTo>
                  <a:cubicBezTo>
                    <a:pt x="1426" y="1240"/>
                    <a:pt x="1432" y="1242"/>
                    <a:pt x="1436" y="1242"/>
                  </a:cubicBezTo>
                  <a:cubicBezTo>
                    <a:pt x="1445" y="1242"/>
                    <a:pt x="1453" y="1238"/>
                    <a:pt x="1457" y="1229"/>
                  </a:cubicBezTo>
                  <a:cubicBezTo>
                    <a:pt x="1466" y="1217"/>
                    <a:pt x="1463" y="1201"/>
                    <a:pt x="1449" y="1194"/>
                  </a:cubicBezTo>
                  <a:cubicBezTo>
                    <a:pt x="931" y="864"/>
                    <a:pt x="461" y="465"/>
                    <a:pt x="49" y="9"/>
                  </a:cubicBezTo>
                  <a:cubicBezTo>
                    <a:pt x="44" y="4"/>
                    <a:pt x="37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2" name="Google Shape;7972;p27"/>
            <p:cNvSpPr/>
            <p:nvPr/>
          </p:nvSpPr>
          <p:spPr>
            <a:xfrm>
              <a:off x="1369400" y="5089950"/>
              <a:ext cx="5025" cy="4300"/>
            </a:xfrm>
            <a:custGeom>
              <a:avLst/>
              <a:gdLst/>
              <a:ahLst/>
              <a:cxnLst/>
              <a:rect l="l" t="t" r="r" b="b"/>
              <a:pathLst>
                <a:path w="201" h="172" extrusionOk="0">
                  <a:moveTo>
                    <a:pt x="30" y="1"/>
                  </a:moveTo>
                  <a:cubicBezTo>
                    <a:pt x="23" y="1"/>
                    <a:pt x="16" y="4"/>
                    <a:pt x="10" y="10"/>
                  </a:cubicBezTo>
                  <a:cubicBezTo>
                    <a:pt x="1" y="21"/>
                    <a:pt x="2" y="38"/>
                    <a:pt x="14" y="46"/>
                  </a:cubicBezTo>
                  <a:lnTo>
                    <a:pt x="154" y="165"/>
                  </a:lnTo>
                  <a:cubicBezTo>
                    <a:pt x="160" y="169"/>
                    <a:pt x="165" y="171"/>
                    <a:pt x="170" y="171"/>
                  </a:cubicBezTo>
                  <a:cubicBezTo>
                    <a:pt x="179" y="171"/>
                    <a:pt x="185" y="167"/>
                    <a:pt x="191" y="162"/>
                  </a:cubicBezTo>
                  <a:cubicBezTo>
                    <a:pt x="200" y="151"/>
                    <a:pt x="199" y="134"/>
                    <a:pt x="188" y="126"/>
                  </a:cubicBezTo>
                  <a:lnTo>
                    <a:pt x="47" y="7"/>
                  </a:lnTo>
                  <a:cubicBezTo>
                    <a:pt x="42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3" name="Google Shape;7973;p27"/>
            <p:cNvSpPr/>
            <p:nvPr/>
          </p:nvSpPr>
          <p:spPr>
            <a:xfrm>
              <a:off x="1396750" y="5060975"/>
              <a:ext cx="35675" cy="27550"/>
            </a:xfrm>
            <a:custGeom>
              <a:avLst/>
              <a:gdLst/>
              <a:ahLst/>
              <a:cxnLst/>
              <a:rect l="l" t="t" r="r" b="b"/>
              <a:pathLst>
                <a:path w="1427" h="1102" extrusionOk="0">
                  <a:moveTo>
                    <a:pt x="30" y="1"/>
                  </a:moveTo>
                  <a:cubicBezTo>
                    <a:pt x="21" y="1"/>
                    <a:pt x="13" y="5"/>
                    <a:pt x="9" y="12"/>
                  </a:cubicBezTo>
                  <a:cubicBezTo>
                    <a:pt x="1" y="24"/>
                    <a:pt x="3" y="40"/>
                    <a:pt x="15" y="48"/>
                  </a:cubicBezTo>
                  <a:cubicBezTo>
                    <a:pt x="498" y="356"/>
                    <a:pt x="959" y="707"/>
                    <a:pt x="1381" y="1095"/>
                  </a:cubicBezTo>
                  <a:cubicBezTo>
                    <a:pt x="1386" y="1099"/>
                    <a:pt x="1392" y="1102"/>
                    <a:pt x="1398" y="1102"/>
                  </a:cubicBezTo>
                  <a:cubicBezTo>
                    <a:pt x="1405" y="1102"/>
                    <a:pt x="1412" y="1098"/>
                    <a:pt x="1417" y="1092"/>
                  </a:cubicBezTo>
                  <a:cubicBezTo>
                    <a:pt x="1427" y="1081"/>
                    <a:pt x="1427" y="1065"/>
                    <a:pt x="1416" y="1056"/>
                  </a:cubicBezTo>
                  <a:cubicBezTo>
                    <a:pt x="991" y="668"/>
                    <a:pt x="529" y="315"/>
                    <a:pt x="44" y="5"/>
                  </a:cubicBezTo>
                  <a:cubicBezTo>
                    <a:pt x="39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4" name="Google Shape;7974;p27"/>
            <p:cNvSpPr/>
            <p:nvPr/>
          </p:nvSpPr>
          <p:spPr>
            <a:xfrm>
              <a:off x="1435900" y="5091650"/>
              <a:ext cx="4275" cy="4050"/>
            </a:xfrm>
            <a:custGeom>
              <a:avLst/>
              <a:gdLst/>
              <a:ahLst/>
              <a:cxnLst/>
              <a:rect l="l" t="t" r="r" b="b"/>
              <a:pathLst>
                <a:path w="171" h="162" extrusionOk="0">
                  <a:moveTo>
                    <a:pt x="30" y="1"/>
                  </a:moveTo>
                  <a:cubicBezTo>
                    <a:pt x="23" y="1"/>
                    <a:pt x="16" y="4"/>
                    <a:pt x="11" y="9"/>
                  </a:cubicBezTo>
                  <a:cubicBezTo>
                    <a:pt x="1" y="20"/>
                    <a:pt x="2" y="36"/>
                    <a:pt x="11" y="45"/>
                  </a:cubicBezTo>
                  <a:lnTo>
                    <a:pt x="123" y="154"/>
                  </a:lnTo>
                  <a:cubicBezTo>
                    <a:pt x="128" y="160"/>
                    <a:pt x="135" y="161"/>
                    <a:pt x="142" y="161"/>
                  </a:cubicBezTo>
                  <a:cubicBezTo>
                    <a:pt x="149" y="161"/>
                    <a:pt x="155" y="158"/>
                    <a:pt x="159" y="153"/>
                  </a:cubicBezTo>
                  <a:cubicBezTo>
                    <a:pt x="170" y="144"/>
                    <a:pt x="170" y="127"/>
                    <a:pt x="159" y="117"/>
                  </a:cubicBezTo>
                  <a:lnTo>
                    <a:pt x="48" y="8"/>
                  </a:lnTo>
                  <a:cubicBezTo>
                    <a:pt x="43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5" name="Google Shape;7975;p27"/>
            <p:cNvSpPr/>
            <p:nvPr/>
          </p:nvSpPr>
          <p:spPr>
            <a:xfrm>
              <a:off x="1417750" y="5105550"/>
              <a:ext cx="40175" cy="31600"/>
            </a:xfrm>
            <a:custGeom>
              <a:avLst/>
              <a:gdLst/>
              <a:ahLst/>
              <a:cxnLst/>
              <a:rect l="l" t="t" r="r" b="b"/>
              <a:pathLst>
                <a:path w="1607" h="1264" extrusionOk="0">
                  <a:moveTo>
                    <a:pt x="31" y="0"/>
                  </a:moveTo>
                  <a:cubicBezTo>
                    <a:pt x="22" y="0"/>
                    <a:pt x="14" y="5"/>
                    <a:pt x="8" y="13"/>
                  </a:cubicBezTo>
                  <a:cubicBezTo>
                    <a:pt x="0" y="25"/>
                    <a:pt x="4" y="41"/>
                    <a:pt x="16" y="48"/>
                  </a:cubicBezTo>
                  <a:cubicBezTo>
                    <a:pt x="573" y="391"/>
                    <a:pt x="1093" y="798"/>
                    <a:pt x="1559" y="1257"/>
                  </a:cubicBezTo>
                  <a:cubicBezTo>
                    <a:pt x="1565" y="1263"/>
                    <a:pt x="1570" y="1264"/>
                    <a:pt x="1577" y="1264"/>
                  </a:cubicBezTo>
                  <a:cubicBezTo>
                    <a:pt x="1584" y="1264"/>
                    <a:pt x="1590" y="1261"/>
                    <a:pt x="1596" y="1256"/>
                  </a:cubicBezTo>
                  <a:cubicBezTo>
                    <a:pt x="1606" y="1246"/>
                    <a:pt x="1605" y="1230"/>
                    <a:pt x="1596" y="1220"/>
                  </a:cubicBezTo>
                  <a:cubicBezTo>
                    <a:pt x="1126" y="758"/>
                    <a:pt x="604" y="349"/>
                    <a:pt x="43" y="3"/>
                  </a:cubicBezTo>
                  <a:cubicBezTo>
                    <a:pt x="39" y="1"/>
                    <a:pt x="35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6" name="Google Shape;7976;p27"/>
            <p:cNvSpPr/>
            <p:nvPr/>
          </p:nvSpPr>
          <p:spPr>
            <a:xfrm>
              <a:off x="1314125" y="5146525"/>
              <a:ext cx="45650" cy="18625"/>
            </a:xfrm>
            <a:custGeom>
              <a:avLst/>
              <a:gdLst/>
              <a:ahLst/>
              <a:cxnLst/>
              <a:rect l="l" t="t" r="r" b="b"/>
              <a:pathLst>
                <a:path w="1826" h="745" extrusionOk="0">
                  <a:moveTo>
                    <a:pt x="29" y="0"/>
                  </a:moveTo>
                  <a:cubicBezTo>
                    <a:pt x="20" y="0"/>
                    <a:pt x="11" y="6"/>
                    <a:pt x="6" y="15"/>
                  </a:cubicBezTo>
                  <a:cubicBezTo>
                    <a:pt x="0" y="29"/>
                    <a:pt x="6" y="45"/>
                    <a:pt x="19" y="50"/>
                  </a:cubicBezTo>
                  <a:cubicBezTo>
                    <a:pt x="595" y="308"/>
                    <a:pt x="1189" y="541"/>
                    <a:pt x="1788" y="743"/>
                  </a:cubicBezTo>
                  <a:cubicBezTo>
                    <a:pt x="1791" y="743"/>
                    <a:pt x="1794" y="744"/>
                    <a:pt x="1796" y="744"/>
                  </a:cubicBezTo>
                  <a:lnTo>
                    <a:pt x="1796" y="743"/>
                  </a:lnTo>
                  <a:cubicBezTo>
                    <a:pt x="1807" y="743"/>
                    <a:pt x="1818" y="736"/>
                    <a:pt x="1822" y="725"/>
                  </a:cubicBezTo>
                  <a:cubicBezTo>
                    <a:pt x="1826" y="712"/>
                    <a:pt x="1819" y="697"/>
                    <a:pt x="1806" y="693"/>
                  </a:cubicBezTo>
                  <a:cubicBezTo>
                    <a:pt x="1208" y="493"/>
                    <a:pt x="615" y="260"/>
                    <a:pt x="41" y="3"/>
                  </a:cubicBezTo>
                  <a:cubicBezTo>
                    <a:pt x="37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7" name="Google Shape;7977;p27"/>
            <p:cNvSpPr/>
            <p:nvPr/>
          </p:nvSpPr>
          <p:spPr>
            <a:xfrm>
              <a:off x="1366050" y="5166425"/>
              <a:ext cx="6150" cy="2775"/>
            </a:xfrm>
            <a:custGeom>
              <a:avLst/>
              <a:gdLst/>
              <a:ahLst/>
              <a:cxnLst/>
              <a:rect l="l" t="t" r="r" b="b"/>
              <a:pathLst>
                <a:path w="246" h="111" extrusionOk="0">
                  <a:moveTo>
                    <a:pt x="29" y="1"/>
                  </a:moveTo>
                  <a:cubicBezTo>
                    <a:pt x="18" y="1"/>
                    <a:pt x="8" y="7"/>
                    <a:pt x="4" y="18"/>
                  </a:cubicBezTo>
                  <a:cubicBezTo>
                    <a:pt x="0" y="32"/>
                    <a:pt x="8" y="46"/>
                    <a:pt x="22" y="50"/>
                  </a:cubicBezTo>
                  <a:lnTo>
                    <a:pt x="209" y="110"/>
                  </a:lnTo>
                  <a:cubicBezTo>
                    <a:pt x="210" y="110"/>
                    <a:pt x="213" y="111"/>
                    <a:pt x="216" y="111"/>
                  </a:cubicBezTo>
                  <a:cubicBezTo>
                    <a:pt x="226" y="111"/>
                    <a:pt x="237" y="103"/>
                    <a:pt x="241" y="92"/>
                  </a:cubicBezTo>
                  <a:cubicBezTo>
                    <a:pt x="245" y="79"/>
                    <a:pt x="237" y="64"/>
                    <a:pt x="224" y="60"/>
                  </a:cubicBezTo>
                  <a:lnTo>
                    <a:pt x="37" y="2"/>
                  </a:lnTo>
                  <a:cubicBezTo>
                    <a:pt x="34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8" name="Google Shape;7978;p27"/>
            <p:cNvSpPr/>
            <p:nvPr/>
          </p:nvSpPr>
          <p:spPr>
            <a:xfrm>
              <a:off x="1287325" y="5116150"/>
              <a:ext cx="46325" cy="16475"/>
            </a:xfrm>
            <a:custGeom>
              <a:avLst/>
              <a:gdLst/>
              <a:ahLst/>
              <a:cxnLst/>
              <a:rect l="l" t="t" r="r" b="b"/>
              <a:pathLst>
                <a:path w="1853" h="659" extrusionOk="0">
                  <a:moveTo>
                    <a:pt x="30" y="1"/>
                  </a:moveTo>
                  <a:cubicBezTo>
                    <a:pt x="19" y="1"/>
                    <a:pt x="8" y="7"/>
                    <a:pt x="4" y="18"/>
                  </a:cubicBezTo>
                  <a:cubicBezTo>
                    <a:pt x="0" y="31"/>
                    <a:pt x="7" y="46"/>
                    <a:pt x="22" y="52"/>
                  </a:cubicBezTo>
                  <a:lnTo>
                    <a:pt x="1815" y="657"/>
                  </a:lnTo>
                  <a:cubicBezTo>
                    <a:pt x="1818" y="658"/>
                    <a:pt x="1820" y="658"/>
                    <a:pt x="1823" y="658"/>
                  </a:cubicBezTo>
                  <a:cubicBezTo>
                    <a:pt x="1834" y="658"/>
                    <a:pt x="1844" y="652"/>
                    <a:pt x="1848" y="641"/>
                  </a:cubicBezTo>
                  <a:cubicBezTo>
                    <a:pt x="1853" y="627"/>
                    <a:pt x="1846" y="613"/>
                    <a:pt x="1832" y="609"/>
                  </a:cubicBezTo>
                  <a:lnTo>
                    <a:pt x="38" y="2"/>
                  </a:lnTo>
                  <a:cubicBezTo>
                    <a:pt x="35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9" name="Google Shape;7979;p27"/>
            <p:cNvSpPr/>
            <p:nvPr/>
          </p:nvSpPr>
          <p:spPr>
            <a:xfrm>
              <a:off x="1338375" y="5133500"/>
              <a:ext cx="8100" cy="4000"/>
            </a:xfrm>
            <a:custGeom>
              <a:avLst/>
              <a:gdLst/>
              <a:ahLst/>
              <a:cxnLst/>
              <a:rect l="l" t="t" r="r" b="b"/>
              <a:pathLst>
                <a:path w="324" h="160" extrusionOk="0">
                  <a:moveTo>
                    <a:pt x="29" y="0"/>
                  </a:moveTo>
                  <a:cubicBezTo>
                    <a:pt x="19" y="0"/>
                    <a:pt x="8" y="6"/>
                    <a:pt x="4" y="17"/>
                  </a:cubicBezTo>
                  <a:cubicBezTo>
                    <a:pt x="0" y="30"/>
                    <a:pt x="6" y="45"/>
                    <a:pt x="19" y="50"/>
                  </a:cubicBezTo>
                  <a:lnTo>
                    <a:pt x="284" y="157"/>
                  </a:lnTo>
                  <a:cubicBezTo>
                    <a:pt x="288" y="158"/>
                    <a:pt x="291" y="159"/>
                    <a:pt x="294" y="159"/>
                  </a:cubicBezTo>
                  <a:lnTo>
                    <a:pt x="294" y="159"/>
                  </a:lnTo>
                  <a:cubicBezTo>
                    <a:pt x="305" y="159"/>
                    <a:pt x="314" y="152"/>
                    <a:pt x="318" y="143"/>
                  </a:cubicBezTo>
                  <a:cubicBezTo>
                    <a:pt x="323" y="130"/>
                    <a:pt x="316" y="115"/>
                    <a:pt x="304" y="110"/>
                  </a:cubicBezTo>
                  <a:lnTo>
                    <a:pt x="38" y="2"/>
                  </a:lnTo>
                  <a:cubicBezTo>
                    <a:pt x="35" y="1"/>
                    <a:pt x="32" y="0"/>
                    <a:pt x="29" y="0"/>
                  </a:cubicBezTo>
                  <a:close/>
                  <a:moveTo>
                    <a:pt x="294" y="159"/>
                  </a:moveTo>
                  <a:cubicBezTo>
                    <a:pt x="294" y="159"/>
                    <a:pt x="294" y="159"/>
                    <a:pt x="293" y="159"/>
                  </a:cubicBezTo>
                  <a:lnTo>
                    <a:pt x="295" y="159"/>
                  </a:lnTo>
                  <a:cubicBezTo>
                    <a:pt x="295" y="159"/>
                    <a:pt x="294" y="159"/>
                    <a:pt x="294" y="159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0" name="Google Shape;7980;p27"/>
            <p:cNvSpPr/>
            <p:nvPr/>
          </p:nvSpPr>
          <p:spPr>
            <a:xfrm>
              <a:off x="1405425" y="5154900"/>
              <a:ext cx="36950" cy="14000"/>
            </a:xfrm>
            <a:custGeom>
              <a:avLst/>
              <a:gdLst/>
              <a:ahLst/>
              <a:cxnLst/>
              <a:rect l="l" t="t" r="r" b="b"/>
              <a:pathLst>
                <a:path w="1478" h="560" extrusionOk="0">
                  <a:moveTo>
                    <a:pt x="31" y="0"/>
                  </a:moveTo>
                  <a:cubicBezTo>
                    <a:pt x="20" y="0"/>
                    <a:pt x="9" y="7"/>
                    <a:pt x="5" y="18"/>
                  </a:cubicBezTo>
                  <a:cubicBezTo>
                    <a:pt x="1" y="31"/>
                    <a:pt x="7" y="46"/>
                    <a:pt x="21" y="50"/>
                  </a:cubicBezTo>
                  <a:lnTo>
                    <a:pt x="1440" y="559"/>
                  </a:lnTo>
                  <a:cubicBezTo>
                    <a:pt x="1443" y="560"/>
                    <a:pt x="1446" y="560"/>
                    <a:pt x="1448" y="560"/>
                  </a:cubicBezTo>
                  <a:cubicBezTo>
                    <a:pt x="1459" y="560"/>
                    <a:pt x="1469" y="555"/>
                    <a:pt x="1473" y="544"/>
                  </a:cubicBezTo>
                  <a:cubicBezTo>
                    <a:pt x="1478" y="530"/>
                    <a:pt x="1471" y="516"/>
                    <a:pt x="1458" y="510"/>
                  </a:cubicBezTo>
                  <a:lnTo>
                    <a:pt x="38" y="2"/>
                  </a:lnTo>
                  <a:cubicBezTo>
                    <a:pt x="36" y="1"/>
                    <a:pt x="33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1" name="Google Shape;7981;p27"/>
            <p:cNvSpPr/>
            <p:nvPr/>
          </p:nvSpPr>
          <p:spPr>
            <a:xfrm>
              <a:off x="1405800" y="5179875"/>
              <a:ext cx="38275" cy="11325"/>
            </a:xfrm>
            <a:custGeom>
              <a:avLst/>
              <a:gdLst/>
              <a:ahLst/>
              <a:cxnLst/>
              <a:rect l="l" t="t" r="r" b="b"/>
              <a:pathLst>
                <a:path w="1531" h="453" extrusionOk="0">
                  <a:moveTo>
                    <a:pt x="30" y="1"/>
                  </a:moveTo>
                  <a:cubicBezTo>
                    <a:pt x="19" y="1"/>
                    <a:pt x="9" y="7"/>
                    <a:pt x="5" y="18"/>
                  </a:cubicBezTo>
                  <a:cubicBezTo>
                    <a:pt x="1" y="32"/>
                    <a:pt x="7" y="47"/>
                    <a:pt x="21" y="52"/>
                  </a:cubicBezTo>
                  <a:cubicBezTo>
                    <a:pt x="501" y="219"/>
                    <a:pt x="997" y="353"/>
                    <a:pt x="1498" y="451"/>
                  </a:cubicBezTo>
                  <a:lnTo>
                    <a:pt x="1502" y="451"/>
                  </a:lnTo>
                  <a:lnTo>
                    <a:pt x="1502" y="453"/>
                  </a:lnTo>
                  <a:cubicBezTo>
                    <a:pt x="1514" y="453"/>
                    <a:pt x="1526" y="443"/>
                    <a:pt x="1528" y="431"/>
                  </a:cubicBezTo>
                  <a:cubicBezTo>
                    <a:pt x="1530" y="417"/>
                    <a:pt x="1522" y="403"/>
                    <a:pt x="1507" y="400"/>
                  </a:cubicBezTo>
                  <a:cubicBezTo>
                    <a:pt x="1010" y="304"/>
                    <a:pt x="516" y="169"/>
                    <a:pt x="38" y="2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2" name="Google Shape;7982;p27"/>
            <p:cNvSpPr/>
            <p:nvPr/>
          </p:nvSpPr>
          <p:spPr>
            <a:xfrm>
              <a:off x="1455150" y="5183475"/>
              <a:ext cx="22000" cy="7500"/>
            </a:xfrm>
            <a:custGeom>
              <a:avLst/>
              <a:gdLst/>
              <a:ahLst/>
              <a:cxnLst/>
              <a:rect l="l" t="t" r="r" b="b"/>
              <a:pathLst>
                <a:path w="880" h="300" extrusionOk="0">
                  <a:moveTo>
                    <a:pt x="28" y="0"/>
                  </a:moveTo>
                  <a:cubicBezTo>
                    <a:pt x="17" y="0"/>
                    <a:pt x="7" y="8"/>
                    <a:pt x="4" y="20"/>
                  </a:cubicBezTo>
                  <a:cubicBezTo>
                    <a:pt x="0" y="33"/>
                    <a:pt x="8" y="47"/>
                    <a:pt x="22" y="52"/>
                  </a:cubicBezTo>
                  <a:lnTo>
                    <a:pt x="842" y="298"/>
                  </a:lnTo>
                  <a:cubicBezTo>
                    <a:pt x="845" y="299"/>
                    <a:pt x="848" y="299"/>
                    <a:pt x="850" y="299"/>
                  </a:cubicBezTo>
                  <a:cubicBezTo>
                    <a:pt x="861" y="299"/>
                    <a:pt x="872" y="293"/>
                    <a:pt x="875" y="282"/>
                  </a:cubicBezTo>
                  <a:cubicBezTo>
                    <a:pt x="880" y="267"/>
                    <a:pt x="872" y="254"/>
                    <a:pt x="858" y="250"/>
                  </a:cubicBezTo>
                  <a:lnTo>
                    <a:pt x="36" y="2"/>
                  </a:lnTo>
                  <a:cubicBezTo>
                    <a:pt x="34" y="1"/>
                    <a:pt x="3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3" name="Google Shape;7983;p27"/>
            <p:cNvSpPr/>
            <p:nvPr/>
          </p:nvSpPr>
          <p:spPr>
            <a:xfrm>
              <a:off x="1459950" y="5224075"/>
              <a:ext cx="35500" cy="4325"/>
            </a:xfrm>
            <a:custGeom>
              <a:avLst/>
              <a:gdLst/>
              <a:ahLst/>
              <a:cxnLst/>
              <a:rect l="l" t="t" r="r" b="b"/>
              <a:pathLst>
                <a:path w="1420" h="173" extrusionOk="0">
                  <a:moveTo>
                    <a:pt x="1391" y="0"/>
                  </a:moveTo>
                  <a:cubicBezTo>
                    <a:pt x="1389" y="0"/>
                    <a:pt x="1387" y="0"/>
                    <a:pt x="1385" y="1"/>
                  </a:cubicBezTo>
                  <a:cubicBezTo>
                    <a:pt x="1038" y="82"/>
                    <a:pt x="682" y="121"/>
                    <a:pt x="327" y="121"/>
                  </a:cubicBezTo>
                  <a:cubicBezTo>
                    <a:pt x="228" y="121"/>
                    <a:pt x="129" y="118"/>
                    <a:pt x="30" y="112"/>
                  </a:cubicBezTo>
                  <a:cubicBezTo>
                    <a:pt x="28" y="112"/>
                    <a:pt x="27" y="112"/>
                    <a:pt x="25" y="112"/>
                  </a:cubicBezTo>
                  <a:cubicBezTo>
                    <a:pt x="11" y="112"/>
                    <a:pt x="3" y="123"/>
                    <a:pt x="2" y="135"/>
                  </a:cubicBezTo>
                  <a:cubicBezTo>
                    <a:pt x="1" y="150"/>
                    <a:pt x="11" y="162"/>
                    <a:pt x="26" y="163"/>
                  </a:cubicBezTo>
                  <a:cubicBezTo>
                    <a:pt x="128" y="170"/>
                    <a:pt x="231" y="173"/>
                    <a:pt x="333" y="173"/>
                  </a:cubicBezTo>
                  <a:cubicBezTo>
                    <a:pt x="691" y="173"/>
                    <a:pt x="1047" y="132"/>
                    <a:pt x="1397" y="52"/>
                  </a:cubicBezTo>
                  <a:cubicBezTo>
                    <a:pt x="1412" y="48"/>
                    <a:pt x="1420" y="34"/>
                    <a:pt x="1417" y="21"/>
                  </a:cubicBezTo>
                  <a:cubicBezTo>
                    <a:pt x="1414" y="8"/>
                    <a:pt x="1404" y="0"/>
                    <a:pt x="139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4" name="Google Shape;7984;p27"/>
            <p:cNvSpPr/>
            <p:nvPr/>
          </p:nvSpPr>
          <p:spPr>
            <a:xfrm>
              <a:off x="1499775" y="5221500"/>
              <a:ext cx="7250" cy="2625"/>
            </a:xfrm>
            <a:custGeom>
              <a:avLst/>
              <a:gdLst/>
              <a:ahLst/>
              <a:cxnLst/>
              <a:rect l="l" t="t" r="r" b="b"/>
              <a:pathLst>
                <a:path w="290" h="105" extrusionOk="0">
                  <a:moveTo>
                    <a:pt x="260" y="1"/>
                  </a:moveTo>
                  <a:cubicBezTo>
                    <a:pt x="258" y="1"/>
                    <a:pt x="257" y="1"/>
                    <a:pt x="255" y="1"/>
                  </a:cubicBezTo>
                  <a:lnTo>
                    <a:pt x="23" y="54"/>
                  </a:lnTo>
                  <a:cubicBezTo>
                    <a:pt x="10" y="56"/>
                    <a:pt x="0" y="70"/>
                    <a:pt x="4" y="85"/>
                  </a:cubicBezTo>
                  <a:cubicBezTo>
                    <a:pt x="7" y="97"/>
                    <a:pt x="18" y="105"/>
                    <a:pt x="30" y="105"/>
                  </a:cubicBezTo>
                  <a:cubicBezTo>
                    <a:pt x="31" y="105"/>
                    <a:pt x="33" y="105"/>
                    <a:pt x="35" y="104"/>
                  </a:cubicBezTo>
                  <a:lnTo>
                    <a:pt x="265" y="52"/>
                  </a:lnTo>
                  <a:cubicBezTo>
                    <a:pt x="280" y="48"/>
                    <a:pt x="290" y="35"/>
                    <a:pt x="286" y="22"/>
                  </a:cubicBezTo>
                  <a:cubicBezTo>
                    <a:pt x="283" y="9"/>
                    <a:pt x="273" y="1"/>
                    <a:pt x="26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5" name="Google Shape;7985;p27"/>
            <p:cNvSpPr/>
            <p:nvPr/>
          </p:nvSpPr>
          <p:spPr>
            <a:xfrm>
              <a:off x="1386200" y="5238025"/>
              <a:ext cx="47700" cy="10900"/>
            </a:xfrm>
            <a:custGeom>
              <a:avLst/>
              <a:gdLst/>
              <a:ahLst/>
              <a:cxnLst/>
              <a:rect l="l" t="t" r="r" b="b"/>
              <a:pathLst>
                <a:path w="1908" h="436" extrusionOk="0">
                  <a:moveTo>
                    <a:pt x="31" y="0"/>
                  </a:moveTo>
                  <a:cubicBezTo>
                    <a:pt x="19" y="0"/>
                    <a:pt x="8" y="8"/>
                    <a:pt x="4" y="20"/>
                  </a:cubicBezTo>
                  <a:cubicBezTo>
                    <a:pt x="0" y="33"/>
                    <a:pt x="8" y="48"/>
                    <a:pt x="23" y="52"/>
                  </a:cubicBezTo>
                  <a:cubicBezTo>
                    <a:pt x="630" y="220"/>
                    <a:pt x="1253" y="349"/>
                    <a:pt x="1877" y="435"/>
                  </a:cubicBezTo>
                  <a:lnTo>
                    <a:pt x="1881" y="435"/>
                  </a:lnTo>
                  <a:cubicBezTo>
                    <a:pt x="1893" y="435"/>
                    <a:pt x="1904" y="426"/>
                    <a:pt x="1907" y="414"/>
                  </a:cubicBezTo>
                  <a:cubicBezTo>
                    <a:pt x="1908" y="399"/>
                    <a:pt x="1898" y="386"/>
                    <a:pt x="1884" y="384"/>
                  </a:cubicBezTo>
                  <a:cubicBezTo>
                    <a:pt x="1262" y="298"/>
                    <a:pt x="641" y="169"/>
                    <a:pt x="37" y="1"/>
                  </a:cubicBezTo>
                  <a:cubicBezTo>
                    <a:pt x="35" y="1"/>
                    <a:pt x="33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6" name="Google Shape;7986;p27"/>
            <p:cNvSpPr/>
            <p:nvPr/>
          </p:nvSpPr>
          <p:spPr>
            <a:xfrm>
              <a:off x="1436975" y="5237175"/>
              <a:ext cx="12575" cy="2400"/>
            </a:xfrm>
            <a:custGeom>
              <a:avLst/>
              <a:gdLst/>
              <a:ahLst/>
              <a:cxnLst/>
              <a:rect l="l" t="t" r="r" b="b"/>
              <a:pathLst>
                <a:path w="503" h="96" extrusionOk="0">
                  <a:moveTo>
                    <a:pt x="30" y="0"/>
                  </a:moveTo>
                  <a:cubicBezTo>
                    <a:pt x="19" y="0"/>
                    <a:pt x="8" y="8"/>
                    <a:pt x="5" y="19"/>
                  </a:cubicBezTo>
                  <a:cubicBezTo>
                    <a:pt x="1" y="32"/>
                    <a:pt x="9" y="47"/>
                    <a:pt x="22" y="51"/>
                  </a:cubicBezTo>
                  <a:cubicBezTo>
                    <a:pt x="119" y="81"/>
                    <a:pt x="221" y="95"/>
                    <a:pt x="324" y="95"/>
                  </a:cubicBezTo>
                  <a:cubicBezTo>
                    <a:pt x="375" y="95"/>
                    <a:pt x="427" y="91"/>
                    <a:pt x="478" y="83"/>
                  </a:cubicBezTo>
                  <a:cubicBezTo>
                    <a:pt x="493" y="82"/>
                    <a:pt x="502" y="69"/>
                    <a:pt x="500" y="55"/>
                  </a:cubicBezTo>
                  <a:cubicBezTo>
                    <a:pt x="499" y="41"/>
                    <a:pt x="487" y="32"/>
                    <a:pt x="473" y="32"/>
                  </a:cubicBezTo>
                  <a:cubicBezTo>
                    <a:pt x="472" y="32"/>
                    <a:pt x="471" y="32"/>
                    <a:pt x="470" y="32"/>
                  </a:cubicBezTo>
                  <a:cubicBezTo>
                    <a:pt x="421" y="40"/>
                    <a:pt x="371" y="43"/>
                    <a:pt x="321" y="43"/>
                  </a:cubicBezTo>
                  <a:cubicBezTo>
                    <a:pt x="225" y="43"/>
                    <a:pt x="129" y="30"/>
                    <a:pt x="37" y="1"/>
                  </a:cubicBezTo>
                  <a:cubicBezTo>
                    <a:pt x="35" y="1"/>
                    <a:pt x="32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7" name="Google Shape;7987;p27"/>
            <p:cNvSpPr/>
            <p:nvPr/>
          </p:nvSpPr>
          <p:spPr>
            <a:xfrm>
              <a:off x="1507175" y="5223275"/>
              <a:ext cx="35075" cy="11650"/>
            </a:xfrm>
            <a:custGeom>
              <a:avLst/>
              <a:gdLst/>
              <a:ahLst/>
              <a:cxnLst/>
              <a:rect l="l" t="t" r="r" b="b"/>
              <a:pathLst>
                <a:path w="1403" h="466" extrusionOk="0">
                  <a:moveTo>
                    <a:pt x="1374" y="1"/>
                  </a:moveTo>
                  <a:cubicBezTo>
                    <a:pt x="1370" y="1"/>
                    <a:pt x="1367" y="2"/>
                    <a:pt x="1363" y="3"/>
                  </a:cubicBezTo>
                  <a:cubicBezTo>
                    <a:pt x="933" y="185"/>
                    <a:pt x="482" y="322"/>
                    <a:pt x="25" y="413"/>
                  </a:cubicBezTo>
                  <a:cubicBezTo>
                    <a:pt x="10" y="417"/>
                    <a:pt x="0" y="431"/>
                    <a:pt x="3" y="444"/>
                  </a:cubicBezTo>
                  <a:cubicBezTo>
                    <a:pt x="6" y="456"/>
                    <a:pt x="17" y="466"/>
                    <a:pt x="29" y="466"/>
                  </a:cubicBezTo>
                  <a:cubicBezTo>
                    <a:pt x="31" y="466"/>
                    <a:pt x="33" y="464"/>
                    <a:pt x="34" y="464"/>
                  </a:cubicBezTo>
                  <a:cubicBezTo>
                    <a:pt x="495" y="373"/>
                    <a:pt x="950" y="233"/>
                    <a:pt x="1383" y="50"/>
                  </a:cubicBezTo>
                  <a:cubicBezTo>
                    <a:pt x="1397" y="45"/>
                    <a:pt x="1402" y="30"/>
                    <a:pt x="1397" y="16"/>
                  </a:cubicBezTo>
                  <a:cubicBezTo>
                    <a:pt x="1393" y="6"/>
                    <a:pt x="1384" y="1"/>
                    <a:pt x="137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8" name="Google Shape;7988;p27"/>
            <p:cNvSpPr/>
            <p:nvPr/>
          </p:nvSpPr>
          <p:spPr>
            <a:xfrm>
              <a:off x="1474200" y="5245300"/>
              <a:ext cx="16000" cy="2975"/>
            </a:xfrm>
            <a:custGeom>
              <a:avLst/>
              <a:gdLst/>
              <a:ahLst/>
              <a:cxnLst/>
              <a:rect l="l" t="t" r="r" b="b"/>
              <a:pathLst>
                <a:path w="640" h="119" extrusionOk="0">
                  <a:moveTo>
                    <a:pt x="611" y="1"/>
                  </a:moveTo>
                  <a:cubicBezTo>
                    <a:pt x="609" y="1"/>
                    <a:pt x="607" y="1"/>
                    <a:pt x="605" y="2"/>
                  </a:cubicBezTo>
                  <a:cubicBezTo>
                    <a:pt x="425" y="45"/>
                    <a:pt x="240" y="68"/>
                    <a:pt x="58" y="68"/>
                  </a:cubicBezTo>
                  <a:cubicBezTo>
                    <a:pt x="48" y="68"/>
                    <a:pt x="38" y="68"/>
                    <a:pt x="28" y="68"/>
                  </a:cubicBezTo>
                  <a:lnTo>
                    <a:pt x="27" y="68"/>
                  </a:lnTo>
                  <a:cubicBezTo>
                    <a:pt x="13" y="68"/>
                    <a:pt x="1" y="78"/>
                    <a:pt x="1" y="93"/>
                  </a:cubicBezTo>
                  <a:cubicBezTo>
                    <a:pt x="1" y="107"/>
                    <a:pt x="13" y="119"/>
                    <a:pt x="27" y="119"/>
                  </a:cubicBezTo>
                  <a:lnTo>
                    <a:pt x="61" y="119"/>
                  </a:lnTo>
                  <a:cubicBezTo>
                    <a:pt x="248" y="119"/>
                    <a:pt x="435" y="97"/>
                    <a:pt x="617" y="52"/>
                  </a:cubicBezTo>
                  <a:cubicBezTo>
                    <a:pt x="631" y="49"/>
                    <a:pt x="640" y="34"/>
                    <a:pt x="636" y="21"/>
                  </a:cubicBezTo>
                  <a:cubicBezTo>
                    <a:pt x="634" y="9"/>
                    <a:pt x="623" y="1"/>
                    <a:pt x="61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9" name="Google Shape;7989;p27"/>
            <p:cNvSpPr/>
            <p:nvPr/>
          </p:nvSpPr>
          <p:spPr>
            <a:xfrm>
              <a:off x="1615025" y="4914925"/>
              <a:ext cx="10875" cy="47575"/>
            </a:xfrm>
            <a:custGeom>
              <a:avLst/>
              <a:gdLst/>
              <a:ahLst/>
              <a:cxnLst/>
              <a:rect l="l" t="t" r="r" b="b"/>
              <a:pathLst>
                <a:path w="435" h="1903" extrusionOk="0">
                  <a:moveTo>
                    <a:pt x="404" y="0"/>
                  </a:moveTo>
                  <a:cubicBezTo>
                    <a:pt x="393" y="0"/>
                    <a:pt x="383" y="7"/>
                    <a:pt x="380" y="18"/>
                  </a:cubicBezTo>
                  <a:cubicBezTo>
                    <a:pt x="177" y="618"/>
                    <a:pt x="49" y="1242"/>
                    <a:pt x="2" y="1874"/>
                  </a:cubicBezTo>
                  <a:cubicBezTo>
                    <a:pt x="1" y="1889"/>
                    <a:pt x="12" y="1901"/>
                    <a:pt x="26" y="1903"/>
                  </a:cubicBezTo>
                  <a:lnTo>
                    <a:pt x="28" y="1903"/>
                  </a:lnTo>
                  <a:cubicBezTo>
                    <a:pt x="41" y="1903"/>
                    <a:pt x="53" y="1892"/>
                    <a:pt x="53" y="1878"/>
                  </a:cubicBezTo>
                  <a:cubicBezTo>
                    <a:pt x="102" y="1250"/>
                    <a:pt x="227" y="630"/>
                    <a:pt x="429" y="34"/>
                  </a:cubicBezTo>
                  <a:cubicBezTo>
                    <a:pt x="434" y="21"/>
                    <a:pt x="426" y="6"/>
                    <a:pt x="412" y="2"/>
                  </a:cubicBezTo>
                  <a:cubicBezTo>
                    <a:pt x="410" y="1"/>
                    <a:pt x="407" y="0"/>
                    <a:pt x="40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0" name="Google Shape;7990;p27"/>
            <p:cNvSpPr/>
            <p:nvPr/>
          </p:nvSpPr>
          <p:spPr>
            <a:xfrm>
              <a:off x="1614250" y="4970250"/>
              <a:ext cx="1550" cy="7025"/>
            </a:xfrm>
            <a:custGeom>
              <a:avLst/>
              <a:gdLst/>
              <a:ahLst/>
              <a:cxnLst/>
              <a:rect l="l" t="t" r="r" b="b"/>
              <a:pathLst>
                <a:path w="62" h="281" extrusionOk="0">
                  <a:moveTo>
                    <a:pt x="36" y="0"/>
                  </a:moveTo>
                  <a:cubicBezTo>
                    <a:pt x="20" y="0"/>
                    <a:pt x="9" y="11"/>
                    <a:pt x="9" y="26"/>
                  </a:cubicBezTo>
                  <a:lnTo>
                    <a:pt x="1" y="253"/>
                  </a:lnTo>
                  <a:cubicBezTo>
                    <a:pt x="1" y="268"/>
                    <a:pt x="12" y="280"/>
                    <a:pt x="26" y="280"/>
                  </a:cubicBezTo>
                  <a:lnTo>
                    <a:pt x="28" y="280"/>
                  </a:lnTo>
                  <a:cubicBezTo>
                    <a:pt x="41" y="280"/>
                    <a:pt x="53" y="269"/>
                    <a:pt x="53" y="256"/>
                  </a:cubicBezTo>
                  <a:lnTo>
                    <a:pt x="60" y="27"/>
                  </a:lnTo>
                  <a:cubicBezTo>
                    <a:pt x="61" y="14"/>
                    <a:pt x="49" y="2"/>
                    <a:pt x="3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1" name="Google Shape;7991;p27"/>
            <p:cNvSpPr/>
            <p:nvPr/>
          </p:nvSpPr>
          <p:spPr>
            <a:xfrm>
              <a:off x="1640750" y="4887175"/>
              <a:ext cx="7575" cy="24950"/>
            </a:xfrm>
            <a:custGeom>
              <a:avLst/>
              <a:gdLst/>
              <a:ahLst/>
              <a:cxnLst/>
              <a:rect l="l" t="t" r="r" b="b"/>
              <a:pathLst>
                <a:path w="303" h="998" extrusionOk="0">
                  <a:moveTo>
                    <a:pt x="273" y="1"/>
                  </a:moveTo>
                  <a:cubicBezTo>
                    <a:pt x="262" y="1"/>
                    <a:pt x="252" y="8"/>
                    <a:pt x="249" y="21"/>
                  </a:cubicBezTo>
                  <a:lnTo>
                    <a:pt x="4" y="965"/>
                  </a:lnTo>
                  <a:cubicBezTo>
                    <a:pt x="1" y="979"/>
                    <a:pt x="9" y="993"/>
                    <a:pt x="23" y="997"/>
                  </a:cubicBezTo>
                  <a:lnTo>
                    <a:pt x="29" y="997"/>
                  </a:lnTo>
                  <a:cubicBezTo>
                    <a:pt x="41" y="997"/>
                    <a:pt x="52" y="989"/>
                    <a:pt x="55" y="979"/>
                  </a:cubicBezTo>
                  <a:lnTo>
                    <a:pt x="300" y="33"/>
                  </a:lnTo>
                  <a:cubicBezTo>
                    <a:pt x="302" y="19"/>
                    <a:pt x="294" y="5"/>
                    <a:pt x="281" y="2"/>
                  </a:cubicBezTo>
                  <a:cubicBezTo>
                    <a:pt x="278" y="1"/>
                    <a:pt x="276" y="1"/>
                    <a:pt x="27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2" name="Google Shape;7992;p27"/>
            <p:cNvSpPr/>
            <p:nvPr/>
          </p:nvSpPr>
          <p:spPr>
            <a:xfrm>
              <a:off x="1620850" y="4987775"/>
              <a:ext cx="5050" cy="35325"/>
            </a:xfrm>
            <a:custGeom>
              <a:avLst/>
              <a:gdLst/>
              <a:ahLst/>
              <a:cxnLst/>
              <a:rect l="l" t="t" r="r" b="b"/>
              <a:pathLst>
                <a:path w="202" h="1413" extrusionOk="0">
                  <a:moveTo>
                    <a:pt x="175" y="0"/>
                  </a:moveTo>
                  <a:cubicBezTo>
                    <a:pt x="162" y="0"/>
                    <a:pt x="149" y="11"/>
                    <a:pt x="149" y="26"/>
                  </a:cubicBezTo>
                  <a:cubicBezTo>
                    <a:pt x="120" y="478"/>
                    <a:pt x="72" y="934"/>
                    <a:pt x="2" y="1382"/>
                  </a:cubicBezTo>
                  <a:cubicBezTo>
                    <a:pt x="1" y="1397"/>
                    <a:pt x="10" y="1410"/>
                    <a:pt x="25" y="1412"/>
                  </a:cubicBezTo>
                  <a:cubicBezTo>
                    <a:pt x="25" y="1413"/>
                    <a:pt x="26" y="1413"/>
                    <a:pt x="27" y="1413"/>
                  </a:cubicBezTo>
                  <a:lnTo>
                    <a:pt x="29" y="1412"/>
                  </a:lnTo>
                  <a:cubicBezTo>
                    <a:pt x="41" y="1412"/>
                    <a:pt x="52" y="1402"/>
                    <a:pt x="54" y="1390"/>
                  </a:cubicBezTo>
                  <a:cubicBezTo>
                    <a:pt x="123" y="941"/>
                    <a:pt x="173" y="482"/>
                    <a:pt x="200" y="29"/>
                  </a:cubicBezTo>
                  <a:cubicBezTo>
                    <a:pt x="201" y="14"/>
                    <a:pt x="190" y="2"/>
                    <a:pt x="17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3" name="Google Shape;7993;p27"/>
            <p:cNvSpPr/>
            <p:nvPr/>
          </p:nvSpPr>
          <p:spPr>
            <a:xfrm>
              <a:off x="1612050" y="4987450"/>
              <a:ext cx="2200" cy="13225"/>
            </a:xfrm>
            <a:custGeom>
              <a:avLst/>
              <a:gdLst/>
              <a:ahLst/>
              <a:cxnLst/>
              <a:rect l="l" t="t" r="r" b="b"/>
              <a:pathLst>
                <a:path w="88" h="529" extrusionOk="0">
                  <a:moveTo>
                    <a:pt x="58" y="1"/>
                  </a:moveTo>
                  <a:cubicBezTo>
                    <a:pt x="46" y="1"/>
                    <a:pt x="36" y="12"/>
                    <a:pt x="35" y="25"/>
                  </a:cubicBezTo>
                  <a:lnTo>
                    <a:pt x="0" y="502"/>
                  </a:lnTo>
                  <a:cubicBezTo>
                    <a:pt x="0" y="515"/>
                    <a:pt x="11" y="529"/>
                    <a:pt x="24" y="529"/>
                  </a:cubicBezTo>
                  <a:lnTo>
                    <a:pt x="27" y="529"/>
                  </a:lnTo>
                  <a:cubicBezTo>
                    <a:pt x="40" y="529"/>
                    <a:pt x="51" y="519"/>
                    <a:pt x="53" y="504"/>
                  </a:cubicBezTo>
                  <a:lnTo>
                    <a:pt x="86" y="29"/>
                  </a:lnTo>
                  <a:cubicBezTo>
                    <a:pt x="88" y="15"/>
                    <a:pt x="77" y="3"/>
                    <a:pt x="62" y="1"/>
                  </a:cubicBezTo>
                  <a:cubicBezTo>
                    <a:pt x="61" y="1"/>
                    <a:pt x="59" y="1"/>
                    <a:pt x="5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4" name="Google Shape;7994;p27"/>
            <p:cNvSpPr/>
            <p:nvPr/>
          </p:nvSpPr>
          <p:spPr>
            <a:xfrm>
              <a:off x="1687150" y="4924600"/>
              <a:ext cx="18575" cy="32525"/>
            </a:xfrm>
            <a:custGeom>
              <a:avLst/>
              <a:gdLst/>
              <a:ahLst/>
              <a:cxnLst/>
              <a:rect l="l" t="t" r="r" b="b"/>
              <a:pathLst>
                <a:path w="743" h="1301" extrusionOk="0">
                  <a:moveTo>
                    <a:pt x="712" y="1"/>
                  </a:moveTo>
                  <a:cubicBezTo>
                    <a:pt x="703" y="1"/>
                    <a:pt x="694" y="6"/>
                    <a:pt x="689" y="16"/>
                  </a:cubicBezTo>
                  <a:cubicBezTo>
                    <a:pt x="490" y="443"/>
                    <a:pt x="261" y="862"/>
                    <a:pt x="8" y="1261"/>
                  </a:cubicBezTo>
                  <a:cubicBezTo>
                    <a:pt x="0" y="1272"/>
                    <a:pt x="4" y="1288"/>
                    <a:pt x="16" y="1296"/>
                  </a:cubicBezTo>
                  <a:cubicBezTo>
                    <a:pt x="20" y="1299"/>
                    <a:pt x="24" y="1300"/>
                    <a:pt x="30" y="1300"/>
                  </a:cubicBezTo>
                  <a:cubicBezTo>
                    <a:pt x="38" y="1300"/>
                    <a:pt x="46" y="1296"/>
                    <a:pt x="51" y="1288"/>
                  </a:cubicBezTo>
                  <a:cubicBezTo>
                    <a:pt x="306" y="887"/>
                    <a:pt x="537" y="468"/>
                    <a:pt x="736" y="37"/>
                  </a:cubicBezTo>
                  <a:cubicBezTo>
                    <a:pt x="743" y="25"/>
                    <a:pt x="737" y="9"/>
                    <a:pt x="724" y="4"/>
                  </a:cubicBezTo>
                  <a:cubicBezTo>
                    <a:pt x="720" y="2"/>
                    <a:pt x="716" y="1"/>
                    <a:pt x="71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5" name="Google Shape;7995;p27"/>
            <p:cNvSpPr/>
            <p:nvPr/>
          </p:nvSpPr>
          <p:spPr>
            <a:xfrm>
              <a:off x="1676250" y="4966700"/>
              <a:ext cx="8125" cy="13800"/>
            </a:xfrm>
            <a:custGeom>
              <a:avLst/>
              <a:gdLst/>
              <a:ahLst/>
              <a:cxnLst/>
              <a:rect l="l" t="t" r="r" b="b"/>
              <a:pathLst>
                <a:path w="325" h="552" extrusionOk="0">
                  <a:moveTo>
                    <a:pt x="296" y="0"/>
                  </a:moveTo>
                  <a:cubicBezTo>
                    <a:pt x="286" y="0"/>
                    <a:pt x="276" y="6"/>
                    <a:pt x="272" y="16"/>
                  </a:cubicBezTo>
                  <a:cubicBezTo>
                    <a:pt x="197" y="187"/>
                    <a:pt x="108" y="354"/>
                    <a:pt x="8" y="511"/>
                  </a:cubicBezTo>
                  <a:cubicBezTo>
                    <a:pt x="0" y="523"/>
                    <a:pt x="4" y="539"/>
                    <a:pt x="16" y="547"/>
                  </a:cubicBezTo>
                  <a:cubicBezTo>
                    <a:pt x="20" y="549"/>
                    <a:pt x="26" y="550"/>
                    <a:pt x="30" y="550"/>
                  </a:cubicBezTo>
                  <a:lnTo>
                    <a:pt x="30" y="551"/>
                  </a:lnTo>
                  <a:cubicBezTo>
                    <a:pt x="39" y="551"/>
                    <a:pt x="47" y="546"/>
                    <a:pt x="53" y="539"/>
                  </a:cubicBezTo>
                  <a:cubicBezTo>
                    <a:pt x="152" y="379"/>
                    <a:pt x="242" y="210"/>
                    <a:pt x="319" y="37"/>
                  </a:cubicBezTo>
                  <a:cubicBezTo>
                    <a:pt x="325" y="24"/>
                    <a:pt x="319" y="9"/>
                    <a:pt x="306" y="3"/>
                  </a:cubicBezTo>
                  <a:cubicBezTo>
                    <a:pt x="303" y="1"/>
                    <a:pt x="299" y="0"/>
                    <a:pt x="29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6" name="Google Shape;7996;p27"/>
            <p:cNvSpPr/>
            <p:nvPr/>
          </p:nvSpPr>
          <p:spPr>
            <a:xfrm>
              <a:off x="1709250" y="4910075"/>
              <a:ext cx="3875" cy="5175"/>
            </a:xfrm>
            <a:custGeom>
              <a:avLst/>
              <a:gdLst/>
              <a:ahLst/>
              <a:cxnLst/>
              <a:rect l="l" t="t" r="r" b="b"/>
              <a:pathLst>
                <a:path w="155" h="207" extrusionOk="0">
                  <a:moveTo>
                    <a:pt x="125" y="0"/>
                  </a:moveTo>
                  <a:cubicBezTo>
                    <a:pt x="116" y="0"/>
                    <a:pt x="108" y="5"/>
                    <a:pt x="102" y="13"/>
                  </a:cubicBezTo>
                  <a:lnTo>
                    <a:pt x="7" y="167"/>
                  </a:lnTo>
                  <a:cubicBezTo>
                    <a:pt x="0" y="180"/>
                    <a:pt x="4" y="196"/>
                    <a:pt x="16" y="204"/>
                  </a:cubicBezTo>
                  <a:cubicBezTo>
                    <a:pt x="20" y="206"/>
                    <a:pt x="24" y="206"/>
                    <a:pt x="30" y="206"/>
                  </a:cubicBezTo>
                  <a:cubicBezTo>
                    <a:pt x="38" y="206"/>
                    <a:pt x="47" y="202"/>
                    <a:pt x="51" y="194"/>
                  </a:cubicBezTo>
                  <a:lnTo>
                    <a:pt x="147" y="40"/>
                  </a:lnTo>
                  <a:cubicBezTo>
                    <a:pt x="155" y="28"/>
                    <a:pt x="151" y="11"/>
                    <a:pt x="139" y="5"/>
                  </a:cubicBezTo>
                  <a:cubicBezTo>
                    <a:pt x="134" y="2"/>
                    <a:pt x="130" y="0"/>
                    <a:pt x="12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7" name="Google Shape;7997;p27"/>
            <p:cNvSpPr/>
            <p:nvPr/>
          </p:nvSpPr>
          <p:spPr>
            <a:xfrm>
              <a:off x="1663575" y="4990375"/>
              <a:ext cx="16125" cy="29000"/>
            </a:xfrm>
            <a:custGeom>
              <a:avLst/>
              <a:gdLst/>
              <a:ahLst/>
              <a:cxnLst/>
              <a:rect l="l" t="t" r="r" b="b"/>
              <a:pathLst>
                <a:path w="645" h="1160" extrusionOk="0">
                  <a:moveTo>
                    <a:pt x="616" y="1"/>
                  </a:moveTo>
                  <a:cubicBezTo>
                    <a:pt x="606" y="1"/>
                    <a:pt x="596" y="6"/>
                    <a:pt x="592" y="16"/>
                  </a:cubicBezTo>
                  <a:cubicBezTo>
                    <a:pt x="420" y="393"/>
                    <a:pt x="223" y="764"/>
                    <a:pt x="7" y="1121"/>
                  </a:cubicBezTo>
                  <a:cubicBezTo>
                    <a:pt x="0" y="1133"/>
                    <a:pt x="4" y="1149"/>
                    <a:pt x="16" y="1156"/>
                  </a:cubicBezTo>
                  <a:cubicBezTo>
                    <a:pt x="20" y="1158"/>
                    <a:pt x="24" y="1160"/>
                    <a:pt x="30" y="1160"/>
                  </a:cubicBezTo>
                  <a:cubicBezTo>
                    <a:pt x="38" y="1160"/>
                    <a:pt x="47" y="1156"/>
                    <a:pt x="51" y="1147"/>
                  </a:cubicBezTo>
                  <a:cubicBezTo>
                    <a:pt x="268" y="790"/>
                    <a:pt x="466" y="416"/>
                    <a:pt x="639" y="38"/>
                  </a:cubicBezTo>
                  <a:cubicBezTo>
                    <a:pt x="645" y="24"/>
                    <a:pt x="639" y="9"/>
                    <a:pt x="626" y="3"/>
                  </a:cubicBezTo>
                  <a:cubicBezTo>
                    <a:pt x="623" y="1"/>
                    <a:pt x="619" y="1"/>
                    <a:pt x="61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8" name="Google Shape;7998;p27"/>
            <p:cNvSpPr/>
            <p:nvPr/>
          </p:nvSpPr>
          <p:spPr>
            <a:xfrm>
              <a:off x="1702075" y="4996350"/>
              <a:ext cx="26625" cy="27075"/>
            </a:xfrm>
            <a:custGeom>
              <a:avLst/>
              <a:gdLst/>
              <a:ahLst/>
              <a:cxnLst/>
              <a:rect l="l" t="t" r="r" b="b"/>
              <a:pathLst>
                <a:path w="1065" h="1083" extrusionOk="0">
                  <a:moveTo>
                    <a:pt x="1036" y="1"/>
                  </a:moveTo>
                  <a:cubicBezTo>
                    <a:pt x="1030" y="1"/>
                    <a:pt x="1024" y="3"/>
                    <a:pt x="1019" y="7"/>
                  </a:cubicBezTo>
                  <a:cubicBezTo>
                    <a:pt x="664" y="329"/>
                    <a:pt x="323" y="676"/>
                    <a:pt x="10" y="1039"/>
                  </a:cubicBezTo>
                  <a:cubicBezTo>
                    <a:pt x="1" y="1050"/>
                    <a:pt x="2" y="1066"/>
                    <a:pt x="13" y="1075"/>
                  </a:cubicBezTo>
                  <a:cubicBezTo>
                    <a:pt x="17" y="1079"/>
                    <a:pt x="23" y="1081"/>
                    <a:pt x="29" y="1081"/>
                  </a:cubicBezTo>
                  <a:lnTo>
                    <a:pt x="29" y="1082"/>
                  </a:lnTo>
                  <a:cubicBezTo>
                    <a:pt x="37" y="1082"/>
                    <a:pt x="44" y="1078"/>
                    <a:pt x="49" y="1073"/>
                  </a:cubicBezTo>
                  <a:cubicBezTo>
                    <a:pt x="361" y="712"/>
                    <a:pt x="700" y="366"/>
                    <a:pt x="1054" y="46"/>
                  </a:cubicBezTo>
                  <a:cubicBezTo>
                    <a:pt x="1065" y="37"/>
                    <a:pt x="1065" y="19"/>
                    <a:pt x="1055" y="10"/>
                  </a:cubicBezTo>
                  <a:cubicBezTo>
                    <a:pt x="1050" y="4"/>
                    <a:pt x="1043" y="1"/>
                    <a:pt x="103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9" name="Google Shape;7999;p27"/>
            <p:cNvSpPr/>
            <p:nvPr/>
          </p:nvSpPr>
          <p:spPr>
            <a:xfrm>
              <a:off x="1732825" y="4987275"/>
              <a:ext cx="6075" cy="5275"/>
            </a:xfrm>
            <a:custGeom>
              <a:avLst/>
              <a:gdLst/>
              <a:ahLst/>
              <a:cxnLst/>
              <a:rect l="l" t="t" r="r" b="b"/>
              <a:pathLst>
                <a:path w="243" h="211" extrusionOk="0">
                  <a:moveTo>
                    <a:pt x="213" y="1"/>
                  </a:moveTo>
                  <a:cubicBezTo>
                    <a:pt x="207" y="1"/>
                    <a:pt x="201" y="3"/>
                    <a:pt x="197" y="7"/>
                  </a:cubicBezTo>
                  <a:lnTo>
                    <a:pt x="12" y="164"/>
                  </a:lnTo>
                  <a:cubicBezTo>
                    <a:pt x="1" y="174"/>
                    <a:pt x="0" y="190"/>
                    <a:pt x="10" y="201"/>
                  </a:cubicBezTo>
                  <a:cubicBezTo>
                    <a:pt x="15" y="207"/>
                    <a:pt x="23" y="210"/>
                    <a:pt x="30" y="210"/>
                  </a:cubicBezTo>
                  <a:cubicBezTo>
                    <a:pt x="35" y="210"/>
                    <a:pt x="42" y="207"/>
                    <a:pt x="46" y="203"/>
                  </a:cubicBezTo>
                  <a:lnTo>
                    <a:pt x="230" y="46"/>
                  </a:lnTo>
                  <a:cubicBezTo>
                    <a:pt x="241" y="36"/>
                    <a:pt x="242" y="20"/>
                    <a:pt x="233" y="10"/>
                  </a:cubicBezTo>
                  <a:cubicBezTo>
                    <a:pt x="228" y="4"/>
                    <a:pt x="220" y="1"/>
                    <a:pt x="21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0" name="Google Shape;8000;p27"/>
            <p:cNvSpPr/>
            <p:nvPr/>
          </p:nvSpPr>
          <p:spPr>
            <a:xfrm>
              <a:off x="1754050" y="4969475"/>
              <a:ext cx="24900" cy="27700"/>
            </a:xfrm>
            <a:custGeom>
              <a:avLst/>
              <a:gdLst/>
              <a:ahLst/>
              <a:cxnLst/>
              <a:rect l="l" t="t" r="r" b="b"/>
              <a:pathLst>
                <a:path w="996" h="1108" extrusionOk="0">
                  <a:moveTo>
                    <a:pt x="967" y="0"/>
                  </a:moveTo>
                  <a:cubicBezTo>
                    <a:pt x="960" y="0"/>
                    <a:pt x="953" y="3"/>
                    <a:pt x="947" y="9"/>
                  </a:cubicBezTo>
                  <a:cubicBezTo>
                    <a:pt x="626" y="349"/>
                    <a:pt x="309" y="705"/>
                    <a:pt x="8" y="1066"/>
                  </a:cubicBezTo>
                  <a:cubicBezTo>
                    <a:pt x="0" y="1077"/>
                    <a:pt x="0" y="1093"/>
                    <a:pt x="12" y="1102"/>
                  </a:cubicBezTo>
                  <a:cubicBezTo>
                    <a:pt x="16" y="1106"/>
                    <a:pt x="23" y="1108"/>
                    <a:pt x="28" y="1108"/>
                  </a:cubicBezTo>
                  <a:cubicBezTo>
                    <a:pt x="35" y="1108"/>
                    <a:pt x="43" y="1105"/>
                    <a:pt x="48" y="1098"/>
                  </a:cubicBezTo>
                  <a:cubicBezTo>
                    <a:pt x="348" y="739"/>
                    <a:pt x="663" y="384"/>
                    <a:pt x="985" y="44"/>
                  </a:cubicBezTo>
                  <a:cubicBezTo>
                    <a:pt x="996" y="34"/>
                    <a:pt x="994" y="17"/>
                    <a:pt x="985" y="7"/>
                  </a:cubicBezTo>
                  <a:cubicBezTo>
                    <a:pt x="980" y="3"/>
                    <a:pt x="973" y="0"/>
                    <a:pt x="96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1" name="Google Shape;8001;p27"/>
            <p:cNvSpPr/>
            <p:nvPr/>
          </p:nvSpPr>
          <p:spPr>
            <a:xfrm>
              <a:off x="1781275" y="4959000"/>
              <a:ext cx="5350" cy="7075"/>
            </a:xfrm>
            <a:custGeom>
              <a:avLst/>
              <a:gdLst/>
              <a:ahLst/>
              <a:cxnLst/>
              <a:rect l="l" t="t" r="r" b="b"/>
              <a:pathLst>
                <a:path w="214" h="283" extrusionOk="0">
                  <a:moveTo>
                    <a:pt x="185" y="1"/>
                  </a:moveTo>
                  <a:cubicBezTo>
                    <a:pt x="176" y="1"/>
                    <a:pt x="167" y="5"/>
                    <a:pt x="162" y="13"/>
                  </a:cubicBezTo>
                  <a:lnTo>
                    <a:pt x="9" y="242"/>
                  </a:lnTo>
                  <a:cubicBezTo>
                    <a:pt x="1" y="254"/>
                    <a:pt x="3" y="270"/>
                    <a:pt x="16" y="278"/>
                  </a:cubicBezTo>
                  <a:cubicBezTo>
                    <a:pt x="20" y="281"/>
                    <a:pt x="25" y="282"/>
                    <a:pt x="30" y="282"/>
                  </a:cubicBezTo>
                  <a:cubicBezTo>
                    <a:pt x="38" y="282"/>
                    <a:pt x="46" y="278"/>
                    <a:pt x="52" y="271"/>
                  </a:cubicBezTo>
                  <a:lnTo>
                    <a:pt x="205" y="41"/>
                  </a:lnTo>
                  <a:cubicBezTo>
                    <a:pt x="213" y="29"/>
                    <a:pt x="209" y="13"/>
                    <a:pt x="199" y="5"/>
                  </a:cubicBezTo>
                  <a:cubicBezTo>
                    <a:pt x="194" y="2"/>
                    <a:pt x="189" y="1"/>
                    <a:pt x="18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2" name="Google Shape;8002;p27"/>
            <p:cNvSpPr/>
            <p:nvPr/>
          </p:nvSpPr>
          <p:spPr>
            <a:xfrm>
              <a:off x="1736550" y="5011475"/>
              <a:ext cx="20750" cy="20875"/>
            </a:xfrm>
            <a:custGeom>
              <a:avLst/>
              <a:gdLst/>
              <a:ahLst/>
              <a:cxnLst/>
              <a:rect l="l" t="t" r="r" b="b"/>
              <a:pathLst>
                <a:path w="830" h="835" extrusionOk="0">
                  <a:moveTo>
                    <a:pt x="800" y="1"/>
                  </a:moveTo>
                  <a:cubicBezTo>
                    <a:pt x="792" y="1"/>
                    <a:pt x="785" y="4"/>
                    <a:pt x="779" y="10"/>
                  </a:cubicBezTo>
                  <a:cubicBezTo>
                    <a:pt x="547" y="289"/>
                    <a:pt x="288" y="550"/>
                    <a:pt x="13" y="789"/>
                  </a:cubicBezTo>
                  <a:cubicBezTo>
                    <a:pt x="2" y="799"/>
                    <a:pt x="0" y="815"/>
                    <a:pt x="10" y="825"/>
                  </a:cubicBezTo>
                  <a:cubicBezTo>
                    <a:pt x="15" y="832"/>
                    <a:pt x="22" y="835"/>
                    <a:pt x="30" y="835"/>
                  </a:cubicBezTo>
                  <a:cubicBezTo>
                    <a:pt x="35" y="835"/>
                    <a:pt x="42" y="832"/>
                    <a:pt x="46" y="828"/>
                  </a:cubicBezTo>
                  <a:cubicBezTo>
                    <a:pt x="325" y="587"/>
                    <a:pt x="584" y="324"/>
                    <a:pt x="820" y="42"/>
                  </a:cubicBezTo>
                  <a:cubicBezTo>
                    <a:pt x="829" y="32"/>
                    <a:pt x="828" y="16"/>
                    <a:pt x="816" y="6"/>
                  </a:cubicBezTo>
                  <a:cubicBezTo>
                    <a:pt x="811" y="3"/>
                    <a:pt x="806" y="1"/>
                    <a:pt x="80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3" name="Google Shape;8003;p27"/>
            <p:cNvSpPr/>
            <p:nvPr/>
          </p:nvSpPr>
          <p:spPr>
            <a:xfrm>
              <a:off x="1719700" y="5036925"/>
              <a:ext cx="11650" cy="9625"/>
            </a:xfrm>
            <a:custGeom>
              <a:avLst/>
              <a:gdLst/>
              <a:ahLst/>
              <a:cxnLst/>
              <a:rect l="l" t="t" r="r" b="b"/>
              <a:pathLst>
                <a:path w="466" h="385" extrusionOk="0">
                  <a:moveTo>
                    <a:pt x="438" y="1"/>
                  </a:moveTo>
                  <a:cubicBezTo>
                    <a:pt x="431" y="1"/>
                    <a:pt x="424" y="3"/>
                    <a:pt x="419" y="8"/>
                  </a:cubicBezTo>
                  <a:cubicBezTo>
                    <a:pt x="298" y="132"/>
                    <a:pt x="162" y="242"/>
                    <a:pt x="17" y="338"/>
                  </a:cubicBezTo>
                  <a:cubicBezTo>
                    <a:pt x="4" y="344"/>
                    <a:pt x="0" y="360"/>
                    <a:pt x="9" y="373"/>
                  </a:cubicBezTo>
                  <a:cubicBezTo>
                    <a:pt x="14" y="381"/>
                    <a:pt x="22" y="385"/>
                    <a:pt x="30" y="385"/>
                  </a:cubicBezTo>
                  <a:lnTo>
                    <a:pt x="31" y="385"/>
                  </a:lnTo>
                  <a:cubicBezTo>
                    <a:pt x="35" y="385"/>
                    <a:pt x="41" y="383"/>
                    <a:pt x="45" y="381"/>
                  </a:cubicBezTo>
                  <a:cubicBezTo>
                    <a:pt x="193" y="284"/>
                    <a:pt x="331" y="171"/>
                    <a:pt x="457" y="46"/>
                  </a:cubicBezTo>
                  <a:cubicBezTo>
                    <a:pt x="466" y="35"/>
                    <a:pt x="466" y="19"/>
                    <a:pt x="457" y="8"/>
                  </a:cubicBezTo>
                  <a:cubicBezTo>
                    <a:pt x="451" y="3"/>
                    <a:pt x="444" y="1"/>
                    <a:pt x="43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4" name="Google Shape;8004;p27"/>
            <p:cNvSpPr/>
            <p:nvPr/>
          </p:nvSpPr>
          <p:spPr>
            <a:xfrm>
              <a:off x="1671475" y="5048625"/>
              <a:ext cx="18050" cy="17025"/>
            </a:xfrm>
            <a:custGeom>
              <a:avLst/>
              <a:gdLst/>
              <a:ahLst/>
              <a:cxnLst/>
              <a:rect l="l" t="t" r="r" b="b"/>
              <a:pathLst>
                <a:path w="722" h="681" extrusionOk="0">
                  <a:moveTo>
                    <a:pt x="692" y="1"/>
                  </a:moveTo>
                  <a:cubicBezTo>
                    <a:pt x="687" y="1"/>
                    <a:pt x="682" y="2"/>
                    <a:pt x="677" y="5"/>
                  </a:cubicBezTo>
                  <a:cubicBezTo>
                    <a:pt x="425" y="184"/>
                    <a:pt x="201" y="397"/>
                    <a:pt x="10" y="639"/>
                  </a:cubicBezTo>
                  <a:cubicBezTo>
                    <a:pt x="0" y="650"/>
                    <a:pt x="3" y="666"/>
                    <a:pt x="14" y="675"/>
                  </a:cubicBezTo>
                  <a:cubicBezTo>
                    <a:pt x="19" y="678"/>
                    <a:pt x="24" y="681"/>
                    <a:pt x="30" y="681"/>
                  </a:cubicBezTo>
                  <a:cubicBezTo>
                    <a:pt x="38" y="681"/>
                    <a:pt x="45" y="677"/>
                    <a:pt x="50" y="671"/>
                  </a:cubicBezTo>
                  <a:cubicBezTo>
                    <a:pt x="238" y="433"/>
                    <a:pt x="459" y="223"/>
                    <a:pt x="707" y="48"/>
                  </a:cubicBezTo>
                  <a:cubicBezTo>
                    <a:pt x="719" y="40"/>
                    <a:pt x="721" y="24"/>
                    <a:pt x="713" y="12"/>
                  </a:cubicBezTo>
                  <a:cubicBezTo>
                    <a:pt x="708" y="5"/>
                    <a:pt x="700" y="1"/>
                    <a:pt x="6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5" name="Google Shape;8005;p27"/>
            <p:cNvSpPr/>
            <p:nvPr/>
          </p:nvSpPr>
          <p:spPr>
            <a:xfrm>
              <a:off x="1794150" y="5068125"/>
              <a:ext cx="31375" cy="14075"/>
            </a:xfrm>
            <a:custGeom>
              <a:avLst/>
              <a:gdLst/>
              <a:ahLst/>
              <a:cxnLst/>
              <a:rect l="l" t="t" r="r" b="b"/>
              <a:pathLst>
                <a:path w="1255" h="563" extrusionOk="0">
                  <a:moveTo>
                    <a:pt x="1226" y="1"/>
                  </a:moveTo>
                  <a:cubicBezTo>
                    <a:pt x="1222" y="1"/>
                    <a:pt x="1219" y="2"/>
                    <a:pt x="1216" y="3"/>
                  </a:cubicBezTo>
                  <a:lnTo>
                    <a:pt x="20" y="513"/>
                  </a:lnTo>
                  <a:cubicBezTo>
                    <a:pt x="6" y="518"/>
                    <a:pt x="1" y="534"/>
                    <a:pt x="6" y="547"/>
                  </a:cubicBezTo>
                  <a:cubicBezTo>
                    <a:pt x="10" y="557"/>
                    <a:pt x="20" y="563"/>
                    <a:pt x="31" y="563"/>
                  </a:cubicBezTo>
                  <a:cubicBezTo>
                    <a:pt x="33" y="563"/>
                    <a:pt x="37" y="563"/>
                    <a:pt x="40" y="561"/>
                  </a:cubicBezTo>
                  <a:lnTo>
                    <a:pt x="1236" y="50"/>
                  </a:lnTo>
                  <a:cubicBezTo>
                    <a:pt x="1249" y="45"/>
                    <a:pt x="1255" y="30"/>
                    <a:pt x="1249" y="16"/>
                  </a:cubicBezTo>
                  <a:cubicBezTo>
                    <a:pt x="1245" y="6"/>
                    <a:pt x="1236" y="1"/>
                    <a:pt x="12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6" name="Google Shape;8006;p27"/>
            <p:cNvSpPr/>
            <p:nvPr/>
          </p:nvSpPr>
          <p:spPr>
            <a:xfrm>
              <a:off x="1831300" y="5058525"/>
              <a:ext cx="9500" cy="6425"/>
            </a:xfrm>
            <a:custGeom>
              <a:avLst/>
              <a:gdLst/>
              <a:ahLst/>
              <a:cxnLst/>
              <a:rect l="l" t="t" r="r" b="b"/>
              <a:pathLst>
                <a:path w="380" h="257" extrusionOk="0">
                  <a:moveTo>
                    <a:pt x="349" y="1"/>
                  </a:moveTo>
                  <a:cubicBezTo>
                    <a:pt x="344" y="1"/>
                    <a:pt x="340" y="2"/>
                    <a:pt x="335" y="5"/>
                  </a:cubicBezTo>
                  <a:lnTo>
                    <a:pt x="15" y="209"/>
                  </a:lnTo>
                  <a:cubicBezTo>
                    <a:pt x="3" y="216"/>
                    <a:pt x="0" y="232"/>
                    <a:pt x="8" y="244"/>
                  </a:cubicBezTo>
                  <a:cubicBezTo>
                    <a:pt x="12" y="252"/>
                    <a:pt x="20" y="257"/>
                    <a:pt x="30" y="257"/>
                  </a:cubicBezTo>
                  <a:cubicBezTo>
                    <a:pt x="34" y="257"/>
                    <a:pt x="39" y="255"/>
                    <a:pt x="43" y="252"/>
                  </a:cubicBezTo>
                  <a:lnTo>
                    <a:pt x="363" y="48"/>
                  </a:lnTo>
                  <a:cubicBezTo>
                    <a:pt x="376" y="41"/>
                    <a:pt x="380" y="25"/>
                    <a:pt x="372" y="13"/>
                  </a:cubicBezTo>
                  <a:cubicBezTo>
                    <a:pt x="366" y="5"/>
                    <a:pt x="358" y="1"/>
                    <a:pt x="34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7" name="Google Shape;8007;p27"/>
            <p:cNvSpPr/>
            <p:nvPr/>
          </p:nvSpPr>
          <p:spPr>
            <a:xfrm>
              <a:off x="1756800" y="5063075"/>
              <a:ext cx="30350" cy="13650"/>
            </a:xfrm>
            <a:custGeom>
              <a:avLst/>
              <a:gdLst/>
              <a:ahLst/>
              <a:cxnLst/>
              <a:rect l="l" t="t" r="r" b="b"/>
              <a:pathLst>
                <a:path w="1214" h="546" extrusionOk="0">
                  <a:moveTo>
                    <a:pt x="1184" y="1"/>
                  </a:moveTo>
                  <a:cubicBezTo>
                    <a:pt x="1181" y="1"/>
                    <a:pt x="1179" y="1"/>
                    <a:pt x="1176" y="2"/>
                  </a:cubicBezTo>
                  <a:cubicBezTo>
                    <a:pt x="775" y="128"/>
                    <a:pt x="386" y="295"/>
                    <a:pt x="18" y="496"/>
                  </a:cubicBezTo>
                  <a:cubicBezTo>
                    <a:pt x="6" y="504"/>
                    <a:pt x="0" y="518"/>
                    <a:pt x="7" y="532"/>
                  </a:cubicBezTo>
                  <a:cubicBezTo>
                    <a:pt x="12" y="540"/>
                    <a:pt x="22" y="545"/>
                    <a:pt x="30" y="545"/>
                  </a:cubicBezTo>
                  <a:cubicBezTo>
                    <a:pt x="35" y="545"/>
                    <a:pt x="39" y="544"/>
                    <a:pt x="43" y="541"/>
                  </a:cubicBezTo>
                  <a:cubicBezTo>
                    <a:pt x="408" y="342"/>
                    <a:pt x="795" y="177"/>
                    <a:pt x="1192" y="52"/>
                  </a:cubicBezTo>
                  <a:cubicBezTo>
                    <a:pt x="1206" y="48"/>
                    <a:pt x="1214" y="33"/>
                    <a:pt x="1208" y="19"/>
                  </a:cubicBezTo>
                  <a:cubicBezTo>
                    <a:pt x="1205" y="8"/>
                    <a:pt x="1195" y="1"/>
                    <a:pt x="118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8" name="Google Shape;8008;p27"/>
            <p:cNvSpPr/>
            <p:nvPr/>
          </p:nvSpPr>
          <p:spPr>
            <a:xfrm>
              <a:off x="1791450" y="5056750"/>
              <a:ext cx="10350" cy="5200"/>
            </a:xfrm>
            <a:custGeom>
              <a:avLst/>
              <a:gdLst/>
              <a:ahLst/>
              <a:cxnLst/>
              <a:rect l="l" t="t" r="r" b="b"/>
              <a:pathLst>
                <a:path w="414" h="208" extrusionOk="0">
                  <a:moveTo>
                    <a:pt x="384" y="1"/>
                  </a:moveTo>
                  <a:cubicBezTo>
                    <a:pt x="380" y="1"/>
                    <a:pt x="376" y="1"/>
                    <a:pt x="373" y="3"/>
                  </a:cubicBezTo>
                  <a:lnTo>
                    <a:pt x="20" y="158"/>
                  </a:lnTo>
                  <a:cubicBezTo>
                    <a:pt x="7" y="163"/>
                    <a:pt x="0" y="178"/>
                    <a:pt x="7" y="192"/>
                  </a:cubicBezTo>
                  <a:cubicBezTo>
                    <a:pt x="11" y="201"/>
                    <a:pt x="20" y="208"/>
                    <a:pt x="30" y="208"/>
                  </a:cubicBezTo>
                  <a:cubicBezTo>
                    <a:pt x="34" y="208"/>
                    <a:pt x="38" y="206"/>
                    <a:pt x="40" y="205"/>
                  </a:cubicBezTo>
                  <a:lnTo>
                    <a:pt x="394" y="50"/>
                  </a:lnTo>
                  <a:cubicBezTo>
                    <a:pt x="408" y="45"/>
                    <a:pt x="413" y="29"/>
                    <a:pt x="408" y="17"/>
                  </a:cubicBezTo>
                  <a:cubicBezTo>
                    <a:pt x="403" y="7"/>
                    <a:pt x="393" y="1"/>
                    <a:pt x="38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9" name="Google Shape;8009;p27"/>
            <p:cNvSpPr/>
            <p:nvPr/>
          </p:nvSpPr>
          <p:spPr>
            <a:xfrm>
              <a:off x="1741325" y="5101050"/>
              <a:ext cx="36825" cy="11825"/>
            </a:xfrm>
            <a:custGeom>
              <a:avLst/>
              <a:gdLst/>
              <a:ahLst/>
              <a:cxnLst/>
              <a:rect l="l" t="t" r="r" b="b"/>
              <a:pathLst>
                <a:path w="1473" h="473" extrusionOk="0">
                  <a:moveTo>
                    <a:pt x="1443" y="1"/>
                  </a:moveTo>
                  <a:cubicBezTo>
                    <a:pt x="1441" y="1"/>
                    <a:pt x="1438" y="1"/>
                    <a:pt x="1436" y="2"/>
                  </a:cubicBezTo>
                  <a:lnTo>
                    <a:pt x="22" y="421"/>
                  </a:lnTo>
                  <a:cubicBezTo>
                    <a:pt x="9" y="426"/>
                    <a:pt x="0" y="440"/>
                    <a:pt x="5" y="454"/>
                  </a:cubicBezTo>
                  <a:cubicBezTo>
                    <a:pt x="9" y="465"/>
                    <a:pt x="18" y="473"/>
                    <a:pt x="30" y="473"/>
                  </a:cubicBezTo>
                  <a:cubicBezTo>
                    <a:pt x="31" y="473"/>
                    <a:pt x="34" y="473"/>
                    <a:pt x="37" y="471"/>
                  </a:cubicBezTo>
                  <a:lnTo>
                    <a:pt x="1451" y="52"/>
                  </a:lnTo>
                  <a:cubicBezTo>
                    <a:pt x="1464" y="47"/>
                    <a:pt x="1472" y="33"/>
                    <a:pt x="1468" y="19"/>
                  </a:cubicBezTo>
                  <a:cubicBezTo>
                    <a:pt x="1465" y="8"/>
                    <a:pt x="1454" y="1"/>
                    <a:pt x="144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0" name="Google Shape;8010;p27"/>
            <p:cNvSpPr/>
            <p:nvPr/>
          </p:nvSpPr>
          <p:spPr>
            <a:xfrm>
              <a:off x="1782050" y="5096250"/>
              <a:ext cx="7325" cy="4075"/>
            </a:xfrm>
            <a:custGeom>
              <a:avLst/>
              <a:gdLst/>
              <a:ahLst/>
              <a:cxnLst/>
              <a:rect l="l" t="t" r="r" b="b"/>
              <a:pathLst>
                <a:path w="293" h="163" extrusionOk="0">
                  <a:moveTo>
                    <a:pt x="264" y="0"/>
                  </a:moveTo>
                  <a:cubicBezTo>
                    <a:pt x="260" y="0"/>
                    <a:pt x="256" y="1"/>
                    <a:pt x="252" y="3"/>
                  </a:cubicBezTo>
                  <a:lnTo>
                    <a:pt x="20" y="113"/>
                  </a:lnTo>
                  <a:cubicBezTo>
                    <a:pt x="6" y="120"/>
                    <a:pt x="1" y="135"/>
                    <a:pt x="7" y="148"/>
                  </a:cubicBezTo>
                  <a:cubicBezTo>
                    <a:pt x="11" y="157"/>
                    <a:pt x="21" y="163"/>
                    <a:pt x="30" y="163"/>
                  </a:cubicBezTo>
                  <a:cubicBezTo>
                    <a:pt x="34" y="163"/>
                    <a:pt x="37" y="161"/>
                    <a:pt x="41" y="160"/>
                  </a:cubicBezTo>
                  <a:lnTo>
                    <a:pt x="275" y="50"/>
                  </a:lnTo>
                  <a:cubicBezTo>
                    <a:pt x="287" y="43"/>
                    <a:pt x="293" y="28"/>
                    <a:pt x="287" y="15"/>
                  </a:cubicBezTo>
                  <a:cubicBezTo>
                    <a:pt x="283" y="5"/>
                    <a:pt x="274" y="0"/>
                    <a:pt x="26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1" name="Google Shape;8011;p27"/>
            <p:cNvSpPr/>
            <p:nvPr/>
          </p:nvSpPr>
          <p:spPr>
            <a:xfrm>
              <a:off x="1858275" y="5037200"/>
              <a:ext cx="15950" cy="12375"/>
            </a:xfrm>
            <a:custGeom>
              <a:avLst/>
              <a:gdLst/>
              <a:ahLst/>
              <a:cxnLst/>
              <a:rect l="l" t="t" r="r" b="b"/>
              <a:pathLst>
                <a:path w="638" h="495" extrusionOk="0">
                  <a:moveTo>
                    <a:pt x="609" y="0"/>
                  </a:moveTo>
                  <a:cubicBezTo>
                    <a:pt x="602" y="0"/>
                    <a:pt x="596" y="2"/>
                    <a:pt x="591" y="8"/>
                  </a:cubicBezTo>
                  <a:cubicBezTo>
                    <a:pt x="419" y="177"/>
                    <a:pt x="226" y="325"/>
                    <a:pt x="16" y="446"/>
                  </a:cubicBezTo>
                  <a:cubicBezTo>
                    <a:pt x="4" y="453"/>
                    <a:pt x="0" y="469"/>
                    <a:pt x="7" y="481"/>
                  </a:cubicBezTo>
                  <a:cubicBezTo>
                    <a:pt x="12" y="489"/>
                    <a:pt x="20" y="495"/>
                    <a:pt x="30" y="495"/>
                  </a:cubicBezTo>
                  <a:cubicBezTo>
                    <a:pt x="34" y="495"/>
                    <a:pt x="39" y="493"/>
                    <a:pt x="43" y="491"/>
                  </a:cubicBezTo>
                  <a:cubicBezTo>
                    <a:pt x="256" y="367"/>
                    <a:pt x="452" y="218"/>
                    <a:pt x="627" y="44"/>
                  </a:cubicBezTo>
                  <a:cubicBezTo>
                    <a:pt x="638" y="35"/>
                    <a:pt x="638" y="18"/>
                    <a:pt x="628" y="8"/>
                  </a:cubicBezTo>
                  <a:cubicBezTo>
                    <a:pt x="623" y="3"/>
                    <a:pt x="616" y="0"/>
                    <a:pt x="60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2" name="Google Shape;8012;p27"/>
            <p:cNvSpPr/>
            <p:nvPr/>
          </p:nvSpPr>
          <p:spPr>
            <a:xfrm>
              <a:off x="1709475" y="5086450"/>
              <a:ext cx="25950" cy="15600"/>
            </a:xfrm>
            <a:custGeom>
              <a:avLst/>
              <a:gdLst/>
              <a:ahLst/>
              <a:cxnLst/>
              <a:rect l="l" t="t" r="r" b="b"/>
              <a:pathLst>
                <a:path w="1038" h="624" extrusionOk="0">
                  <a:moveTo>
                    <a:pt x="1008" y="0"/>
                  </a:moveTo>
                  <a:cubicBezTo>
                    <a:pt x="1004" y="0"/>
                    <a:pt x="1000" y="1"/>
                    <a:pt x="996" y="3"/>
                  </a:cubicBezTo>
                  <a:cubicBezTo>
                    <a:pt x="662" y="178"/>
                    <a:pt x="331" y="370"/>
                    <a:pt x="15" y="576"/>
                  </a:cubicBezTo>
                  <a:cubicBezTo>
                    <a:pt x="3" y="583"/>
                    <a:pt x="0" y="599"/>
                    <a:pt x="7" y="611"/>
                  </a:cubicBezTo>
                  <a:cubicBezTo>
                    <a:pt x="13" y="619"/>
                    <a:pt x="21" y="623"/>
                    <a:pt x="30" y="623"/>
                  </a:cubicBezTo>
                  <a:cubicBezTo>
                    <a:pt x="34" y="623"/>
                    <a:pt x="39" y="622"/>
                    <a:pt x="44" y="619"/>
                  </a:cubicBezTo>
                  <a:cubicBezTo>
                    <a:pt x="358" y="415"/>
                    <a:pt x="687" y="224"/>
                    <a:pt x="1020" y="49"/>
                  </a:cubicBezTo>
                  <a:cubicBezTo>
                    <a:pt x="1032" y="42"/>
                    <a:pt x="1038" y="27"/>
                    <a:pt x="1031" y="14"/>
                  </a:cubicBezTo>
                  <a:cubicBezTo>
                    <a:pt x="1026" y="5"/>
                    <a:pt x="1018" y="0"/>
                    <a:pt x="100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3" name="Google Shape;8013;p27"/>
            <p:cNvSpPr/>
            <p:nvPr/>
          </p:nvSpPr>
          <p:spPr>
            <a:xfrm>
              <a:off x="1806975" y="5162000"/>
              <a:ext cx="44275" cy="6550"/>
            </a:xfrm>
            <a:custGeom>
              <a:avLst/>
              <a:gdLst/>
              <a:ahLst/>
              <a:cxnLst/>
              <a:rect l="l" t="t" r="r" b="b"/>
              <a:pathLst>
                <a:path w="1771" h="262" extrusionOk="0">
                  <a:moveTo>
                    <a:pt x="1742" y="1"/>
                  </a:moveTo>
                  <a:cubicBezTo>
                    <a:pt x="1741" y="1"/>
                    <a:pt x="1739" y="1"/>
                    <a:pt x="1737" y="1"/>
                  </a:cubicBezTo>
                  <a:cubicBezTo>
                    <a:pt x="1174" y="109"/>
                    <a:pt x="598" y="180"/>
                    <a:pt x="26" y="210"/>
                  </a:cubicBezTo>
                  <a:cubicBezTo>
                    <a:pt x="11" y="211"/>
                    <a:pt x="1" y="223"/>
                    <a:pt x="2" y="237"/>
                  </a:cubicBezTo>
                  <a:cubicBezTo>
                    <a:pt x="2" y="250"/>
                    <a:pt x="14" y="261"/>
                    <a:pt x="27" y="261"/>
                  </a:cubicBezTo>
                  <a:lnTo>
                    <a:pt x="29" y="261"/>
                  </a:lnTo>
                  <a:cubicBezTo>
                    <a:pt x="603" y="232"/>
                    <a:pt x="1182" y="162"/>
                    <a:pt x="1747" y="53"/>
                  </a:cubicBezTo>
                  <a:cubicBezTo>
                    <a:pt x="1762" y="50"/>
                    <a:pt x="1771" y="36"/>
                    <a:pt x="1768" y="22"/>
                  </a:cubicBezTo>
                  <a:cubicBezTo>
                    <a:pt x="1766" y="10"/>
                    <a:pt x="1755" y="1"/>
                    <a:pt x="174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4" name="Google Shape;8014;p27"/>
            <p:cNvSpPr/>
            <p:nvPr/>
          </p:nvSpPr>
          <p:spPr>
            <a:xfrm>
              <a:off x="1857450" y="5158750"/>
              <a:ext cx="9450" cy="3225"/>
            </a:xfrm>
            <a:custGeom>
              <a:avLst/>
              <a:gdLst/>
              <a:ahLst/>
              <a:cxnLst/>
              <a:rect l="l" t="t" r="r" b="b"/>
              <a:pathLst>
                <a:path w="378" h="129" extrusionOk="0">
                  <a:moveTo>
                    <a:pt x="348" y="0"/>
                  </a:moveTo>
                  <a:cubicBezTo>
                    <a:pt x="346" y="0"/>
                    <a:pt x="344" y="1"/>
                    <a:pt x="343" y="1"/>
                  </a:cubicBezTo>
                  <a:lnTo>
                    <a:pt x="24" y="78"/>
                  </a:lnTo>
                  <a:cubicBezTo>
                    <a:pt x="9" y="82"/>
                    <a:pt x="1" y="95"/>
                    <a:pt x="4" y="109"/>
                  </a:cubicBezTo>
                  <a:cubicBezTo>
                    <a:pt x="8" y="121"/>
                    <a:pt x="17" y="129"/>
                    <a:pt x="29" y="129"/>
                  </a:cubicBezTo>
                  <a:cubicBezTo>
                    <a:pt x="32" y="129"/>
                    <a:pt x="33" y="129"/>
                    <a:pt x="36" y="127"/>
                  </a:cubicBezTo>
                  <a:lnTo>
                    <a:pt x="355" y="52"/>
                  </a:lnTo>
                  <a:cubicBezTo>
                    <a:pt x="370" y="48"/>
                    <a:pt x="378" y="35"/>
                    <a:pt x="375" y="21"/>
                  </a:cubicBezTo>
                  <a:cubicBezTo>
                    <a:pt x="371" y="8"/>
                    <a:pt x="361" y="0"/>
                    <a:pt x="34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5" name="Google Shape;8015;p27"/>
            <p:cNvSpPr/>
            <p:nvPr/>
          </p:nvSpPr>
          <p:spPr>
            <a:xfrm>
              <a:off x="1879025" y="5155375"/>
              <a:ext cx="38800" cy="14975"/>
            </a:xfrm>
            <a:custGeom>
              <a:avLst/>
              <a:gdLst/>
              <a:ahLst/>
              <a:cxnLst/>
              <a:rect l="l" t="t" r="r" b="b"/>
              <a:pathLst>
                <a:path w="1552" h="599" extrusionOk="0">
                  <a:moveTo>
                    <a:pt x="1522" y="0"/>
                  </a:moveTo>
                  <a:cubicBezTo>
                    <a:pt x="1518" y="0"/>
                    <a:pt x="1515" y="1"/>
                    <a:pt x="1511" y="3"/>
                  </a:cubicBezTo>
                  <a:cubicBezTo>
                    <a:pt x="1031" y="219"/>
                    <a:pt x="529" y="402"/>
                    <a:pt x="22" y="548"/>
                  </a:cubicBezTo>
                  <a:cubicBezTo>
                    <a:pt x="8" y="552"/>
                    <a:pt x="0" y="566"/>
                    <a:pt x="4" y="580"/>
                  </a:cubicBezTo>
                  <a:cubicBezTo>
                    <a:pt x="8" y="592"/>
                    <a:pt x="18" y="599"/>
                    <a:pt x="30" y="599"/>
                  </a:cubicBezTo>
                  <a:cubicBezTo>
                    <a:pt x="31" y="599"/>
                    <a:pt x="34" y="599"/>
                    <a:pt x="37" y="597"/>
                  </a:cubicBezTo>
                  <a:cubicBezTo>
                    <a:pt x="546" y="452"/>
                    <a:pt x="1050" y="268"/>
                    <a:pt x="1533" y="50"/>
                  </a:cubicBezTo>
                  <a:cubicBezTo>
                    <a:pt x="1546" y="44"/>
                    <a:pt x="1551" y="28"/>
                    <a:pt x="1546" y="15"/>
                  </a:cubicBezTo>
                  <a:cubicBezTo>
                    <a:pt x="1541" y="6"/>
                    <a:pt x="1532" y="0"/>
                    <a:pt x="152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6" name="Google Shape;8016;p27"/>
            <p:cNvSpPr/>
            <p:nvPr/>
          </p:nvSpPr>
          <p:spPr>
            <a:xfrm>
              <a:off x="1746775" y="5147625"/>
              <a:ext cx="40725" cy="9850"/>
            </a:xfrm>
            <a:custGeom>
              <a:avLst/>
              <a:gdLst/>
              <a:ahLst/>
              <a:cxnLst/>
              <a:rect l="l" t="t" r="r" b="b"/>
              <a:pathLst>
                <a:path w="1629" h="394" extrusionOk="0">
                  <a:moveTo>
                    <a:pt x="1601" y="0"/>
                  </a:moveTo>
                  <a:cubicBezTo>
                    <a:pt x="1599" y="0"/>
                    <a:pt x="1598" y="0"/>
                    <a:pt x="1596" y="1"/>
                  </a:cubicBezTo>
                  <a:cubicBezTo>
                    <a:pt x="1070" y="91"/>
                    <a:pt x="540" y="206"/>
                    <a:pt x="23" y="342"/>
                  </a:cubicBezTo>
                  <a:cubicBezTo>
                    <a:pt x="10" y="345"/>
                    <a:pt x="0" y="360"/>
                    <a:pt x="4" y="373"/>
                  </a:cubicBezTo>
                  <a:cubicBezTo>
                    <a:pt x="7" y="385"/>
                    <a:pt x="18" y="392"/>
                    <a:pt x="30" y="392"/>
                  </a:cubicBezTo>
                  <a:lnTo>
                    <a:pt x="30" y="393"/>
                  </a:lnTo>
                  <a:cubicBezTo>
                    <a:pt x="31" y="393"/>
                    <a:pt x="34" y="392"/>
                    <a:pt x="37" y="392"/>
                  </a:cubicBezTo>
                  <a:cubicBezTo>
                    <a:pt x="552" y="256"/>
                    <a:pt x="1079" y="142"/>
                    <a:pt x="1604" y="52"/>
                  </a:cubicBezTo>
                  <a:cubicBezTo>
                    <a:pt x="1619" y="49"/>
                    <a:pt x="1628" y="36"/>
                    <a:pt x="1626" y="22"/>
                  </a:cubicBezTo>
                  <a:cubicBezTo>
                    <a:pt x="1623" y="9"/>
                    <a:pt x="1612" y="0"/>
                    <a:pt x="160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7" name="Google Shape;8017;p27"/>
            <p:cNvSpPr/>
            <p:nvPr/>
          </p:nvSpPr>
          <p:spPr>
            <a:xfrm>
              <a:off x="1792550" y="5145875"/>
              <a:ext cx="5675" cy="2150"/>
            </a:xfrm>
            <a:custGeom>
              <a:avLst/>
              <a:gdLst/>
              <a:ahLst/>
              <a:cxnLst/>
              <a:rect l="l" t="t" r="r" b="b"/>
              <a:pathLst>
                <a:path w="227" h="86" extrusionOk="0">
                  <a:moveTo>
                    <a:pt x="199" y="0"/>
                  </a:moveTo>
                  <a:cubicBezTo>
                    <a:pt x="197" y="0"/>
                    <a:pt x="196" y="0"/>
                    <a:pt x="194" y="1"/>
                  </a:cubicBezTo>
                  <a:lnTo>
                    <a:pt x="23" y="33"/>
                  </a:lnTo>
                  <a:cubicBezTo>
                    <a:pt x="10" y="37"/>
                    <a:pt x="0" y="50"/>
                    <a:pt x="3" y="64"/>
                  </a:cubicBezTo>
                  <a:cubicBezTo>
                    <a:pt x="6" y="76"/>
                    <a:pt x="17" y="85"/>
                    <a:pt x="29" y="85"/>
                  </a:cubicBezTo>
                  <a:cubicBezTo>
                    <a:pt x="30" y="85"/>
                    <a:pt x="31" y="85"/>
                    <a:pt x="34" y="84"/>
                  </a:cubicBezTo>
                  <a:lnTo>
                    <a:pt x="204" y="52"/>
                  </a:lnTo>
                  <a:cubicBezTo>
                    <a:pt x="217" y="49"/>
                    <a:pt x="226" y="36"/>
                    <a:pt x="224" y="22"/>
                  </a:cubicBezTo>
                  <a:cubicBezTo>
                    <a:pt x="221" y="9"/>
                    <a:pt x="211" y="0"/>
                    <a:pt x="19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8" name="Google Shape;8018;p27"/>
            <p:cNvSpPr/>
            <p:nvPr/>
          </p:nvSpPr>
          <p:spPr>
            <a:xfrm>
              <a:off x="1780275" y="5167375"/>
              <a:ext cx="10625" cy="2875"/>
            </a:xfrm>
            <a:custGeom>
              <a:avLst/>
              <a:gdLst/>
              <a:ahLst/>
              <a:cxnLst/>
              <a:rect l="l" t="t" r="r" b="b"/>
              <a:pathLst>
                <a:path w="425" h="115" extrusionOk="0">
                  <a:moveTo>
                    <a:pt x="398" y="1"/>
                  </a:moveTo>
                  <a:cubicBezTo>
                    <a:pt x="396" y="1"/>
                    <a:pt x="394" y="1"/>
                    <a:pt x="392" y="2"/>
                  </a:cubicBezTo>
                  <a:lnTo>
                    <a:pt x="23" y="64"/>
                  </a:lnTo>
                  <a:cubicBezTo>
                    <a:pt x="10" y="66"/>
                    <a:pt x="0" y="78"/>
                    <a:pt x="2" y="93"/>
                  </a:cubicBezTo>
                  <a:cubicBezTo>
                    <a:pt x="4" y="105"/>
                    <a:pt x="15" y="115"/>
                    <a:pt x="27" y="115"/>
                  </a:cubicBezTo>
                  <a:lnTo>
                    <a:pt x="33" y="115"/>
                  </a:lnTo>
                  <a:lnTo>
                    <a:pt x="400" y="53"/>
                  </a:lnTo>
                  <a:cubicBezTo>
                    <a:pt x="415" y="50"/>
                    <a:pt x="424" y="37"/>
                    <a:pt x="421" y="23"/>
                  </a:cubicBezTo>
                  <a:cubicBezTo>
                    <a:pt x="419" y="11"/>
                    <a:pt x="409" y="1"/>
                    <a:pt x="39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9" name="Google Shape;8019;p27"/>
            <p:cNvSpPr/>
            <p:nvPr/>
          </p:nvSpPr>
          <p:spPr>
            <a:xfrm>
              <a:off x="1763025" y="5184450"/>
              <a:ext cx="45500" cy="3325"/>
            </a:xfrm>
            <a:custGeom>
              <a:avLst/>
              <a:gdLst/>
              <a:ahLst/>
              <a:cxnLst/>
              <a:rect l="l" t="t" r="r" b="b"/>
              <a:pathLst>
                <a:path w="1820" h="133" extrusionOk="0">
                  <a:moveTo>
                    <a:pt x="1792" y="1"/>
                  </a:moveTo>
                  <a:lnTo>
                    <a:pt x="26" y="82"/>
                  </a:lnTo>
                  <a:cubicBezTo>
                    <a:pt x="11" y="82"/>
                    <a:pt x="0" y="94"/>
                    <a:pt x="2" y="108"/>
                  </a:cubicBezTo>
                  <a:cubicBezTo>
                    <a:pt x="2" y="122"/>
                    <a:pt x="14" y="133"/>
                    <a:pt x="27" y="133"/>
                  </a:cubicBezTo>
                  <a:lnTo>
                    <a:pt x="28" y="133"/>
                  </a:lnTo>
                  <a:lnTo>
                    <a:pt x="1794" y="53"/>
                  </a:lnTo>
                  <a:cubicBezTo>
                    <a:pt x="1808" y="52"/>
                    <a:pt x="1819" y="40"/>
                    <a:pt x="1819" y="25"/>
                  </a:cubicBezTo>
                  <a:cubicBezTo>
                    <a:pt x="1819" y="12"/>
                    <a:pt x="1804" y="2"/>
                    <a:pt x="17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0" name="Google Shape;8020;p27"/>
            <p:cNvSpPr/>
            <p:nvPr/>
          </p:nvSpPr>
          <p:spPr>
            <a:xfrm>
              <a:off x="1858075" y="5137425"/>
              <a:ext cx="29975" cy="4400"/>
            </a:xfrm>
            <a:custGeom>
              <a:avLst/>
              <a:gdLst/>
              <a:ahLst/>
              <a:cxnLst/>
              <a:rect l="l" t="t" r="r" b="b"/>
              <a:pathLst>
                <a:path w="1199" h="176" extrusionOk="0">
                  <a:moveTo>
                    <a:pt x="1171" y="1"/>
                  </a:moveTo>
                  <a:cubicBezTo>
                    <a:pt x="1171" y="1"/>
                    <a:pt x="1170" y="1"/>
                    <a:pt x="1169" y="1"/>
                  </a:cubicBezTo>
                  <a:lnTo>
                    <a:pt x="24" y="123"/>
                  </a:lnTo>
                  <a:cubicBezTo>
                    <a:pt x="11" y="125"/>
                    <a:pt x="0" y="138"/>
                    <a:pt x="1" y="152"/>
                  </a:cubicBezTo>
                  <a:cubicBezTo>
                    <a:pt x="3" y="165"/>
                    <a:pt x="15" y="176"/>
                    <a:pt x="27" y="176"/>
                  </a:cubicBezTo>
                  <a:lnTo>
                    <a:pt x="27" y="175"/>
                  </a:lnTo>
                  <a:lnTo>
                    <a:pt x="30" y="175"/>
                  </a:lnTo>
                  <a:lnTo>
                    <a:pt x="1175" y="52"/>
                  </a:lnTo>
                  <a:cubicBezTo>
                    <a:pt x="1188" y="51"/>
                    <a:pt x="1199" y="39"/>
                    <a:pt x="1197" y="24"/>
                  </a:cubicBezTo>
                  <a:cubicBezTo>
                    <a:pt x="1196" y="11"/>
                    <a:pt x="1183" y="1"/>
                    <a:pt x="117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1" name="Google Shape;8021;p27"/>
            <p:cNvSpPr/>
            <p:nvPr/>
          </p:nvSpPr>
          <p:spPr>
            <a:xfrm>
              <a:off x="1768300" y="5237225"/>
              <a:ext cx="42475" cy="6025"/>
            </a:xfrm>
            <a:custGeom>
              <a:avLst/>
              <a:gdLst/>
              <a:ahLst/>
              <a:cxnLst/>
              <a:rect l="l" t="t" r="r" b="b"/>
              <a:pathLst>
                <a:path w="1699" h="241" extrusionOk="0">
                  <a:moveTo>
                    <a:pt x="27" y="0"/>
                  </a:moveTo>
                  <a:cubicBezTo>
                    <a:pt x="14" y="0"/>
                    <a:pt x="3" y="10"/>
                    <a:pt x="2" y="23"/>
                  </a:cubicBezTo>
                  <a:cubicBezTo>
                    <a:pt x="0" y="37"/>
                    <a:pt x="10" y="50"/>
                    <a:pt x="25" y="52"/>
                  </a:cubicBezTo>
                  <a:lnTo>
                    <a:pt x="1669" y="240"/>
                  </a:lnTo>
                  <a:lnTo>
                    <a:pt x="1671" y="240"/>
                  </a:lnTo>
                  <a:cubicBezTo>
                    <a:pt x="1683" y="240"/>
                    <a:pt x="1696" y="231"/>
                    <a:pt x="1697" y="217"/>
                  </a:cubicBezTo>
                  <a:cubicBezTo>
                    <a:pt x="1698" y="202"/>
                    <a:pt x="1689" y="190"/>
                    <a:pt x="1674" y="189"/>
                  </a:cubicBezTo>
                  <a:lnTo>
                    <a:pt x="30" y="1"/>
                  </a:lnTo>
                  <a:cubicBezTo>
                    <a:pt x="29" y="1"/>
                    <a:pt x="28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2" name="Google Shape;8022;p27"/>
            <p:cNvSpPr/>
            <p:nvPr/>
          </p:nvSpPr>
          <p:spPr>
            <a:xfrm>
              <a:off x="1814975" y="5242500"/>
              <a:ext cx="6750" cy="1725"/>
            </a:xfrm>
            <a:custGeom>
              <a:avLst/>
              <a:gdLst/>
              <a:ahLst/>
              <a:cxnLst/>
              <a:rect l="l" t="t" r="r" b="b"/>
              <a:pathLst>
                <a:path w="270" h="69" extrusionOk="0">
                  <a:moveTo>
                    <a:pt x="25" y="0"/>
                  </a:moveTo>
                  <a:cubicBezTo>
                    <a:pt x="11" y="0"/>
                    <a:pt x="2" y="12"/>
                    <a:pt x="2" y="25"/>
                  </a:cubicBezTo>
                  <a:cubicBezTo>
                    <a:pt x="1" y="40"/>
                    <a:pt x="12" y="52"/>
                    <a:pt x="25" y="53"/>
                  </a:cubicBezTo>
                  <a:lnTo>
                    <a:pt x="242" y="68"/>
                  </a:lnTo>
                  <a:lnTo>
                    <a:pt x="243" y="68"/>
                  </a:lnTo>
                  <a:cubicBezTo>
                    <a:pt x="256" y="68"/>
                    <a:pt x="268" y="57"/>
                    <a:pt x="268" y="44"/>
                  </a:cubicBezTo>
                  <a:cubicBezTo>
                    <a:pt x="270" y="30"/>
                    <a:pt x="259" y="18"/>
                    <a:pt x="246" y="17"/>
                  </a:cubicBezTo>
                  <a:lnTo>
                    <a:pt x="29" y="1"/>
                  </a:lnTo>
                  <a:cubicBezTo>
                    <a:pt x="27" y="1"/>
                    <a:pt x="26" y="0"/>
                    <a:pt x="2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3" name="Google Shape;8023;p27"/>
            <p:cNvSpPr/>
            <p:nvPr/>
          </p:nvSpPr>
          <p:spPr>
            <a:xfrm>
              <a:off x="1836225" y="5254550"/>
              <a:ext cx="28450" cy="3950"/>
            </a:xfrm>
            <a:custGeom>
              <a:avLst/>
              <a:gdLst/>
              <a:ahLst/>
              <a:cxnLst/>
              <a:rect l="l" t="t" r="r" b="b"/>
              <a:pathLst>
                <a:path w="1138" h="158" extrusionOk="0">
                  <a:moveTo>
                    <a:pt x="30" y="0"/>
                  </a:moveTo>
                  <a:cubicBezTo>
                    <a:pt x="17" y="0"/>
                    <a:pt x="6" y="8"/>
                    <a:pt x="4" y="22"/>
                  </a:cubicBezTo>
                  <a:cubicBezTo>
                    <a:pt x="1" y="35"/>
                    <a:pt x="10" y="49"/>
                    <a:pt x="25" y="52"/>
                  </a:cubicBezTo>
                  <a:cubicBezTo>
                    <a:pt x="383" y="111"/>
                    <a:pt x="748" y="147"/>
                    <a:pt x="1111" y="158"/>
                  </a:cubicBezTo>
                  <a:cubicBezTo>
                    <a:pt x="1126" y="158"/>
                    <a:pt x="1136" y="147"/>
                    <a:pt x="1136" y="132"/>
                  </a:cubicBezTo>
                  <a:cubicBezTo>
                    <a:pt x="1138" y="117"/>
                    <a:pt x="1126" y="107"/>
                    <a:pt x="1112" y="105"/>
                  </a:cubicBezTo>
                  <a:cubicBezTo>
                    <a:pt x="752" y="95"/>
                    <a:pt x="388" y="60"/>
                    <a:pt x="33" y="0"/>
                  </a:cubicBezTo>
                  <a:cubicBezTo>
                    <a:pt x="32" y="0"/>
                    <a:pt x="31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4" name="Google Shape;8024;p27"/>
            <p:cNvSpPr/>
            <p:nvPr/>
          </p:nvSpPr>
          <p:spPr>
            <a:xfrm>
              <a:off x="1871025" y="5258000"/>
              <a:ext cx="6950" cy="2000"/>
            </a:xfrm>
            <a:custGeom>
              <a:avLst/>
              <a:gdLst/>
              <a:ahLst/>
              <a:cxnLst/>
              <a:rect l="l" t="t" r="r" b="b"/>
              <a:pathLst>
                <a:path w="278" h="80" extrusionOk="0">
                  <a:moveTo>
                    <a:pt x="28" y="1"/>
                  </a:moveTo>
                  <a:cubicBezTo>
                    <a:pt x="14" y="1"/>
                    <a:pt x="4" y="10"/>
                    <a:pt x="3" y="24"/>
                  </a:cubicBezTo>
                  <a:cubicBezTo>
                    <a:pt x="0" y="37"/>
                    <a:pt x="11" y="51"/>
                    <a:pt x="24" y="52"/>
                  </a:cubicBezTo>
                  <a:lnTo>
                    <a:pt x="248" y="79"/>
                  </a:lnTo>
                  <a:lnTo>
                    <a:pt x="250" y="79"/>
                  </a:lnTo>
                  <a:cubicBezTo>
                    <a:pt x="264" y="79"/>
                    <a:pt x="275" y="68"/>
                    <a:pt x="276" y="56"/>
                  </a:cubicBezTo>
                  <a:cubicBezTo>
                    <a:pt x="277" y="41"/>
                    <a:pt x="268" y="29"/>
                    <a:pt x="253" y="27"/>
                  </a:cubicBezTo>
                  <a:lnTo>
                    <a:pt x="31" y="1"/>
                  </a:lnTo>
                  <a:cubicBezTo>
                    <a:pt x="30" y="1"/>
                    <a:pt x="2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5" name="Google Shape;8025;p27"/>
            <p:cNvSpPr/>
            <p:nvPr/>
          </p:nvSpPr>
          <p:spPr>
            <a:xfrm>
              <a:off x="1716750" y="5219925"/>
              <a:ext cx="42000" cy="5225"/>
            </a:xfrm>
            <a:custGeom>
              <a:avLst/>
              <a:gdLst/>
              <a:ahLst/>
              <a:cxnLst/>
              <a:rect l="l" t="t" r="r" b="b"/>
              <a:pathLst>
                <a:path w="1680" h="209" extrusionOk="0">
                  <a:moveTo>
                    <a:pt x="27" y="1"/>
                  </a:moveTo>
                  <a:cubicBezTo>
                    <a:pt x="14" y="1"/>
                    <a:pt x="3" y="11"/>
                    <a:pt x="1" y="25"/>
                  </a:cubicBezTo>
                  <a:cubicBezTo>
                    <a:pt x="0" y="39"/>
                    <a:pt x="11" y="52"/>
                    <a:pt x="26" y="54"/>
                  </a:cubicBezTo>
                  <a:lnTo>
                    <a:pt x="1649" y="207"/>
                  </a:lnTo>
                  <a:lnTo>
                    <a:pt x="1651" y="207"/>
                  </a:lnTo>
                  <a:lnTo>
                    <a:pt x="1652" y="208"/>
                  </a:lnTo>
                  <a:cubicBezTo>
                    <a:pt x="1664" y="208"/>
                    <a:pt x="1676" y="198"/>
                    <a:pt x="1678" y="184"/>
                  </a:cubicBezTo>
                  <a:cubicBezTo>
                    <a:pt x="1679" y="169"/>
                    <a:pt x="1668" y="157"/>
                    <a:pt x="1653" y="156"/>
                  </a:cubicBezTo>
                  <a:lnTo>
                    <a:pt x="30" y="1"/>
                  </a:lnTo>
                  <a:cubicBezTo>
                    <a:pt x="29" y="1"/>
                    <a:pt x="28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6" name="Google Shape;8026;p27"/>
            <p:cNvSpPr/>
            <p:nvPr/>
          </p:nvSpPr>
          <p:spPr>
            <a:xfrm>
              <a:off x="1762850" y="5224700"/>
              <a:ext cx="6950" cy="1925"/>
            </a:xfrm>
            <a:custGeom>
              <a:avLst/>
              <a:gdLst/>
              <a:ahLst/>
              <a:cxnLst/>
              <a:rect l="l" t="t" r="r" b="b"/>
              <a:pathLst>
                <a:path w="278" h="77" extrusionOk="0">
                  <a:moveTo>
                    <a:pt x="26" y="0"/>
                  </a:moveTo>
                  <a:cubicBezTo>
                    <a:pt x="12" y="0"/>
                    <a:pt x="3" y="12"/>
                    <a:pt x="2" y="24"/>
                  </a:cubicBezTo>
                  <a:cubicBezTo>
                    <a:pt x="1" y="39"/>
                    <a:pt x="11" y="51"/>
                    <a:pt x="25" y="52"/>
                  </a:cubicBezTo>
                  <a:lnTo>
                    <a:pt x="248" y="76"/>
                  </a:lnTo>
                  <a:lnTo>
                    <a:pt x="251" y="76"/>
                  </a:lnTo>
                  <a:cubicBezTo>
                    <a:pt x="264" y="76"/>
                    <a:pt x="275" y="67"/>
                    <a:pt x="276" y="54"/>
                  </a:cubicBezTo>
                  <a:cubicBezTo>
                    <a:pt x="278" y="40"/>
                    <a:pt x="268" y="27"/>
                    <a:pt x="253" y="25"/>
                  </a:cubicBezTo>
                  <a:lnTo>
                    <a:pt x="31" y="1"/>
                  </a:lnTo>
                  <a:cubicBezTo>
                    <a:pt x="29" y="1"/>
                    <a:pt x="28" y="0"/>
                    <a:pt x="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7" name="Google Shape;8027;p27"/>
            <p:cNvSpPr/>
            <p:nvPr/>
          </p:nvSpPr>
          <p:spPr>
            <a:xfrm>
              <a:off x="1847375" y="5235600"/>
              <a:ext cx="36475" cy="7750"/>
            </a:xfrm>
            <a:custGeom>
              <a:avLst/>
              <a:gdLst/>
              <a:ahLst/>
              <a:cxnLst/>
              <a:rect l="l" t="t" r="r" b="b"/>
              <a:pathLst>
                <a:path w="1459" h="310" extrusionOk="0">
                  <a:moveTo>
                    <a:pt x="27" y="1"/>
                  </a:moveTo>
                  <a:cubicBezTo>
                    <a:pt x="14" y="1"/>
                    <a:pt x="5" y="9"/>
                    <a:pt x="3" y="21"/>
                  </a:cubicBezTo>
                  <a:cubicBezTo>
                    <a:pt x="0" y="36"/>
                    <a:pt x="10" y="49"/>
                    <a:pt x="23" y="52"/>
                  </a:cubicBezTo>
                  <a:lnTo>
                    <a:pt x="1426" y="308"/>
                  </a:lnTo>
                  <a:cubicBezTo>
                    <a:pt x="1428" y="309"/>
                    <a:pt x="1429" y="309"/>
                    <a:pt x="1431" y="309"/>
                  </a:cubicBezTo>
                  <a:lnTo>
                    <a:pt x="1431" y="309"/>
                  </a:lnTo>
                  <a:cubicBezTo>
                    <a:pt x="1444" y="309"/>
                    <a:pt x="1455" y="300"/>
                    <a:pt x="1456" y="288"/>
                  </a:cubicBezTo>
                  <a:cubicBezTo>
                    <a:pt x="1459" y="273"/>
                    <a:pt x="1449" y="259"/>
                    <a:pt x="1436" y="257"/>
                  </a:cubicBezTo>
                  <a:lnTo>
                    <a:pt x="33" y="1"/>
                  </a:lnTo>
                  <a:cubicBezTo>
                    <a:pt x="31" y="1"/>
                    <a:pt x="29" y="1"/>
                    <a:pt x="27" y="1"/>
                  </a:cubicBezTo>
                  <a:close/>
                  <a:moveTo>
                    <a:pt x="1431" y="309"/>
                  </a:moveTo>
                  <a:cubicBezTo>
                    <a:pt x="1431" y="309"/>
                    <a:pt x="1431" y="309"/>
                    <a:pt x="1430" y="309"/>
                  </a:cubicBezTo>
                  <a:lnTo>
                    <a:pt x="1432" y="309"/>
                  </a:lnTo>
                  <a:cubicBezTo>
                    <a:pt x="1431" y="309"/>
                    <a:pt x="1431" y="309"/>
                    <a:pt x="1431" y="309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8" name="Google Shape;8028;p27"/>
            <p:cNvSpPr/>
            <p:nvPr/>
          </p:nvSpPr>
          <p:spPr>
            <a:xfrm>
              <a:off x="1742425" y="5245575"/>
              <a:ext cx="42450" cy="8300"/>
            </a:xfrm>
            <a:custGeom>
              <a:avLst/>
              <a:gdLst/>
              <a:ahLst/>
              <a:cxnLst/>
              <a:rect l="l" t="t" r="r" b="b"/>
              <a:pathLst>
                <a:path w="1698" h="332" extrusionOk="0">
                  <a:moveTo>
                    <a:pt x="28" y="1"/>
                  </a:moveTo>
                  <a:cubicBezTo>
                    <a:pt x="16" y="1"/>
                    <a:pt x="6" y="9"/>
                    <a:pt x="4" y="22"/>
                  </a:cubicBezTo>
                  <a:cubicBezTo>
                    <a:pt x="1" y="35"/>
                    <a:pt x="10" y="49"/>
                    <a:pt x="24" y="51"/>
                  </a:cubicBezTo>
                  <a:cubicBezTo>
                    <a:pt x="566" y="167"/>
                    <a:pt x="1119" y="261"/>
                    <a:pt x="1668" y="330"/>
                  </a:cubicBezTo>
                  <a:cubicBezTo>
                    <a:pt x="1668" y="331"/>
                    <a:pt x="1669" y="331"/>
                    <a:pt x="1670" y="331"/>
                  </a:cubicBezTo>
                  <a:cubicBezTo>
                    <a:pt x="1684" y="331"/>
                    <a:pt x="1695" y="320"/>
                    <a:pt x="1696" y="308"/>
                  </a:cubicBezTo>
                  <a:cubicBezTo>
                    <a:pt x="1697" y="294"/>
                    <a:pt x="1688" y="281"/>
                    <a:pt x="1673" y="279"/>
                  </a:cubicBezTo>
                  <a:cubicBezTo>
                    <a:pt x="1127" y="210"/>
                    <a:pt x="575" y="116"/>
                    <a:pt x="35" y="2"/>
                  </a:cubicBezTo>
                  <a:cubicBezTo>
                    <a:pt x="32" y="1"/>
                    <a:pt x="3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9" name="Google Shape;8029;p27"/>
            <p:cNvSpPr/>
            <p:nvPr/>
          </p:nvSpPr>
          <p:spPr>
            <a:xfrm>
              <a:off x="1690650" y="5282050"/>
              <a:ext cx="38750" cy="13075"/>
            </a:xfrm>
            <a:custGeom>
              <a:avLst/>
              <a:gdLst/>
              <a:ahLst/>
              <a:cxnLst/>
              <a:rect l="l" t="t" r="r" b="b"/>
              <a:pathLst>
                <a:path w="1550" h="523" extrusionOk="0">
                  <a:moveTo>
                    <a:pt x="27" y="1"/>
                  </a:moveTo>
                  <a:cubicBezTo>
                    <a:pt x="16" y="1"/>
                    <a:pt x="7" y="8"/>
                    <a:pt x="4" y="18"/>
                  </a:cubicBezTo>
                  <a:cubicBezTo>
                    <a:pt x="0" y="33"/>
                    <a:pt x="7" y="47"/>
                    <a:pt x="20" y="52"/>
                  </a:cubicBezTo>
                  <a:lnTo>
                    <a:pt x="1512" y="522"/>
                  </a:lnTo>
                  <a:cubicBezTo>
                    <a:pt x="1515" y="523"/>
                    <a:pt x="1518" y="523"/>
                    <a:pt x="1520" y="523"/>
                  </a:cubicBezTo>
                  <a:cubicBezTo>
                    <a:pt x="1531" y="523"/>
                    <a:pt x="1542" y="516"/>
                    <a:pt x="1545" y="505"/>
                  </a:cubicBezTo>
                  <a:cubicBezTo>
                    <a:pt x="1550" y="491"/>
                    <a:pt x="1542" y="477"/>
                    <a:pt x="1528" y="472"/>
                  </a:cubicBezTo>
                  <a:lnTo>
                    <a:pt x="36" y="2"/>
                  </a:lnTo>
                  <a:cubicBezTo>
                    <a:pt x="33" y="1"/>
                    <a:pt x="30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0" name="Google Shape;8030;p27"/>
            <p:cNvSpPr/>
            <p:nvPr/>
          </p:nvSpPr>
          <p:spPr>
            <a:xfrm>
              <a:off x="1737325" y="5297000"/>
              <a:ext cx="5850" cy="2700"/>
            </a:xfrm>
            <a:custGeom>
              <a:avLst/>
              <a:gdLst/>
              <a:ahLst/>
              <a:cxnLst/>
              <a:rect l="l" t="t" r="r" b="b"/>
              <a:pathLst>
                <a:path w="234" h="108" extrusionOk="0">
                  <a:moveTo>
                    <a:pt x="30" y="0"/>
                  </a:moveTo>
                  <a:cubicBezTo>
                    <a:pt x="19" y="0"/>
                    <a:pt x="9" y="7"/>
                    <a:pt x="6" y="19"/>
                  </a:cubicBezTo>
                  <a:cubicBezTo>
                    <a:pt x="0" y="33"/>
                    <a:pt x="8" y="47"/>
                    <a:pt x="22" y="51"/>
                  </a:cubicBezTo>
                  <a:lnTo>
                    <a:pt x="195" y="107"/>
                  </a:lnTo>
                  <a:cubicBezTo>
                    <a:pt x="198" y="108"/>
                    <a:pt x="201" y="108"/>
                    <a:pt x="204" y="108"/>
                  </a:cubicBezTo>
                  <a:cubicBezTo>
                    <a:pt x="214" y="108"/>
                    <a:pt x="225" y="101"/>
                    <a:pt x="228" y="90"/>
                  </a:cubicBezTo>
                  <a:cubicBezTo>
                    <a:pt x="233" y="76"/>
                    <a:pt x="225" y="62"/>
                    <a:pt x="212" y="57"/>
                  </a:cubicBezTo>
                  <a:lnTo>
                    <a:pt x="38" y="2"/>
                  </a:lnTo>
                  <a:cubicBezTo>
                    <a:pt x="35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1" name="Google Shape;8031;p27"/>
            <p:cNvSpPr/>
            <p:nvPr/>
          </p:nvSpPr>
          <p:spPr>
            <a:xfrm>
              <a:off x="1769375" y="5294075"/>
              <a:ext cx="23575" cy="6175"/>
            </a:xfrm>
            <a:custGeom>
              <a:avLst/>
              <a:gdLst/>
              <a:ahLst/>
              <a:cxnLst/>
              <a:rect l="l" t="t" r="r" b="b"/>
              <a:pathLst>
                <a:path w="943" h="247" extrusionOk="0">
                  <a:moveTo>
                    <a:pt x="29" y="1"/>
                  </a:moveTo>
                  <a:cubicBezTo>
                    <a:pt x="17" y="1"/>
                    <a:pt x="7" y="9"/>
                    <a:pt x="5" y="22"/>
                  </a:cubicBezTo>
                  <a:cubicBezTo>
                    <a:pt x="0" y="35"/>
                    <a:pt x="10" y="49"/>
                    <a:pt x="23" y="53"/>
                  </a:cubicBezTo>
                  <a:lnTo>
                    <a:pt x="909" y="246"/>
                  </a:lnTo>
                  <a:lnTo>
                    <a:pt x="914" y="246"/>
                  </a:lnTo>
                  <a:cubicBezTo>
                    <a:pt x="926" y="246"/>
                    <a:pt x="937" y="238"/>
                    <a:pt x="940" y="226"/>
                  </a:cubicBezTo>
                  <a:cubicBezTo>
                    <a:pt x="942" y="213"/>
                    <a:pt x="934" y="198"/>
                    <a:pt x="919" y="195"/>
                  </a:cubicBezTo>
                  <a:lnTo>
                    <a:pt x="35" y="2"/>
                  </a:lnTo>
                  <a:cubicBezTo>
                    <a:pt x="33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2" name="Google Shape;8032;p27"/>
            <p:cNvSpPr/>
            <p:nvPr/>
          </p:nvSpPr>
          <p:spPr>
            <a:xfrm>
              <a:off x="1797250" y="5299975"/>
              <a:ext cx="5875" cy="2200"/>
            </a:xfrm>
            <a:custGeom>
              <a:avLst/>
              <a:gdLst/>
              <a:ahLst/>
              <a:cxnLst/>
              <a:rect l="l" t="t" r="r" b="b"/>
              <a:pathLst>
                <a:path w="235" h="88" extrusionOk="0">
                  <a:moveTo>
                    <a:pt x="29" y="1"/>
                  </a:moveTo>
                  <a:cubicBezTo>
                    <a:pt x="17" y="1"/>
                    <a:pt x="6" y="9"/>
                    <a:pt x="3" y="22"/>
                  </a:cubicBezTo>
                  <a:cubicBezTo>
                    <a:pt x="1" y="36"/>
                    <a:pt x="10" y="49"/>
                    <a:pt x="25" y="52"/>
                  </a:cubicBezTo>
                  <a:lnTo>
                    <a:pt x="203" y="87"/>
                  </a:lnTo>
                  <a:lnTo>
                    <a:pt x="208" y="87"/>
                  </a:lnTo>
                  <a:cubicBezTo>
                    <a:pt x="220" y="87"/>
                    <a:pt x="231" y="79"/>
                    <a:pt x="232" y="67"/>
                  </a:cubicBezTo>
                  <a:cubicBezTo>
                    <a:pt x="235" y="52"/>
                    <a:pt x="227" y="39"/>
                    <a:pt x="212" y="36"/>
                  </a:cubicBezTo>
                  <a:lnTo>
                    <a:pt x="34" y="1"/>
                  </a:lnTo>
                  <a:cubicBezTo>
                    <a:pt x="33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3" name="Google Shape;8033;p27"/>
            <p:cNvSpPr/>
            <p:nvPr/>
          </p:nvSpPr>
          <p:spPr>
            <a:xfrm>
              <a:off x="1808725" y="5313625"/>
              <a:ext cx="22100" cy="3675"/>
            </a:xfrm>
            <a:custGeom>
              <a:avLst/>
              <a:gdLst/>
              <a:ahLst/>
              <a:cxnLst/>
              <a:rect l="l" t="t" r="r" b="b"/>
              <a:pathLst>
                <a:path w="884" h="147" extrusionOk="0">
                  <a:moveTo>
                    <a:pt x="28" y="1"/>
                  </a:moveTo>
                  <a:cubicBezTo>
                    <a:pt x="15" y="1"/>
                    <a:pt x="4" y="11"/>
                    <a:pt x="3" y="23"/>
                  </a:cubicBezTo>
                  <a:cubicBezTo>
                    <a:pt x="1" y="37"/>
                    <a:pt x="10" y="51"/>
                    <a:pt x="23" y="52"/>
                  </a:cubicBezTo>
                  <a:cubicBezTo>
                    <a:pt x="298" y="101"/>
                    <a:pt x="578" y="132"/>
                    <a:pt x="855" y="146"/>
                  </a:cubicBezTo>
                  <a:lnTo>
                    <a:pt x="856" y="146"/>
                  </a:lnTo>
                  <a:cubicBezTo>
                    <a:pt x="870" y="146"/>
                    <a:pt x="882" y="136"/>
                    <a:pt x="882" y="121"/>
                  </a:cubicBezTo>
                  <a:cubicBezTo>
                    <a:pt x="883" y="107"/>
                    <a:pt x="872" y="95"/>
                    <a:pt x="857" y="94"/>
                  </a:cubicBezTo>
                  <a:cubicBezTo>
                    <a:pt x="582" y="81"/>
                    <a:pt x="305" y="48"/>
                    <a:pt x="33" y="1"/>
                  </a:cubicBezTo>
                  <a:cubicBezTo>
                    <a:pt x="31" y="1"/>
                    <a:pt x="3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4" name="Google Shape;8034;p27"/>
            <p:cNvSpPr/>
            <p:nvPr/>
          </p:nvSpPr>
          <p:spPr>
            <a:xfrm>
              <a:off x="1656425" y="5255650"/>
              <a:ext cx="33600" cy="14450"/>
            </a:xfrm>
            <a:custGeom>
              <a:avLst/>
              <a:gdLst/>
              <a:ahLst/>
              <a:cxnLst/>
              <a:rect l="l" t="t" r="r" b="b"/>
              <a:pathLst>
                <a:path w="1344" h="578" extrusionOk="0">
                  <a:moveTo>
                    <a:pt x="29" y="1"/>
                  </a:moveTo>
                  <a:cubicBezTo>
                    <a:pt x="19" y="1"/>
                    <a:pt x="10" y="7"/>
                    <a:pt x="6" y="17"/>
                  </a:cubicBezTo>
                  <a:cubicBezTo>
                    <a:pt x="1" y="30"/>
                    <a:pt x="6" y="45"/>
                    <a:pt x="20" y="51"/>
                  </a:cubicBezTo>
                  <a:lnTo>
                    <a:pt x="1305" y="575"/>
                  </a:lnTo>
                  <a:cubicBezTo>
                    <a:pt x="1307" y="577"/>
                    <a:pt x="1310" y="578"/>
                    <a:pt x="1314" y="578"/>
                  </a:cubicBezTo>
                  <a:cubicBezTo>
                    <a:pt x="1323" y="578"/>
                    <a:pt x="1334" y="571"/>
                    <a:pt x="1338" y="562"/>
                  </a:cubicBezTo>
                  <a:cubicBezTo>
                    <a:pt x="1344" y="548"/>
                    <a:pt x="1337" y="534"/>
                    <a:pt x="1323" y="528"/>
                  </a:cubicBezTo>
                  <a:lnTo>
                    <a:pt x="40" y="4"/>
                  </a:lnTo>
                  <a:cubicBezTo>
                    <a:pt x="36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35" name="Google Shape;8035;p27"/>
          <p:cNvSpPr/>
          <p:nvPr/>
        </p:nvSpPr>
        <p:spPr>
          <a:xfrm rot="8990993">
            <a:off x="7552128" y="3289473"/>
            <a:ext cx="5199864" cy="1447496"/>
          </a:xfrm>
          <a:custGeom>
            <a:avLst/>
            <a:gdLst/>
            <a:ahLst/>
            <a:cxnLst/>
            <a:rect l="l" t="t" r="r" b="b"/>
            <a:pathLst>
              <a:path w="90882" h="25299" extrusionOk="0">
                <a:moveTo>
                  <a:pt x="72564" y="15677"/>
                </a:moveTo>
                <a:cubicBezTo>
                  <a:pt x="73560" y="16327"/>
                  <a:pt x="74389" y="17230"/>
                  <a:pt x="74640" y="18360"/>
                </a:cubicBezTo>
                <a:cubicBezTo>
                  <a:pt x="74857" y="19342"/>
                  <a:pt x="74311" y="20275"/>
                  <a:pt x="73277" y="20275"/>
                </a:cubicBezTo>
                <a:cubicBezTo>
                  <a:pt x="73249" y="20275"/>
                  <a:pt x="73220" y="20274"/>
                  <a:pt x="73191" y="20273"/>
                </a:cubicBezTo>
                <a:cubicBezTo>
                  <a:pt x="72282" y="20229"/>
                  <a:pt x="71511" y="19593"/>
                  <a:pt x="71337" y="18697"/>
                </a:cubicBezTo>
                <a:cubicBezTo>
                  <a:pt x="71128" y="17613"/>
                  <a:pt x="71697" y="16491"/>
                  <a:pt x="72469" y="15763"/>
                </a:cubicBezTo>
                <a:cubicBezTo>
                  <a:pt x="72500" y="15733"/>
                  <a:pt x="72532" y="15705"/>
                  <a:pt x="72564" y="15677"/>
                </a:cubicBezTo>
                <a:close/>
                <a:moveTo>
                  <a:pt x="86496" y="1"/>
                </a:moveTo>
                <a:cubicBezTo>
                  <a:pt x="84950" y="1"/>
                  <a:pt x="83399" y="583"/>
                  <a:pt x="82368" y="1739"/>
                </a:cubicBezTo>
                <a:cubicBezTo>
                  <a:pt x="79628" y="4811"/>
                  <a:pt x="81773" y="10061"/>
                  <a:pt x="77968" y="12477"/>
                </a:cubicBezTo>
                <a:cubicBezTo>
                  <a:pt x="76257" y="13564"/>
                  <a:pt x="74117" y="13894"/>
                  <a:pt x="72523" y="15168"/>
                </a:cubicBezTo>
                <a:cubicBezTo>
                  <a:pt x="72284" y="15023"/>
                  <a:pt x="72044" y="14895"/>
                  <a:pt x="71813" y="14786"/>
                </a:cubicBezTo>
                <a:cubicBezTo>
                  <a:pt x="70534" y="14184"/>
                  <a:pt x="69198" y="13928"/>
                  <a:pt x="67857" y="13928"/>
                </a:cubicBezTo>
                <a:cubicBezTo>
                  <a:pt x="65238" y="13928"/>
                  <a:pt x="62601" y="14906"/>
                  <a:pt x="60334" y="16200"/>
                </a:cubicBezTo>
                <a:cubicBezTo>
                  <a:pt x="58280" y="17372"/>
                  <a:pt x="56381" y="18785"/>
                  <a:pt x="54381" y="20042"/>
                </a:cubicBezTo>
                <a:cubicBezTo>
                  <a:pt x="52283" y="21359"/>
                  <a:pt x="50056" y="22475"/>
                  <a:pt x="47721" y="23303"/>
                </a:cubicBezTo>
                <a:cubicBezTo>
                  <a:pt x="44906" y="24301"/>
                  <a:pt x="41932" y="24874"/>
                  <a:pt x="38958" y="24874"/>
                </a:cubicBezTo>
                <a:cubicBezTo>
                  <a:pt x="37191" y="24874"/>
                  <a:pt x="35424" y="24672"/>
                  <a:pt x="33691" y="24236"/>
                </a:cubicBezTo>
                <a:cubicBezTo>
                  <a:pt x="31552" y="23698"/>
                  <a:pt x="29498" y="22830"/>
                  <a:pt x="27653" y="21618"/>
                </a:cubicBezTo>
                <a:cubicBezTo>
                  <a:pt x="25858" y="20441"/>
                  <a:pt x="24433" y="18932"/>
                  <a:pt x="23054" y="17306"/>
                </a:cubicBezTo>
                <a:cubicBezTo>
                  <a:pt x="21834" y="15867"/>
                  <a:pt x="20574" y="14328"/>
                  <a:pt x="18894" y="13407"/>
                </a:cubicBezTo>
                <a:cubicBezTo>
                  <a:pt x="18022" y="12929"/>
                  <a:pt x="17102" y="12705"/>
                  <a:pt x="16175" y="12705"/>
                </a:cubicBezTo>
                <a:cubicBezTo>
                  <a:pt x="15338" y="12705"/>
                  <a:pt x="14495" y="12887"/>
                  <a:pt x="13677" y="13231"/>
                </a:cubicBezTo>
                <a:cubicBezTo>
                  <a:pt x="11765" y="14034"/>
                  <a:pt x="10141" y="15429"/>
                  <a:pt x="8159" y="16077"/>
                </a:cubicBezTo>
                <a:cubicBezTo>
                  <a:pt x="7526" y="16283"/>
                  <a:pt x="6872" y="16382"/>
                  <a:pt x="6222" y="16382"/>
                </a:cubicBezTo>
                <a:cubicBezTo>
                  <a:pt x="4884" y="16382"/>
                  <a:pt x="3557" y="15963"/>
                  <a:pt x="2434" y="15193"/>
                </a:cubicBezTo>
                <a:cubicBezTo>
                  <a:pt x="1604" y="14624"/>
                  <a:pt x="927" y="13871"/>
                  <a:pt x="448" y="12987"/>
                </a:cubicBezTo>
                <a:cubicBezTo>
                  <a:pt x="409" y="12914"/>
                  <a:pt x="347" y="12884"/>
                  <a:pt x="284" y="12884"/>
                </a:cubicBezTo>
                <a:cubicBezTo>
                  <a:pt x="144" y="12884"/>
                  <a:pt x="1" y="13034"/>
                  <a:pt x="89" y="13197"/>
                </a:cubicBezTo>
                <a:cubicBezTo>
                  <a:pt x="948" y="14781"/>
                  <a:pt x="2438" y="15947"/>
                  <a:pt x="4151" y="16486"/>
                </a:cubicBezTo>
                <a:cubicBezTo>
                  <a:pt x="4815" y="16694"/>
                  <a:pt x="5482" y="16792"/>
                  <a:pt x="6143" y="16792"/>
                </a:cubicBezTo>
                <a:cubicBezTo>
                  <a:pt x="7242" y="16792"/>
                  <a:pt x="8327" y="16522"/>
                  <a:pt x="9365" y="16037"/>
                </a:cubicBezTo>
                <a:cubicBezTo>
                  <a:pt x="11128" y="15213"/>
                  <a:pt x="12684" y="13922"/>
                  <a:pt x="14563" y="13348"/>
                </a:cubicBezTo>
                <a:cubicBezTo>
                  <a:pt x="15083" y="13189"/>
                  <a:pt x="15597" y="13114"/>
                  <a:pt x="16101" y="13114"/>
                </a:cubicBezTo>
                <a:cubicBezTo>
                  <a:pt x="17452" y="13114"/>
                  <a:pt x="18727" y="13651"/>
                  <a:pt x="19836" y="14546"/>
                </a:cubicBezTo>
                <a:cubicBezTo>
                  <a:pt x="21274" y="15705"/>
                  <a:pt x="22395" y="17203"/>
                  <a:pt x="23604" y="18586"/>
                </a:cubicBezTo>
                <a:cubicBezTo>
                  <a:pt x="24943" y="20118"/>
                  <a:pt x="26472" y="21436"/>
                  <a:pt x="28231" y="22467"/>
                </a:cubicBezTo>
                <a:cubicBezTo>
                  <a:pt x="31478" y="24371"/>
                  <a:pt x="35246" y="25299"/>
                  <a:pt x="39000" y="25299"/>
                </a:cubicBezTo>
                <a:cubicBezTo>
                  <a:pt x="39393" y="25299"/>
                  <a:pt x="39786" y="25289"/>
                  <a:pt x="40179" y="25268"/>
                </a:cubicBezTo>
                <a:cubicBezTo>
                  <a:pt x="44729" y="25034"/>
                  <a:pt x="49147" y="23524"/>
                  <a:pt x="53095" y="21293"/>
                </a:cubicBezTo>
                <a:cubicBezTo>
                  <a:pt x="56945" y="19117"/>
                  <a:pt x="60398" y="15879"/>
                  <a:pt x="64761" y="14742"/>
                </a:cubicBezTo>
                <a:cubicBezTo>
                  <a:pt x="65730" y="14489"/>
                  <a:pt x="66741" y="14348"/>
                  <a:pt x="67749" y="14348"/>
                </a:cubicBezTo>
                <a:cubicBezTo>
                  <a:pt x="68677" y="14348"/>
                  <a:pt x="69603" y="14467"/>
                  <a:pt x="70492" y="14728"/>
                </a:cubicBezTo>
                <a:cubicBezTo>
                  <a:pt x="71050" y="14891"/>
                  <a:pt x="71638" y="15135"/>
                  <a:pt x="72193" y="15451"/>
                </a:cubicBezTo>
                <a:cubicBezTo>
                  <a:pt x="72187" y="15458"/>
                  <a:pt x="72180" y="15462"/>
                  <a:pt x="72175" y="15468"/>
                </a:cubicBezTo>
                <a:cubicBezTo>
                  <a:pt x="70954" y="16621"/>
                  <a:pt x="70203" y="18944"/>
                  <a:pt x="71758" y="20157"/>
                </a:cubicBezTo>
                <a:cubicBezTo>
                  <a:pt x="72193" y="20498"/>
                  <a:pt x="72725" y="20667"/>
                  <a:pt x="73236" y="20667"/>
                </a:cubicBezTo>
                <a:cubicBezTo>
                  <a:pt x="74177" y="20667"/>
                  <a:pt x="75047" y="20091"/>
                  <a:pt x="75108" y="18943"/>
                </a:cubicBezTo>
                <a:cubicBezTo>
                  <a:pt x="75184" y="17494"/>
                  <a:pt x="74097" y="16237"/>
                  <a:pt x="72891" y="15407"/>
                </a:cubicBezTo>
                <a:cubicBezTo>
                  <a:pt x="73628" y="14850"/>
                  <a:pt x="74500" y="14479"/>
                  <a:pt x="75351" y="14139"/>
                </a:cubicBezTo>
                <a:cubicBezTo>
                  <a:pt x="77187" y="13405"/>
                  <a:pt x="79117" y="12664"/>
                  <a:pt x="80086" y="10809"/>
                </a:cubicBezTo>
                <a:cubicBezTo>
                  <a:pt x="80955" y="9147"/>
                  <a:pt x="80969" y="7205"/>
                  <a:pt x="81288" y="5397"/>
                </a:cubicBezTo>
                <a:cubicBezTo>
                  <a:pt x="81601" y="3618"/>
                  <a:pt x="82271" y="1922"/>
                  <a:pt x="83946" y="1037"/>
                </a:cubicBezTo>
                <a:cubicBezTo>
                  <a:pt x="84727" y="624"/>
                  <a:pt x="85623" y="415"/>
                  <a:pt x="86518" y="415"/>
                </a:cubicBezTo>
                <a:cubicBezTo>
                  <a:pt x="87265" y="415"/>
                  <a:pt x="88012" y="561"/>
                  <a:pt x="88690" y="857"/>
                </a:cubicBezTo>
                <a:cubicBezTo>
                  <a:pt x="89392" y="1164"/>
                  <a:pt x="89995" y="1636"/>
                  <a:pt x="90464" y="2241"/>
                </a:cubicBezTo>
                <a:cubicBezTo>
                  <a:pt x="90504" y="2292"/>
                  <a:pt x="90552" y="2313"/>
                  <a:pt x="90598" y="2313"/>
                </a:cubicBezTo>
                <a:cubicBezTo>
                  <a:pt x="90744" y="2313"/>
                  <a:pt x="90882" y="2105"/>
                  <a:pt x="90759" y="1947"/>
                </a:cubicBezTo>
                <a:cubicBezTo>
                  <a:pt x="89751" y="647"/>
                  <a:pt x="88126" y="1"/>
                  <a:pt x="8649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036" name="Google Shape;8036;p27"/>
          <p:cNvSpPr/>
          <p:nvPr/>
        </p:nvSpPr>
        <p:spPr>
          <a:xfrm rot="-2298756">
            <a:off x="-3630177" y="878391"/>
            <a:ext cx="5199735" cy="1447460"/>
          </a:xfrm>
          <a:custGeom>
            <a:avLst/>
            <a:gdLst/>
            <a:ahLst/>
            <a:cxnLst/>
            <a:rect l="l" t="t" r="r" b="b"/>
            <a:pathLst>
              <a:path w="90882" h="25299" extrusionOk="0">
                <a:moveTo>
                  <a:pt x="72564" y="15677"/>
                </a:moveTo>
                <a:cubicBezTo>
                  <a:pt x="73560" y="16327"/>
                  <a:pt x="74389" y="17230"/>
                  <a:pt x="74640" y="18360"/>
                </a:cubicBezTo>
                <a:cubicBezTo>
                  <a:pt x="74857" y="19342"/>
                  <a:pt x="74311" y="20275"/>
                  <a:pt x="73277" y="20275"/>
                </a:cubicBezTo>
                <a:cubicBezTo>
                  <a:pt x="73249" y="20275"/>
                  <a:pt x="73220" y="20274"/>
                  <a:pt x="73191" y="20273"/>
                </a:cubicBezTo>
                <a:cubicBezTo>
                  <a:pt x="72282" y="20229"/>
                  <a:pt x="71511" y="19593"/>
                  <a:pt x="71337" y="18697"/>
                </a:cubicBezTo>
                <a:cubicBezTo>
                  <a:pt x="71128" y="17613"/>
                  <a:pt x="71697" y="16491"/>
                  <a:pt x="72469" y="15763"/>
                </a:cubicBezTo>
                <a:cubicBezTo>
                  <a:pt x="72500" y="15733"/>
                  <a:pt x="72532" y="15705"/>
                  <a:pt x="72564" y="15677"/>
                </a:cubicBezTo>
                <a:close/>
                <a:moveTo>
                  <a:pt x="86496" y="1"/>
                </a:moveTo>
                <a:cubicBezTo>
                  <a:pt x="84950" y="1"/>
                  <a:pt x="83399" y="583"/>
                  <a:pt x="82368" y="1739"/>
                </a:cubicBezTo>
                <a:cubicBezTo>
                  <a:pt x="79628" y="4811"/>
                  <a:pt x="81773" y="10061"/>
                  <a:pt x="77968" y="12477"/>
                </a:cubicBezTo>
                <a:cubicBezTo>
                  <a:pt x="76257" y="13564"/>
                  <a:pt x="74117" y="13894"/>
                  <a:pt x="72523" y="15168"/>
                </a:cubicBezTo>
                <a:cubicBezTo>
                  <a:pt x="72284" y="15023"/>
                  <a:pt x="72044" y="14895"/>
                  <a:pt x="71813" y="14786"/>
                </a:cubicBezTo>
                <a:cubicBezTo>
                  <a:pt x="70534" y="14184"/>
                  <a:pt x="69198" y="13928"/>
                  <a:pt x="67857" y="13928"/>
                </a:cubicBezTo>
                <a:cubicBezTo>
                  <a:pt x="65238" y="13928"/>
                  <a:pt x="62601" y="14906"/>
                  <a:pt x="60334" y="16200"/>
                </a:cubicBezTo>
                <a:cubicBezTo>
                  <a:pt x="58280" y="17372"/>
                  <a:pt x="56381" y="18785"/>
                  <a:pt x="54381" y="20042"/>
                </a:cubicBezTo>
                <a:cubicBezTo>
                  <a:pt x="52283" y="21359"/>
                  <a:pt x="50056" y="22475"/>
                  <a:pt x="47721" y="23303"/>
                </a:cubicBezTo>
                <a:cubicBezTo>
                  <a:pt x="44906" y="24301"/>
                  <a:pt x="41932" y="24874"/>
                  <a:pt x="38958" y="24874"/>
                </a:cubicBezTo>
                <a:cubicBezTo>
                  <a:pt x="37191" y="24874"/>
                  <a:pt x="35424" y="24672"/>
                  <a:pt x="33691" y="24236"/>
                </a:cubicBezTo>
                <a:cubicBezTo>
                  <a:pt x="31552" y="23698"/>
                  <a:pt x="29498" y="22830"/>
                  <a:pt x="27653" y="21618"/>
                </a:cubicBezTo>
                <a:cubicBezTo>
                  <a:pt x="25858" y="20441"/>
                  <a:pt x="24433" y="18932"/>
                  <a:pt x="23054" y="17306"/>
                </a:cubicBezTo>
                <a:cubicBezTo>
                  <a:pt x="21834" y="15867"/>
                  <a:pt x="20574" y="14328"/>
                  <a:pt x="18894" y="13407"/>
                </a:cubicBezTo>
                <a:cubicBezTo>
                  <a:pt x="18022" y="12929"/>
                  <a:pt x="17102" y="12705"/>
                  <a:pt x="16175" y="12705"/>
                </a:cubicBezTo>
                <a:cubicBezTo>
                  <a:pt x="15338" y="12705"/>
                  <a:pt x="14495" y="12887"/>
                  <a:pt x="13677" y="13231"/>
                </a:cubicBezTo>
                <a:cubicBezTo>
                  <a:pt x="11765" y="14034"/>
                  <a:pt x="10141" y="15429"/>
                  <a:pt x="8159" y="16077"/>
                </a:cubicBezTo>
                <a:cubicBezTo>
                  <a:pt x="7526" y="16283"/>
                  <a:pt x="6872" y="16382"/>
                  <a:pt x="6222" y="16382"/>
                </a:cubicBezTo>
                <a:cubicBezTo>
                  <a:pt x="4884" y="16382"/>
                  <a:pt x="3557" y="15963"/>
                  <a:pt x="2434" y="15193"/>
                </a:cubicBezTo>
                <a:cubicBezTo>
                  <a:pt x="1604" y="14624"/>
                  <a:pt x="927" y="13871"/>
                  <a:pt x="448" y="12987"/>
                </a:cubicBezTo>
                <a:cubicBezTo>
                  <a:pt x="409" y="12914"/>
                  <a:pt x="347" y="12884"/>
                  <a:pt x="284" y="12884"/>
                </a:cubicBezTo>
                <a:cubicBezTo>
                  <a:pt x="144" y="12884"/>
                  <a:pt x="1" y="13034"/>
                  <a:pt x="89" y="13197"/>
                </a:cubicBezTo>
                <a:cubicBezTo>
                  <a:pt x="948" y="14781"/>
                  <a:pt x="2438" y="15947"/>
                  <a:pt x="4151" y="16486"/>
                </a:cubicBezTo>
                <a:cubicBezTo>
                  <a:pt x="4815" y="16694"/>
                  <a:pt x="5482" y="16792"/>
                  <a:pt x="6143" y="16792"/>
                </a:cubicBezTo>
                <a:cubicBezTo>
                  <a:pt x="7242" y="16792"/>
                  <a:pt x="8327" y="16522"/>
                  <a:pt x="9365" y="16037"/>
                </a:cubicBezTo>
                <a:cubicBezTo>
                  <a:pt x="11128" y="15213"/>
                  <a:pt x="12684" y="13922"/>
                  <a:pt x="14563" y="13348"/>
                </a:cubicBezTo>
                <a:cubicBezTo>
                  <a:pt x="15083" y="13189"/>
                  <a:pt x="15597" y="13114"/>
                  <a:pt x="16101" y="13114"/>
                </a:cubicBezTo>
                <a:cubicBezTo>
                  <a:pt x="17452" y="13114"/>
                  <a:pt x="18727" y="13651"/>
                  <a:pt x="19836" y="14546"/>
                </a:cubicBezTo>
                <a:cubicBezTo>
                  <a:pt x="21274" y="15705"/>
                  <a:pt x="22395" y="17203"/>
                  <a:pt x="23604" y="18586"/>
                </a:cubicBezTo>
                <a:cubicBezTo>
                  <a:pt x="24943" y="20118"/>
                  <a:pt x="26472" y="21436"/>
                  <a:pt x="28231" y="22467"/>
                </a:cubicBezTo>
                <a:cubicBezTo>
                  <a:pt x="31478" y="24371"/>
                  <a:pt x="35246" y="25299"/>
                  <a:pt x="39000" y="25299"/>
                </a:cubicBezTo>
                <a:cubicBezTo>
                  <a:pt x="39393" y="25299"/>
                  <a:pt x="39786" y="25289"/>
                  <a:pt x="40179" y="25268"/>
                </a:cubicBezTo>
                <a:cubicBezTo>
                  <a:pt x="44729" y="25034"/>
                  <a:pt x="49147" y="23524"/>
                  <a:pt x="53095" y="21293"/>
                </a:cubicBezTo>
                <a:cubicBezTo>
                  <a:pt x="56945" y="19117"/>
                  <a:pt x="60398" y="15879"/>
                  <a:pt x="64761" y="14742"/>
                </a:cubicBezTo>
                <a:cubicBezTo>
                  <a:pt x="65730" y="14489"/>
                  <a:pt x="66741" y="14348"/>
                  <a:pt x="67749" y="14348"/>
                </a:cubicBezTo>
                <a:cubicBezTo>
                  <a:pt x="68677" y="14348"/>
                  <a:pt x="69603" y="14467"/>
                  <a:pt x="70492" y="14728"/>
                </a:cubicBezTo>
                <a:cubicBezTo>
                  <a:pt x="71050" y="14891"/>
                  <a:pt x="71638" y="15135"/>
                  <a:pt x="72193" y="15451"/>
                </a:cubicBezTo>
                <a:cubicBezTo>
                  <a:pt x="72187" y="15458"/>
                  <a:pt x="72180" y="15462"/>
                  <a:pt x="72175" y="15468"/>
                </a:cubicBezTo>
                <a:cubicBezTo>
                  <a:pt x="70954" y="16621"/>
                  <a:pt x="70203" y="18944"/>
                  <a:pt x="71758" y="20157"/>
                </a:cubicBezTo>
                <a:cubicBezTo>
                  <a:pt x="72193" y="20498"/>
                  <a:pt x="72725" y="20667"/>
                  <a:pt x="73236" y="20667"/>
                </a:cubicBezTo>
                <a:cubicBezTo>
                  <a:pt x="74177" y="20667"/>
                  <a:pt x="75047" y="20091"/>
                  <a:pt x="75108" y="18943"/>
                </a:cubicBezTo>
                <a:cubicBezTo>
                  <a:pt x="75184" y="17494"/>
                  <a:pt x="74097" y="16237"/>
                  <a:pt x="72891" y="15407"/>
                </a:cubicBezTo>
                <a:cubicBezTo>
                  <a:pt x="73628" y="14850"/>
                  <a:pt x="74500" y="14479"/>
                  <a:pt x="75351" y="14139"/>
                </a:cubicBezTo>
                <a:cubicBezTo>
                  <a:pt x="77187" y="13405"/>
                  <a:pt x="79117" y="12664"/>
                  <a:pt x="80086" y="10809"/>
                </a:cubicBezTo>
                <a:cubicBezTo>
                  <a:pt x="80955" y="9147"/>
                  <a:pt x="80969" y="7205"/>
                  <a:pt x="81288" y="5397"/>
                </a:cubicBezTo>
                <a:cubicBezTo>
                  <a:pt x="81601" y="3618"/>
                  <a:pt x="82271" y="1922"/>
                  <a:pt x="83946" y="1037"/>
                </a:cubicBezTo>
                <a:cubicBezTo>
                  <a:pt x="84727" y="624"/>
                  <a:pt x="85623" y="415"/>
                  <a:pt x="86518" y="415"/>
                </a:cubicBezTo>
                <a:cubicBezTo>
                  <a:pt x="87265" y="415"/>
                  <a:pt x="88012" y="561"/>
                  <a:pt x="88690" y="857"/>
                </a:cubicBezTo>
                <a:cubicBezTo>
                  <a:pt x="89392" y="1164"/>
                  <a:pt x="89995" y="1636"/>
                  <a:pt x="90464" y="2241"/>
                </a:cubicBezTo>
                <a:cubicBezTo>
                  <a:pt x="90504" y="2292"/>
                  <a:pt x="90552" y="2313"/>
                  <a:pt x="90598" y="2313"/>
                </a:cubicBezTo>
                <a:cubicBezTo>
                  <a:pt x="90744" y="2313"/>
                  <a:pt x="90882" y="2105"/>
                  <a:pt x="90759" y="1947"/>
                </a:cubicBezTo>
                <a:cubicBezTo>
                  <a:pt x="89751" y="647"/>
                  <a:pt x="88126" y="1"/>
                  <a:pt x="8649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8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1" name="Google Shape;8761;p30"/>
          <p:cNvSpPr txBox="1">
            <a:spLocks noGrp="1"/>
          </p:cNvSpPr>
          <p:nvPr>
            <p:ph type="title"/>
          </p:nvPr>
        </p:nvSpPr>
        <p:spPr>
          <a:xfrm>
            <a:off x="2347950" y="539500"/>
            <a:ext cx="4448100" cy="11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62" name="Google Shape;8762;p30"/>
          <p:cNvSpPr txBox="1">
            <a:spLocks noGrp="1"/>
          </p:cNvSpPr>
          <p:nvPr>
            <p:ph type="subTitle" idx="1"/>
          </p:nvPr>
        </p:nvSpPr>
        <p:spPr>
          <a:xfrm>
            <a:off x="2347900" y="16537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63" name="Google Shape;8763;p30"/>
          <p:cNvSpPr txBox="1"/>
          <p:nvPr/>
        </p:nvSpPr>
        <p:spPr>
          <a:xfrm>
            <a:off x="2099100" y="404780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lang="en" sz="1200" b="1">
                <a:solidFill>
                  <a:schemeClr val="hlink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64" name="Google Shape;8764;p30"/>
          <p:cNvSpPr/>
          <p:nvPr/>
        </p:nvSpPr>
        <p:spPr>
          <a:xfrm rot="5271566" flipH="1">
            <a:off x="-3393438" y="838094"/>
            <a:ext cx="5202714" cy="4717616"/>
          </a:xfrm>
          <a:custGeom>
            <a:avLst/>
            <a:gdLst/>
            <a:ahLst/>
            <a:cxnLst/>
            <a:rect l="l" t="t" r="r" b="b"/>
            <a:pathLst>
              <a:path w="80970" h="47327" extrusionOk="0">
                <a:moveTo>
                  <a:pt x="378" y="0"/>
                </a:moveTo>
                <a:lnTo>
                  <a:pt x="577" y="43522"/>
                </a:lnTo>
                <a:cubicBezTo>
                  <a:pt x="623" y="44844"/>
                  <a:pt x="405" y="46021"/>
                  <a:pt x="0" y="47280"/>
                </a:cubicBezTo>
                <a:lnTo>
                  <a:pt x="80946" y="47280"/>
                </a:lnTo>
                <a:lnTo>
                  <a:pt x="80946" y="2760"/>
                </a:lnTo>
                <a:cubicBezTo>
                  <a:pt x="80946" y="2755"/>
                  <a:pt x="80944" y="2753"/>
                  <a:pt x="80942" y="2753"/>
                </a:cubicBezTo>
                <a:cubicBezTo>
                  <a:pt x="80922" y="2753"/>
                  <a:pt x="80828" y="2897"/>
                  <a:pt x="80808" y="2897"/>
                </a:cubicBezTo>
                <a:cubicBezTo>
                  <a:pt x="80806" y="2897"/>
                  <a:pt x="80804" y="2895"/>
                  <a:pt x="80804" y="2890"/>
                </a:cubicBezTo>
                <a:cubicBezTo>
                  <a:pt x="78657" y="2869"/>
                  <a:pt x="76764" y="1572"/>
                  <a:pt x="74744" y="848"/>
                </a:cubicBezTo>
                <a:cubicBezTo>
                  <a:pt x="74021" y="589"/>
                  <a:pt x="73207" y="438"/>
                  <a:pt x="72414" y="438"/>
                </a:cubicBezTo>
                <a:cubicBezTo>
                  <a:pt x="70990" y="438"/>
                  <a:pt x="69635" y="926"/>
                  <a:pt x="69007" y="2154"/>
                </a:cubicBezTo>
                <a:cubicBezTo>
                  <a:pt x="68030" y="4065"/>
                  <a:pt x="69428" y="6652"/>
                  <a:pt x="68234" y="8436"/>
                </a:cubicBezTo>
                <a:cubicBezTo>
                  <a:pt x="67645" y="9315"/>
                  <a:pt x="66636" y="9667"/>
                  <a:pt x="65560" y="9667"/>
                </a:cubicBezTo>
                <a:cubicBezTo>
                  <a:pt x="64726" y="9667"/>
                  <a:pt x="63851" y="9454"/>
                  <a:pt x="63104" y="9112"/>
                </a:cubicBezTo>
                <a:cubicBezTo>
                  <a:pt x="61395" y="8329"/>
                  <a:pt x="59874" y="7044"/>
                  <a:pt x="58020" y="6735"/>
                </a:cubicBezTo>
                <a:cubicBezTo>
                  <a:pt x="57751" y="6690"/>
                  <a:pt x="57483" y="6668"/>
                  <a:pt x="57217" y="6668"/>
                </a:cubicBezTo>
                <a:cubicBezTo>
                  <a:pt x="54384" y="6668"/>
                  <a:pt x="51790" y="9126"/>
                  <a:pt x="51109" y="11948"/>
                </a:cubicBezTo>
                <a:cubicBezTo>
                  <a:pt x="50364" y="15034"/>
                  <a:pt x="51439" y="18302"/>
                  <a:pt x="53081" y="21020"/>
                </a:cubicBezTo>
                <a:cubicBezTo>
                  <a:pt x="54124" y="22744"/>
                  <a:pt x="55398" y="24331"/>
                  <a:pt x="56298" y="26133"/>
                </a:cubicBezTo>
                <a:cubicBezTo>
                  <a:pt x="57199" y="27936"/>
                  <a:pt x="57705" y="30055"/>
                  <a:pt x="57086" y="31973"/>
                </a:cubicBezTo>
                <a:cubicBezTo>
                  <a:pt x="56371" y="34191"/>
                  <a:pt x="54010" y="35574"/>
                  <a:pt x="51715" y="35574"/>
                </a:cubicBezTo>
                <a:cubicBezTo>
                  <a:pt x="50658" y="35574"/>
                  <a:pt x="49615" y="35280"/>
                  <a:pt x="48753" y="34640"/>
                </a:cubicBezTo>
                <a:cubicBezTo>
                  <a:pt x="46801" y="33189"/>
                  <a:pt x="46076" y="30663"/>
                  <a:pt x="45097" y="28436"/>
                </a:cubicBezTo>
                <a:cubicBezTo>
                  <a:pt x="44119" y="26214"/>
                  <a:pt x="42360" y="23901"/>
                  <a:pt x="39934" y="23901"/>
                </a:cubicBezTo>
                <a:cubicBezTo>
                  <a:pt x="39930" y="23901"/>
                  <a:pt x="39925" y="23901"/>
                  <a:pt x="39921" y="23901"/>
                </a:cubicBezTo>
                <a:cubicBezTo>
                  <a:pt x="38067" y="23907"/>
                  <a:pt x="36481" y="25329"/>
                  <a:pt x="35584" y="26953"/>
                </a:cubicBezTo>
                <a:cubicBezTo>
                  <a:pt x="34688" y="28575"/>
                  <a:pt x="34301" y="30423"/>
                  <a:pt x="33643" y="32158"/>
                </a:cubicBezTo>
                <a:cubicBezTo>
                  <a:pt x="32821" y="34318"/>
                  <a:pt x="31482" y="36391"/>
                  <a:pt x="29457" y="37505"/>
                </a:cubicBezTo>
                <a:cubicBezTo>
                  <a:pt x="28584" y="37986"/>
                  <a:pt x="27566" y="38241"/>
                  <a:pt x="26565" y="38241"/>
                </a:cubicBezTo>
                <a:cubicBezTo>
                  <a:pt x="25244" y="38241"/>
                  <a:pt x="23951" y="37797"/>
                  <a:pt x="23050" y="36841"/>
                </a:cubicBezTo>
                <a:cubicBezTo>
                  <a:pt x="21010" y="34679"/>
                  <a:pt x="21735" y="31155"/>
                  <a:pt x="22989" y="28461"/>
                </a:cubicBezTo>
                <a:cubicBezTo>
                  <a:pt x="24196" y="25866"/>
                  <a:pt x="25766" y="23453"/>
                  <a:pt x="26990" y="20866"/>
                </a:cubicBezTo>
                <a:cubicBezTo>
                  <a:pt x="28216" y="18281"/>
                  <a:pt x="29100" y="15431"/>
                  <a:pt x="28801" y="12585"/>
                </a:cubicBezTo>
                <a:cubicBezTo>
                  <a:pt x="28502" y="9738"/>
                  <a:pt x="26815" y="6911"/>
                  <a:pt x="24142" y="5888"/>
                </a:cubicBezTo>
                <a:cubicBezTo>
                  <a:pt x="23303" y="5566"/>
                  <a:pt x="22455" y="5436"/>
                  <a:pt x="21600" y="5436"/>
                </a:cubicBezTo>
                <a:cubicBezTo>
                  <a:pt x="18007" y="5436"/>
                  <a:pt x="14278" y="7739"/>
                  <a:pt x="10510" y="7918"/>
                </a:cubicBezTo>
                <a:cubicBezTo>
                  <a:pt x="10371" y="7924"/>
                  <a:pt x="10233" y="7927"/>
                  <a:pt x="10095" y="7927"/>
                </a:cubicBezTo>
                <a:cubicBezTo>
                  <a:pt x="5579" y="7927"/>
                  <a:pt x="1265" y="4444"/>
                  <a:pt x="378" y="0"/>
                </a:cubicBezTo>
                <a:close/>
                <a:moveTo>
                  <a:pt x="80946" y="47280"/>
                </a:moveTo>
                <a:lnTo>
                  <a:pt x="80946" y="47303"/>
                </a:lnTo>
                <a:cubicBezTo>
                  <a:pt x="80958" y="47292"/>
                  <a:pt x="80970" y="47280"/>
                  <a:pt x="80946" y="47280"/>
                </a:cubicBezTo>
                <a:close/>
                <a:moveTo>
                  <a:pt x="80946" y="47303"/>
                </a:moveTo>
                <a:lnTo>
                  <a:pt x="80946" y="47303"/>
                </a:lnTo>
                <a:cubicBezTo>
                  <a:pt x="80933" y="47315"/>
                  <a:pt x="80921" y="47326"/>
                  <a:pt x="80946" y="47326"/>
                </a:cubicBezTo>
                <a:lnTo>
                  <a:pt x="80946" y="4730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5" name="Google Shape;8765;p30"/>
          <p:cNvSpPr/>
          <p:nvPr/>
        </p:nvSpPr>
        <p:spPr>
          <a:xfrm rot="5271332" flipH="1">
            <a:off x="-2994249" y="697094"/>
            <a:ext cx="5975561" cy="4282739"/>
          </a:xfrm>
          <a:custGeom>
            <a:avLst/>
            <a:gdLst/>
            <a:ahLst/>
            <a:cxnLst/>
            <a:rect l="l" t="t" r="r" b="b"/>
            <a:pathLst>
              <a:path w="82815" h="53698" extrusionOk="0">
                <a:moveTo>
                  <a:pt x="1482" y="2433"/>
                </a:moveTo>
                <a:cubicBezTo>
                  <a:pt x="1475" y="2520"/>
                  <a:pt x="1472" y="2606"/>
                  <a:pt x="1474" y="2691"/>
                </a:cubicBezTo>
                <a:lnTo>
                  <a:pt x="1474" y="2691"/>
                </a:lnTo>
                <a:lnTo>
                  <a:pt x="1482" y="2433"/>
                </a:lnTo>
                <a:close/>
                <a:moveTo>
                  <a:pt x="75877" y="0"/>
                </a:moveTo>
                <a:cubicBezTo>
                  <a:pt x="74507" y="0"/>
                  <a:pt x="73139" y="248"/>
                  <a:pt x="71865" y="757"/>
                </a:cubicBezTo>
                <a:cubicBezTo>
                  <a:pt x="68294" y="2184"/>
                  <a:pt x="65600" y="5606"/>
                  <a:pt x="65052" y="9412"/>
                </a:cubicBezTo>
                <a:cubicBezTo>
                  <a:pt x="64677" y="12022"/>
                  <a:pt x="65177" y="14944"/>
                  <a:pt x="63648" y="17093"/>
                </a:cubicBezTo>
                <a:cubicBezTo>
                  <a:pt x="61912" y="19529"/>
                  <a:pt x="58451" y="19778"/>
                  <a:pt x="55798" y="21160"/>
                </a:cubicBezTo>
                <a:cubicBezTo>
                  <a:pt x="52083" y="23093"/>
                  <a:pt x="49991" y="27705"/>
                  <a:pt x="50982" y="31773"/>
                </a:cubicBezTo>
                <a:cubicBezTo>
                  <a:pt x="51396" y="33468"/>
                  <a:pt x="52269" y="35016"/>
                  <a:pt x="52765" y="36690"/>
                </a:cubicBezTo>
                <a:cubicBezTo>
                  <a:pt x="53263" y="38364"/>
                  <a:pt x="53321" y="40328"/>
                  <a:pt x="52237" y="41696"/>
                </a:cubicBezTo>
                <a:cubicBezTo>
                  <a:pt x="51470" y="42664"/>
                  <a:pt x="50268" y="43107"/>
                  <a:pt x="49028" y="43107"/>
                </a:cubicBezTo>
                <a:cubicBezTo>
                  <a:pt x="48004" y="43107"/>
                  <a:pt x="46954" y="42805"/>
                  <a:pt x="46101" y="42246"/>
                </a:cubicBezTo>
                <a:cubicBezTo>
                  <a:pt x="44215" y="41013"/>
                  <a:pt x="43126" y="38874"/>
                  <a:pt x="42388" y="36743"/>
                </a:cubicBezTo>
                <a:cubicBezTo>
                  <a:pt x="41649" y="34613"/>
                  <a:pt x="41166" y="32374"/>
                  <a:pt x="40090" y="30393"/>
                </a:cubicBezTo>
                <a:cubicBezTo>
                  <a:pt x="39014" y="28412"/>
                  <a:pt x="37169" y="26663"/>
                  <a:pt x="34924" y="26467"/>
                </a:cubicBezTo>
                <a:cubicBezTo>
                  <a:pt x="34775" y="26454"/>
                  <a:pt x="34626" y="26448"/>
                  <a:pt x="34479" y="26448"/>
                </a:cubicBezTo>
                <a:cubicBezTo>
                  <a:pt x="32553" y="26448"/>
                  <a:pt x="30757" y="27518"/>
                  <a:pt x="29030" y="28431"/>
                </a:cubicBezTo>
                <a:cubicBezTo>
                  <a:pt x="27694" y="29137"/>
                  <a:pt x="26175" y="29775"/>
                  <a:pt x="24705" y="29775"/>
                </a:cubicBezTo>
                <a:cubicBezTo>
                  <a:pt x="24131" y="29775"/>
                  <a:pt x="23565" y="29678"/>
                  <a:pt x="23020" y="29450"/>
                </a:cubicBezTo>
                <a:cubicBezTo>
                  <a:pt x="21436" y="28785"/>
                  <a:pt x="20451" y="27130"/>
                  <a:pt x="20092" y="25450"/>
                </a:cubicBezTo>
                <a:cubicBezTo>
                  <a:pt x="19732" y="23768"/>
                  <a:pt x="19891" y="22027"/>
                  <a:pt x="19966" y="20309"/>
                </a:cubicBezTo>
                <a:cubicBezTo>
                  <a:pt x="20100" y="17270"/>
                  <a:pt x="19944" y="14134"/>
                  <a:pt x="18711" y="11352"/>
                </a:cubicBezTo>
                <a:cubicBezTo>
                  <a:pt x="17479" y="8570"/>
                  <a:pt x="14987" y="6190"/>
                  <a:pt x="11970" y="5804"/>
                </a:cubicBezTo>
                <a:cubicBezTo>
                  <a:pt x="11624" y="5760"/>
                  <a:pt x="11277" y="5742"/>
                  <a:pt x="10930" y="5742"/>
                </a:cubicBezTo>
                <a:cubicBezTo>
                  <a:pt x="9380" y="5742"/>
                  <a:pt x="7823" y="6102"/>
                  <a:pt x="6267" y="6102"/>
                </a:cubicBezTo>
                <a:cubicBezTo>
                  <a:pt x="6089" y="6102"/>
                  <a:pt x="5912" y="6097"/>
                  <a:pt x="5734" y="6087"/>
                </a:cubicBezTo>
                <a:cubicBezTo>
                  <a:pt x="3741" y="5968"/>
                  <a:pt x="1513" y="4631"/>
                  <a:pt x="1474" y="2691"/>
                </a:cubicBezTo>
                <a:lnTo>
                  <a:pt x="1474" y="2691"/>
                </a:lnTo>
                <a:lnTo>
                  <a:pt x="44" y="51034"/>
                </a:lnTo>
                <a:cubicBezTo>
                  <a:pt x="1" y="51807"/>
                  <a:pt x="46" y="52838"/>
                  <a:pt x="3" y="53612"/>
                </a:cubicBezTo>
                <a:lnTo>
                  <a:pt x="82815" y="53698"/>
                </a:lnTo>
                <a:lnTo>
                  <a:pt x="82766" y="2337"/>
                </a:lnTo>
                <a:cubicBezTo>
                  <a:pt x="80824" y="805"/>
                  <a:pt x="78348" y="0"/>
                  <a:pt x="7587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66" name="Google Shape;8766;p30"/>
          <p:cNvGrpSpPr/>
          <p:nvPr/>
        </p:nvGrpSpPr>
        <p:grpSpPr>
          <a:xfrm rot="-9361087">
            <a:off x="-879061" y="2732481"/>
            <a:ext cx="2980292" cy="2003084"/>
            <a:chOff x="5418500" y="3564000"/>
            <a:chExt cx="704550" cy="473550"/>
          </a:xfrm>
        </p:grpSpPr>
        <p:sp>
          <p:nvSpPr>
            <p:cNvPr id="8767" name="Google Shape;8767;p30"/>
            <p:cNvSpPr/>
            <p:nvPr/>
          </p:nvSpPr>
          <p:spPr>
            <a:xfrm>
              <a:off x="5598675" y="3565300"/>
              <a:ext cx="159100" cy="231550"/>
            </a:xfrm>
            <a:custGeom>
              <a:avLst/>
              <a:gdLst/>
              <a:ahLst/>
              <a:cxnLst/>
              <a:rect l="l" t="t" r="r" b="b"/>
              <a:pathLst>
                <a:path w="6364" h="9262" extrusionOk="0">
                  <a:moveTo>
                    <a:pt x="0" y="0"/>
                  </a:moveTo>
                  <a:cubicBezTo>
                    <a:pt x="914" y="3719"/>
                    <a:pt x="3219" y="7077"/>
                    <a:pt x="6363" y="9261"/>
                  </a:cubicBezTo>
                  <a:cubicBezTo>
                    <a:pt x="6143" y="5441"/>
                    <a:pt x="3413" y="1733"/>
                    <a:pt x="0" y="0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8" name="Google Shape;8768;p30"/>
            <p:cNvSpPr/>
            <p:nvPr/>
          </p:nvSpPr>
          <p:spPr>
            <a:xfrm>
              <a:off x="5597275" y="3564000"/>
              <a:ext cx="161800" cy="234150"/>
            </a:xfrm>
            <a:custGeom>
              <a:avLst/>
              <a:gdLst/>
              <a:ahLst/>
              <a:cxnLst/>
              <a:rect l="l" t="t" r="r" b="b"/>
              <a:pathLst>
                <a:path w="6472" h="9366" extrusionOk="0">
                  <a:moveTo>
                    <a:pt x="134" y="151"/>
                  </a:moveTo>
                  <a:lnTo>
                    <a:pt x="134" y="151"/>
                  </a:lnTo>
                  <a:cubicBezTo>
                    <a:pt x="3569" y="1941"/>
                    <a:pt x="6109" y="5638"/>
                    <a:pt x="6360" y="9210"/>
                  </a:cubicBezTo>
                  <a:cubicBezTo>
                    <a:pt x="3313" y="7057"/>
                    <a:pt x="1052" y="3767"/>
                    <a:pt x="134" y="151"/>
                  </a:cubicBezTo>
                  <a:close/>
                  <a:moveTo>
                    <a:pt x="55" y="0"/>
                  </a:moveTo>
                  <a:cubicBezTo>
                    <a:pt x="44" y="0"/>
                    <a:pt x="33" y="4"/>
                    <a:pt x="24" y="12"/>
                  </a:cubicBezTo>
                  <a:cubicBezTo>
                    <a:pt x="8" y="24"/>
                    <a:pt x="1" y="44"/>
                    <a:pt x="6" y="64"/>
                  </a:cubicBezTo>
                  <a:cubicBezTo>
                    <a:pt x="918" y="3784"/>
                    <a:pt x="3246" y="7170"/>
                    <a:pt x="6390" y="9357"/>
                  </a:cubicBezTo>
                  <a:cubicBezTo>
                    <a:pt x="6398" y="9362"/>
                    <a:pt x="6409" y="9366"/>
                    <a:pt x="6419" y="9366"/>
                  </a:cubicBezTo>
                  <a:cubicBezTo>
                    <a:pt x="6428" y="9366"/>
                    <a:pt x="6437" y="9363"/>
                    <a:pt x="6445" y="9359"/>
                  </a:cubicBezTo>
                  <a:cubicBezTo>
                    <a:pt x="6462" y="9350"/>
                    <a:pt x="6472" y="9331"/>
                    <a:pt x="6471" y="9311"/>
                  </a:cubicBezTo>
                  <a:cubicBezTo>
                    <a:pt x="6259" y="5637"/>
                    <a:pt x="3631" y="1811"/>
                    <a:pt x="80" y="7"/>
                  </a:cubicBezTo>
                  <a:cubicBezTo>
                    <a:pt x="72" y="3"/>
                    <a:pt x="64" y="0"/>
                    <a:pt x="5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9" name="Google Shape;8769;p30"/>
            <p:cNvSpPr/>
            <p:nvPr/>
          </p:nvSpPr>
          <p:spPr>
            <a:xfrm>
              <a:off x="5597925" y="3564650"/>
              <a:ext cx="160600" cy="232875"/>
            </a:xfrm>
            <a:custGeom>
              <a:avLst/>
              <a:gdLst/>
              <a:ahLst/>
              <a:cxnLst/>
              <a:rect l="l" t="t" r="r" b="b"/>
              <a:pathLst>
                <a:path w="6424" h="9315" extrusionOk="0">
                  <a:moveTo>
                    <a:pt x="31" y="0"/>
                  </a:moveTo>
                  <a:cubicBezTo>
                    <a:pt x="26" y="0"/>
                    <a:pt x="21" y="2"/>
                    <a:pt x="17" y="5"/>
                  </a:cubicBezTo>
                  <a:cubicBezTo>
                    <a:pt x="4" y="13"/>
                    <a:pt x="0" y="29"/>
                    <a:pt x="9" y="41"/>
                  </a:cubicBezTo>
                  <a:cubicBezTo>
                    <a:pt x="1024" y="1571"/>
                    <a:pt x="2126" y="3147"/>
                    <a:pt x="3190" y="4672"/>
                  </a:cubicBezTo>
                  <a:cubicBezTo>
                    <a:pt x="4254" y="6196"/>
                    <a:pt x="5356" y="7773"/>
                    <a:pt x="6372" y="9302"/>
                  </a:cubicBezTo>
                  <a:cubicBezTo>
                    <a:pt x="6376" y="9310"/>
                    <a:pt x="6385" y="9314"/>
                    <a:pt x="6393" y="9314"/>
                  </a:cubicBezTo>
                  <a:cubicBezTo>
                    <a:pt x="6399" y="9314"/>
                    <a:pt x="6403" y="9312"/>
                    <a:pt x="6407" y="9309"/>
                  </a:cubicBezTo>
                  <a:cubicBezTo>
                    <a:pt x="6419" y="9301"/>
                    <a:pt x="6423" y="9285"/>
                    <a:pt x="6415" y="9274"/>
                  </a:cubicBezTo>
                  <a:cubicBezTo>
                    <a:pt x="5399" y="7743"/>
                    <a:pt x="4297" y="6166"/>
                    <a:pt x="3233" y="4642"/>
                  </a:cubicBezTo>
                  <a:cubicBezTo>
                    <a:pt x="2169" y="3118"/>
                    <a:pt x="1067" y="1541"/>
                    <a:pt x="52" y="12"/>
                  </a:cubicBezTo>
                  <a:cubicBezTo>
                    <a:pt x="47" y="4"/>
                    <a:pt x="39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0" name="Google Shape;8770;p30"/>
            <p:cNvSpPr/>
            <p:nvPr/>
          </p:nvSpPr>
          <p:spPr>
            <a:xfrm>
              <a:off x="5633350" y="3654325"/>
              <a:ext cx="41425" cy="21400"/>
            </a:xfrm>
            <a:custGeom>
              <a:avLst/>
              <a:gdLst/>
              <a:ahLst/>
              <a:cxnLst/>
              <a:rect l="l" t="t" r="r" b="b"/>
              <a:pathLst>
                <a:path w="1657" h="856" extrusionOk="0">
                  <a:moveTo>
                    <a:pt x="30" y="1"/>
                  </a:moveTo>
                  <a:cubicBezTo>
                    <a:pt x="22" y="1"/>
                    <a:pt x="15" y="4"/>
                    <a:pt x="10" y="10"/>
                  </a:cubicBezTo>
                  <a:cubicBezTo>
                    <a:pt x="0" y="22"/>
                    <a:pt x="3" y="38"/>
                    <a:pt x="14" y="46"/>
                  </a:cubicBezTo>
                  <a:cubicBezTo>
                    <a:pt x="494" y="431"/>
                    <a:pt x="1004" y="688"/>
                    <a:pt x="1620" y="855"/>
                  </a:cubicBezTo>
                  <a:cubicBezTo>
                    <a:pt x="1623" y="856"/>
                    <a:pt x="1625" y="856"/>
                    <a:pt x="1627" y="856"/>
                  </a:cubicBezTo>
                  <a:cubicBezTo>
                    <a:pt x="1639" y="856"/>
                    <a:pt x="1649" y="848"/>
                    <a:pt x="1652" y="837"/>
                  </a:cubicBezTo>
                  <a:cubicBezTo>
                    <a:pt x="1656" y="824"/>
                    <a:pt x="1648" y="809"/>
                    <a:pt x="1635" y="805"/>
                  </a:cubicBezTo>
                  <a:cubicBezTo>
                    <a:pt x="1025" y="639"/>
                    <a:pt x="521" y="385"/>
                    <a:pt x="46" y="6"/>
                  </a:cubicBezTo>
                  <a:cubicBezTo>
                    <a:pt x="41" y="2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1" name="Google Shape;8771;p30"/>
            <p:cNvSpPr/>
            <p:nvPr/>
          </p:nvSpPr>
          <p:spPr>
            <a:xfrm>
              <a:off x="5687825" y="3635775"/>
              <a:ext cx="9275" cy="66425"/>
            </a:xfrm>
            <a:custGeom>
              <a:avLst/>
              <a:gdLst/>
              <a:ahLst/>
              <a:cxnLst/>
              <a:rect l="l" t="t" r="r" b="b"/>
              <a:pathLst>
                <a:path w="371" h="2657" extrusionOk="0">
                  <a:moveTo>
                    <a:pt x="30" y="0"/>
                  </a:moveTo>
                  <a:cubicBezTo>
                    <a:pt x="28" y="0"/>
                    <a:pt x="26" y="0"/>
                    <a:pt x="23" y="1"/>
                  </a:cubicBezTo>
                  <a:cubicBezTo>
                    <a:pt x="9" y="4"/>
                    <a:pt x="1" y="19"/>
                    <a:pt x="5" y="32"/>
                  </a:cubicBezTo>
                  <a:cubicBezTo>
                    <a:pt x="253" y="932"/>
                    <a:pt x="318" y="1781"/>
                    <a:pt x="204" y="2629"/>
                  </a:cubicBezTo>
                  <a:cubicBezTo>
                    <a:pt x="201" y="2642"/>
                    <a:pt x="212" y="2655"/>
                    <a:pt x="225" y="2657"/>
                  </a:cubicBezTo>
                  <a:lnTo>
                    <a:pt x="229" y="2657"/>
                  </a:lnTo>
                  <a:cubicBezTo>
                    <a:pt x="243" y="2657"/>
                    <a:pt x="253" y="2647"/>
                    <a:pt x="255" y="2635"/>
                  </a:cubicBezTo>
                  <a:cubicBezTo>
                    <a:pt x="370" y="1781"/>
                    <a:pt x="306" y="924"/>
                    <a:pt x="54" y="19"/>
                  </a:cubicBezTo>
                  <a:cubicBezTo>
                    <a:pt x="51" y="7"/>
                    <a:pt x="41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2" name="Google Shape;8772;p30"/>
            <p:cNvSpPr/>
            <p:nvPr/>
          </p:nvSpPr>
          <p:spPr>
            <a:xfrm>
              <a:off x="5673775" y="3717450"/>
              <a:ext cx="43200" cy="20650"/>
            </a:xfrm>
            <a:custGeom>
              <a:avLst/>
              <a:gdLst/>
              <a:ahLst/>
              <a:cxnLst/>
              <a:rect l="l" t="t" r="r" b="b"/>
              <a:pathLst>
                <a:path w="1728" h="826" extrusionOk="0">
                  <a:moveTo>
                    <a:pt x="29" y="1"/>
                  </a:moveTo>
                  <a:cubicBezTo>
                    <a:pt x="21" y="1"/>
                    <a:pt x="13" y="4"/>
                    <a:pt x="8" y="10"/>
                  </a:cubicBezTo>
                  <a:cubicBezTo>
                    <a:pt x="0" y="21"/>
                    <a:pt x="2" y="37"/>
                    <a:pt x="12" y="46"/>
                  </a:cubicBezTo>
                  <a:cubicBezTo>
                    <a:pt x="495" y="449"/>
                    <a:pt x="1076" y="718"/>
                    <a:pt x="1695" y="825"/>
                  </a:cubicBezTo>
                  <a:lnTo>
                    <a:pt x="1699" y="825"/>
                  </a:lnTo>
                  <a:cubicBezTo>
                    <a:pt x="1711" y="825"/>
                    <a:pt x="1722" y="816"/>
                    <a:pt x="1725" y="804"/>
                  </a:cubicBezTo>
                  <a:cubicBezTo>
                    <a:pt x="1728" y="790"/>
                    <a:pt x="1718" y="775"/>
                    <a:pt x="1703" y="774"/>
                  </a:cubicBezTo>
                  <a:cubicBezTo>
                    <a:pt x="1094" y="668"/>
                    <a:pt x="521" y="403"/>
                    <a:pt x="46" y="7"/>
                  </a:cubicBezTo>
                  <a:cubicBezTo>
                    <a:pt x="41" y="3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3" name="Google Shape;8773;p30"/>
            <p:cNvSpPr/>
            <p:nvPr/>
          </p:nvSpPr>
          <p:spPr>
            <a:xfrm>
              <a:off x="5643100" y="3593375"/>
              <a:ext cx="3075" cy="40225"/>
            </a:xfrm>
            <a:custGeom>
              <a:avLst/>
              <a:gdLst/>
              <a:ahLst/>
              <a:cxnLst/>
              <a:rect l="l" t="t" r="r" b="b"/>
              <a:pathLst>
                <a:path w="123" h="1609" extrusionOk="0">
                  <a:moveTo>
                    <a:pt x="26" y="1"/>
                  </a:moveTo>
                  <a:cubicBezTo>
                    <a:pt x="12" y="1"/>
                    <a:pt x="0" y="13"/>
                    <a:pt x="2" y="28"/>
                  </a:cubicBezTo>
                  <a:lnTo>
                    <a:pt x="70" y="1584"/>
                  </a:lnTo>
                  <a:cubicBezTo>
                    <a:pt x="70" y="1598"/>
                    <a:pt x="82" y="1608"/>
                    <a:pt x="96" y="1608"/>
                  </a:cubicBezTo>
                  <a:lnTo>
                    <a:pt x="97" y="1608"/>
                  </a:lnTo>
                  <a:cubicBezTo>
                    <a:pt x="111" y="1607"/>
                    <a:pt x="123" y="1595"/>
                    <a:pt x="121" y="1581"/>
                  </a:cubicBezTo>
                  <a:lnTo>
                    <a:pt x="53" y="25"/>
                  </a:lnTo>
                  <a:cubicBezTo>
                    <a:pt x="53" y="10"/>
                    <a:pt x="39" y="2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4" name="Google Shape;8774;p30"/>
            <p:cNvSpPr/>
            <p:nvPr/>
          </p:nvSpPr>
          <p:spPr>
            <a:xfrm>
              <a:off x="5685125" y="3667400"/>
              <a:ext cx="2725" cy="25725"/>
            </a:xfrm>
            <a:custGeom>
              <a:avLst/>
              <a:gdLst/>
              <a:ahLst/>
              <a:cxnLst/>
              <a:rect l="l" t="t" r="r" b="b"/>
              <a:pathLst>
                <a:path w="109" h="1029" extrusionOk="0">
                  <a:moveTo>
                    <a:pt x="64" y="0"/>
                  </a:moveTo>
                  <a:cubicBezTo>
                    <a:pt x="63" y="0"/>
                    <a:pt x="61" y="0"/>
                    <a:pt x="60" y="1"/>
                  </a:cubicBezTo>
                  <a:cubicBezTo>
                    <a:pt x="45" y="2"/>
                    <a:pt x="35" y="14"/>
                    <a:pt x="36" y="29"/>
                  </a:cubicBezTo>
                  <a:cubicBezTo>
                    <a:pt x="56" y="352"/>
                    <a:pt x="45" y="679"/>
                    <a:pt x="2" y="999"/>
                  </a:cubicBezTo>
                  <a:cubicBezTo>
                    <a:pt x="1" y="1012"/>
                    <a:pt x="10" y="1026"/>
                    <a:pt x="25" y="1027"/>
                  </a:cubicBezTo>
                  <a:cubicBezTo>
                    <a:pt x="25" y="1029"/>
                    <a:pt x="26" y="1029"/>
                    <a:pt x="28" y="1029"/>
                  </a:cubicBezTo>
                  <a:cubicBezTo>
                    <a:pt x="41" y="1029"/>
                    <a:pt x="52" y="1019"/>
                    <a:pt x="53" y="1006"/>
                  </a:cubicBezTo>
                  <a:cubicBezTo>
                    <a:pt x="98" y="681"/>
                    <a:pt x="109" y="352"/>
                    <a:pt x="87" y="25"/>
                  </a:cubicBezTo>
                  <a:cubicBezTo>
                    <a:pt x="86" y="13"/>
                    <a:pt x="78" y="0"/>
                    <a:pt x="6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5" name="Google Shape;8775;p30"/>
            <p:cNvSpPr/>
            <p:nvPr/>
          </p:nvSpPr>
          <p:spPr>
            <a:xfrm>
              <a:off x="5685175" y="3653550"/>
              <a:ext cx="1925" cy="8025"/>
            </a:xfrm>
            <a:custGeom>
              <a:avLst/>
              <a:gdLst/>
              <a:ahLst/>
              <a:cxnLst/>
              <a:rect l="l" t="t" r="r" b="b"/>
              <a:pathLst>
                <a:path w="77" h="321" extrusionOk="0">
                  <a:moveTo>
                    <a:pt x="27" y="0"/>
                  </a:moveTo>
                  <a:cubicBezTo>
                    <a:pt x="26" y="0"/>
                    <a:pt x="25" y="0"/>
                    <a:pt x="24" y="0"/>
                  </a:cubicBezTo>
                  <a:cubicBezTo>
                    <a:pt x="11" y="2"/>
                    <a:pt x="0" y="14"/>
                    <a:pt x="2" y="27"/>
                  </a:cubicBezTo>
                  <a:lnTo>
                    <a:pt x="24" y="296"/>
                  </a:lnTo>
                  <a:cubicBezTo>
                    <a:pt x="26" y="310"/>
                    <a:pt x="38" y="321"/>
                    <a:pt x="50" y="321"/>
                  </a:cubicBezTo>
                  <a:lnTo>
                    <a:pt x="53" y="321"/>
                  </a:lnTo>
                  <a:cubicBezTo>
                    <a:pt x="67" y="319"/>
                    <a:pt x="77" y="307"/>
                    <a:pt x="77" y="292"/>
                  </a:cubicBezTo>
                  <a:lnTo>
                    <a:pt x="53" y="23"/>
                  </a:lnTo>
                  <a:cubicBezTo>
                    <a:pt x="51" y="11"/>
                    <a:pt x="41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6" name="Google Shape;8776;p30"/>
            <p:cNvSpPr/>
            <p:nvPr/>
          </p:nvSpPr>
          <p:spPr>
            <a:xfrm>
              <a:off x="5637075" y="3611750"/>
              <a:ext cx="1525" cy="10550"/>
            </a:xfrm>
            <a:custGeom>
              <a:avLst/>
              <a:gdLst/>
              <a:ahLst/>
              <a:cxnLst/>
              <a:rect l="l" t="t" r="r" b="b"/>
              <a:pathLst>
                <a:path w="61" h="422" extrusionOk="0">
                  <a:moveTo>
                    <a:pt x="35" y="0"/>
                  </a:moveTo>
                  <a:cubicBezTo>
                    <a:pt x="23" y="2"/>
                    <a:pt x="10" y="11"/>
                    <a:pt x="8" y="24"/>
                  </a:cubicBezTo>
                  <a:lnTo>
                    <a:pt x="0" y="396"/>
                  </a:lnTo>
                  <a:cubicBezTo>
                    <a:pt x="0" y="409"/>
                    <a:pt x="11" y="421"/>
                    <a:pt x="26" y="421"/>
                  </a:cubicBezTo>
                  <a:cubicBezTo>
                    <a:pt x="41" y="421"/>
                    <a:pt x="52" y="411"/>
                    <a:pt x="53" y="397"/>
                  </a:cubicBezTo>
                  <a:lnTo>
                    <a:pt x="61" y="26"/>
                  </a:lnTo>
                  <a:cubicBezTo>
                    <a:pt x="61" y="12"/>
                    <a:pt x="50" y="0"/>
                    <a:pt x="3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7" name="Google Shape;8777;p30"/>
            <p:cNvSpPr/>
            <p:nvPr/>
          </p:nvSpPr>
          <p:spPr>
            <a:xfrm>
              <a:off x="5637400" y="3603875"/>
              <a:ext cx="1475" cy="3750"/>
            </a:xfrm>
            <a:custGeom>
              <a:avLst/>
              <a:gdLst/>
              <a:ahLst/>
              <a:cxnLst/>
              <a:rect l="l" t="t" r="r" b="b"/>
              <a:pathLst>
                <a:path w="59" h="150" extrusionOk="0">
                  <a:moveTo>
                    <a:pt x="35" y="0"/>
                  </a:moveTo>
                  <a:cubicBezTo>
                    <a:pt x="18" y="2"/>
                    <a:pt x="8" y="11"/>
                    <a:pt x="6" y="25"/>
                  </a:cubicBezTo>
                  <a:lnTo>
                    <a:pt x="2" y="121"/>
                  </a:lnTo>
                  <a:cubicBezTo>
                    <a:pt x="1" y="136"/>
                    <a:pt x="12" y="148"/>
                    <a:pt x="26" y="150"/>
                  </a:cubicBezTo>
                  <a:lnTo>
                    <a:pt x="28" y="150"/>
                  </a:lnTo>
                  <a:cubicBezTo>
                    <a:pt x="41" y="150"/>
                    <a:pt x="52" y="139"/>
                    <a:pt x="53" y="126"/>
                  </a:cubicBezTo>
                  <a:lnTo>
                    <a:pt x="59" y="29"/>
                  </a:lnTo>
                  <a:cubicBezTo>
                    <a:pt x="59" y="14"/>
                    <a:pt x="48" y="2"/>
                    <a:pt x="3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8" name="Google Shape;8778;p30"/>
            <p:cNvSpPr/>
            <p:nvPr/>
          </p:nvSpPr>
          <p:spPr>
            <a:xfrm>
              <a:off x="5626075" y="3639800"/>
              <a:ext cx="15625" cy="10400"/>
            </a:xfrm>
            <a:custGeom>
              <a:avLst/>
              <a:gdLst/>
              <a:ahLst/>
              <a:cxnLst/>
              <a:rect l="l" t="t" r="r" b="b"/>
              <a:pathLst>
                <a:path w="625" h="416" extrusionOk="0">
                  <a:moveTo>
                    <a:pt x="30" y="1"/>
                  </a:moveTo>
                  <a:cubicBezTo>
                    <a:pt x="22" y="1"/>
                    <a:pt x="14" y="4"/>
                    <a:pt x="9" y="11"/>
                  </a:cubicBezTo>
                  <a:cubicBezTo>
                    <a:pt x="0" y="23"/>
                    <a:pt x="3" y="39"/>
                    <a:pt x="14" y="47"/>
                  </a:cubicBezTo>
                  <a:cubicBezTo>
                    <a:pt x="194" y="182"/>
                    <a:pt x="387" y="304"/>
                    <a:pt x="583" y="413"/>
                  </a:cubicBezTo>
                  <a:cubicBezTo>
                    <a:pt x="587" y="416"/>
                    <a:pt x="591" y="416"/>
                    <a:pt x="595" y="416"/>
                  </a:cubicBezTo>
                  <a:cubicBezTo>
                    <a:pt x="605" y="416"/>
                    <a:pt x="614" y="412"/>
                    <a:pt x="618" y="402"/>
                  </a:cubicBezTo>
                  <a:cubicBezTo>
                    <a:pt x="625" y="390"/>
                    <a:pt x="621" y="376"/>
                    <a:pt x="609" y="367"/>
                  </a:cubicBezTo>
                  <a:cubicBezTo>
                    <a:pt x="414" y="260"/>
                    <a:pt x="224" y="139"/>
                    <a:pt x="45" y="6"/>
                  </a:cubicBezTo>
                  <a:cubicBezTo>
                    <a:pt x="41" y="2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9" name="Google Shape;8779;p30"/>
            <p:cNvSpPr/>
            <p:nvPr/>
          </p:nvSpPr>
          <p:spPr>
            <a:xfrm>
              <a:off x="5648175" y="3652750"/>
              <a:ext cx="8700" cy="4750"/>
            </a:xfrm>
            <a:custGeom>
              <a:avLst/>
              <a:gdLst/>
              <a:ahLst/>
              <a:cxnLst/>
              <a:rect l="l" t="t" r="r" b="b"/>
              <a:pathLst>
                <a:path w="348" h="190" extrusionOk="0">
                  <a:moveTo>
                    <a:pt x="29" y="0"/>
                  </a:moveTo>
                  <a:cubicBezTo>
                    <a:pt x="22" y="0"/>
                    <a:pt x="14" y="4"/>
                    <a:pt x="8" y="11"/>
                  </a:cubicBezTo>
                  <a:cubicBezTo>
                    <a:pt x="0" y="22"/>
                    <a:pt x="2" y="38"/>
                    <a:pt x="14" y="47"/>
                  </a:cubicBezTo>
                  <a:cubicBezTo>
                    <a:pt x="101" y="114"/>
                    <a:pt x="205" y="164"/>
                    <a:pt x="312" y="190"/>
                  </a:cubicBezTo>
                  <a:lnTo>
                    <a:pt x="318" y="190"/>
                  </a:lnTo>
                  <a:cubicBezTo>
                    <a:pt x="330" y="190"/>
                    <a:pt x="341" y="182"/>
                    <a:pt x="343" y="171"/>
                  </a:cubicBezTo>
                  <a:cubicBezTo>
                    <a:pt x="347" y="156"/>
                    <a:pt x="338" y="143"/>
                    <a:pt x="325" y="139"/>
                  </a:cubicBezTo>
                  <a:cubicBezTo>
                    <a:pt x="224" y="116"/>
                    <a:pt x="127" y="70"/>
                    <a:pt x="45" y="6"/>
                  </a:cubicBezTo>
                  <a:cubicBezTo>
                    <a:pt x="40" y="2"/>
                    <a:pt x="35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0" name="Google Shape;8780;p30"/>
            <p:cNvSpPr/>
            <p:nvPr/>
          </p:nvSpPr>
          <p:spPr>
            <a:xfrm>
              <a:off x="5659900" y="3698575"/>
              <a:ext cx="23400" cy="13225"/>
            </a:xfrm>
            <a:custGeom>
              <a:avLst/>
              <a:gdLst/>
              <a:ahLst/>
              <a:cxnLst/>
              <a:rect l="l" t="t" r="r" b="b"/>
              <a:pathLst>
                <a:path w="936" h="529" extrusionOk="0">
                  <a:moveTo>
                    <a:pt x="31" y="0"/>
                  </a:moveTo>
                  <a:cubicBezTo>
                    <a:pt x="22" y="0"/>
                    <a:pt x="13" y="5"/>
                    <a:pt x="9" y="13"/>
                  </a:cubicBezTo>
                  <a:cubicBezTo>
                    <a:pt x="1" y="25"/>
                    <a:pt x="5" y="41"/>
                    <a:pt x="17" y="48"/>
                  </a:cubicBezTo>
                  <a:cubicBezTo>
                    <a:pt x="301" y="221"/>
                    <a:pt x="596" y="383"/>
                    <a:pt x="894" y="525"/>
                  </a:cubicBezTo>
                  <a:cubicBezTo>
                    <a:pt x="898" y="528"/>
                    <a:pt x="902" y="528"/>
                    <a:pt x="906" y="528"/>
                  </a:cubicBezTo>
                  <a:cubicBezTo>
                    <a:pt x="916" y="528"/>
                    <a:pt x="925" y="523"/>
                    <a:pt x="929" y="513"/>
                  </a:cubicBezTo>
                  <a:cubicBezTo>
                    <a:pt x="936" y="501"/>
                    <a:pt x="929" y="485"/>
                    <a:pt x="917" y="480"/>
                  </a:cubicBezTo>
                  <a:cubicBezTo>
                    <a:pt x="620" y="336"/>
                    <a:pt x="326" y="176"/>
                    <a:pt x="44" y="4"/>
                  </a:cubicBezTo>
                  <a:cubicBezTo>
                    <a:pt x="40" y="1"/>
                    <a:pt x="3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1" name="Google Shape;8781;p30"/>
            <p:cNvSpPr/>
            <p:nvPr/>
          </p:nvSpPr>
          <p:spPr>
            <a:xfrm>
              <a:off x="5688700" y="3714100"/>
              <a:ext cx="10075" cy="4825"/>
            </a:xfrm>
            <a:custGeom>
              <a:avLst/>
              <a:gdLst/>
              <a:ahLst/>
              <a:cxnLst/>
              <a:rect l="l" t="t" r="r" b="b"/>
              <a:pathLst>
                <a:path w="403" h="193" extrusionOk="0">
                  <a:moveTo>
                    <a:pt x="30" y="1"/>
                  </a:moveTo>
                  <a:cubicBezTo>
                    <a:pt x="20" y="1"/>
                    <a:pt x="10" y="7"/>
                    <a:pt x="6" y="16"/>
                  </a:cubicBezTo>
                  <a:cubicBezTo>
                    <a:pt x="0" y="30"/>
                    <a:pt x="7" y="46"/>
                    <a:pt x="21" y="51"/>
                  </a:cubicBezTo>
                  <a:lnTo>
                    <a:pt x="364" y="191"/>
                  </a:lnTo>
                  <a:cubicBezTo>
                    <a:pt x="366" y="192"/>
                    <a:pt x="370" y="192"/>
                    <a:pt x="373" y="192"/>
                  </a:cubicBezTo>
                  <a:cubicBezTo>
                    <a:pt x="384" y="192"/>
                    <a:pt x="393" y="187"/>
                    <a:pt x="397" y="176"/>
                  </a:cubicBezTo>
                  <a:cubicBezTo>
                    <a:pt x="403" y="164"/>
                    <a:pt x="396" y="148"/>
                    <a:pt x="384" y="143"/>
                  </a:cubicBezTo>
                  <a:lnTo>
                    <a:pt x="39" y="3"/>
                  </a:ln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2" name="Google Shape;8782;p30"/>
            <p:cNvSpPr/>
            <p:nvPr/>
          </p:nvSpPr>
          <p:spPr>
            <a:xfrm>
              <a:off x="5730800" y="3730550"/>
              <a:ext cx="7225" cy="36950"/>
            </a:xfrm>
            <a:custGeom>
              <a:avLst/>
              <a:gdLst/>
              <a:ahLst/>
              <a:cxnLst/>
              <a:rect l="l" t="t" r="r" b="b"/>
              <a:pathLst>
                <a:path w="289" h="1478" extrusionOk="0">
                  <a:moveTo>
                    <a:pt x="28" y="1"/>
                  </a:moveTo>
                  <a:cubicBezTo>
                    <a:pt x="26" y="1"/>
                    <a:pt x="24" y="1"/>
                    <a:pt x="22" y="1"/>
                  </a:cubicBezTo>
                  <a:cubicBezTo>
                    <a:pt x="9" y="7"/>
                    <a:pt x="1" y="21"/>
                    <a:pt x="6" y="35"/>
                  </a:cubicBezTo>
                  <a:cubicBezTo>
                    <a:pt x="153" y="492"/>
                    <a:pt x="230" y="970"/>
                    <a:pt x="236" y="1451"/>
                  </a:cubicBezTo>
                  <a:cubicBezTo>
                    <a:pt x="236" y="1465"/>
                    <a:pt x="248" y="1477"/>
                    <a:pt x="262" y="1477"/>
                  </a:cubicBezTo>
                  <a:lnTo>
                    <a:pt x="263" y="1477"/>
                  </a:lnTo>
                  <a:cubicBezTo>
                    <a:pt x="277" y="1477"/>
                    <a:pt x="289" y="1465"/>
                    <a:pt x="289" y="1450"/>
                  </a:cubicBezTo>
                  <a:cubicBezTo>
                    <a:pt x="282" y="963"/>
                    <a:pt x="204" y="481"/>
                    <a:pt x="55" y="19"/>
                  </a:cubicBezTo>
                  <a:cubicBezTo>
                    <a:pt x="51" y="7"/>
                    <a:pt x="4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3" name="Google Shape;8783;p30"/>
            <p:cNvSpPr/>
            <p:nvPr/>
          </p:nvSpPr>
          <p:spPr>
            <a:xfrm>
              <a:off x="5728125" y="3716050"/>
              <a:ext cx="3275" cy="9250"/>
            </a:xfrm>
            <a:custGeom>
              <a:avLst/>
              <a:gdLst/>
              <a:ahLst/>
              <a:cxnLst/>
              <a:rect l="l" t="t" r="r" b="b"/>
              <a:pathLst>
                <a:path w="131" h="370" extrusionOk="0">
                  <a:moveTo>
                    <a:pt x="28" y="1"/>
                  </a:moveTo>
                  <a:cubicBezTo>
                    <a:pt x="26" y="1"/>
                    <a:pt x="25" y="1"/>
                    <a:pt x="23" y="1"/>
                  </a:cubicBezTo>
                  <a:cubicBezTo>
                    <a:pt x="10" y="5"/>
                    <a:pt x="0" y="19"/>
                    <a:pt x="4" y="32"/>
                  </a:cubicBezTo>
                  <a:lnTo>
                    <a:pt x="77" y="350"/>
                  </a:lnTo>
                  <a:cubicBezTo>
                    <a:pt x="80" y="362"/>
                    <a:pt x="90" y="370"/>
                    <a:pt x="102" y="370"/>
                  </a:cubicBezTo>
                  <a:lnTo>
                    <a:pt x="108" y="370"/>
                  </a:lnTo>
                  <a:cubicBezTo>
                    <a:pt x="121" y="366"/>
                    <a:pt x="131" y="353"/>
                    <a:pt x="127" y="339"/>
                  </a:cubicBezTo>
                  <a:lnTo>
                    <a:pt x="54" y="22"/>
                  </a:lnTo>
                  <a:cubicBezTo>
                    <a:pt x="52" y="10"/>
                    <a:pt x="4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4" name="Google Shape;8784;p30"/>
            <p:cNvSpPr/>
            <p:nvPr/>
          </p:nvSpPr>
          <p:spPr>
            <a:xfrm>
              <a:off x="5717725" y="3699500"/>
              <a:ext cx="7550" cy="47950"/>
            </a:xfrm>
            <a:custGeom>
              <a:avLst/>
              <a:gdLst/>
              <a:ahLst/>
              <a:cxnLst/>
              <a:rect l="l" t="t" r="r" b="b"/>
              <a:pathLst>
                <a:path w="302" h="1918" extrusionOk="0">
                  <a:moveTo>
                    <a:pt x="30" y="0"/>
                  </a:moveTo>
                  <a:cubicBezTo>
                    <a:pt x="28" y="0"/>
                    <a:pt x="26" y="1"/>
                    <a:pt x="23" y="1"/>
                  </a:cubicBezTo>
                  <a:cubicBezTo>
                    <a:pt x="10" y="4"/>
                    <a:pt x="0" y="19"/>
                    <a:pt x="5" y="32"/>
                  </a:cubicBezTo>
                  <a:cubicBezTo>
                    <a:pt x="159" y="639"/>
                    <a:pt x="243" y="1265"/>
                    <a:pt x="251" y="1892"/>
                  </a:cubicBezTo>
                  <a:cubicBezTo>
                    <a:pt x="251" y="1906"/>
                    <a:pt x="261" y="1917"/>
                    <a:pt x="276" y="1917"/>
                  </a:cubicBezTo>
                  <a:cubicBezTo>
                    <a:pt x="291" y="1917"/>
                    <a:pt x="302" y="1905"/>
                    <a:pt x="302" y="1892"/>
                  </a:cubicBezTo>
                  <a:cubicBezTo>
                    <a:pt x="294" y="1261"/>
                    <a:pt x="210" y="631"/>
                    <a:pt x="54" y="20"/>
                  </a:cubicBezTo>
                  <a:cubicBezTo>
                    <a:pt x="52" y="8"/>
                    <a:pt x="42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5" name="Google Shape;8785;p30"/>
            <p:cNvSpPr/>
            <p:nvPr/>
          </p:nvSpPr>
          <p:spPr>
            <a:xfrm>
              <a:off x="5716300" y="3690650"/>
              <a:ext cx="2350" cy="5975"/>
            </a:xfrm>
            <a:custGeom>
              <a:avLst/>
              <a:gdLst/>
              <a:ahLst/>
              <a:cxnLst/>
              <a:rect l="l" t="t" r="r" b="b"/>
              <a:pathLst>
                <a:path w="94" h="239" extrusionOk="0">
                  <a:moveTo>
                    <a:pt x="31" y="1"/>
                  </a:moveTo>
                  <a:cubicBezTo>
                    <a:pt x="29" y="1"/>
                    <a:pt x="27" y="1"/>
                    <a:pt x="25" y="2"/>
                  </a:cubicBezTo>
                  <a:cubicBezTo>
                    <a:pt x="10" y="4"/>
                    <a:pt x="1" y="18"/>
                    <a:pt x="4" y="31"/>
                  </a:cubicBezTo>
                  <a:lnTo>
                    <a:pt x="40" y="217"/>
                  </a:lnTo>
                  <a:cubicBezTo>
                    <a:pt x="43" y="229"/>
                    <a:pt x="53" y="238"/>
                    <a:pt x="66" y="238"/>
                  </a:cubicBezTo>
                  <a:cubicBezTo>
                    <a:pt x="67" y="238"/>
                    <a:pt x="68" y="237"/>
                    <a:pt x="71" y="237"/>
                  </a:cubicBezTo>
                  <a:cubicBezTo>
                    <a:pt x="84" y="234"/>
                    <a:pt x="94" y="221"/>
                    <a:pt x="91" y="207"/>
                  </a:cubicBezTo>
                  <a:lnTo>
                    <a:pt x="55" y="22"/>
                  </a:lnTo>
                  <a:cubicBezTo>
                    <a:pt x="53" y="10"/>
                    <a:pt x="43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6" name="Google Shape;8786;p30"/>
            <p:cNvSpPr/>
            <p:nvPr/>
          </p:nvSpPr>
          <p:spPr>
            <a:xfrm>
              <a:off x="5693175" y="3739250"/>
              <a:ext cx="14725" cy="5775"/>
            </a:xfrm>
            <a:custGeom>
              <a:avLst/>
              <a:gdLst/>
              <a:ahLst/>
              <a:cxnLst/>
              <a:rect l="l" t="t" r="r" b="b"/>
              <a:pathLst>
                <a:path w="589" h="231" extrusionOk="0">
                  <a:moveTo>
                    <a:pt x="29" y="0"/>
                  </a:moveTo>
                  <a:cubicBezTo>
                    <a:pt x="18" y="0"/>
                    <a:pt x="9" y="7"/>
                    <a:pt x="4" y="18"/>
                  </a:cubicBezTo>
                  <a:cubicBezTo>
                    <a:pt x="0" y="33"/>
                    <a:pt x="7" y="46"/>
                    <a:pt x="21" y="51"/>
                  </a:cubicBezTo>
                  <a:lnTo>
                    <a:pt x="551" y="229"/>
                  </a:lnTo>
                  <a:cubicBezTo>
                    <a:pt x="553" y="229"/>
                    <a:pt x="556" y="230"/>
                    <a:pt x="559" y="230"/>
                  </a:cubicBezTo>
                  <a:cubicBezTo>
                    <a:pt x="569" y="230"/>
                    <a:pt x="580" y="224"/>
                    <a:pt x="584" y="213"/>
                  </a:cubicBezTo>
                  <a:cubicBezTo>
                    <a:pt x="588" y="198"/>
                    <a:pt x="582" y="185"/>
                    <a:pt x="567" y="179"/>
                  </a:cubicBezTo>
                  <a:lnTo>
                    <a:pt x="37" y="2"/>
                  </a:lnTo>
                  <a:cubicBezTo>
                    <a:pt x="34" y="1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7" name="Google Shape;8787;p30"/>
            <p:cNvSpPr/>
            <p:nvPr/>
          </p:nvSpPr>
          <p:spPr>
            <a:xfrm>
              <a:off x="5659775" y="3609750"/>
              <a:ext cx="4200" cy="32800"/>
            </a:xfrm>
            <a:custGeom>
              <a:avLst/>
              <a:gdLst/>
              <a:ahLst/>
              <a:cxnLst/>
              <a:rect l="l" t="t" r="r" b="b"/>
              <a:pathLst>
                <a:path w="168" h="1312" extrusionOk="0">
                  <a:moveTo>
                    <a:pt x="29" y="0"/>
                  </a:moveTo>
                  <a:cubicBezTo>
                    <a:pt x="28" y="0"/>
                    <a:pt x="26" y="1"/>
                    <a:pt x="25" y="1"/>
                  </a:cubicBezTo>
                  <a:cubicBezTo>
                    <a:pt x="11" y="4"/>
                    <a:pt x="1" y="17"/>
                    <a:pt x="3" y="30"/>
                  </a:cubicBezTo>
                  <a:cubicBezTo>
                    <a:pt x="66" y="445"/>
                    <a:pt x="104" y="867"/>
                    <a:pt x="116" y="1286"/>
                  </a:cubicBezTo>
                  <a:cubicBezTo>
                    <a:pt x="116" y="1300"/>
                    <a:pt x="128" y="1311"/>
                    <a:pt x="142" y="1311"/>
                  </a:cubicBezTo>
                  <a:cubicBezTo>
                    <a:pt x="157" y="1311"/>
                    <a:pt x="167" y="1299"/>
                    <a:pt x="167" y="1284"/>
                  </a:cubicBezTo>
                  <a:cubicBezTo>
                    <a:pt x="155" y="863"/>
                    <a:pt x="118" y="439"/>
                    <a:pt x="54" y="22"/>
                  </a:cubicBezTo>
                  <a:cubicBezTo>
                    <a:pt x="52" y="10"/>
                    <a:pt x="4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8" name="Google Shape;8788;p30"/>
            <p:cNvSpPr/>
            <p:nvPr/>
          </p:nvSpPr>
          <p:spPr>
            <a:xfrm>
              <a:off x="5669025" y="3616475"/>
              <a:ext cx="2825" cy="19500"/>
            </a:xfrm>
            <a:custGeom>
              <a:avLst/>
              <a:gdLst/>
              <a:ahLst/>
              <a:cxnLst/>
              <a:rect l="l" t="t" r="r" b="b"/>
              <a:pathLst>
                <a:path w="113" h="780" extrusionOk="0">
                  <a:moveTo>
                    <a:pt x="27" y="1"/>
                  </a:moveTo>
                  <a:cubicBezTo>
                    <a:pt x="26" y="1"/>
                    <a:pt x="26" y="1"/>
                    <a:pt x="25" y="1"/>
                  </a:cubicBezTo>
                  <a:cubicBezTo>
                    <a:pt x="11" y="2"/>
                    <a:pt x="0" y="14"/>
                    <a:pt x="0" y="29"/>
                  </a:cubicBezTo>
                  <a:lnTo>
                    <a:pt x="60" y="757"/>
                  </a:lnTo>
                  <a:cubicBezTo>
                    <a:pt x="61" y="770"/>
                    <a:pt x="72" y="780"/>
                    <a:pt x="85" y="780"/>
                  </a:cubicBezTo>
                  <a:lnTo>
                    <a:pt x="88" y="780"/>
                  </a:lnTo>
                  <a:cubicBezTo>
                    <a:pt x="101" y="778"/>
                    <a:pt x="112" y="766"/>
                    <a:pt x="111" y="753"/>
                  </a:cubicBezTo>
                  <a:lnTo>
                    <a:pt x="53" y="25"/>
                  </a:lnTo>
                  <a:cubicBezTo>
                    <a:pt x="52" y="11"/>
                    <a:pt x="41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9" name="Google Shape;8789;p30"/>
            <p:cNvSpPr/>
            <p:nvPr/>
          </p:nvSpPr>
          <p:spPr>
            <a:xfrm>
              <a:off x="5755675" y="3636050"/>
              <a:ext cx="144075" cy="241750"/>
            </a:xfrm>
            <a:custGeom>
              <a:avLst/>
              <a:gdLst/>
              <a:ahLst/>
              <a:cxnLst/>
              <a:rect l="l" t="t" r="r" b="b"/>
              <a:pathLst>
                <a:path w="5763" h="9670" extrusionOk="0">
                  <a:moveTo>
                    <a:pt x="0" y="1"/>
                  </a:moveTo>
                  <a:lnTo>
                    <a:pt x="0" y="1"/>
                  </a:lnTo>
                  <a:cubicBezTo>
                    <a:pt x="659" y="3772"/>
                    <a:pt x="2735" y="7278"/>
                    <a:pt x="5723" y="9670"/>
                  </a:cubicBezTo>
                  <a:cubicBezTo>
                    <a:pt x="5762" y="5844"/>
                    <a:pt x="3288" y="1960"/>
                    <a:pt x="0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0" name="Google Shape;8790;p30"/>
            <p:cNvSpPr/>
            <p:nvPr/>
          </p:nvSpPr>
          <p:spPr>
            <a:xfrm>
              <a:off x="5754325" y="3634750"/>
              <a:ext cx="146650" cy="244375"/>
            </a:xfrm>
            <a:custGeom>
              <a:avLst/>
              <a:gdLst/>
              <a:ahLst/>
              <a:cxnLst/>
              <a:rect l="l" t="t" r="r" b="b"/>
              <a:pathLst>
                <a:path w="5866" h="9775" extrusionOk="0">
                  <a:moveTo>
                    <a:pt x="125" y="155"/>
                  </a:moveTo>
                  <a:cubicBezTo>
                    <a:pt x="3431" y="2174"/>
                    <a:pt x="5716" y="6034"/>
                    <a:pt x="5726" y="9614"/>
                  </a:cubicBezTo>
                  <a:cubicBezTo>
                    <a:pt x="2831" y="7262"/>
                    <a:pt x="795" y="3825"/>
                    <a:pt x="125" y="155"/>
                  </a:cubicBezTo>
                  <a:close/>
                  <a:moveTo>
                    <a:pt x="55" y="0"/>
                  </a:moveTo>
                  <a:cubicBezTo>
                    <a:pt x="44" y="0"/>
                    <a:pt x="34" y="3"/>
                    <a:pt x="24" y="10"/>
                  </a:cubicBezTo>
                  <a:cubicBezTo>
                    <a:pt x="8" y="21"/>
                    <a:pt x="0" y="41"/>
                    <a:pt x="3" y="61"/>
                  </a:cubicBezTo>
                  <a:cubicBezTo>
                    <a:pt x="663" y="3833"/>
                    <a:pt x="2755" y="7370"/>
                    <a:pt x="5745" y="9762"/>
                  </a:cubicBezTo>
                  <a:cubicBezTo>
                    <a:pt x="5754" y="9770"/>
                    <a:pt x="5766" y="9774"/>
                    <a:pt x="5777" y="9774"/>
                  </a:cubicBezTo>
                  <a:cubicBezTo>
                    <a:pt x="5785" y="9774"/>
                    <a:pt x="5792" y="9773"/>
                    <a:pt x="5800" y="9769"/>
                  </a:cubicBezTo>
                  <a:cubicBezTo>
                    <a:pt x="5817" y="9761"/>
                    <a:pt x="5829" y="9743"/>
                    <a:pt x="5829" y="9723"/>
                  </a:cubicBezTo>
                  <a:cubicBezTo>
                    <a:pt x="5866" y="6042"/>
                    <a:pt x="3502" y="2048"/>
                    <a:pt x="81" y="7"/>
                  </a:cubicBezTo>
                  <a:cubicBezTo>
                    <a:pt x="73" y="3"/>
                    <a:pt x="64" y="0"/>
                    <a:pt x="5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1" name="Google Shape;8791;p30"/>
            <p:cNvSpPr/>
            <p:nvPr/>
          </p:nvSpPr>
          <p:spPr>
            <a:xfrm>
              <a:off x="5754925" y="3635400"/>
              <a:ext cx="144575" cy="243075"/>
            </a:xfrm>
            <a:custGeom>
              <a:avLst/>
              <a:gdLst/>
              <a:ahLst/>
              <a:cxnLst/>
              <a:rect l="l" t="t" r="r" b="b"/>
              <a:pathLst>
                <a:path w="5783" h="9723" extrusionOk="0">
                  <a:moveTo>
                    <a:pt x="31" y="0"/>
                  </a:moveTo>
                  <a:cubicBezTo>
                    <a:pt x="26" y="0"/>
                    <a:pt x="22" y="1"/>
                    <a:pt x="18" y="4"/>
                  </a:cubicBezTo>
                  <a:cubicBezTo>
                    <a:pt x="4" y="11"/>
                    <a:pt x="0" y="27"/>
                    <a:pt x="7" y="39"/>
                  </a:cubicBezTo>
                  <a:cubicBezTo>
                    <a:pt x="918" y="1635"/>
                    <a:pt x="1911" y="3281"/>
                    <a:pt x="2870" y="4874"/>
                  </a:cubicBezTo>
                  <a:cubicBezTo>
                    <a:pt x="3829" y="6467"/>
                    <a:pt x="4821" y="8115"/>
                    <a:pt x="5731" y="9709"/>
                  </a:cubicBezTo>
                  <a:cubicBezTo>
                    <a:pt x="5736" y="9717"/>
                    <a:pt x="5744" y="9723"/>
                    <a:pt x="5753" y="9723"/>
                  </a:cubicBezTo>
                  <a:cubicBezTo>
                    <a:pt x="5757" y="9723"/>
                    <a:pt x="5762" y="9721"/>
                    <a:pt x="5766" y="9719"/>
                  </a:cubicBezTo>
                  <a:cubicBezTo>
                    <a:pt x="5779" y="9712"/>
                    <a:pt x="5783" y="9696"/>
                    <a:pt x="5776" y="9684"/>
                  </a:cubicBezTo>
                  <a:cubicBezTo>
                    <a:pt x="4865" y="8088"/>
                    <a:pt x="3874" y="6441"/>
                    <a:pt x="2914" y="4847"/>
                  </a:cubicBezTo>
                  <a:cubicBezTo>
                    <a:pt x="1955" y="3254"/>
                    <a:pt x="962" y="1608"/>
                    <a:pt x="53" y="13"/>
                  </a:cubicBezTo>
                  <a:cubicBezTo>
                    <a:pt x="48" y="5"/>
                    <a:pt x="40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2" name="Google Shape;8792;p30"/>
            <p:cNvSpPr/>
            <p:nvPr/>
          </p:nvSpPr>
          <p:spPr>
            <a:xfrm>
              <a:off x="5784225" y="3727275"/>
              <a:ext cx="39975" cy="24025"/>
            </a:xfrm>
            <a:custGeom>
              <a:avLst/>
              <a:gdLst/>
              <a:ahLst/>
              <a:cxnLst/>
              <a:rect l="l" t="t" r="r" b="b"/>
              <a:pathLst>
                <a:path w="1599" h="961" extrusionOk="0">
                  <a:moveTo>
                    <a:pt x="29" y="0"/>
                  </a:moveTo>
                  <a:cubicBezTo>
                    <a:pt x="22" y="0"/>
                    <a:pt x="15" y="3"/>
                    <a:pt x="10" y="8"/>
                  </a:cubicBezTo>
                  <a:cubicBezTo>
                    <a:pt x="0" y="19"/>
                    <a:pt x="2" y="35"/>
                    <a:pt x="12" y="45"/>
                  </a:cubicBezTo>
                  <a:cubicBezTo>
                    <a:pt x="464" y="460"/>
                    <a:pt x="957" y="751"/>
                    <a:pt x="1561" y="960"/>
                  </a:cubicBezTo>
                  <a:cubicBezTo>
                    <a:pt x="1563" y="961"/>
                    <a:pt x="1566" y="961"/>
                    <a:pt x="1569" y="961"/>
                  </a:cubicBezTo>
                  <a:cubicBezTo>
                    <a:pt x="1580" y="961"/>
                    <a:pt x="1589" y="954"/>
                    <a:pt x="1593" y="943"/>
                  </a:cubicBezTo>
                  <a:cubicBezTo>
                    <a:pt x="1598" y="930"/>
                    <a:pt x="1590" y="915"/>
                    <a:pt x="1577" y="911"/>
                  </a:cubicBezTo>
                  <a:cubicBezTo>
                    <a:pt x="981" y="704"/>
                    <a:pt x="494" y="417"/>
                    <a:pt x="47" y="7"/>
                  </a:cubicBezTo>
                  <a:cubicBezTo>
                    <a:pt x="42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3" name="Google Shape;8793;p30"/>
            <p:cNvSpPr/>
            <p:nvPr/>
          </p:nvSpPr>
          <p:spPr>
            <a:xfrm>
              <a:off x="5839850" y="3712400"/>
              <a:ext cx="6275" cy="66650"/>
            </a:xfrm>
            <a:custGeom>
              <a:avLst/>
              <a:gdLst/>
              <a:ahLst/>
              <a:cxnLst/>
              <a:rect l="l" t="t" r="r" b="b"/>
              <a:pathLst>
                <a:path w="251" h="2666" extrusionOk="0">
                  <a:moveTo>
                    <a:pt x="26" y="1"/>
                  </a:moveTo>
                  <a:cubicBezTo>
                    <a:pt x="25" y="1"/>
                    <a:pt x="24" y="1"/>
                    <a:pt x="23" y="1"/>
                  </a:cubicBezTo>
                  <a:cubicBezTo>
                    <a:pt x="10" y="5"/>
                    <a:pt x="0" y="18"/>
                    <a:pt x="3" y="32"/>
                  </a:cubicBezTo>
                  <a:cubicBezTo>
                    <a:pt x="190" y="947"/>
                    <a:pt x="198" y="1798"/>
                    <a:pt x="26" y="2635"/>
                  </a:cubicBezTo>
                  <a:cubicBezTo>
                    <a:pt x="23" y="2650"/>
                    <a:pt x="33" y="2663"/>
                    <a:pt x="46" y="2666"/>
                  </a:cubicBezTo>
                  <a:lnTo>
                    <a:pt x="51" y="2666"/>
                  </a:lnTo>
                  <a:cubicBezTo>
                    <a:pt x="64" y="2666"/>
                    <a:pt x="74" y="2658"/>
                    <a:pt x="77" y="2646"/>
                  </a:cubicBezTo>
                  <a:cubicBezTo>
                    <a:pt x="251" y="1801"/>
                    <a:pt x="243" y="942"/>
                    <a:pt x="54" y="22"/>
                  </a:cubicBezTo>
                  <a:cubicBezTo>
                    <a:pt x="50" y="9"/>
                    <a:pt x="39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4" name="Google Shape;8794;p30"/>
            <p:cNvSpPr/>
            <p:nvPr/>
          </p:nvSpPr>
          <p:spPr>
            <a:xfrm>
              <a:off x="5820275" y="3792975"/>
              <a:ext cx="41825" cy="23425"/>
            </a:xfrm>
            <a:custGeom>
              <a:avLst/>
              <a:gdLst/>
              <a:ahLst/>
              <a:cxnLst/>
              <a:rect l="l" t="t" r="r" b="b"/>
              <a:pathLst>
                <a:path w="1673" h="937" extrusionOk="0">
                  <a:moveTo>
                    <a:pt x="29" y="0"/>
                  </a:moveTo>
                  <a:cubicBezTo>
                    <a:pt x="23" y="0"/>
                    <a:pt x="16" y="3"/>
                    <a:pt x="11" y="8"/>
                  </a:cubicBezTo>
                  <a:cubicBezTo>
                    <a:pt x="0" y="19"/>
                    <a:pt x="0" y="35"/>
                    <a:pt x="11" y="46"/>
                  </a:cubicBezTo>
                  <a:cubicBezTo>
                    <a:pt x="466" y="479"/>
                    <a:pt x="1028" y="785"/>
                    <a:pt x="1638" y="935"/>
                  </a:cubicBezTo>
                  <a:cubicBezTo>
                    <a:pt x="1640" y="936"/>
                    <a:pt x="1642" y="936"/>
                    <a:pt x="1644" y="936"/>
                  </a:cubicBezTo>
                  <a:cubicBezTo>
                    <a:pt x="1655" y="936"/>
                    <a:pt x="1666" y="928"/>
                    <a:pt x="1670" y="916"/>
                  </a:cubicBezTo>
                  <a:cubicBezTo>
                    <a:pt x="1673" y="902"/>
                    <a:pt x="1665" y="888"/>
                    <a:pt x="1650" y="885"/>
                  </a:cubicBezTo>
                  <a:cubicBezTo>
                    <a:pt x="1050" y="738"/>
                    <a:pt x="495" y="434"/>
                    <a:pt x="47" y="8"/>
                  </a:cubicBezTo>
                  <a:cubicBezTo>
                    <a:pt x="42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5" name="Google Shape;8795;p30"/>
            <p:cNvSpPr/>
            <p:nvPr/>
          </p:nvSpPr>
          <p:spPr>
            <a:xfrm>
              <a:off x="5797125" y="3667100"/>
              <a:ext cx="2275" cy="40250"/>
            </a:xfrm>
            <a:custGeom>
              <a:avLst/>
              <a:gdLst/>
              <a:ahLst/>
              <a:cxnLst/>
              <a:rect l="l" t="t" r="r" b="b"/>
              <a:pathLst>
                <a:path w="91" h="1610" extrusionOk="0">
                  <a:moveTo>
                    <a:pt x="63" y="0"/>
                  </a:moveTo>
                  <a:cubicBezTo>
                    <a:pt x="48" y="0"/>
                    <a:pt x="38" y="12"/>
                    <a:pt x="38" y="26"/>
                  </a:cubicBezTo>
                  <a:lnTo>
                    <a:pt x="2" y="1583"/>
                  </a:lnTo>
                  <a:cubicBezTo>
                    <a:pt x="1" y="1597"/>
                    <a:pt x="13" y="1610"/>
                    <a:pt x="26" y="1610"/>
                  </a:cubicBezTo>
                  <a:lnTo>
                    <a:pt x="28" y="1610"/>
                  </a:lnTo>
                  <a:cubicBezTo>
                    <a:pt x="41" y="1610"/>
                    <a:pt x="53" y="1599"/>
                    <a:pt x="53" y="1584"/>
                  </a:cubicBezTo>
                  <a:lnTo>
                    <a:pt x="90" y="27"/>
                  </a:lnTo>
                  <a:cubicBezTo>
                    <a:pt x="91" y="13"/>
                    <a:pt x="79" y="1"/>
                    <a:pt x="65" y="1"/>
                  </a:cubicBezTo>
                  <a:cubicBezTo>
                    <a:pt x="65" y="1"/>
                    <a:pt x="64" y="0"/>
                    <a:pt x="6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6" name="Google Shape;8796;p30"/>
            <p:cNvSpPr/>
            <p:nvPr/>
          </p:nvSpPr>
          <p:spPr>
            <a:xfrm>
              <a:off x="5833325" y="3743850"/>
              <a:ext cx="3850" cy="25600"/>
            </a:xfrm>
            <a:custGeom>
              <a:avLst/>
              <a:gdLst/>
              <a:ahLst/>
              <a:cxnLst/>
              <a:rect l="l" t="t" r="r" b="b"/>
              <a:pathLst>
                <a:path w="154" h="1024" extrusionOk="0">
                  <a:moveTo>
                    <a:pt x="128" y="1"/>
                  </a:moveTo>
                  <a:cubicBezTo>
                    <a:pt x="113" y="1"/>
                    <a:pt x="101" y="13"/>
                    <a:pt x="101" y="26"/>
                  </a:cubicBezTo>
                  <a:cubicBezTo>
                    <a:pt x="101" y="350"/>
                    <a:pt x="68" y="675"/>
                    <a:pt x="3" y="992"/>
                  </a:cubicBezTo>
                  <a:cubicBezTo>
                    <a:pt x="0" y="1007"/>
                    <a:pt x="10" y="1020"/>
                    <a:pt x="23" y="1023"/>
                  </a:cubicBezTo>
                  <a:lnTo>
                    <a:pt x="29" y="1023"/>
                  </a:lnTo>
                  <a:cubicBezTo>
                    <a:pt x="41" y="1023"/>
                    <a:pt x="51" y="1015"/>
                    <a:pt x="54" y="1003"/>
                  </a:cubicBezTo>
                  <a:cubicBezTo>
                    <a:pt x="119" y="681"/>
                    <a:pt x="152" y="353"/>
                    <a:pt x="154" y="28"/>
                  </a:cubicBezTo>
                  <a:cubicBezTo>
                    <a:pt x="154" y="13"/>
                    <a:pt x="142" y="1"/>
                    <a:pt x="1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7" name="Google Shape;8797;p30"/>
            <p:cNvSpPr/>
            <p:nvPr/>
          </p:nvSpPr>
          <p:spPr>
            <a:xfrm>
              <a:off x="5835975" y="3729950"/>
              <a:ext cx="1475" cy="8075"/>
            </a:xfrm>
            <a:custGeom>
              <a:avLst/>
              <a:gdLst/>
              <a:ahLst/>
              <a:cxnLst/>
              <a:rect l="l" t="t" r="r" b="b"/>
              <a:pathLst>
                <a:path w="59" h="323" extrusionOk="0">
                  <a:moveTo>
                    <a:pt x="26" y="1"/>
                  </a:moveTo>
                  <a:cubicBezTo>
                    <a:pt x="13" y="1"/>
                    <a:pt x="1" y="13"/>
                    <a:pt x="1" y="28"/>
                  </a:cubicBezTo>
                  <a:lnTo>
                    <a:pt x="6" y="297"/>
                  </a:lnTo>
                  <a:cubicBezTo>
                    <a:pt x="6" y="312"/>
                    <a:pt x="18" y="323"/>
                    <a:pt x="32" y="323"/>
                  </a:cubicBezTo>
                  <a:lnTo>
                    <a:pt x="33" y="323"/>
                  </a:lnTo>
                  <a:cubicBezTo>
                    <a:pt x="46" y="323"/>
                    <a:pt x="58" y="310"/>
                    <a:pt x="58" y="297"/>
                  </a:cubicBezTo>
                  <a:lnTo>
                    <a:pt x="53" y="27"/>
                  </a:lnTo>
                  <a:cubicBezTo>
                    <a:pt x="53" y="12"/>
                    <a:pt x="4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8" name="Google Shape;8798;p30"/>
            <p:cNvSpPr/>
            <p:nvPr/>
          </p:nvSpPr>
          <p:spPr>
            <a:xfrm>
              <a:off x="5790125" y="3685025"/>
              <a:ext cx="2225" cy="10525"/>
            </a:xfrm>
            <a:custGeom>
              <a:avLst/>
              <a:gdLst/>
              <a:ahLst/>
              <a:cxnLst/>
              <a:rect l="l" t="t" r="r" b="b"/>
              <a:pathLst>
                <a:path w="89" h="421" extrusionOk="0">
                  <a:moveTo>
                    <a:pt x="62" y="1"/>
                  </a:moveTo>
                  <a:cubicBezTo>
                    <a:pt x="47" y="1"/>
                    <a:pt x="37" y="11"/>
                    <a:pt x="36" y="24"/>
                  </a:cubicBezTo>
                  <a:lnTo>
                    <a:pt x="2" y="393"/>
                  </a:lnTo>
                  <a:cubicBezTo>
                    <a:pt x="1" y="407"/>
                    <a:pt x="12" y="419"/>
                    <a:pt x="27" y="420"/>
                  </a:cubicBezTo>
                  <a:lnTo>
                    <a:pt x="28" y="420"/>
                  </a:lnTo>
                  <a:cubicBezTo>
                    <a:pt x="41" y="420"/>
                    <a:pt x="53" y="411"/>
                    <a:pt x="55" y="398"/>
                  </a:cubicBezTo>
                  <a:lnTo>
                    <a:pt x="87" y="29"/>
                  </a:lnTo>
                  <a:cubicBezTo>
                    <a:pt x="88" y="14"/>
                    <a:pt x="79" y="2"/>
                    <a:pt x="64" y="1"/>
                  </a:cubicBezTo>
                  <a:cubicBezTo>
                    <a:pt x="63" y="1"/>
                    <a:pt x="62" y="1"/>
                    <a:pt x="6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9" name="Google Shape;8799;p30"/>
            <p:cNvSpPr/>
            <p:nvPr/>
          </p:nvSpPr>
          <p:spPr>
            <a:xfrm>
              <a:off x="5791475" y="3677225"/>
              <a:ext cx="1725" cy="3725"/>
            </a:xfrm>
            <a:custGeom>
              <a:avLst/>
              <a:gdLst/>
              <a:ahLst/>
              <a:cxnLst/>
              <a:rect l="l" t="t" r="r" b="b"/>
              <a:pathLst>
                <a:path w="69" h="149" extrusionOk="0">
                  <a:moveTo>
                    <a:pt x="38" y="0"/>
                  </a:moveTo>
                  <a:cubicBezTo>
                    <a:pt x="26" y="0"/>
                    <a:pt x="15" y="10"/>
                    <a:pt x="14" y="23"/>
                  </a:cubicBezTo>
                  <a:lnTo>
                    <a:pt x="2" y="119"/>
                  </a:lnTo>
                  <a:cubicBezTo>
                    <a:pt x="1" y="134"/>
                    <a:pt x="10" y="146"/>
                    <a:pt x="25" y="149"/>
                  </a:cubicBezTo>
                  <a:lnTo>
                    <a:pt x="28" y="149"/>
                  </a:lnTo>
                  <a:cubicBezTo>
                    <a:pt x="41" y="149"/>
                    <a:pt x="52" y="138"/>
                    <a:pt x="53" y="126"/>
                  </a:cubicBezTo>
                  <a:lnTo>
                    <a:pt x="65" y="29"/>
                  </a:lnTo>
                  <a:cubicBezTo>
                    <a:pt x="68" y="14"/>
                    <a:pt x="57" y="2"/>
                    <a:pt x="42" y="1"/>
                  </a:cubicBezTo>
                  <a:cubicBezTo>
                    <a:pt x="41" y="0"/>
                    <a:pt x="40" y="0"/>
                    <a:pt x="3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0" name="Google Shape;8800;p30"/>
            <p:cNvSpPr/>
            <p:nvPr/>
          </p:nvSpPr>
          <p:spPr>
            <a:xfrm>
              <a:off x="5777925" y="3712275"/>
              <a:ext cx="15000" cy="11350"/>
            </a:xfrm>
            <a:custGeom>
              <a:avLst/>
              <a:gdLst/>
              <a:ahLst/>
              <a:cxnLst/>
              <a:rect l="l" t="t" r="r" b="b"/>
              <a:pathLst>
                <a:path w="600" h="454" extrusionOk="0">
                  <a:moveTo>
                    <a:pt x="30" y="1"/>
                  </a:moveTo>
                  <a:cubicBezTo>
                    <a:pt x="22" y="1"/>
                    <a:pt x="15" y="4"/>
                    <a:pt x="10" y="10"/>
                  </a:cubicBezTo>
                  <a:cubicBezTo>
                    <a:pt x="1" y="21"/>
                    <a:pt x="2" y="37"/>
                    <a:pt x="13" y="46"/>
                  </a:cubicBezTo>
                  <a:cubicBezTo>
                    <a:pt x="184" y="191"/>
                    <a:pt x="367" y="327"/>
                    <a:pt x="556" y="450"/>
                  </a:cubicBezTo>
                  <a:cubicBezTo>
                    <a:pt x="560" y="452"/>
                    <a:pt x="566" y="454"/>
                    <a:pt x="570" y="454"/>
                  </a:cubicBezTo>
                  <a:cubicBezTo>
                    <a:pt x="578" y="454"/>
                    <a:pt x="587" y="450"/>
                    <a:pt x="591" y="442"/>
                  </a:cubicBezTo>
                  <a:cubicBezTo>
                    <a:pt x="599" y="430"/>
                    <a:pt x="597" y="413"/>
                    <a:pt x="584" y="407"/>
                  </a:cubicBezTo>
                  <a:cubicBezTo>
                    <a:pt x="396" y="286"/>
                    <a:pt x="216" y="151"/>
                    <a:pt x="46" y="7"/>
                  </a:cubicBezTo>
                  <a:cubicBezTo>
                    <a:pt x="42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1" name="Google Shape;8801;p30"/>
            <p:cNvSpPr/>
            <p:nvPr/>
          </p:nvSpPr>
          <p:spPr>
            <a:xfrm>
              <a:off x="5799125" y="3726675"/>
              <a:ext cx="8425" cy="5275"/>
            </a:xfrm>
            <a:custGeom>
              <a:avLst/>
              <a:gdLst/>
              <a:ahLst/>
              <a:cxnLst/>
              <a:rect l="l" t="t" r="r" b="b"/>
              <a:pathLst>
                <a:path w="337" h="211" extrusionOk="0">
                  <a:moveTo>
                    <a:pt x="29" y="1"/>
                  </a:moveTo>
                  <a:cubicBezTo>
                    <a:pt x="22" y="1"/>
                    <a:pt x="15" y="4"/>
                    <a:pt x="10" y="10"/>
                  </a:cubicBezTo>
                  <a:cubicBezTo>
                    <a:pt x="0" y="20"/>
                    <a:pt x="2" y="36"/>
                    <a:pt x="12" y="46"/>
                  </a:cubicBezTo>
                  <a:cubicBezTo>
                    <a:pt x="94" y="120"/>
                    <a:pt x="194" y="176"/>
                    <a:pt x="300" y="209"/>
                  </a:cubicBezTo>
                  <a:cubicBezTo>
                    <a:pt x="303" y="210"/>
                    <a:pt x="306" y="210"/>
                    <a:pt x="308" y="210"/>
                  </a:cubicBezTo>
                  <a:cubicBezTo>
                    <a:pt x="319" y="210"/>
                    <a:pt x="330" y="203"/>
                    <a:pt x="332" y="191"/>
                  </a:cubicBezTo>
                  <a:cubicBezTo>
                    <a:pt x="337" y="178"/>
                    <a:pt x="328" y="163"/>
                    <a:pt x="315" y="159"/>
                  </a:cubicBezTo>
                  <a:cubicBezTo>
                    <a:pt x="217" y="129"/>
                    <a:pt x="124" y="77"/>
                    <a:pt x="46" y="8"/>
                  </a:cubicBezTo>
                  <a:cubicBezTo>
                    <a:pt x="41" y="3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2" name="Google Shape;8802;p30"/>
            <p:cNvSpPr/>
            <p:nvPr/>
          </p:nvSpPr>
          <p:spPr>
            <a:xfrm>
              <a:off x="5807725" y="3773200"/>
              <a:ext cx="22525" cy="14675"/>
            </a:xfrm>
            <a:custGeom>
              <a:avLst/>
              <a:gdLst/>
              <a:ahLst/>
              <a:cxnLst/>
              <a:rect l="l" t="t" r="r" b="b"/>
              <a:pathLst>
                <a:path w="901" h="587" extrusionOk="0">
                  <a:moveTo>
                    <a:pt x="31" y="1"/>
                  </a:moveTo>
                  <a:cubicBezTo>
                    <a:pt x="23" y="1"/>
                    <a:pt x="14" y="4"/>
                    <a:pt x="9" y="12"/>
                  </a:cubicBezTo>
                  <a:cubicBezTo>
                    <a:pt x="1" y="23"/>
                    <a:pt x="3" y="39"/>
                    <a:pt x="15" y="48"/>
                  </a:cubicBezTo>
                  <a:cubicBezTo>
                    <a:pt x="286" y="239"/>
                    <a:pt x="570" y="419"/>
                    <a:pt x="859" y="584"/>
                  </a:cubicBezTo>
                  <a:cubicBezTo>
                    <a:pt x="863" y="586"/>
                    <a:pt x="867" y="586"/>
                    <a:pt x="871" y="586"/>
                  </a:cubicBezTo>
                  <a:cubicBezTo>
                    <a:pt x="880" y="586"/>
                    <a:pt x="888" y="582"/>
                    <a:pt x="894" y="573"/>
                  </a:cubicBezTo>
                  <a:cubicBezTo>
                    <a:pt x="901" y="561"/>
                    <a:pt x="897" y="545"/>
                    <a:pt x="884" y="538"/>
                  </a:cubicBezTo>
                  <a:cubicBezTo>
                    <a:pt x="597" y="375"/>
                    <a:pt x="315" y="196"/>
                    <a:pt x="45" y="5"/>
                  </a:cubicBez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3" name="Google Shape;8803;p30"/>
            <p:cNvSpPr/>
            <p:nvPr/>
          </p:nvSpPr>
          <p:spPr>
            <a:xfrm>
              <a:off x="5835400" y="3790650"/>
              <a:ext cx="9825" cy="5400"/>
            </a:xfrm>
            <a:custGeom>
              <a:avLst/>
              <a:gdLst/>
              <a:ahLst/>
              <a:cxnLst/>
              <a:rect l="l" t="t" r="r" b="b"/>
              <a:pathLst>
                <a:path w="393" h="216" extrusionOk="0">
                  <a:moveTo>
                    <a:pt x="30" y="0"/>
                  </a:moveTo>
                  <a:cubicBezTo>
                    <a:pt x="21" y="0"/>
                    <a:pt x="11" y="5"/>
                    <a:pt x="6" y="15"/>
                  </a:cubicBezTo>
                  <a:cubicBezTo>
                    <a:pt x="1" y="27"/>
                    <a:pt x="6" y="43"/>
                    <a:pt x="18" y="50"/>
                  </a:cubicBezTo>
                  <a:lnTo>
                    <a:pt x="352" y="213"/>
                  </a:lnTo>
                  <a:cubicBezTo>
                    <a:pt x="356" y="214"/>
                    <a:pt x="359" y="215"/>
                    <a:pt x="363" y="215"/>
                  </a:cubicBezTo>
                  <a:cubicBezTo>
                    <a:pt x="372" y="215"/>
                    <a:pt x="382" y="210"/>
                    <a:pt x="387" y="200"/>
                  </a:cubicBezTo>
                  <a:cubicBezTo>
                    <a:pt x="392" y="188"/>
                    <a:pt x="387" y="172"/>
                    <a:pt x="375" y="165"/>
                  </a:cubicBezTo>
                  <a:lnTo>
                    <a:pt x="41" y="3"/>
                  </a:lnTo>
                  <a:cubicBezTo>
                    <a:pt x="38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4" name="Google Shape;8804;p30"/>
            <p:cNvSpPr/>
            <p:nvPr/>
          </p:nvSpPr>
          <p:spPr>
            <a:xfrm>
              <a:off x="5876350" y="3809875"/>
              <a:ext cx="5400" cy="37250"/>
            </a:xfrm>
            <a:custGeom>
              <a:avLst/>
              <a:gdLst/>
              <a:ahLst/>
              <a:cxnLst/>
              <a:rect l="l" t="t" r="r" b="b"/>
              <a:pathLst>
                <a:path w="216" h="1490" extrusionOk="0">
                  <a:moveTo>
                    <a:pt x="28" y="1"/>
                  </a:moveTo>
                  <a:cubicBezTo>
                    <a:pt x="26" y="1"/>
                    <a:pt x="24" y="1"/>
                    <a:pt x="22" y="2"/>
                  </a:cubicBezTo>
                  <a:cubicBezTo>
                    <a:pt x="8" y="6"/>
                    <a:pt x="0" y="19"/>
                    <a:pt x="3" y="33"/>
                  </a:cubicBezTo>
                  <a:cubicBezTo>
                    <a:pt x="118" y="501"/>
                    <a:pt x="164" y="981"/>
                    <a:pt x="137" y="1463"/>
                  </a:cubicBezTo>
                  <a:cubicBezTo>
                    <a:pt x="137" y="1476"/>
                    <a:pt x="148" y="1488"/>
                    <a:pt x="163" y="1490"/>
                  </a:cubicBezTo>
                  <a:lnTo>
                    <a:pt x="164" y="1490"/>
                  </a:lnTo>
                  <a:cubicBezTo>
                    <a:pt x="178" y="1490"/>
                    <a:pt x="188" y="1479"/>
                    <a:pt x="190" y="1466"/>
                  </a:cubicBezTo>
                  <a:cubicBezTo>
                    <a:pt x="215" y="979"/>
                    <a:pt x="170" y="493"/>
                    <a:pt x="54" y="21"/>
                  </a:cubicBezTo>
                  <a:cubicBezTo>
                    <a:pt x="50" y="9"/>
                    <a:pt x="3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5" name="Google Shape;8805;p30"/>
            <p:cNvSpPr/>
            <p:nvPr/>
          </p:nvSpPr>
          <p:spPr>
            <a:xfrm>
              <a:off x="5874625" y="3795275"/>
              <a:ext cx="2675" cy="9350"/>
            </a:xfrm>
            <a:custGeom>
              <a:avLst/>
              <a:gdLst/>
              <a:ahLst/>
              <a:cxnLst/>
              <a:rect l="l" t="t" r="r" b="b"/>
              <a:pathLst>
                <a:path w="107" h="374" extrusionOk="0">
                  <a:moveTo>
                    <a:pt x="27" y="0"/>
                  </a:moveTo>
                  <a:cubicBezTo>
                    <a:pt x="26" y="0"/>
                    <a:pt x="25" y="1"/>
                    <a:pt x="25" y="1"/>
                  </a:cubicBezTo>
                  <a:cubicBezTo>
                    <a:pt x="10" y="3"/>
                    <a:pt x="0" y="15"/>
                    <a:pt x="3" y="30"/>
                  </a:cubicBezTo>
                  <a:lnTo>
                    <a:pt x="54" y="352"/>
                  </a:lnTo>
                  <a:cubicBezTo>
                    <a:pt x="56" y="364"/>
                    <a:pt x="66" y="373"/>
                    <a:pt x="80" y="373"/>
                  </a:cubicBezTo>
                  <a:lnTo>
                    <a:pt x="84" y="373"/>
                  </a:lnTo>
                  <a:cubicBezTo>
                    <a:pt x="97" y="371"/>
                    <a:pt x="107" y="357"/>
                    <a:pt x="105" y="344"/>
                  </a:cubicBezTo>
                  <a:lnTo>
                    <a:pt x="54" y="22"/>
                  </a:lnTo>
                  <a:cubicBezTo>
                    <a:pt x="52" y="10"/>
                    <a:pt x="40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6" name="Google Shape;8806;p30"/>
            <p:cNvSpPr/>
            <p:nvPr/>
          </p:nvSpPr>
          <p:spPr>
            <a:xfrm>
              <a:off x="5865375" y="3778025"/>
              <a:ext cx="5225" cy="48250"/>
            </a:xfrm>
            <a:custGeom>
              <a:avLst/>
              <a:gdLst/>
              <a:ahLst/>
              <a:cxnLst/>
              <a:rect l="l" t="t" r="r" b="b"/>
              <a:pathLst>
                <a:path w="209" h="1930" extrusionOk="0">
                  <a:moveTo>
                    <a:pt x="29" y="0"/>
                  </a:moveTo>
                  <a:cubicBezTo>
                    <a:pt x="27" y="0"/>
                    <a:pt x="26" y="0"/>
                    <a:pt x="25" y="0"/>
                  </a:cubicBezTo>
                  <a:cubicBezTo>
                    <a:pt x="10" y="3"/>
                    <a:pt x="0" y="17"/>
                    <a:pt x="3" y="31"/>
                  </a:cubicBezTo>
                  <a:cubicBezTo>
                    <a:pt x="116" y="648"/>
                    <a:pt x="157" y="1277"/>
                    <a:pt x="123" y="1903"/>
                  </a:cubicBezTo>
                  <a:cubicBezTo>
                    <a:pt x="122" y="1916"/>
                    <a:pt x="134" y="1930"/>
                    <a:pt x="147" y="1930"/>
                  </a:cubicBezTo>
                  <a:lnTo>
                    <a:pt x="148" y="1930"/>
                  </a:lnTo>
                  <a:cubicBezTo>
                    <a:pt x="162" y="1930"/>
                    <a:pt x="174" y="1919"/>
                    <a:pt x="174" y="1905"/>
                  </a:cubicBezTo>
                  <a:cubicBezTo>
                    <a:pt x="209" y="1276"/>
                    <a:pt x="169" y="642"/>
                    <a:pt x="54" y="22"/>
                  </a:cubicBezTo>
                  <a:cubicBezTo>
                    <a:pt x="52" y="9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7" name="Google Shape;8807;p30"/>
            <p:cNvSpPr/>
            <p:nvPr/>
          </p:nvSpPr>
          <p:spPr>
            <a:xfrm>
              <a:off x="5864575" y="3769100"/>
              <a:ext cx="1975" cy="6025"/>
            </a:xfrm>
            <a:custGeom>
              <a:avLst/>
              <a:gdLst/>
              <a:ahLst/>
              <a:cxnLst/>
              <a:rect l="l" t="t" r="r" b="b"/>
              <a:pathLst>
                <a:path w="79" h="241" extrusionOk="0">
                  <a:moveTo>
                    <a:pt x="24" y="1"/>
                  </a:moveTo>
                  <a:cubicBezTo>
                    <a:pt x="10" y="4"/>
                    <a:pt x="0" y="16"/>
                    <a:pt x="2" y="31"/>
                  </a:cubicBezTo>
                  <a:lnTo>
                    <a:pt x="24" y="218"/>
                  </a:lnTo>
                  <a:cubicBezTo>
                    <a:pt x="27" y="231"/>
                    <a:pt x="38" y="240"/>
                    <a:pt x="50" y="240"/>
                  </a:cubicBezTo>
                  <a:lnTo>
                    <a:pt x="54" y="240"/>
                  </a:lnTo>
                  <a:cubicBezTo>
                    <a:pt x="67" y="238"/>
                    <a:pt x="78" y="226"/>
                    <a:pt x="77" y="211"/>
                  </a:cubicBezTo>
                  <a:lnTo>
                    <a:pt x="53" y="24"/>
                  </a:lnTo>
                  <a:cubicBezTo>
                    <a:pt x="51" y="10"/>
                    <a:pt x="41" y="1"/>
                    <a:pt x="2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8" name="Google Shape;8808;p30"/>
            <p:cNvSpPr/>
            <p:nvPr/>
          </p:nvSpPr>
          <p:spPr>
            <a:xfrm>
              <a:off x="5838125" y="3816050"/>
              <a:ext cx="14450" cy="6625"/>
            </a:xfrm>
            <a:custGeom>
              <a:avLst/>
              <a:gdLst/>
              <a:ahLst/>
              <a:cxnLst/>
              <a:rect l="l" t="t" r="r" b="b"/>
              <a:pathLst>
                <a:path w="578" h="265" extrusionOk="0">
                  <a:moveTo>
                    <a:pt x="31" y="0"/>
                  </a:moveTo>
                  <a:cubicBezTo>
                    <a:pt x="21" y="0"/>
                    <a:pt x="11" y="6"/>
                    <a:pt x="7" y="16"/>
                  </a:cubicBezTo>
                  <a:cubicBezTo>
                    <a:pt x="1" y="29"/>
                    <a:pt x="7" y="44"/>
                    <a:pt x="21" y="49"/>
                  </a:cubicBezTo>
                  <a:lnTo>
                    <a:pt x="538" y="262"/>
                  </a:lnTo>
                  <a:cubicBezTo>
                    <a:pt x="542" y="263"/>
                    <a:pt x="544" y="265"/>
                    <a:pt x="548" y="265"/>
                  </a:cubicBezTo>
                  <a:cubicBezTo>
                    <a:pt x="558" y="265"/>
                    <a:pt x="567" y="258"/>
                    <a:pt x="571" y="249"/>
                  </a:cubicBezTo>
                  <a:cubicBezTo>
                    <a:pt x="578" y="235"/>
                    <a:pt x="571" y="220"/>
                    <a:pt x="558" y="215"/>
                  </a:cubicBezTo>
                  <a:lnTo>
                    <a:pt x="41" y="2"/>
                  </a:lnTo>
                  <a:cubicBezTo>
                    <a:pt x="38" y="1"/>
                    <a:pt x="34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9" name="Google Shape;8809;p30"/>
            <p:cNvSpPr/>
            <p:nvPr/>
          </p:nvSpPr>
          <p:spPr>
            <a:xfrm>
              <a:off x="5813625" y="3684600"/>
              <a:ext cx="2425" cy="32875"/>
            </a:xfrm>
            <a:custGeom>
              <a:avLst/>
              <a:gdLst/>
              <a:ahLst/>
              <a:cxnLst/>
              <a:rect l="l" t="t" r="r" b="b"/>
              <a:pathLst>
                <a:path w="97" h="1315" extrusionOk="0">
                  <a:moveTo>
                    <a:pt x="28" y="0"/>
                  </a:moveTo>
                  <a:cubicBezTo>
                    <a:pt x="27" y="0"/>
                    <a:pt x="26" y="0"/>
                    <a:pt x="26" y="0"/>
                  </a:cubicBezTo>
                  <a:cubicBezTo>
                    <a:pt x="11" y="2"/>
                    <a:pt x="0" y="14"/>
                    <a:pt x="1" y="28"/>
                  </a:cubicBezTo>
                  <a:cubicBezTo>
                    <a:pt x="36" y="445"/>
                    <a:pt x="46" y="869"/>
                    <a:pt x="28" y="1288"/>
                  </a:cubicBezTo>
                  <a:cubicBezTo>
                    <a:pt x="28" y="1302"/>
                    <a:pt x="39" y="1315"/>
                    <a:pt x="54" y="1315"/>
                  </a:cubicBezTo>
                  <a:lnTo>
                    <a:pt x="55" y="1315"/>
                  </a:lnTo>
                  <a:cubicBezTo>
                    <a:pt x="69" y="1315"/>
                    <a:pt x="79" y="1304"/>
                    <a:pt x="81" y="1290"/>
                  </a:cubicBezTo>
                  <a:cubicBezTo>
                    <a:pt x="97" y="869"/>
                    <a:pt x="87" y="443"/>
                    <a:pt x="52" y="24"/>
                  </a:cubicBezTo>
                  <a:cubicBezTo>
                    <a:pt x="52" y="10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0" name="Google Shape;8810;p30"/>
            <p:cNvSpPr/>
            <p:nvPr/>
          </p:nvSpPr>
          <p:spPr>
            <a:xfrm>
              <a:off x="5822350" y="3691925"/>
              <a:ext cx="1575" cy="19575"/>
            </a:xfrm>
            <a:custGeom>
              <a:avLst/>
              <a:gdLst/>
              <a:ahLst/>
              <a:cxnLst/>
              <a:rect l="l" t="t" r="r" b="b"/>
              <a:pathLst>
                <a:path w="63" h="783" extrusionOk="0">
                  <a:moveTo>
                    <a:pt x="26" y="0"/>
                  </a:moveTo>
                  <a:cubicBezTo>
                    <a:pt x="13" y="0"/>
                    <a:pt x="1" y="13"/>
                    <a:pt x="1" y="26"/>
                  </a:cubicBezTo>
                  <a:lnTo>
                    <a:pt x="10" y="757"/>
                  </a:lnTo>
                  <a:cubicBezTo>
                    <a:pt x="10" y="770"/>
                    <a:pt x="22" y="782"/>
                    <a:pt x="36" y="782"/>
                  </a:cubicBezTo>
                  <a:lnTo>
                    <a:pt x="37" y="782"/>
                  </a:lnTo>
                  <a:cubicBezTo>
                    <a:pt x="51" y="781"/>
                    <a:pt x="63" y="770"/>
                    <a:pt x="63" y="755"/>
                  </a:cubicBezTo>
                  <a:lnTo>
                    <a:pt x="53" y="26"/>
                  </a:lnTo>
                  <a:cubicBezTo>
                    <a:pt x="53" y="11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1" name="Google Shape;8811;p30"/>
            <p:cNvSpPr/>
            <p:nvPr/>
          </p:nvSpPr>
          <p:spPr>
            <a:xfrm>
              <a:off x="5904800" y="3754275"/>
              <a:ext cx="124800" cy="209450"/>
            </a:xfrm>
            <a:custGeom>
              <a:avLst/>
              <a:gdLst/>
              <a:ahLst/>
              <a:cxnLst/>
              <a:rect l="l" t="t" r="r" b="b"/>
              <a:pathLst>
                <a:path w="4992" h="8378" extrusionOk="0">
                  <a:moveTo>
                    <a:pt x="0" y="1"/>
                  </a:moveTo>
                  <a:lnTo>
                    <a:pt x="0" y="1"/>
                  </a:lnTo>
                  <a:cubicBezTo>
                    <a:pt x="572" y="3268"/>
                    <a:pt x="2369" y="6306"/>
                    <a:pt x="4959" y="8378"/>
                  </a:cubicBezTo>
                  <a:cubicBezTo>
                    <a:pt x="4991" y="5063"/>
                    <a:pt x="2848" y="1698"/>
                    <a:pt x="0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2" name="Google Shape;8812;p30"/>
            <p:cNvSpPr/>
            <p:nvPr/>
          </p:nvSpPr>
          <p:spPr>
            <a:xfrm>
              <a:off x="5903425" y="3752975"/>
              <a:ext cx="127450" cy="212075"/>
            </a:xfrm>
            <a:custGeom>
              <a:avLst/>
              <a:gdLst/>
              <a:ahLst/>
              <a:cxnLst/>
              <a:rect l="l" t="t" r="r" b="b"/>
              <a:pathLst>
                <a:path w="5098" h="8483" extrusionOk="0">
                  <a:moveTo>
                    <a:pt x="126" y="156"/>
                  </a:moveTo>
                  <a:cubicBezTo>
                    <a:pt x="2977" y="1904"/>
                    <a:pt x="4947" y="5231"/>
                    <a:pt x="4962" y="8322"/>
                  </a:cubicBezTo>
                  <a:cubicBezTo>
                    <a:pt x="2465" y="6288"/>
                    <a:pt x="709" y="3323"/>
                    <a:pt x="126" y="156"/>
                  </a:cubicBezTo>
                  <a:close/>
                  <a:moveTo>
                    <a:pt x="56" y="1"/>
                  </a:moveTo>
                  <a:cubicBezTo>
                    <a:pt x="45" y="1"/>
                    <a:pt x="35" y="4"/>
                    <a:pt x="26" y="10"/>
                  </a:cubicBezTo>
                  <a:cubicBezTo>
                    <a:pt x="9" y="22"/>
                    <a:pt x="0" y="42"/>
                    <a:pt x="4" y="62"/>
                  </a:cubicBezTo>
                  <a:cubicBezTo>
                    <a:pt x="576" y="3331"/>
                    <a:pt x="2389" y="6396"/>
                    <a:pt x="4982" y="8470"/>
                  </a:cubicBezTo>
                  <a:cubicBezTo>
                    <a:pt x="4991" y="8478"/>
                    <a:pt x="5002" y="8482"/>
                    <a:pt x="5014" y="8482"/>
                  </a:cubicBezTo>
                  <a:cubicBezTo>
                    <a:pt x="5021" y="8482"/>
                    <a:pt x="5029" y="8481"/>
                    <a:pt x="5036" y="8477"/>
                  </a:cubicBezTo>
                  <a:cubicBezTo>
                    <a:pt x="5053" y="8469"/>
                    <a:pt x="5065" y="8450"/>
                    <a:pt x="5065" y="8431"/>
                  </a:cubicBezTo>
                  <a:cubicBezTo>
                    <a:pt x="5097" y="5240"/>
                    <a:pt x="3047" y="1776"/>
                    <a:pt x="82" y="8"/>
                  </a:cubicBezTo>
                  <a:cubicBezTo>
                    <a:pt x="74" y="3"/>
                    <a:pt x="65" y="1"/>
                    <a:pt x="5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3" name="Google Shape;8813;p30"/>
            <p:cNvSpPr/>
            <p:nvPr/>
          </p:nvSpPr>
          <p:spPr>
            <a:xfrm>
              <a:off x="5904050" y="3753625"/>
              <a:ext cx="125475" cy="210775"/>
            </a:xfrm>
            <a:custGeom>
              <a:avLst/>
              <a:gdLst/>
              <a:ahLst/>
              <a:cxnLst/>
              <a:rect l="l" t="t" r="r" b="b"/>
              <a:pathLst>
                <a:path w="5019" h="8431" extrusionOk="0">
                  <a:moveTo>
                    <a:pt x="30" y="1"/>
                  </a:moveTo>
                  <a:cubicBezTo>
                    <a:pt x="26" y="1"/>
                    <a:pt x="21" y="2"/>
                    <a:pt x="17" y="4"/>
                  </a:cubicBezTo>
                  <a:cubicBezTo>
                    <a:pt x="5" y="11"/>
                    <a:pt x="1" y="27"/>
                    <a:pt x="7" y="39"/>
                  </a:cubicBezTo>
                  <a:cubicBezTo>
                    <a:pt x="797" y="1422"/>
                    <a:pt x="1657" y="2849"/>
                    <a:pt x="2488" y="4229"/>
                  </a:cubicBezTo>
                  <a:cubicBezTo>
                    <a:pt x="3318" y="5610"/>
                    <a:pt x="4178" y="7036"/>
                    <a:pt x="4966" y="8417"/>
                  </a:cubicBezTo>
                  <a:cubicBezTo>
                    <a:pt x="4972" y="8426"/>
                    <a:pt x="4980" y="8431"/>
                    <a:pt x="4989" y="8431"/>
                  </a:cubicBezTo>
                  <a:lnTo>
                    <a:pt x="4989" y="8430"/>
                  </a:lnTo>
                  <a:cubicBezTo>
                    <a:pt x="4993" y="8430"/>
                    <a:pt x="4997" y="8430"/>
                    <a:pt x="5001" y="8427"/>
                  </a:cubicBezTo>
                  <a:cubicBezTo>
                    <a:pt x="5013" y="8420"/>
                    <a:pt x="5019" y="8404"/>
                    <a:pt x="5011" y="8392"/>
                  </a:cubicBezTo>
                  <a:cubicBezTo>
                    <a:pt x="4222" y="7010"/>
                    <a:pt x="3363" y="5583"/>
                    <a:pt x="2532" y="4203"/>
                  </a:cubicBezTo>
                  <a:cubicBezTo>
                    <a:pt x="1701" y="2822"/>
                    <a:pt x="841" y="1395"/>
                    <a:pt x="53" y="13"/>
                  </a:cubicBezTo>
                  <a:cubicBezTo>
                    <a:pt x="48" y="5"/>
                    <a:pt x="39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4" name="Google Shape;8814;p30"/>
            <p:cNvSpPr/>
            <p:nvPr/>
          </p:nvSpPr>
          <p:spPr>
            <a:xfrm>
              <a:off x="5929450" y="3833225"/>
              <a:ext cx="34800" cy="21000"/>
            </a:xfrm>
            <a:custGeom>
              <a:avLst/>
              <a:gdLst/>
              <a:ahLst/>
              <a:cxnLst/>
              <a:rect l="l" t="t" r="r" b="b"/>
              <a:pathLst>
                <a:path w="1392" h="840" extrusionOk="0">
                  <a:moveTo>
                    <a:pt x="29" y="0"/>
                  </a:moveTo>
                  <a:cubicBezTo>
                    <a:pt x="22" y="0"/>
                    <a:pt x="15" y="3"/>
                    <a:pt x="10" y="8"/>
                  </a:cubicBezTo>
                  <a:cubicBezTo>
                    <a:pt x="0" y="19"/>
                    <a:pt x="0" y="35"/>
                    <a:pt x="11" y="46"/>
                  </a:cubicBezTo>
                  <a:cubicBezTo>
                    <a:pt x="404" y="406"/>
                    <a:pt x="830" y="658"/>
                    <a:pt x="1354" y="838"/>
                  </a:cubicBezTo>
                  <a:cubicBezTo>
                    <a:pt x="1356" y="839"/>
                    <a:pt x="1359" y="840"/>
                    <a:pt x="1362" y="840"/>
                  </a:cubicBezTo>
                  <a:lnTo>
                    <a:pt x="1362" y="840"/>
                  </a:lnTo>
                  <a:cubicBezTo>
                    <a:pt x="1373" y="840"/>
                    <a:pt x="1383" y="833"/>
                    <a:pt x="1387" y="822"/>
                  </a:cubicBezTo>
                  <a:cubicBezTo>
                    <a:pt x="1391" y="809"/>
                    <a:pt x="1385" y="794"/>
                    <a:pt x="1371" y="790"/>
                  </a:cubicBezTo>
                  <a:cubicBezTo>
                    <a:pt x="855" y="611"/>
                    <a:pt x="433" y="362"/>
                    <a:pt x="46" y="7"/>
                  </a:cubicBezTo>
                  <a:cubicBezTo>
                    <a:pt x="41" y="2"/>
                    <a:pt x="35" y="0"/>
                    <a:pt x="29" y="0"/>
                  </a:cubicBezTo>
                  <a:close/>
                  <a:moveTo>
                    <a:pt x="1362" y="840"/>
                  </a:moveTo>
                  <a:cubicBezTo>
                    <a:pt x="1362" y="840"/>
                    <a:pt x="1362" y="840"/>
                    <a:pt x="1362" y="840"/>
                  </a:cubicBezTo>
                  <a:lnTo>
                    <a:pt x="1363" y="840"/>
                  </a:lnTo>
                  <a:cubicBezTo>
                    <a:pt x="1363" y="840"/>
                    <a:pt x="1362" y="840"/>
                    <a:pt x="1362" y="84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5" name="Google Shape;8815;p30"/>
            <p:cNvSpPr/>
            <p:nvPr/>
          </p:nvSpPr>
          <p:spPr>
            <a:xfrm>
              <a:off x="5977600" y="3820350"/>
              <a:ext cx="5650" cy="57925"/>
            </a:xfrm>
            <a:custGeom>
              <a:avLst/>
              <a:gdLst/>
              <a:ahLst/>
              <a:cxnLst/>
              <a:rect l="l" t="t" r="r" b="b"/>
              <a:pathLst>
                <a:path w="226" h="2317" extrusionOk="0">
                  <a:moveTo>
                    <a:pt x="30" y="1"/>
                  </a:moveTo>
                  <a:cubicBezTo>
                    <a:pt x="28" y="1"/>
                    <a:pt x="27" y="1"/>
                    <a:pt x="25" y="1"/>
                  </a:cubicBezTo>
                  <a:cubicBezTo>
                    <a:pt x="10" y="4"/>
                    <a:pt x="1" y="17"/>
                    <a:pt x="3" y="32"/>
                  </a:cubicBezTo>
                  <a:cubicBezTo>
                    <a:pt x="166" y="823"/>
                    <a:pt x="173" y="1560"/>
                    <a:pt x="25" y="2286"/>
                  </a:cubicBezTo>
                  <a:cubicBezTo>
                    <a:pt x="21" y="2299"/>
                    <a:pt x="30" y="2314"/>
                    <a:pt x="45" y="2317"/>
                  </a:cubicBezTo>
                  <a:lnTo>
                    <a:pt x="49" y="2317"/>
                  </a:lnTo>
                  <a:cubicBezTo>
                    <a:pt x="61" y="2317"/>
                    <a:pt x="72" y="2308"/>
                    <a:pt x="75" y="2296"/>
                  </a:cubicBezTo>
                  <a:cubicBezTo>
                    <a:pt x="225" y="1563"/>
                    <a:pt x="219" y="819"/>
                    <a:pt x="55" y="21"/>
                  </a:cubicBezTo>
                  <a:cubicBezTo>
                    <a:pt x="52" y="10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6" name="Google Shape;8816;p30"/>
            <p:cNvSpPr/>
            <p:nvPr/>
          </p:nvSpPr>
          <p:spPr>
            <a:xfrm>
              <a:off x="5960650" y="3890150"/>
              <a:ext cx="36450" cy="20450"/>
            </a:xfrm>
            <a:custGeom>
              <a:avLst/>
              <a:gdLst/>
              <a:ahLst/>
              <a:cxnLst/>
              <a:rect l="l" t="t" r="r" b="b"/>
              <a:pathLst>
                <a:path w="1458" h="818" extrusionOk="0">
                  <a:moveTo>
                    <a:pt x="30" y="1"/>
                  </a:moveTo>
                  <a:cubicBezTo>
                    <a:pt x="23" y="1"/>
                    <a:pt x="16" y="3"/>
                    <a:pt x="12" y="9"/>
                  </a:cubicBezTo>
                  <a:cubicBezTo>
                    <a:pt x="1" y="18"/>
                    <a:pt x="2" y="36"/>
                    <a:pt x="12" y="45"/>
                  </a:cubicBezTo>
                  <a:cubicBezTo>
                    <a:pt x="406" y="421"/>
                    <a:pt x="894" y="688"/>
                    <a:pt x="1423" y="817"/>
                  </a:cubicBezTo>
                  <a:lnTo>
                    <a:pt x="1429" y="817"/>
                  </a:lnTo>
                  <a:cubicBezTo>
                    <a:pt x="1440" y="817"/>
                    <a:pt x="1451" y="811"/>
                    <a:pt x="1454" y="799"/>
                  </a:cubicBezTo>
                  <a:cubicBezTo>
                    <a:pt x="1458" y="784"/>
                    <a:pt x="1450" y="770"/>
                    <a:pt x="1435" y="766"/>
                  </a:cubicBezTo>
                  <a:cubicBezTo>
                    <a:pt x="916" y="640"/>
                    <a:pt x="435" y="377"/>
                    <a:pt x="48" y="7"/>
                  </a:cubicBezTo>
                  <a:cubicBezTo>
                    <a:pt x="43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7" name="Google Shape;8817;p30"/>
            <p:cNvSpPr/>
            <p:nvPr/>
          </p:nvSpPr>
          <p:spPr>
            <a:xfrm>
              <a:off x="5940650" y="3781075"/>
              <a:ext cx="2100" cy="35075"/>
            </a:xfrm>
            <a:custGeom>
              <a:avLst/>
              <a:gdLst/>
              <a:ahLst/>
              <a:cxnLst/>
              <a:rect l="l" t="t" r="r" b="b"/>
              <a:pathLst>
                <a:path w="84" h="1403" extrusionOk="0">
                  <a:moveTo>
                    <a:pt x="56" y="1"/>
                  </a:moveTo>
                  <a:cubicBezTo>
                    <a:pt x="44" y="1"/>
                    <a:pt x="33" y="14"/>
                    <a:pt x="33" y="26"/>
                  </a:cubicBezTo>
                  <a:lnTo>
                    <a:pt x="0" y="1376"/>
                  </a:lnTo>
                  <a:cubicBezTo>
                    <a:pt x="0" y="1391"/>
                    <a:pt x="11" y="1401"/>
                    <a:pt x="26" y="1403"/>
                  </a:cubicBezTo>
                  <a:cubicBezTo>
                    <a:pt x="41" y="1403"/>
                    <a:pt x="51" y="1391"/>
                    <a:pt x="53" y="1377"/>
                  </a:cubicBezTo>
                  <a:lnTo>
                    <a:pt x="84" y="28"/>
                  </a:lnTo>
                  <a:cubicBezTo>
                    <a:pt x="84" y="14"/>
                    <a:pt x="73" y="2"/>
                    <a:pt x="58" y="1"/>
                  </a:cubicBezTo>
                  <a:cubicBezTo>
                    <a:pt x="58" y="1"/>
                    <a:pt x="57" y="1"/>
                    <a:pt x="5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8" name="Google Shape;8818;p30"/>
            <p:cNvSpPr/>
            <p:nvPr/>
          </p:nvSpPr>
          <p:spPr>
            <a:xfrm>
              <a:off x="5971950" y="3847600"/>
              <a:ext cx="3525" cy="22375"/>
            </a:xfrm>
            <a:custGeom>
              <a:avLst/>
              <a:gdLst/>
              <a:ahLst/>
              <a:cxnLst/>
              <a:rect l="l" t="t" r="r" b="b"/>
              <a:pathLst>
                <a:path w="141" h="895" extrusionOk="0">
                  <a:moveTo>
                    <a:pt x="115" y="1"/>
                  </a:moveTo>
                  <a:cubicBezTo>
                    <a:pt x="102" y="1"/>
                    <a:pt x="90" y="12"/>
                    <a:pt x="90" y="26"/>
                  </a:cubicBezTo>
                  <a:cubicBezTo>
                    <a:pt x="88" y="306"/>
                    <a:pt x="60" y="587"/>
                    <a:pt x="5" y="862"/>
                  </a:cubicBezTo>
                  <a:cubicBezTo>
                    <a:pt x="1" y="877"/>
                    <a:pt x="10" y="890"/>
                    <a:pt x="25" y="893"/>
                  </a:cubicBezTo>
                  <a:cubicBezTo>
                    <a:pt x="26" y="893"/>
                    <a:pt x="28" y="894"/>
                    <a:pt x="29" y="894"/>
                  </a:cubicBezTo>
                  <a:lnTo>
                    <a:pt x="29" y="893"/>
                  </a:lnTo>
                  <a:cubicBezTo>
                    <a:pt x="41" y="893"/>
                    <a:pt x="52" y="885"/>
                    <a:pt x="55" y="873"/>
                  </a:cubicBezTo>
                  <a:cubicBezTo>
                    <a:pt x="111" y="596"/>
                    <a:pt x="141" y="310"/>
                    <a:pt x="141" y="26"/>
                  </a:cubicBezTo>
                  <a:cubicBezTo>
                    <a:pt x="141" y="13"/>
                    <a:pt x="130" y="1"/>
                    <a:pt x="11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9" name="Google Shape;8819;p30"/>
            <p:cNvSpPr/>
            <p:nvPr/>
          </p:nvSpPr>
          <p:spPr>
            <a:xfrm>
              <a:off x="5974275" y="3835575"/>
              <a:ext cx="1475" cy="7150"/>
            </a:xfrm>
            <a:custGeom>
              <a:avLst/>
              <a:gdLst/>
              <a:ahLst/>
              <a:cxnLst/>
              <a:rect l="l" t="t" r="r" b="b"/>
              <a:pathLst>
                <a:path w="59" h="286" extrusionOk="0">
                  <a:moveTo>
                    <a:pt x="26" y="0"/>
                  </a:moveTo>
                  <a:cubicBezTo>
                    <a:pt x="13" y="0"/>
                    <a:pt x="1" y="12"/>
                    <a:pt x="1" y="27"/>
                  </a:cubicBezTo>
                  <a:lnTo>
                    <a:pt x="6" y="260"/>
                  </a:lnTo>
                  <a:cubicBezTo>
                    <a:pt x="6" y="275"/>
                    <a:pt x="18" y="286"/>
                    <a:pt x="32" y="286"/>
                  </a:cubicBezTo>
                  <a:cubicBezTo>
                    <a:pt x="46" y="286"/>
                    <a:pt x="58" y="273"/>
                    <a:pt x="57" y="260"/>
                  </a:cubicBezTo>
                  <a:lnTo>
                    <a:pt x="53" y="26"/>
                  </a:lnTo>
                  <a:cubicBezTo>
                    <a:pt x="53" y="11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0" name="Google Shape;8820;p30"/>
            <p:cNvSpPr/>
            <p:nvPr/>
          </p:nvSpPr>
          <p:spPr>
            <a:xfrm>
              <a:off x="5934600" y="3796625"/>
              <a:ext cx="2075" cy="9300"/>
            </a:xfrm>
            <a:custGeom>
              <a:avLst/>
              <a:gdLst/>
              <a:ahLst/>
              <a:cxnLst/>
              <a:rect l="l" t="t" r="r" b="b"/>
              <a:pathLst>
                <a:path w="83" h="372" extrusionOk="0">
                  <a:moveTo>
                    <a:pt x="54" y="0"/>
                  </a:moveTo>
                  <a:cubicBezTo>
                    <a:pt x="40" y="0"/>
                    <a:pt x="31" y="11"/>
                    <a:pt x="30" y="25"/>
                  </a:cubicBezTo>
                  <a:lnTo>
                    <a:pt x="0" y="343"/>
                  </a:lnTo>
                  <a:cubicBezTo>
                    <a:pt x="0" y="358"/>
                    <a:pt x="10" y="370"/>
                    <a:pt x="24" y="372"/>
                  </a:cubicBezTo>
                  <a:lnTo>
                    <a:pt x="27" y="372"/>
                  </a:lnTo>
                  <a:cubicBezTo>
                    <a:pt x="39" y="372"/>
                    <a:pt x="51" y="362"/>
                    <a:pt x="53" y="349"/>
                  </a:cubicBezTo>
                  <a:lnTo>
                    <a:pt x="81" y="29"/>
                  </a:lnTo>
                  <a:cubicBezTo>
                    <a:pt x="82" y="15"/>
                    <a:pt x="71" y="2"/>
                    <a:pt x="58" y="0"/>
                  </a:cubicBezTo>
                  <a:cubicBezTo>
                    <a:pt x="56" y="0"/>
                    <a:pt x="55" y="0"/>
                    <a:pt x="5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1" name="Google Shape;8821;p30"/>
            <p:cNvSpPr/>
            <p:nvPr/>
          </p:nvSpPr>
          <p:spPr>
            <a:xfrm>
              <a:off x="5935725" y="3789850"/>
              <a:ext cx="1650" cy="3425"/>
            </a:xfrm>
            <a:custGeom>
              <a:avLst/>
              <a:gdLst/>
              <a:ahLst/>
              <a:cxnLst/>
              <a:rect l="l" t="t" r="r" b="b"/>
              <a:pathLst>
                <a:path w="66" h="137" extrusionOk="0">
                  <a:moveTo>
                    <a:pt x="39" y="1"/>
                  </a:moveTo>
                  <a:cubicBezTo>
                    <a:pt x="26" y="1"/>
                    <a:pt x="14" y="10"/>
                    <a:pt x="13" y="24"/>
                  </a:cubicBezTo>
                  <a:lnTo>
                    <a:pt x="2" y="107"/>
                  </a:lnTo>
                  <a:cubicBezTo>
                    <a:pt x="1" y="122"/>
                    <a:pt x="10" y="134"/>
                    <a:pt x="25" y="136"/>
                  </a:cubicBezTo>
                  <a:cubicBezTo>
                    <a:pt x="26" y="137"/>
                    <a:pt x="26" y="137"/>
                    <a:pt x="28" y="137"/>
                  </a:cubicBezTo>
                  <a:lnTo>
                    <a:pt x="28" y="136"/>
                  </a:lnTo>
                  <a:cubicBezTo>
                    <a:pt x="41" y="136"/>
                    <a:pt x="52" y="126"/>
                    <a:pt x="53" y="114"/>
                  </a:cubicBezTo>
                  <a:lnTo>
                    <a:pt x="64" y="31"/>
                  </a:lnTo>
                  <a:cubicBezTo>
                    <a:pt x="65" y="16"/>
                    <a:pt x="56" y="2"/>
                    <a:pt x="41" y="1"/>
                  </a:cubicBezTo>
                  <a:cubicBezTo>
                    <a:pt x="40" y="1"/>
                    <a:pt x="40" y="1"/>
                    <a:pt x="3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2" name="Google Shape;8822;p30"/>
            <p:cNvSpPr/>
            <p:nvPr/>
          </p:nvSpPr>
          <p:spPr>
            <a:xfrm>
              <a:off x="5924000" y="3820250"/>
              <a:ext cx="13175" cy="10000"/>
            </a:xfrm>
            <a:custGeom>
              <a:avLst/>
              <a:gdLst/>
              <a:ahLst/>
              <a:cxnLst/>
              <a:rect l="l" t="t" r="r" b="b"/>
              <a:pathLst>
                <a:path w="527" h="400" extrusionOk="0">
                  <a:moveTo>
                    <a:pt x="29" y="0"/>
                  </a:moveTo>
                  <a:cubicBezTo>
                    <a:pt x="22" y="0"/>
                    <a:pt x="15" y="3"/>
                    <a:pt x="10" y="9"/>
                  </a:cubicBezTo>
                  <a:cubicBezTo>
                    <a:pt x="0" y="20"/>
                    <a:pt x="2" y="36"/>
                    <a:pt x="12" y="46"/>
                  </a:cubicBezTo>
                  <a:cubicBezTo>
                    <a:pt x="160" y="172"/>
                    <a:pt x="319" y="289"/>
                    <a:pt x="483" y="395"/>
                  </a:cubicBezTo>
                  <a:cubicBezTo>
                    <a:pt x="487" y="398"/>
                    <a:pt x="491" y="399"/>
                    <a:pt x="497" y="399"/>
                  </a:cubicBezTo>
                  <a:cubicBezTo>
                    <a:pt x="505" y="399"/>
                    <a:pt x="514" y="395"/>
                    <a:pt x="518" y="387"/>
                  </a:cubicBezTo>
                  <a:cubicBezTo>
                    <a:pt x="526" y="375"/>
                    <a:pt x="524" y="359"/>
                    <a:pt x="512" y="352"/>
                  </a:cubicBezTo>
                  <a:cubicBezTo>
                    <a:pt x="349" y="247"/>
                    <a:pt x="193" y="130"/>
                    <a:pt x="46" y="7"/>
                  </a:cubicBezTo>
                  <a:cubicBezTo>
                    <a:pt x="41" y="2"/>
                    <a:pt x="35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3" name="Google Shape;8823;p30"/>
            <p:cNvSpPr/>
            <p:nvPr/>
          </p:nvSpPr>
          <p:spPr>
            <a:xfrm>
              <a:off x="5942325" y="3832725"/>
              <a:ext cx="7525" cy="4725"/>
            </a:xfrm>
            <a:custGeom>
              <a:avLst/>
              <a:gdLst/>
              <a:ahLst/>
              <a:cxnLst/>
              <a:rect l="l" t="t" r="r" b="b"/>
              <a:pathLst>
                <a:path w="301" h="189" extrusionOk="0">
                  <a:moveTo>
                    <a:pt x="31" y="0"/>
                  </a:moveTo>
                  <a:cubicBezTo>
                    <a:pt x="23" y="0"/>
                    <a:pt x="16" y="3"/>
                    <a:pt x="10" y="9"/>
                  </a:cubicBezTo>
                  <a:cubicBezTo>
                    <a:pt x="1" y="20"/>
                    <a:pt x="2" y="36"/>
                    <a:pt x="13" y="46"/>
                  </a:cubicBezTo>
                  <a:cubicBezTo>
                    <a:pt x="85" y="110"/>
                    <a:pt x="171" y="159"/>
                    <a:pt x="264" y="187"/>
                  </a:cubicBezTo>
                  <a:cubicBezTo>
                    <a:pt x="267" y="188"/>
                    <a:pt x="270" y="188"/>
                    <a:pt x="271" y="188"/>
                  </a:cubicBezTo>
                  <a:cubicBezTo>
                    <a:pt x="283" y="188"/>
                    <a:pt x="292" y="182"/>
                    <a:pt x="297" y="171"/>
                  </a:cubicBezTo>
                  <a:cubicBezTo>
                    <a:pt x="301" y="156"/>
                    <a:pt x="292" y="143"/>
                    <a:pt x="279" y="137"/>
                  </a:cubicBezTo>
                  <a:cubicBezTo>
                    <a:pt x="194" y="112"/>
                    <a:pt x="114" y="67"/>
                    <a:pt x="48" y="7"/>
                  </a:cubicBezTo>
                  <a:cubicBezTo>
                    <a:pt x="43" y="2"/>
                    <a:pt x="37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4" name="Google Shape;8824;p30"/>
            <p:cNvSpPr/>
            <p:nvPr/>
          </p:nvSpPr>
          <p:spPr>
            <a:xfrm>
              <a:off x="5949800" y="3873025"/>
              <a:ext cx="19725" cy="12875"/>
            </a:xfrm>
            <a:custGeom>
              <a:avLst/>
              <a:gdLst/>
              <a:ahLst/>
              <a:cxnLst/>
              <a:rect l="l" t="t" r="r" b="b"/>
              <a:pathLst>
                <a:path w="789" h="515" extrusionOk="0">
                  <a:moveTo>
                    <a:pt x="30" y="0"/>
                  </a:moveTo>
                  <a:cubicBezTo>
                    <a:pt x="21" y="0"/>
                    <a:pt x="13" y="4"/>
                    <a:pt x="8" y="12"/>
                  </a:cubicBezTo>
                  <a:cubicBezTo>
                    <a:pt x="0" y="23"/>
                    <a:pt x="3" y="39"/>
                    <a:pt x="15" y="48"/>
                  </a:cubicBezTo>
                  <a:cubicBezTo>
                    <a:pt x="249" y="214"/>
                    <a:pt x="495" y="370"/>
                    <a:pt x="746" y="512"/>
                  </a:cubicBezTo>
                  <a:cubicBezTo>
                    <a:pt x="750" y="514"/>
                    <a:pt x="754" y="515"/>
                    <a:pt x="759" y="515"/>
                  </a:cubicBezTo>
                  <a:cubicBezTo>
                    <a:pt x="767" y="515"/>
                    <a:pt x="776" y="511"/>
                    <a:pt x="781" y="501"/>
                  </a:cubicBezTo>
                  <a:cubicBezTo>
                    <a:pt x="789" y="489"/>
                    <a:pt x="783" y="473"/>
                    <a:pt x="771" y="466"/>
                  </a:cubicBezTo>
                  <a:cubicBezTo>
                    <a:pt x="522" y="325"/>
                    <a:pt x="279" y="171"/>
                    <a:pt x="45" y="5"/>
                  </a:cubicBezTo>
                  <a:cubicBezTo>
                    <a:pt x="40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5" name="Google Shape;8825;p30"/>
            <p:cNvSpPr/>
            <p:nvPr/>
          </p:nvSpPr>
          <p:spPr>
            <a:xfrm>
              <a:off x="5973775" y="3888125"/>
              <a:ext cx="8700" cy="4875"/>
            </a:xfrm>
            <a:custGeom>
              <a:avLst/>
              <a:gdLst/>
              <a:ahLst/>
              <a:cxnLst/>
              <a:rect l="l" t="t" r="r" b="b"/>
              <a:pathLst>
                <a:path w="348" h="195" extrusionOk="0">
                  <a:moveTo>
                    <a:pt x="30" y="1"/>
                  </a:moveTo>
                  <a:cubicBezTo>
                    <a:pt x="20" y="1"/>
                    <a:pt x="11" y="6"/>
                    <a:pt x="7" y="16"/>
                  </a:cubicBezTo>
                  <a:cubicBezTo>
                    <a:pt x="0" y="28"/>
                    <a:pt x="6" y="44"/>
                    <a:pt x="18" y="49"/>
                  </a:cubicBezTo>
                  <a:lnTo>
                    <a:pt x="307" y="192"/>
                  </a:lnTo>
                  <a:cubicBezTo>
                    <a:pt x="311" y="193"/>
                    <a:pt x="314" y="195"/>
                    <a:pt x="318" y="195"/>
                  </a:cubicBezTo>
                  <a:cubicBezTo>
                    <a:pt x="327" y="195"/>
                    <a:pt x="337" y="189"/>
                    <a:pt x="342" y="180"/>
                  </a:cubicBezTo>
                  <a:cubicBezTo>
                    <a:pt x="348" y="167"/>
                    <a:pt x="342" y="152"/>
                    <a:pt x="330" y="145"/>
                  </a:cubicBezTo>
                  <a:lnTo>
                    <a:pt x="41" y="4"/>
                  </a:lnTo>
                  <a:cubicBezTo>
                    <a:pt x="37" y="2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6" name="Google Shape;8826;p30"/>
            <p:cNvSpPr/>
            <p:nvPr/>
          </p:nvSpPr>
          <p:spPr>
            <a:xfrm>
              <a:off x="6009225" y="3904800"/>
              <a:ext cx="4900" cy="32425"/>
            </a:xfrm>
            <a:custGeom>
              <a:avLst/>
              <a:gdLst/>
              <a:ahLst/>
              <a:cxnLst/>
              <a:rect l="l" t="t" r="r" b="b"/>
              <a:pathLst>
                <a:path w="196" h="1297" extrusionOk="0">
                  <a:moveTo>
                    <a:pt x="30" y="0"/>
                  </a:moveTo>
                  <a:cubicBezTo>
                    <a:pt x="28" y="0"/>
                    <a:pt x="25" y="1"/>
                    <a:pt x="23" y="1"/>
                  </a:cubicBezTo>
                  <a:cubicBezTo>
                    <a:pt x="10" y="5"/>
                    <a:pt x="0" y="19"/>
                    <a:pt x="4" y="32"/>
                  </a:cubicBezTo>
                  <a:cubicBezTo>
                    <a:pt x="104" y="437"/>
                    <a:pt x="143" y="854"/>
                    <a:pt x="120" y="1270"/>
                  </a:cubicBezTo>
                  <a:cubicBezTo>
                    <a:pt x="120" y="1285"/>
                    <a:pt x="131" y="1297"/>
                    <a:pt x="146" y="1297"/>
                  </a:cubicBezTo>
                  <a:lnTo>
                    <a:pt x="147" y="1297"/>
                  </a:lnTo>
                  <a:cubicBezTo>
                    <a:pt x="160" y="1297"/>
                    <a:pt x="171" y="1286"/>
                    <a:pt x="173" y="1273"/>
                  </a:cubicBezTo>
                  <a:cubicBezTo>
                    <a:pt x="195" y="852"/>
                    <a:pt x="155" y="430"/>
                    <a:pt x="54" y="20"/>
                  </a:cubicBezTo>
                  <a:cubicBezTo>
                    <a:pt x="52" y="9"/>
                    <a:pt x="41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7" name="Google Shape;8827;p30"/>
            <p:cNvSpPr/>
            <p:nvPr/>
          </p:nvSpPr>
          <p:spPr>
            <a:xfrm>
              <a:off x="6007750" y="3892150"/>
              <a:ext cx="2550" cy="8250"/>
            </a:xfrm>
            <a:custGeom>
              <a:avLst/>
              <a:gdLst/>
              <a:ahLst/>
              <a:cxnLst/>
              <a:rect l="l" t="t" r="r" b="b"/>
              <a:pathLst>
                <a:path w="102" h="330" extrusionOk="0">
                  <a:moveTo>
                    <a:pt x="27" y="0"/>
                  </a:moveTo>
                  <a:cubicBezTo>
                    <a:pt x="26" y="0"/>
                    <a:pt x="25" y="0"/>
                    <a:pt x="24" y="0"/>
                  </a:cubicBezTo>
                  <a:cubicBezTo>
                    <a:pt x="11" y="3"/>
                    <a:pt x="0" y="16"/>
                    <a:pt x="3" y="30"/>
                  </a:cubicBezTo>
                  <a:lnTo>
                    <a:pt x="47" y="308"/>
                  </a:lnTo>
                  <a:cubicBezTo>
                    <a:pt x="50" y="320"/>
                    <a:pt x="61" y="330"/>
                    <a:pt x="73" y="330"/>
                  </a:cubicBezTo>
                  <a:lnTo>
                    <a:pt x="77" y="330"/>
                  </a:lnTo>
                  <a:cubicBezTo>
                    <a:pt x="92" y="327"/>
                    <a:pt x="101" y="314"/>
                    <a:pt x="98" y="300"/>
                  </a:cubicBezTo>
                  <a:lnTo>
                    <a:pt x="54" y="22"/>
                  </a:lnTo>
                  <a:cubicBezTo>
                    <a:pt x="53" y="9"/>
                    <a:pt x="42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8" name="Google Shape;8828;p30"/>
            <p:cNvSpPr/>
            <p:nvPr/>
          </p:nvSpPr>
          <p:spPr>
            <a:xfrm>
              <a:off x="5999750" y="3877200"/>
              <a:ext cx="4725" cy="41975"/>
            </a:xfrm>
            <a:custGeom>
              <a:avLst/>
              <a:gdLst/>
              <a:ahLst/>
              <a:cxnLst/>
              <a:rect l="l" t="t" r="r" b="b"/>
              <a:pathLst>
                <a:path w="189" h="1679" extrusionOk="0">
                  <a:moveTo>
                    <a:pt x="29" y="0"/>
                  </a:moveTo>
                  <a:cubicBezTo>
                    <a:pt x="27" y="0"/>
                    <a:pt x="26" y="1"/>
                    <a:pt x="24" y="1"/>
                  </a:cubicBezTo>
                  <a:cubicBezTo>
                    <a:pt x="9" y="4"/>
                    <a:pt x="0" y="17"/>
                    <a:pt x="3" y="30"/>
                  </a:cubicBezTo>
                  <a:cubicBezTo>
                    <a:pt x="101" y="565"/>
                    <a:pt x="136" y="1111"/>
                    <a:pt x="106" y="1652"/>
                  </a:cubicBezTo>
                  <a:cubicBezTo>
                    <a:pt x="106" y="1666"/>
                    <a:pt x="117" y="1678"/>
                    <a:pt x="131" y="1678"/>
                  </a:cubicBezTo>
                  <a:lnTo>
                    <a:pt x="132" y="1678"/>
                  </a:lnTo>
                  <a:cubicBezTo>
                    <a:pt x="145" y="1678"/>
                    <a:pt x="157" y="1669"/>
                    <a:pt x="157" y="1654"/>
                  </a:cubicBezTo>
                  <a:cubicBezTo>
                    <a:pt x="188" y="1109"/>
                    <a:pt x="153" y="559"/>
                    <a:pt x="54" y="22"/>
                  </a:cubicBezTo>
                  <a:cubicBezTo>
                    <a:pt x="51" y="9"/>
                    <a:pt x="4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9" name="Google Shape;8829;p30"/>
            <p:cNvSpPr/>
            <p:nvPr/>
          </p:nvSpPr>
          <p:spPr>
            <a:xfrm>
              <a:off x="5999025" y="3869475"/>
              <a:ext cx="1925" cy="5375"/>
            </a:xfrm>
            <a:custGeom>
              <a:avLst/>
              <a:gdLst/>
              <a:ahLst/>
              <a:cxnLst/>
              <a:rect l="l" t="t" r="r" b="b"/>
              <a:pathLst>
                <a:path w="77" h="215" extrusionOk="0">
                  <a:moveTo>
                    <a:pt x="28" y="0"/>
                  </a:moveTo>
                  <a:cubicBezTo>
                    <a:pt x="27" y="0"/>
                    <a:pt x="26" y="0"/>
                    <a:pt x="25" y="0"/>
                  </a:cubicBezTo>
                  <a:cubicBezTo>
                    <a:pt x="12" y="3"/>
                    <a:pt x="1" y="15"/>
                    <a:pt x="2" y="30"/>
                  </a:cubicBezTo>
                  <a:lnTo>
                    <a:pt x="22" y="191"/>
                  </a:lnTo>
                  <a:cubicBezTo>
                    <a:pt x="25" y="205"/>
                    <a:pt x="36" y="214"/>
                    <a:pt x="49" y="214"/>
                  </a:cubicBezTo>
                  <a:lnTo>
                    <a:pt x="52" y="214"/>
                  </a:lnTo>
                  <a:cubicBezTo>
                    <a:pt x="67" y="212"/>
                    <a:pt x="76" y="200"/>
                    <a:pt x="75" y="185"/>
                  </a:cubicBezTo>
                  <a:lnTo>
                    <a:pt x="55" y="23"/>
                  </a:lnTo>
                  <a:cubicBezTo>
                    <a:pt x="52" y="9"/>
                    <a:pt x="4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0" name="Google Shape;8830;p30"/>
            <p:cNvSpPr/>
            <p:nvPr/>
          </p:nvSpPr>
          <p:spPr>
            <a:xfrm>
              <a:off x="5976150" y="3910150"/>
              <a:ext cx="12675" cy="5925"/>
            </a:xfrm>
            <a:custGeom>
              <a:avLst/>
              <a:gdLst/>
              <a:ahLst/>
              <a:cxnLst/>
              <a:rect l="l" t="t" r="r" b="b"/>
              <a:pathLst>
                <a:path w="507" h="237" extrusionOk="0">
                  <a:moveTo>
                    <a:pt x="29" y="1"/>
                  </a:moveTo>
                  <a:cubicBezTo>
                    <a:pt x="19" y="1"/>
                    <a:pt x="10" y="6"/>
                    <a:pt x="6" y="16"/>
                  </a:cubicBezTo>
                  <a:cubicBezTo>
                    <a:pt x="1" y="29"/>
                    <a:pt x="6" y="44"/>
                    <a:pt x="20" y="50"/>
                  </a:cubicBezTo>
                  <a:lnTo>
                    <a:pt x="468" y="234"/>
                  </a:lnTo>
                  <a:cubicBezTo>
                    <a:pt x="470" y="235"/>
                    <a:pt x="474" y="237"/>
                    <a:pt x="477" y="237"/>
                  </a:cubicBezTo>
                  <a:cubicBezTo>
                    <a:pt x="488" y="237"/>
                    <a:pt x="497" y="230"/>
                    <a:pt x="501" y="221"/>
                  </a:cubicBezTo>
                  <a:cubicBezTo>
                    <a:pt x="507" y="207"/>
                    <a:pt x="501" y="192"/>
                    <a:pt x="488" y="187"/>
                  </a:cubicBezTo>
                  <a:lnTo>
                    <a:pt x="40" y="3"/>
                  </a:lnTo>
                  <a:cubicBezTo>
                    <a:pt x="36" y="1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1" name="Google Shape;8831;p30"/>
            <p:cNvSpPr/>
            <p:nvPr/>
          </p:nvSpPr>
          <p:spPr>
            <a:xfrm>
              <a:off x="5954900" y="3796250"/>
              <a:ext cx="2325" cy="28675"/>
            </a:xfrm>
            <a:custGeom>
              <a:avLst/>
              <a:gdLst/>
              <a:ahLst/>
              <a:cxnLst/>
              <a:rect l="l" t="t" r="r" b="b"/>
              <a:pathLst>
                <a:path w="93" h="1147" extrusionOk="0">
                  <a:moveTo>
                    <a:pt x="30" y="0"/>
                  </a:moveTo>
                  <a:cubicBezTo>
                    <a:pt x="29" y="0"/>
                    <a:pt x="28" y="0"/>
                    <a:pt x="26" y="1"/>
                  </a:cubicBezTo>
                  <a:cubicBezTo>
                    <a:pt x="11" y="2"/>
                    <a:pt x="1" y="14"/>
                    <a:pt x="2" y="29"/>
                  </a:cubicBezTo>
                  <a:cubicBezTo>
                    <a:pt x="32" y="389"/>
                    <a:pt x="40" y="757"/>
                    <a:pt x="26" y="1120"/>
                  </a:cubicBezTo>
                  <a:cubicBezTo>
                    <a:pt x="25" y="1135"/>
                    <a:pt x="36" y="1145"/>
                    <a:pt x="50" y="1147"/>
                  </a:cubicBezTo>
                  <a:lnTo>
                    <a:pt x="52" y="1147"/>
                  </a:lnTo>
                  <a:cubicBezTo>
                    <a:pt x="65" y="1147"/>
                    <a:pt x="77" y="1136"/>
                    <a:pt x="77" y="1121"/>
                  </a:cubicBezTo>
                  <a:cubicBezTo>
                    <a:pt x="92" y="757"/>
                    <a:pt x="84" y="387"/>
                    <a:pt x="53" y="23"/>
                  </a:cubicBezTo>
                  <a:cubicBezTo>
                    <a:pt x="52" y="11"/>
                    <a:pt x="4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2" name="Google Shape;8832;p30"/>
            <p:cNvSpPr/>
            <p:nvPr/>
          </p:nvSpPr>
          <p:spPr>
            <a:xfrm>
              <a:off x="5962475" y="3802600"/>
              <a:ext cx="1525" cy="17125"/>
            </a:xfrm>
            <a:custGeom>
              <a:avLst/>
              <a:gdLst/>
              <a:ahLst/>
              <a:cxnLst/>
              <a:rect l="l" t="t" r="r" b="b"/>
              <a:pathLst>
                <a:path w="61" h="685" extrusionOk="0">
                  <a:moveTo>
                    <a:pt x="26" y="1"/>
                  </a:moveTo>
                  <a:cubicBezTo>
                    <a:pt x="13" y="1"/>
                    <a:pt x="0" y="13"/>
                    <a:pt x="0" y="26"/>
                  </a:cubicBezTo>
                  <a:lnTo>
                    <a:pt x="8" y="659"/>
                  </a:lnTo>
                  <a:cubicBezTo>
                    <a:pt x="10" y="674"/>
                    <a:pt x="21" y="684"/>
                    <a:pt x="35" y="684"/>
                  </a:cubicBezTo>
                  <a:cubicBezTo>
                    <a:pt x="50" y="684"/>
                    <a:pt x="61" y="672"/>
                    <a:pt x="61" y="659"/>
                  </a:cubicBezTo>
                  <a:lnTo>
                    <a:pt x="53" y="26"/>
                  </a:lnTo>
                  <a:cubicBezTo>
                    <a:pt x="53" y="12"/>
                    <a:pt x="41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3" name="Google Shape;8833;p30"/>
            <p:cNvSpPr/>
            <p:nvPr/>
          </p:nvSpPr>
          <p:spPr>
            <a:xfrm>
              <a:off x="5530750" y="3809575"/>
              <a:ext cx="276150" cy="72750"/>
            </a:xfrm>
            <a:custGeom>
              <a:avLst/>
              <a:gdLst/>
              <a:ahLst/>
              <a:cxnLst/>
              <a:rect l="l" t="t" r="r" b="b"/>
              <a:pathLst>
                <a:path w="11046" h="2910" extrusionOk="0">
                  <a:moveTo>
                    <a:pt x="7568" y="1"/>
                  </a:moveTo>
                  <a:cubicBezTo>
                    <a:pt x="4854" y="1"/>
                    <a:pt x="2060" y="992"/>
                    <a:pt x="1" y="2668"/>
                  </a:cubicBezTo>
                  <a:cubicBezTo>
                    <a:pt x="908" y="2830"/>
                    <a:pt x="1828" y="2910"/>
                    <a:pt x="2749" y="2910"/>
                  </a:cubicBezTo>
                  <a:cubicBezTo>
                    <a:pt x="5654" y="2910"/>
                    <a:pt x="8561" y="2116"/>
                    <a:pt x="11046" y="607"/>
                  </a:cubicBezTo>
                  <a:cubicBezTo>
                    <a:pt x="9949" y="194"/>
                    <a:pt x="8766" y="1"/>
                    <a:pt x="7568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4" name="Google Shape;8834;p30"/>
            <p:cNvSpPr/>
            <p:nvPr/>
          </p:nvSpPr>
          <p:spPr>
            <a:xfrm>
              <a:off x="5529375" y="3808500"/>
              <a:ext cx="278875" cy="75100"/>
            </a:xfrm>
            <a:custGeom>
              <a:avLst/>
              <a:gdLst/>
              <a:ahLst/>
              <a:cxnLst/>
              <a:rect l="l" t="t" r="r" b="b"/>
              <a:pathLst>
                <a:path w="11155" h="3004" extrusionOk="0">
                  <a:moveTo>
                    <a:pt x="7636" y="103"/>
                  </a:moveTo>
                  <a:cubicBezTo>
                    <a:pt x="8803" y="103"/>
                    <a:pt x="9943" y="285"/>
                    <a:pt x="10983" y="661"/>
                  </a:cubicBezTo>
                  <a:cubicBezTo>
                    <a:pt x="8531" y="2126"/>
                    <a:pt x="5656" y="2899"/>
                    <a:pt x="2794" y="2899"/>
                  </a:cubicBezTo>
                  <a:cubicBezTo>
                    <a:pt x="1916" y="2899"/>
                    <a:pt x="1040" y="2827"/>
                    <a:pt x="177" y="2679"/>
                  </a:cubicBezTo>
                  <a:cubicBezTo>
                    <a:pt x="2271" y="1012"/>
                    <a:pt x="5024" y="103"/>
                    <a:pt x="7636" y="103"/>
                  </a:cubicBezTo>
                  <a:close/>
                  <a:moveTo>
                    <a:pt x="7637" y="0"/>
                  </a:moveTo>
                  <a:cubicBezTo>
                    <a:pt x="4963" y="0"/>
                    <a:pt x="2145" y="943"/>
                    <a:pt x="22" y="2671"/>
                  </a:cubicBezTo>
                  <a:cubicBezTo>
                    <a:pt x="7" y="2683"/>
                    <a:pt x="1" y="2704"/>
                    <a:pt x="5" y="2723"/>
                  </a:cubicBezTo>
                  <a:cubicBezTo>
                    <a:pt x="10" y="2743"/>
                    <a:pt x="26" y="2758"/>
                    <a:pt x="46" y="2762"/>
                  </a:cubicBezTo>
                  <a:cubicBezTo>
                    <a:pt x="950" y="2924"/>
                    <a:pt x="1871" y="3003"/>
                    <a:pt x="2791" y="3003"/>
                  </a:cubicBezTo>
                  <a:cubicBezTo>
                    <a:pt x="5710" y="3003"/>
                    <a:pt x="8640" y="2205"/>
                    <a:pt x="11128" y="695"/>
                  </a:cubicBezTo>
                  <a:cubicBezTo>
                    <a:pt x="11145" y="684"/>
                    <a:pt x="11155" y="665"/>
                    <a:pt x="11153" y="645"/>
                  </a:cubicBezTo>
                  <a:cubicBezTo>
                    <a:pt x="11151" y="626"/>
                    <a:pt x="11139" y="608"/>
                    <a:pt x="11120" y="602"/>
                  </a:cubicBezTo>
                  <a:cubicBezTo>
                    <a:pt x="10042" y="196"/>
                    <a:pt x="8854" y="0"/>
                    <a:pt x="763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5" name="Google Shape;8835;p30"/>
            <p:cNvSpPr/>
            <p:nvPr/>
          </p:nvSpPr>
          <p:spPr>
            <a:xfrm>
              <a:off x="5530050" y="3824075"/>
              <a:ext cx="277575" cy="52850"/>
            </a:xfrm>
            <a:custGeom>
              <a:avLst/>
              <a:gdLst/>
              <a:ahLst/>
              <a:cxnLst/>
              <a:rect l="l" t="t" r="r" b="b"/>
              <a:pathLst>
                <a:path w="11103" h="2114" extrusionOk="0">
                  <a:moveTo>
                    <a:pt x="11076" y="1"/>
                  </a:moveTo>
                  <a:cubicBezTo>
                    <a:pt x="11074" y="1"/>
                    <a:pt x="11072" y="1"/>
                    <a:pt x="11070" y="2"/>
                  </a:cubicBezTo>
                  <a:cubicBezTo>
                    <a:pt x="9259" y="310"/>
                    <a:pt x="7370" y="677"/>
                    <a:pt x="5545" y="1032"/>
                  </a:cubicBezTo>
                  <a:cubicBezTo>
                    <a:pt x="3720" y="1387"/>
                    <a:pt x="1833" y="1753"/>
                    <a:pt x="23" y="2063"/>
                  </a:cubicBezTo>
                  <a:cubicBezTo>
                    <a:pt x="10" y="2064"/>
                    <a:pt x="1" y="2077"/>
                    <a:pt x="3" y="2092"/>
                  </a:cubicBezTo>
                  <a:cubicBezTo>
                    <a:pt x="5" y="2104"/>
                    <a:pt x="15" y="2114"/>
                    <a:pt x="29" y="2114"/>
                  </a:cubicBezTo>
                  <a:lnTo>
                    <a:pt x="33" y="2114"/>
                  </a:lnTo>
                  <a:cubicBezTo>
                    <a:pt x="1842" y="1806"/>
                    <a:pt x="3730" y="1438"/>
                    <a:pt x="5554" y="1083"/>
                  </a:cubicBezTo>
                  <a:cubicBezTo>
                    <a:pt x="7380" y="728"/>
                    <a:pt x="9269" y="361"/>
                    <a:pt x="11078" y="53"/>
                  </a:cubicBezTo>
                  <a:cubicBezTo>
                    <a:pt x="11093" y="50"/>
                    <a:pt x="11102" y="37"/>
                    <a:pt x="11100" y="22"/>
                  </a:cubicBezTo>
                  <a:cubicBezTo>
                    <a:pt x="11097" y="10"/>
                    <a:pt x="11088" y="1"/>
                    <a:pt x="1107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6" name="Google Shape;8836;p30"/>
            <p:cNvSpPr/>
            <p:nvPr/>
          </p:nvSpPr>
          <p:spPr>
            <a:xfrm>
              <a:off x="5626350" y="3851250"/>
              <a:ext cx="36050" cy="29675"/>
            </a:xfrm>
            <a:custGeom>
              <a:avLst/>
              <a:gdLst/>
              <a:ahLst/>
              <a:cxnLst/>
              <a:rect l="l" t="t" r="r" b="b"/>
              <a:pathLst>
                <a:path w="1442" h="1187" extrusionOk="0">
                  <a:moveTo>
                    <a:pt x="1412" y="0"/>
                  </a:moveTo>
                  <a:cubicBezTo>
                    <a:pt x="1404" y="0"/>
                    <a:pt x="1397" y="3"/>
                    <a:pt x="1391" y="10"/>
                  </a:cubicBezTo>
                  <a:cubicBezTo>
                    <a:pt x="993" y="499"/>
                    <a:pt x="557" y="857"/>
                    <a:pt x="18" y="1137"/>
                  </a:cubicBezTo>
                  <a:cubicBezTo>
                    <a:pt x="6" y="1144"/>
                    <a:pt x="0" y="1160"/>
                    <a:pt x="7" y="1172"/>
                  </a:cubicBezTo>
                  <a:cubicBezTo>
                    <a:pt x="11" y="1181"/>
                    <a:pt x="20" y="1187"/>
                    <a:pt x="30" y="1187"/>
                  </a:cubicBezTo>
                  <a:cubicBezTo>
                    <a:pt x="34" y="1187"/>
                    <a:pt x="38" y="1185"/>
                    <a:pt x="42" y="1184"/>
                  </a:cubicBezTo>
                  <a:cubicBezTo>
                    <a:pt x="587" y="900"/>
                    <a:pt x="1029" y="537"/>
                    <a:pt x="1432" y="42"/>
                  </a:cubicBezTo>
                  <a:cubicBezTo>
                    <a:pt x="1441" y="31"/>
                    <a:pt x="1440" y="15"/>
                    <a:pt x="1429" y="6"/>
                  </a:cubicBezTo>
                  <a:cubicBezTo>
                    <a:pt x="1424" y="2"/>
                    <a:pt x="1418" y="0"/>
                    <a:pt x="141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7" name="Google Shape;8837;p30"/>
            <p:cNvSpPr/>
            <p:nvPr/>
          </p:nvSpPr>
          <p:spPr>
            <a:xfrm>
              <a:off x="5631500" y="3822275"/>
              <a:ext cx="63050" cy="23175"/>
            </a:xfrm>
            <a:custGeom>
              <a:avLst/>
              <a:gdLst/>
              <a:ahLst/>
              <a:cxnLst/>
              <a:rect l="l" t="t" r="r" b="b"/>
              <a:pathLst>
                <a:path w="2522" h="927" extrusionOk="0">
                  <a:moveTo>
                    <a:pt x="28" y="0"/>
                  </a:moveTo>
                  <a:cubicBezTo>
                    <a:pt x="14" y="0"/>
                    <a:pt x="5" y="10"/>
                    <a:pt x="3" y="22"/>
                  </a:cubicBezTo>
                  <a:cubicBezTo>
                    <a:pt x="0" y="37"/>
                    <a:pt x="11" y="51"/>
                    <a:pt x="24" y="52"/>
                  </a:cubicBezTo>
                  <a:cubicBezTo>
                    <a:pt x="947" y="189"/>
                    <a:pt x="1749" y="474"/>
                    <a:pt x="2478" y="922"/>
                  </a:cubicBezTo>
                  <a:cubicBezTo>
                    <a:pt x="2482" y="925"/>
                    <a:pt x="2486" y="926"/>
                    <a:pt x="2492" y="926"/>
                  </a:cubicBezTo>
                  <a:cubicBezTo>
                    <a:pt x="2500" y="926"/>
                    <a:pt x="2509" y="922"/>
                    <a:pt x="2513" y="914"/>
                  </a:cubicBezTo>
                  <a:cubicBezTo>
                    <a:pt x="2521" y="902"/>
                    <a:pt x="2517" y="886"/>
                    <a:pt x="2505" y="878"/>
                  </a:cubicBezTo>
                  <a:cubicBezTo>
                    <a:pt x="1771" y="426"/>
                    <a:pt x="962" y="139"/>
                    <a:pt x="32" y="1"/>
                  </a:cubicBezTo>
                  <a:cubicBezTo>
                    <a:pt x="31" y="1"/>
                    <a:pt x="29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8" name="Google Shape;8838;p30"/>
            <p:cNvSpPr/>
            <p:nvPr/>
          </p:nvSpPr>
          <p:spPr>
            <a:xfrm>
              <a:off x="5700450" y="3837925"/>
              <a:ext cx="36075" cy="31675"/>
            </a:xfrm>
            <a:custGeom>
              <a:avLst/>
              <a:gdLst/>
              <a:ahLst/>
              <a:cxnLst/>
              <a:rect l="l" t="t" r="r" b="b"/>
              <a:pathLst>
                <a:path w="1443" h="1267" extrusionOk="0">
                  <a:moveTo>
                    <a:pt x="1413" y="0"/>
                  </a:moveTo>
                  <a:cubicBezTo>
                    <a:pt x="1405" y="0"/>
                    <a:pt x="1396" y="4"/>
                    <a:pt x="1391" y="11"/>
                  </a:cubicBezTo>
                  <a:cubicBezTo>
                    <a:pt x="1048" y="525"/>
                    <a:pt x="572" y="942"/>
                    <a:pt x="17" y="1217"/>
                  </a:cubicBezTo>
                  <a:cubicBezTo>
                    <a:pt x="5" y="1223"/>
                    <a:pt x="0" y="1238"/>
                    <a:pt x="7" y="1252"/>
                  </a:cubicBezTo>
                  <a:cubicBezTo>
                    <a:pt x="11" y="1261"/>
                    <a:pt x="20" y="1266"/>
                    <a:pt x="30" y="1266"/>
                  </a:cubicBezTo>
                  <a:cubicBezTo>
                    <a:pt x="34" y="1266"/>
                    <a:pt x="38" y="1265"/>
                    <a:pt x="40" y="1264"/>
                  </a:cubicBezTo>
                  <a:cubicBezTo>
                    <a:pt x="604" y="985"/>
                    <a:pt x="1086" y="561"/>
                    <a:pt x="1434" y="41"/>
                  </a:cubicBezTo>
                  <a:cubicBezTo>
                    <a:pt x="1442" y="29"/>
                    <a:pt x="1439" y="13"/>
                    <a:pt x="1427" y="5"/>
                  </a:cubicBezTo>
                  <a:cubicBezTo>
                    <a:pt x="1423" y="2"/>
                    <a:pt x="1418" y="0"/>
                    <a:pt x="141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9" name="Google Shape;8839;p30"/>
            <p:cNvSpPr/>
            <p:nvPr/>
          </p:nvSpPr>
          <p:spPr>
            <a:xfrm>
              <a:off x="5574550" y="3846050"/>
              <a:ext cx="37750" cy="15500"/>
            </a:xfrm>
            <a:custGeom>
              <a:avLst/>
              <a:gdLst/>
              <a:ahLst/>
              <a:cxnLst/>
              <a:rect l="l" t="t" r="r" b="b"/>
              <a:pathLst>
                <a:path w="1510" h="620" extrusionOk="0">
                  <a:moveTo>
                    <a:pt x="30" y="1"/>
                  </a:moveTo>
                  <a:cubicBezTo>
                    <a:pt x="20" y="1"/>
                    <a:pt x="10" y="7"/>
                    <a:pt x="6" y="16"/>
                  </a:cubicBezTo>
                  <a:cubicBezTo>
                    <a:pt x="0" y="29"/>
                    <a:pt x="7" y="44"/>
                    <a:pt x="21" y="49"/>
                  </a:cubicBezTo>
                  <a:lnTo>
                    <a:pt x="1471" y="619"/>
                  </a:lnTo>
                  <a:cubicBezTo>
                    <a:pt x="1474" y="620"/>
                    <a:pt x="1478" y="620"/>
                    <a:pt x="1480" y="620"/>
                  </a:cubicBezTo>
                  <a:cubicBezTo>
                    <a:pt x="1491" y="620"/>
                    <a:pt x="1500" y="613"/>
                    <a:pt x="1505" y="604"/>
                  </a:cubicBezTo>
                  <a:cubicBezTo>
                    <a:pt x="1510" y="590"/>
                    <a:pt x="1503" y="576"/>
                    <a:pt x="1490" y="570"/>
                  </a:cubicBezTo>
                  <a:lnTo>
                    <a:pt x="39" y="2"/>
                  </a:ln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0" name="Google Shape;8840;p30"/>
            <p:cNvSpPr/>
            <p:nvPr/>
          </p:nvSpPr>
          <p:spPr>
            <a:xfrm>
              <a:off x="5659650" y="3836875"/>
              <a:ext cx="23425" cy="11975"/>
            </a:xfrm>
            <a:custGeom>
              <a:avLst/>
              <a:gdLst/>
              <a:ahLst/>
              <a:cxnLst/>
              <a:rect l="l" t="t" r="r" b="b"/>
              <a:pathLst>
                <a:path w="937" h="479" extrusionOk="0">
                  <a:moveTo>
                    <a:pt x="28" y="0"/>
                  </a:moveTo>
                  <a:cubicBezTo>
                    <a:pt x="18" y="0"/>
                    <a:pt x="8" y="7"/>
                    <a:pt x="4" y="17"/>
                  </a:cubicBezTo>
                  <a:cubicBezTo>
                    <a:pt x="0" y="30"/>
                    <a:pt x="7" y="45"/>
                    <a:pt x="20" y="51"/>
                  </a:cubicBezTo>
                  <a:cubicBezTo>
                    <a:pt x="323" y="162"/>
                    <a:pt x="618" y="305"/>
                    <a:pt x="893" y="474"/>
                  </a:cubicBezTo>
                  <a:cubicBezTo>
                    <a:pt x="897" y="477"/>
                    <a:pt x="901" y="478"/>
                    <a:pt x="907" y="478"/>
                  </a:cubicBezTo>
                  <a:cubicBezTo>
                    <a:pt x="915" y="478"/>
                    <a:pt x="924" y="473"/>
                    <a:pt x="928" y="465"/>
                  </a:cubicBezTo>
                  <a:cubicBezTo>
                    <a:pt x="936" y="453"/>
                    <a:pt x="932" y="437"/>
                    <a:pt x="920" y="430"/>
                  </a:cubicBezTo>
                  <a:cubicBezTo>
                    <a:pt x="642" y="259"/>
                    <a:pt x="345" y="115"/>
                    <a:pt x="38" y="2"/>
                  </a:cubicBezTo>
                  <a:cubicBezTo>
                    <a:pt x="35" y="1"/>
                    <a:pt x="3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1" name="Google Shape;8841;p30"/>
            <p:cNvSpPr/>
            <p:nvPr/>
          </p:nvSpPr>
          <p:spPr>
            <a:xfrm>
              <a:off x="5646625" y="3831975"/>
              <a:ext cx="7850" cy="3525"/>
            </a:xfrm>
            <a:custGeom>
              <a:avLst/>
              <a:gdLst/>
              <a:ahLst/>
              <a:cxnLst/>
              <a:rect l="l" t="t" r="r" b="b"/>
              <a:pathLst>
                <a:path w="314" h="141" extrusionOk="0">
                  <a:moveTo>
                    <a:pt x="29" y="0"/>
                  </a:moveTo>
                  <a:cubicBezTo>
                    <a:pt x="19" y="0"/>
                    <a:pt x="9" y="7"/>
                    <a:pt x="5" y="18"/>
                  </a:cubicBezTo>
                  <a:cubicBezTo>
                    <a:pt x="0" y="31"/>
                    <a:pt x="7" y="46"/>
                    <a:pt x="21" y="50"/>
                  </a:cubicBezTo>
                  <a:lnTo>
                    <a:pt x="276" y="139"/>
                  </a:lnTo>
                  <a:cubicBezTo>
                    <a:pt x="279" y="139"/>
                    <a:pt x="282" y="140"/>
                    <a:pt x="284" y="140"/>
                  </a:cubicBezTo>
                  <a:cubicBezTo>
                    <a:pt x="295" y="140"/>
                    <a:pt x="306" y="134"/>
                    <a:pt x="309" y="123"/>
                  </a:cubicBezTo>
                  <a:cubicBezTo>
                    <a:pt x="314" y="108"/>
                    <a:pt x="307" y="95"/>
                    <a:pt x="292" y="89"/>
                  </a:cubicBezTo>
                  <a:lnTo>
                    <a:pt x="38" y="2"/>
                  </a:lnTo>
                  <a:cubicBezTo>
                    <a:pt x="35" y="1"/>
                    <a:pt x="3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2" name="Google Shape;8842;p30"/>
            <p:cNvSpPr/>
            <p:nvPr/>
          </p:nvSpPr>
          <p:spPr>
            <a:xfrm>
              <a:off x="5588975" y="3858825"/>
              <a:ext cx="9875" cy="5250"/>
            </a:xfrm>
            <a:custGeom>
              <a:avLst/>
              <a:gdLst/>
              <a:ahLst/>
              <a:cxnLst/>
              <a:rect l="l" t="t" r="r" b="b"/>
              <a:pathLst>
                <a:path w="395" h="210" extrusionOk="0">
                  <a:moveTo>
                    <a:pt x="30" y="1"/>
                  </a:moveTo>
                  <a:cubicBezTo>
                    <a:pt x="20" y="1"/>
                    <a:pt x="11" y="6"/>
                    <a:pt x="6" y="15"/>
                  </a:cubicBezTo>
                  <a:cubicBezTo>
                    <a:pt x="1" y="28"/>
                    <a:pt x="6" y="43"/>
                    <a:pt x="18" y="50"/>
                  </a:cubicBezTo>
                  <a:lnTo>
                    <a:pt x="354" y="207"/>
                  </a:lnTo>
                  <a:cubicBezTo>
                    <a:pt x="357" y="208"/>
                    <a:pt x="361" y="210"/>
                    <a:pt x="365" y="210"/>
                  </a:cubicBezTo>
                  <a:cubicBezTo>
                    <a:pt x="375" y="210"/>
                    <a:pt x="384" y="204"/>
                    <a:pt x="388" y="195"/>
                  </a:cubicBezTo>
                  <a:cubicBezTo>
                    <a:pt x="395" y="182"/>
                    <a:pt x="389" y="167"/>
                    <a:pt x="376" y="160"/>
                  </a:cubicBezTo>
                  <a:lnTo>
                    <a:pt x="41" y="3"/>
                  </a:lnTo>
                  <a:cubicBezTo>
                    <a:pt x="37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3" name="Google Shape;8843;p30"/>
            <p:cNvSpPr/>
            <p:nvPr/>
          </p:nvSpPr>
          <p:spPr>
            <a:xfrm>
              <a:off x="5581925" y="3855375"/>
              <a:ext cx="3650" cy="2450"/>
            </a:xfrm>
            <a:custGeom>
              <a:avLst/>
              <a:gdLst/>
              <a:ahLst/>
              <a:cxnLst/>
              <a:rect l="l" t="t" r="r" b="b"/>
              <a:pathLst>
                <a:path w="146" h="98" extrusionOk="0">
                  <a:moveTo>
                    <a:pt x="29" y="0"/>
                  </a:moveTo>
                  <a:cubicBezTo>
                    <a:pt x="20" y="0"/>
                    <a:pt x="11" y="6"/>
                    <a:pt x="7" y="16"/>
                  </a:cubicBezTo>
                  <a:cubicBezTo>
                    <a:pt x="0" y="28"/>
                    <a:pt x="4" y="44"/>
                    <a:pt x="18" y="50"/>
                  </a:cubicBezTo>
                  <a:lnTo>
                    <a:pt x="104" y="94"/>
                  </a:lnTo>
                  <a:cubicBezTo>
                    <a:pt x="108" y="96"/>
                    <a:pt x="112" y="96"/>
                    <a:pt x="116" y="96"/>
                  </a:cubicBezTo>
                  <a:lnTo>
                    <a:pt x="116" y="98"/>
                  </a:lnTo>
                  <a:cubicBezTo>
                    <a:pt x="125" y="98"/>
                    <a:pt x="135" y="92"/>
                    <a:pt x="139" y="83"/>
                  </a:cubicBezTo>
                  <a:cubicBezTo>
                    <a:pt x="145" y="71"/>
                    <a:pt x="140" y="55"/>
                    <a:pt x="128" y="48"/>
                  </a:cubicBezTo>
                  <a:lnTo>
                    <a:pt x="40" y="3"/>
                  </a:lnTo>
                  <a:cubicBezTo>
                    <a:pt x="37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4" name="Google Shape;8844;p30"/>
            <p:cNvSpPr/>
            <p:nvPr/>
          </p:nvSpPr>
          <p:spPr>
            <a:xfrm>
              <a:off x="5610125" y="3871125"/>
              <a:ext cx="15525" cy="10550"/>
            </a:xfrm>
            <a:custGeom>
              <a:avLst/>
              <a:gdLst/>
              <a:ahLst/>
              <a:cxnLst/>
              <a:rect l="l" t="t" r="r" b="b"/>
              <a:pathLst>
                <a:path w="621" h="422" extrusionOk="0">
                  <a:moveTo>
                    <a:pt x="592" y="1"/>
                  </a:moveTo>
                  <a:cubicBezTo>
                    <a:pt x="587" y="1"/>
                    <a:pt x="581" y="2"/>
                    <a:pt x="577" y="6"/>
                  </a:cubicBezTo>
                  <a:cubicBezTo>
                    <a:pt x="399" y="140"/>
                    <a:pt x="211" y="264"/>
                    <a:pt x="17" y="373"/>
                  </a:cubicBezTo>
                  <a:cubicBezTo>
                    <a:pt x="5" y="381"/>
                    <a:pt x="1" y="396"/>
                    <a:pt x="8" y="409"/>
                  </a:cubicBezTo>
                  <a:cubicBezTo>
                    <a:pt x="12" y="417"/>
                    <a:pt x="21" y="421"/>
                    <a:pt x="29" y="421"/>
                  </a:cubicBezTo>
                  <a:lnTo>
                    <a:pt x="30" y="421"/>
                  </a:lnTo>
                  <a:cubicBezTo>
                    <a:pt x="34" y="421"/>
                    <a:pt x="38" y="420"/>
                    <a:pt x="43" y="419"/>
                  </a:cubicBezTo>
                  <a:cubicBezTo>
                    <a:pt x="239" y="307"/>
                    <a:pt x="429" y="182"/>
                    <a:pt x="608" y="47"/>
                  </a:cubicBezTo>
                  <a:cubicBezTo>
                    <a:pt x="618" y="38"/>
                    <a:pt x="621" y="22"/>
                    <a:pt x="613" y="11"/>
                  </a:cubicBezTo>
                  <a:cubicBezTo>
                    <a:pt x="607" y="4"/>
                    <a:pt x="600" y="1"/>
                    <a:pt x="5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5" name="Google Shape;8845;p30"/>
            <p:cNvSpPr/>
            <p:nvPr/>
          </p:nvSpPr>
          <p:spPr>
            <a:xfrm>
              <a:off x="5630925" y="3860225"/>
              <a:ext cx="7550" cy="6525"/>
            </a:xfrm>
            <a:custGeom>
              <a:avLst/>
              <a:gdLst/>
              <a:ahLst/>
              <a:cxnLst/>
              <a:rect l="l" t="t" r="r" b="b"/>
              <a:pathLst>
                <a:path w="302" h="261" extrusionOk="0">
                  <a:moveTo>
                    <a:pt x="273" y="0"/>
                  </a:moveTo>
                  <a:cubicBezTo>
                    <a:pt x="265" y="0"/>
                    <a:pt x="257" y="4"/>
                    <a:pt x="252" y="10"/>
                  </a:cubicBezTo>
                  <a:cubicBezTo>
                    <a:pt x="190" y="93"/>
                    <a:pt x="108" y="162"/>
                    <a:pt x="18" y="212"/>
                  </a:cubicBezTo>
                  <a:cubicBezTo>
                    <a:pt x="4" y="218"/>
                    <a:pt x="0" y="233"/>
                    <a:pt x="7" y="247"/>
                  </a:cubicBezTo>
                  <a:cubicBezTo>
                    <a:pt x="11" y="255"/>
                    <a:pt x="20" y="260"/>
                    <a:pt x="30" y="260"/>
                  </a:cubicBezTo>
                  <a:cubicBezTo>
                    <a:pt x="34" y="260"/>
                    <a:pt x="38" y="259"/>
                    <a:pt x="42" y="257"/>
                  </a:cubicBezTo>
                  <a:cubicBezTo>
                    <a:pt x="139" y="205"/>
                    <a:pt x="226" y="130"/>
                    <a:pt x="294" y="41"/>
                  </a:cubicBezTo>
                  <a:cubicBezTo>
                    <a:pt x="302" y="30"/>
                    <a:pt x="300" y="14"/>
                    <a:pt x="288" y="6"/>
                  </a:cubicBezTo>
                  <a:cubicBezTo>
                    <a:pt x="284" y="2"/>
                    <a:pt x="278" y="0"/>
                    <a:pt x="27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6" name="Google Shape;8846;p30"/>
            <p:cNvSpPr/>
            <p:nvPr/>
          </p:nvSpPr>
          <p:spPr>
            <a:xfrm>
              <a:off x="5677575" y="3858075"/>
              <a:ext cx="21250" cy="16500"/>
            </a:xfrm>
            <a:custGeom>
              <a:avLst/>
              <a:gdLst/>
              <a:ahLst/>
              <a:cxnLst/>
              <a:rect l="l" t="t" r="r" b="b"/>
              <a:pathLst>
                <a:path w="850" h="660" extrusionOk="0">
                  <a:moveTo>
                    <a:pt x="820" y="1"/>
                  </a:moveTo>
                  <a:cubicBezTo>
                    <a:pt x="814" y="1"/>
                    <a:pt x="808" y="3"/>
                    <a:pt x="803" y="7"/>
                  </a:cubicBezTo>
                  <a:cubicBezTo>
                    <a:pt x="552" y="221"/>
                    <a:pt x="287" y="424"/>
                    <a:pt x="15" y="612"/>
                  </a:cubicBezTo>
                  <a:cubicBezTo>
                    <a:pt x="3" y="621"/>
                    <a:pt x="0" y="637"/>
                    <a:pt x="8" y="649"/>
                  </a:cubicBezTo>
                  <a:cubicBezTo>
                    <a:pt x="14" y="656"/>
                    <a:pt x="22" y="660"/>
                    <a:pt x="30" y="660"/>
                  </a:cubicBezTo>
                  <a:cubicBezTo>
                    <a:pt x="35" y="660"/>
                    <a:pt x="41" y="658"/>
                    <a:pt x="45" y="656"/>
                  </a:cubicBezTo>
                  <a:cubicBezTo>
                    <a:pt x="318" y="466"/>
                    <a:pt x="584" y="261"/>
                    <a:pt x="837" y="46"/>
                  </a:cubicBezTo>
                  <a:cubicBezTo>
                    <a:pt x="848" y="37"/>
                    <a:pt x="849" y="21"/>
                    <a:pt x="840" y="10"/>
                  </a:cubicBezTo>
                  <a:cubicBezTo>
                    <a:pt x="834" y="4"/>
                    <a:pt x="827" y="1"/>
                    <a:pt x="82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7" name="Google Shape;8847;p30"/>
            <p:cNvSpPr/>
            <p:nvPr/>
          </p:nvSpPr>
          <p:spPr>
            <a:xfrm>
              <a:off x="5703475" y="3846825"/>
              <a:ext cx="8125" cy="7750"/>
            </a:xfrm>
            <a:custGeom>
              <a:avLst/>
              <a:gdLst/>
              <a:ahLst/>
              <a:cxnLst/>
              <a:rect l="l" t="t" r="r" b="b"/>
              <a:pathLst>
                <a:path w="325" h="310" extrusionOk="0">
                  <a:moveTo>
                    <a:pt x="296" y="1"/>
                  </a:moveTo>
                  <a:cubicBezTo>
                    <a:pt x="290" y="1"/>
                    <a:pt x="283" y="3"/>
                    <a:pt x="279" y="8"/>
                  </a:cubicBezTo>
                  <a:lnTo>
                    <a:pt x="11" y="265"/>
                  </a:lnTo>
                  <a:cubicBezTo>
                    <a:pt x="0" y="274"/>
                    <a:pt x="0" y="290"/>
                    <a:pt x="9" y="301"/>
                  </a:cubicBezTo>
                  <a:cubicBezTo>
                    <a:pt x="15" y="306"/>
                    <a:pt x="22" y="309"/>
                    <a:pt x="28" y="309"/>
                  </a:cubicBezTo>
                  <a:cubicBezTo>
                    <a:pt x="35" y="309"/>
                    <a:pt x="42" y="306"/>
                    <a:pt x="46" y="302"/>
                  </a:cubicBezTo>
                  <a:lnTo>
                    <a:pt x="314" y="45"/>
                  </a:lnTo>
                  <a:cubicBezTo>
                    <a:pt x="324" y="35"/>
                    <a:pt x="324" y="18"/>
                    <a:pt x="315" y="8"/>
                  </a:cubicBezTo>
                  <a:cubicBezTo>
                    <a:pt x="310" y="3"/>
                    <a:pt x="303" y="1"/>
                    <a:pt x="29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8" name="Google Shape;8848;p30"/>
            <p:cNvSpPr/>
            <p:nvPr/>
          </p:nvSpPr>
          <p:spPr>
            <a:xfrm>
              <a:off x="5735575" y="3821400"/>
              <a:ext cx="36350" cy="10450"/>
            </a:xfrm>
            <a:custGeom>
              <a:avLst/>
              <a:gdLst/>
              <a:ahLst/>
              <a:cxnLst/>
              <a:rect l="l" t="t" r="r" b="b"/>
              <a:pathLst>
                <a:path w="1454" h="418" extrusionOk="0">
                  <a:moveTo>
                    <a:pt x="28" y="1"/>
                  </a:moveTo>
                  <a:cubicBezTo>
                    <a:pt x="14" y="1"/>
                    <a:pt x="3" y="11"/>
                    <a:pt x="2" y="24"/>
                  </a:cubicBezTo>
                  <a:cubicBezTo>
                    <a:pt x="1" y="39"/>
                    <a:pt x="12" y="51"/>
                    <a:pt x="25" y="53"/>
                  </a:cubicBezTo>
                  <a:cubicBezTo>
                    <a:pt x="504" y="105"/>
                    <a:pt x="971" y="227"/>
                    <a:pt x="1415" y="417"/>
                  </a:cubicBezTo>
                  <a:cubicBezTo>
                    <a:pt x="1417" y="418"/>
                    <a:pt x="1422" y="418"/>
                    <a:pt x="1424" y="418"/>
                  </a:cubicBezTo>
                  <a:cubicBezTo>
                    <a:pt x="1435" y="418"/>
                    <a:pt x="1444" y="413"/>
                    <a:pt x="1448" y="403"/>
                  </a:cubicBezTo>
                  <a:cubicBezTo>
                    <a:pt x="1454" y="390"/>
                    <a:pt x="1448" y="374"/>
                    <a:pt x="1435" y="368"/>
                  </a:cubicBezTo>
                  <a:cubicBezTo>
                    <a:pt x="987" y="177"/>
                    <a:pt x="515" y="53"/>
                    <a:pt x="30" y="1"/>
                  </a:cubicBezTo>
                  <a:cubicBezTo>
                    <a:pt x="30" y="1"/>
                    <a:pt x="2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9" name="Google Shape;8849;p30"/>
            <p:cNvSpPr/>
            <p:nvPr/>
          </p:nvSpPr>
          <p:spPr>
            <a:xfrm>
              <a:off x="5721250" y="3818025"/>
              <a:ext cx="9425" cy="2875"/>
            </a:xfrm>
            <a:custGeom>
              <a:avLst/>
              <a:gdLst/>
              <a:ahLst/>
              <a:cxnLst/>
              <a:rect l="l" t="t" r="r" b="b"/>
              <a:pathLst>
                <a:path w="377" h="115" extrusionOk="0">
                  <a:moveTo>
                    <a:pt x="26" y="0"/>
                  </a:moveTo>
                  <a:cubicBezTo>
                    <a:pt x="15" y="0"/>
                    <a:pt x="6" y="9"/>
                    <a:pt x="3" y="22"/>
                  </a:cubicBezTo>
                  <a:cubicBezTo>
                    <a:pt x="1" y="35"/>
                    <a:pt x="9" y="48"/>
                    <a:pt x="24" y="51"/>
                  </a:cubicBezTo>
                  <a:lnTo>
                    <a:pt x="342" y="113"/>
                  </a:lnTo>
                  <a:cubicBezTo>
                    <a:pt x="345" y="114"/>
                    <a:pt x="347" y="114"/>
                    <a:pt x="348" y="114"/>
                  </a:cubicBezTo>
                  <a:cubicBezTo>
                    <a:pt x="360" y="114"/>
                    <a:pt x="371" y="105"/>
                    <a:pt x="373" y="93"/>
                  </a:cubicBezTo>
                  <a:cubicBezTo>
                    <a:pt x="376" y="79"/>
                    <a:pt x="367" y="66"/>
                    <a:pt x="353" y="63"/>
                  </a:cubicBezTo>
                  <a:lnTo>
                    <a:pt x="33" y="1"/>
                  </a:lnTo>
                  <a:cubicBezTo>
                    <a:pt x="31" y="1"/>
                    <a:pt x="28" y="0"/>
                    <a:pt x="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0" name="Google Shape;8850;p30"/>
            <p:cNvSpPr/>
            <p:nvPr/>
          </p:nvSpPr>
          <p:spPr>
            <a:xfrm>
              <a:off x="5701875" y="3820800"/>
              <a:ext cx="46575" cy="14600"/>
            </a:xfrm>
            <a:custGeom>
              <a:avLst/>
              <a:gdLst/>
              <a:ahLst/>
              <a:cxnLst/>
              <a:rect l="l" t="t" r="r" b="b"/>
              <a:pathLst>
                <a:path w="1863" h="584" extrusionOk="0">
                  <a:moveTo>
                    <a:pt x="28" y="0"/>
                  </a:moveTo>
                  <a:cubicBezTo>
                    <a:pt x="15" y="0"/>
                    <a:pt x="5" y="9"/>
                    <a:pt x="4" y="22"/>
                  </a:cubicBezTo>
                  <a:cubicBezTo>
                    <a:pt x="1" y="36"/>
                    <a:pt x="10" y="49"/>
                    <a:pt x="25" y="52"/>
                  </a:cubicBezTo>
                  <a:cubicBezTo>
                    <a:pt x="643" y="157"/>
                    <a:pt x="1248" y="334"/>
                    <a:pt x="1824" y="581"/>
                  </a:cubicBezTo>
                  <a:cubicBezTo>
                    <a:pt x="1826" y="582"/>
                    <a:pt x="1830" y="583"/>
                    <a:pt x="1835" y="583"/>
                  </a:cubicBezTo>
                  <a:cubicBezTo>
                    <a:pt x="1844" y="583"/>
                    <a:pt x="1853" y="577"/>
                    <a:pt x="1857" y="567"/>
                  </a:cubicBezTo>
                  <a:cubicBezTo>
                    <a:pt x="1863" y="554"/>
                    <a:pt x="1857" y="539"/>
                    <a:pt x="1844" y="533"/>
                  </a:cubicBezTo>
                  <a:cubicBezTo>
                    <a:pt x="1264" y="285"/>
                    <a:pt x="655" y="106"/>
                    <a:pt x="33" y="1"/>
                  </a:cubicBezTo>
                  <a:cubicBezTo>
                    <a:pt x="31" y="0"/>
                    <a:pt x="3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1" name="Google Shape;8851;p30"/>
            <p:cNvSpPr/>
            <p:nvPr/>
          </p:nvSpPr>
          <p:spPr>
            <a:xfrm>
              <a:off x="5693200" y="3818500"/>
              <a:ext cx="6050" cy="2400"/>
            </a:xfrm>
            <a:custGeom>
              <a:avLst/>
              <a:gdLst/>
              <a:ahLst/>
              <a:cxnLst/>
              <a:rect l="l" t="t" r="r" b="b"/>
              <a:pathLst>
                <a:path w="242" h="96" extrusionOk="0">
                  <a:moveTo>
                    <a:pt x="30" y="1"/>
                  </a:moveTo>
                  <a:cubicBezTo>
                    <a:pt x="18" y="1"/>
                    <a:pt x="7" y="9"/>
                    <a:pt x="5" y="21"/>
                  </a:cubicBezTo>
                  <a:cubicBezTo>
                    <a:pt x="1" y="35"/>
                    <a:pt x="10" y="48"/>
                    <a:pt x="24" y="52"/>
                  </a:cubicBezTo>
                  <a:lnTo>
                    <a:pt x="208" y="94"/>
                  </a:lnTo>
                  <a:cubicBezTo>
                    <a:pt x="209" y="95"/>
                    <a:pt x="212" y="95"/>
                    <a:pt x="213" y="95"/>
                  </a:cubicBezTo>
                  <a:cubicBezTo>
                    <a:pt x="225" y="95"/>
                    <a:pt x="236" y="87"/>
                    <a:pt x="239" y="75"/>
                  </a:cubicBezTo>
                  <a:cubicBezTo>
                    <a:pt x="242" y="60"/>
                    <a:pt x="233" y="47"/>
                    <a:pt x="219" y="44"/>
                  </a:cubicBezTo>
                  <a:lnTo>
                    <a:pt x="36" y="1"/>
                  </a:lnTo>
                  <a:cubicBezTo>
                    <a:pt x="34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2" name="Google Shape;8852;p30"/>
            <p:cNvSpPr/>
            <p:nvPr/>
          </p:nvSpPr>
          <p:spPr>
            <a:xfrm>
              <a:off x="5728250" y="3849050"/>
              <a:ext cx="10900" cy="11625"/>
            </a:xfrm>
            <a:custGeom>
              <a:avLst/>
              <a:gdLst/>
              <a:ahLst/>
              <a:cxnLst/>
              <a:rect l="l" t="t" r="r" b="b"/>
              <a:pathLst>
                <a:path w="436" h="465" extrusionOk="0">
                  <a:moveTo>
                    <a:pt x="406" y="1"/>
                  </a:moveTo>
                  <a:cubicBezTo>
                    <a:pt x="399" y="1"/>
                    <a:pt x="392" y="3"/>
                    <a:pt x="387" y="9"/>
                  </a:cubicBezTo>
                  <a:lnTo>
                    <a:pt x="10" y="422"/>
                  </a:lnTo>
                  <a:cubicBezTo>
                    <a:pt x="1" y="433"/>
                    <a:pt x="1" y="449"/>
                    <a:pt x="11" y="458"/>
                  </a:cubicBezTo>
                  <a:cubicBezTo>
                    <a:pt x="17" y="464"/>
                    <a:pt x="23" y="465"/>
                    <a:pt x="29" y="465"/>
                  </a:cubicBezTo>
                  <a:cubicBezTo>
                    <a:pt x="37" y="465"/>
                    <a:pt x="44" y="462"/>
                    <a:pt x="48" y="457"/>
                  </a:cubicBezTo>
                  <a:lnTo>
                    <a:pt x="426" y="44"/>
                  </a:lnTo>
                  <a:cubicBezTo>
                    <a:pt x="435" y="33"/>
                    <a:pt x="434" y="17"/>
                    <a:pt x="423" y="8"/>
                  </a:cubicBezTo>
                  <a:cubicBezTo>
                    <a:pt x="418" y="3"/>
                    <a:pt x="412" y="1"/>
                    <a:pt x="40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3" name="Google Shape;8853;p30"/>
            <p:cNvSpPr/>
            <p:nvPr/>
          </p:nvSpPr>
          <p:spPr>
            <a:xfrm>
              <a:off x="5596350" y="3837400"/>
              <a:ext cx="31375" cy="11525"/>
            </a:xfrm>
            <a:custGeom>
              <a:avLst/>
              <a:gdLst/>
              <a:ahLst/>
              <a:cxnLst/>
              <a:rect l="l" t="t" r="r" b="b"/>
              <a:pathLst>
                <a:path w="1255" h="461" extrusionOk="0">
                  <a:moveTo>
                    <a:pt x="30" y="1"/>
                  </a:moveTo>
                  <a:cubicBezTo>
                    <a:pt x="18" y="1"/>
                    <a:pt x="7" y="8"/>
                    <a:pt x="4" y="20"/>
                  </a:cubicBezTo>
                  <a:cubicBezTo>
                    <a:pt x="0" y="34"/>
                    <a:pt x="8" y="48"/>
                    <a:pt x="22" y="51"/>
                  </a:cubicBezTo>
                  <a:cubicBezTo>
                    <a:pt x="427" y="163"/>
                    <a:pt x="828" y="299"/>
                    <a:pt x="1215" y="457"/>
                  </a:cubicBezTo>
                  <a:cubicBezTo>
                    <a:pt x="1218" y="459"/>
                    <a:pt x="1222" y="460"/>
                    <a:pt x="1224" y="460"/>
                  </a:cubicBezTo>
                  <a:cubicBezTo>
                    <a:pt x="1235" y="460"/>
                    <a:pt x="1245" y="453"/>
                    <a:pt x="1249" y="444"/>
                  </a:cubicBezTo>
                  <a:cubicBezTo>
                    <a:pt x="1254" y="430"/>
                    <a:pt x="1249" y="416"/>
                    <a:pt x="1235" y="410"/>
                  </a:cubicBezTo>
                  <a:cubicBezTo>
                    <a:pt x="845" y="250"/>
                    <a:pt x="441" y="113"/>
                    <a:pt x="35" y="1"/>
                  </a:cubicBezTo>
                  <a:cubicBezTo>
                    <a:pt x="33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4" name="Google Shape;8854;p30"/>
            <p:cNvSpPr/>
            <p:nvPr/>
          </p:nvSpPr>
          <p:spPr>
            <a:xfrm>
              <a:off x="5606200" y="3831725"/>
              <a:ext cx="18700" cy="7375"/>
            </a:xfrm>
            <a:custGeom>
              <a:avLst/>
              <a:gdLst/>
              <a:ahLst/>
              <a:cxnLst/>
              <a:rect l="l" t="t" r="r" b="b"/>
              <a:pathLst>
                <a:path w="748" h="295" extrusionOk="0">
                  <a:moveTo>
                    <a:pt x="29" y="0"/>
                  </a:moveTo>
                  <a:cubicBezTo>
                    <a:pt x="18" y="0"/>
                    <a:pt x="9" y="7"/>
                    <a:pt x="4" y="17"/>
                  </a:cubicBezTo>
                  <a:cubicBezTo>
                    <a:pt x="0" y="32"/>
                    <a:pt x="7" y="45"/>
                    <a:pt x="21" y="51"/>
                  </a:cubicBezTo>
                  <a:lnTo>
                    <a:pt x="709" y="293"/>
                  </a:lnTo>
                  <a:cubicBezTo>
                    <a:pt x="712" y="293"/>
                    <a:pt x="714" y="294"/>
                    <a:pt x="718" y="294"/>
                  </a:cubicBezTo>
                  <a:lnTo>
                    <a:pt x="718" y="294"/>
                  </a:lnTo>
                  <a:cubicBezTo>
                    <a:pt x="729" y="294"/>
                    <a:pt x="739" y="287"/>
                    <a:pt x="743" y="277"/>
                  </a:cubicBezTo>
                  <a:cubicBezTo>
                    <a:pt x="747" y="263"/>
                    <a:pt x="740" y="248"/>
                    <a:pt x="727" y="243"/>
                  </a:cubicBezTo>
                  <a:lnTo>
                    <a:pt x="38" y="2"/>
                  </a:lnTo>
                  <a:cubicBezTo>
                    <a:pt x="35" y="1"/>
                    <a:pt x="32" y="0"/>
                    <a:pt x="29" y="0"/>
                  </a:cubicBezTo>
                  <a:close/>
                  <a:moveTo>
                    <a:pt x="718" y="294"/>
                  </a:moveTo>
                  <a:cubicBezTo>
                    <a:pt x="718" y="294"/>
                    <a:pt x="718" y="294"/>
                    <a:pt x="717" y="294"/>
                  </a:cubicBezTo>
                  <a:lnTo>
                    <a:pt x="719" y="294"/>
                  </a:lnTo>
                  <a:cubicBezTo>
                    <a:pt x="719" y="294"/>
                    <a:pt x="718" y="294"/>
                    <a:pt x="718" y="294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5" name="Google Shape;8855;p30"/>
            <p:cNvSpPr/>
            <p:nvPr/>
          </p:nvSpPr>
          <p:spPr>
            <a:xfrm>
              <a:off x="5671650" y="3871225"/>
              <a:ext cx="280700" cy="61550"/>
            </a:xfrm>
            <a:custGeom>
              <a:avLst/>
              <a:gdLst/>
              <a:ahLst/>
              <a:cxnLst/>
              <a:rect l="l" t="t" r="r" b="b"/>
              <a:pathLst>
                <a:path w="11228" h="2462" extrusionOk="0">
                  <a:moveTo>
                    <a:pt x="5312" y="1"/>
                  </a:moveTo>
                  <a:cubicBezTo>
                    <a:pt x="3461" y="1"/>
                    <a:pt x="1603" y="413"/>
                    <a:pt x="0" y="1202"/>
                  </a:cubicBezTo>
                  <a:cubicBezTo>
                    <a:pt x="1967" y="2039"/>
                    <a:pt x="4105" y="2462"/>
                    <a:pt x="6242" y="2462"/>
                  </a:cubicBezTo>
                  <a:cubicBezTo>
                    <a:pt x="7933" y="2462"/>
                    <a:pt x="9622" y="2198"/>
                    <a:pt x="11227" y="1666"/>
                  </a:cubicBezTo>
                  <a:cubicBezTo>
                    <a:pt x="9527" y="538"/>
                    <a:pt x="7425" y="1"/>
                    <a:pt x="5312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6" name="Google Shape;8856;p30"/>
            <p:cNvSpPr/>
            <p:nvPr/>
          </p:nvSpPr>
          <p:spPr>
            <a:xfrm>
              <a:off x="5670325" y="3870100"/>
              <a:ext cx="283350" cy="63900"/>
            </a:xfrm>
            <a:custGeom>
              <a:avLst/>
              <a:gdLst/>
              <a:ahLst/>
              <a:cxnLst/>
              <a:rect l="l" t="t" r="r" b="b"/>
              <a:pathLst>
                <a:path w="11334" h="2556" extrusionOk="0">
                  <a:moveTo>
                    <a:pt x="5342" y="104"/>
                  </a:moveTo>
                  <a:cubicBezTo>
                    <a:pt x="7453" y="104"/>
                    <a:pt x="9526" y="640"/>
                    <a:pt x="11162" y="1695"/>
                  </a:cubicBezTo>
                  <a:cubicBezTo>
                    <a:pt x="9598" y="2201"/>
                    <a:pt x="7949" y="2452"/>
                    <a:pt x="6298" y="2452"/>
                  </a:cubicBezTo>
                  <a:cubicBezTo>
                    <a:pt x="4203" y="2452"/>
                    <a:pt x="2105" y="2047"/>
                    <a:pt x="179" y="1244"/>
                  </a:cubicBezTo>
                  <a:cubicBezTo>
                    <a:pt x="1772" y="481"/>
                    <a:pt x="3570" y="104"/>
                    <a:pt x="5342" y="104"/>
                  </a:cubicBezTo>
                  <a:close/>
                  <a:moveTo>
                    <a:pt x="5341" y="1"/>
                  </a:moveTo>
                  <a:cubicBezTo>
                    <a:pt x="3516" y="1"/>
                    <a:pt x="1662" y="397"/>
                    <a:pt x="31" y="1201"/>
                  </a:cubicBezTo>
                  <a:cubicBezTo>
                    <a:pt x="12" y="1209"/>
                    <a:pt x="1" y="1228"/>
                    <a:pt x="2" y="1248"/>
                  </a:cubicBezTo>
                  <a:cubicBezTo>
                    <a:pt x="2" y="1268"/>
                    <a:pt x="14" y="1287"/>
                    <a:pt x="33" y="1295"/>
                  </a:cubicBezTo>
                  <a:cubicBezTo>
                    <a:pt x="2001" y="2133"/>
                    <a:pt x="4151" y="2556"/>
                    <a:pt x="6298" y="2556"/>
                  </a:cubicBezTo>
                  <a:lnTo>
                    <a:pt x="6300" y="2556"/>
                  </a:lnTo>
                  <a:cubicBezTo>
                    <a:pt x="7996" y="2556"/>
                    <a:pt x="9693" y="2292"/>
                    <a:pt x="11298" y="1761"/>
                  </a:cubicBezTo>
                  <a:cubicBezTo>
                    <a:pt x="11316" y="1754"/>
                    <a:pt x="11330" y="1738"/>
                    <a:pt x="11333" y="1718"/>
                  </a:cubicBezTo>
                  <a:cubicBezTo>
                    <a:pt x="11334" y="1697"/>
                    <a:pt x="11326" y="1679"/>
                    <a:pt x="11310" y="1668"/>
                  </a:cubicBezTo>
                  <a:cubicBezTo>
                    <a:pt x="9643" y="562"/>
                    <a:pt x="7512" y="1"/>
                    <a:pt x="534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7" name="Google Shape;8857;p30"/>
            <p:cNvSpPr/>
            <p:nvPr/>
          </p:nvSpPr>
          <p:spPr>
            <a:xfrm>
              <a:off x="5670975" y="3900625"/>
              <a:ext cx="282050" cy="12900"/>
            </a:xfrm>
            <a:custGeom>
              <a:avLst/>
              <a:gdLst/>
              <a:ahLst/>
              <a:cxnLst/>
              <a:rect l="l" t="t" r="r" b="b"/>
              <a:pathLst>
                <a:path w="11282" h="516" extrusionOk="0">
                  <a:moveTo>
                    <a:pt x="29" y="0"/>
                  </a:moveTo>
                  <a:cubicBezTo>
                    <a:pt x="14" y="0"/>
                    <a:pt x="2" y="11"/>
                    <a:pt x="2" y="24"/>
                  </a:cubicBezTo>
                  <a:cubicBezTo>
                    <a:pt x="1" y="39"/>
                    <a:pt x="11" y="51"/>
                    <a:pt x="26" y="53"/>
                  </a:cubicBezTo>
                  <a:cubicBezTo>
                    <a:pt x="1860" y="156"/>
                    <a:pt x="3782" y="222"/>
                    <a:pt x="5640" y="284"/>
                  </a:cubicBezTo>
                  <a:cubicBezTo>
                    <a:pt x="7498" y="346"/>
                    <a:pt x="9420" y="412"/>
                    <a:pt x="11253" y="515"/>
                  </a:cubicBezTo>
                  <a:lnTo>
                    <a:pt x="11254" y="515"/>
                  </a:lnTo>
                  <a:cubicBezTo>
                    <a:pt x="11268" y="515"/>
                    <a:pt x="11280" y="505"/>
                    <a:pt x="11281" y="491"/>
                  </a:cubicBezTo>
                  <a:cubicBezTo>
                    <a:pt x="11281" y="478"/>
                    <a:pt x="11270" y="464"/>
                    <a:pt x="11255" y="464"/>
                  </a:cubicBezTo>
                  <a:cubicBezTo>
                    <a:pt x="9422" y="359"/>
                    <a:pt x="7501" y="295"/>
                    <a:pt x="5641" y="233"/>
                  </a:cubicBezTo>
                  <a:cubicBezTo>
                    <a:pt x="3784" y="170"/>
                    <a:pt x="1862" y="105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8" name="Google Shape;8858;p30"/>
            <p:cNvSpPr/>
            <p:nvPr/>
          </p:nvSpPr>
          <p:spPr>
            <a:xfrm>
              <a:off x="5763925" y="3906175"/>
              <a:ext cx="41500" cy="21250"/>
            </a:xfrm>
            <a:custGeom>
              <a:avLst/>
              <a:gdLst/>
              <a:ahLst/>
              <a:cxnLst/>
              <a:rect l="l" t="t" r="r" b="b"/>
              <a:pathLst>
                <a:path w="1660" h="850" extrusionOk="0">
                  <a:moveTo>
                    <a:pt x="1630" y="0"/>
                  </a:moveTo>
                  <a:cubicBezTo>
                    <a:pt x="1625" y="0"/>
                    <a:pt x="1619" y="2"/>
                    <a:pt x="1614" y="6"/>
                  </a:cubicBezTo>
                  <a:cubicBezTo>
                    <a:pt x="1116" y="394"/>
                    <a:pt x="610" y="646"/>
                    <a:pt x="22" y="798"/>
                  </a:cubicBezTo>
                  <a:cubicBezTo>
                    <a:pt x="9" y="801"/>
                    <a:pt x="1" y="815"/>
                    <a:pt x="4" y="829"/>
                  </a:cubicBezTo>
                  <a:cubicBezTo>
                    <a:pt x="8" y="841"/>
                    <a:pt x="17" y="849"/>
                    <a:pt x="29" y="849"/>
                  </a:cubicBezTo>
                  <a:cubicBezTo>
                    <a:pt x="32" y="849"/>
                    <a:pt x="33" y="848"/>
                    <a:pt x="36" y="848"/>
                  </a:cubicBezTo>
                  <a:cubicBezTo>
                    <a:pt x="631" y="693"/>
                    <a:pt x="1143" y="439"/>
                    <a:pt x="1646" y="47"/>
                  </a:cubicBezTo>
                  <a:cubicBezTo>
                    <a:pt x="1657" y="38"/>
                    <a:pt x="1660" y="22"/>
                    <a:pt x="1650" y="11"/>
                  </a:cubicBezTo>
                  <a:cubicBezTo>
                    <a:pt x="1646" y="4"/>
                    <a:pt x="1638" y="0"/>
                    <a:pt x="16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9" name="Google Shape;8859;p30"/>
            <p:cNvSpPr/>
            <p:nvPr/>
          </p:nvSpPr>
          <p:spPr>
            <a:xfrm>
              <a:off x="5781725" y="3871350"/>
              <a:ext cx="56600" cy="36400"/>
            </a:xfrm>
            <a:custGeom>
              <a:avLst/>
              <a:gdLst/>
              <a:ahLst/>
              <a:cxnLst/>
              <a:rect l="l" t="t" r="r" b="b"/>
              <a:pathLst>
                <a:path w="2264" h="1456" extrusionOk="0">
                  <a:moveTo>
                    <a:pt x="30" y="0"/>
                  </a:moveTo>
                  <a:cubicBezTo>
                    <a:pt x="20" y="0"/>
                    <a:pt x="10" y="7"/>
                    <a:pt x="6" y="17"/>
                  </a:cubicBezTo>
                  <a:cubicBezTo>
                    <a:pt x="1" y="30"/>
                    <a:pt x="7" y="45"/>
                    <a:pt x="21" y="51"/>
                  </a:cubicBezTo>
                  <a:cubicBezTo>
                    <a:pt x="889" y="391"/>
                    <a:pt x="1607" y="848"/>
                    <a:pt x="2216" y="1448"/>
                  </a:cubicBezTo>
                  <a:cubicBezTo>
                    <a:pt x="2222" y="1454"/>
                    <a:pt x="2228" y="1455"/>
                    <a:pt x="2235" y="1455"/>
                  </a:cubicBezTo>
                  <a:cubicBezTo>
                    <a:pt x="2242" y="1455"/>
                    <a:pt x="2249" y="1454"/>
                    <a:pt x="2253" y="1448"/>
                  </a:cubicBezTo>
                  <a:cubicBezTo>
                    <a:pt x="2263" y="1438"/>
                    <a:pt x="2263" y="1421"/>
                    <a:pt x="2253" y="1411"/>
                  </a:cubicBezTo>
                  <a:cubicBezTo>
                    <a:pt x="1638" y="807"/>
                    <a:pt x="914" y="345"/>
                    <a:pt x="40" y="2"/>
                  </a:cubicBezTo>
                  <a:cubicBezTo>
                    <a:pt x="37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0" name="Google Shape;8860;p30"/>
            <p:cNvSpPr/>
            <p:nvPr/>
          </p:nvSpPr>
          <p:spPr>
            <a:xfrm>
              <a:off x="5838675" y="3909775"/>
              <a:ext cx="41950" cy="23150"/>
            </a:xfrm>
            <a:custGeom>
              <a:avLst/>
              <a:gdLst/>
              <a:ahLst/>
              <a:cxnLst/>
              <a:rect l="l" t="t" r="r" b="b"/>
              <a:pathLst>
                <a:path w="1678" h="926" extrusionOk="0">
                  <a:moveTo>
                    <a:pt x="1648" y="0"/>
                  </a:moveTo>
                  <a:cubicBezTo>
                    <a:pt x="1642" y="0"/>
                    <a:pt x="1637" y="2"/>
                    <a:pt x="1632" y="7"/>
                  </a:cubicBezTo>
                  <a:cubicBezTo>
                    <a:pt x="1181" y="432"/>
                    <a:pt x="625" y="732"/>
                    <a:pt x="23" y="875"/>
                  </a:cubicBezTo>
                  <a:cubicBezTo>
                    <a:pt x="10" y="879"/>
                    <a:pt x="0" y="892"/>
                    <a:pt x="4" y="905"/>
                  </a:cubicBezTo>
                  <a:cubicBezTo>
                    <a:pt x="7" y="918"/>
                    <a:pt x="18" y="926"/>
                    <a:pt x="30" y="926"/>
                  </a:cubicBezTo>
                  <a:lnTo>
                    <a:pt x="35" y="926"/>
                  </a:lnTo>
                  <a:cubicBezTo>
                    <a:pt x="646" y="780"/>
                    <a:pt x="1210" y="475"/>
                    <a:pt x="1667" y="44"/>
                  </a:cubicBezTo>
                  <a:cubicBezTo>
                    <a:pt x="1678" y="35"/>
                    <a:pt x="1678" y="19"/>
                    <a:pt x="1668" y="8"/>
                  </a:cubicBezTo>
                  <a:cubicBezTo>
                    <a:pt x="1663" y="3"/>
                    <a:pt x="1655" y="0"/>
                    <a:pt x="164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1" name="Google Shape;8861;p30"/>
            <p:cNvSpPr/>
            <p:nvPr/>
          </p:nvSpPr>
          <p:spPr>
            <a:xfrm>
              <a:off x="5720950" y="3881775"/>
              <a:ext cx="33650" cy="23275"/>
            </a:xfrm>
            <a:custGeom>
              <a:avLst/>
              <a:gdLst/>
              <a:ahLst/>
              <a:cxnLst/>
              <a:rect l="l" t="t" r="r" b="b"/>
              <a:pathLst>
                <a:path w="1346" h="931" extrusionOk="0">
                  <a:moveTo>
                    <a:pt x="30" y="0"/>
                  </a:moveTo>
                  <a:cubicBezTo>
                    <a:pt x="22" y="0"/>
                    <a:pt x="14" y="4"/>
                    <a:pt x="9" y="12"/>
                  </a:cubicBezTo>
                  <a:cubicBezTo>
                    <a:pt x="1" y="24"/>
                    <a:pt x="3" y="40"/>
                    <a:pt x="15" y="48"/>
                  </a:cubicBezTo>
                  <a:lnTo>
                    <a:pt x="1302" y="926"/>
                  </a:lnTo>
                  <a:cubicBezTo>
                    <a:pt x="1306" y="929"/>
                    <a:pt x="1311" y="930"/>
                    <a:pt x="1316" y="930"/>
                  </a:cubicBezTo>
                  <a:cubicBezTo>
                    <a:pt x="1324" y="930"/>
                    <a:pt x="1333" y="926"/>
                    <a:pt x="1338" y="920"/>
                  </a:cubicBezTo>
                  <a:cubicBezTo>
                    <a:pt x="1346" y="908"/>
                    <a:pt x="1342" y="891"/>
                    <a:pt x="1331" y="883"/>
                  </a:cubicBezTo>
                  <a:lnTo>
                    <a:pt x="44" y="5"/>
                  </a:lnTo>
                  <a:cubicBezTo>
                    <a:pt x="40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2" name="Google Shape;8862;p30"/>
            <p:cNvSpPr/>
            <p:nvPr/>
          </p:nvSpPr>
          <p:spPr>
            <a:xfrm>
              <a:off x="5805900" y="3891875"/>
              <a:ext cx="20475" cy="16600"/>
            </a:xfrm>
            <a:custGeom>
              <a:avLst/>
              <a:gdLst/>
              <a:ahLst/>
              <a:cxnLst/>
              <a:rect l="l" t="t" r="r" b="b"/>
              <a:pathLst>
                <a:path w="819" h="664" extrusionOk="0">
                  <a:moveTo>
                    <a:pt x="30" y="0"/>
                  </a:moveTo>
                  <a:cubicBezTo>
                    <a:pt x="22" y="0"/>
                    <a:pt x="13" y="5"/>
                    <a:pt x="9" y="12"/>
                  </a:cubicBezTo>
                  <a:cubicBezTo>
                    <a:pt x="1" y="25"/>
                    <a:pt x="4" y="41"/>
                    <a:pt x="16" y="47"/>
                  </a:cubicBezTo>
                  <a:cubicBezTo>
                    <a:pt x="287" y="225"/>
                    <a:pt x="542" y="430"/>
                    <a:pt x="772" y="656"/>
                  </a:cubicBezTo>
                  <a:cubicBezTo>
                    <a:pt x="777" y="661"/>
                    <a:pt x="784" y="664"/>
                    <a:pt x="791" y="664"/>
                  </a:cubicBezTo>
                  <a:cubicBezTo>
                    <a:pt x="797" y="664"/>
                    <a:pt x="804" y="661"/>
                    <a:pt x="809" y="656"/>
                  </a:cubicBezTo>
                  <a:cubicBezTo>
                    <a:pt x="819" y="646"/>
                    <a:pt x="819" y="629"/>
                    <a:pt x="808" y="619"/>
                  </a:cubicBezTo>
                  <a:cubicBezTo>
                    <a:pt x="575" y="391"/>
                    <a:pt x="318" y="183"/>
                    <a:pt x="44" y="4"/>
                  </a:cubicBezTo>
                  <a:cubicBezTo>
                    <a:pt x="40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3" name="Google Shape;8863;p30"/>
            <p:cNvSpPr/>
            <p:nvPr/>
          </p:nvSpPr>
          <p:spPr>
            <a:xfrm>
              <a:off x="5794300" y="3884200"/>
              <a:ext cx="7275" cy="4875"/>
            </a:xfrm>
            <a:custGeom>
              <a:avLst/>
              <a:gdLst/>
              <a:ahLst/>
              <a:cxnLst/>
              <a:rect l="l" t="t" r="r" b="b"/>
              <a:pathLst>
                <a:path w="291" h="195" extrusionOk="0">
                  <a:moveTo>
                    <a:pt x="30" y="0"/>
                  </a:moveTo>
                  <a:cubicBezTo>
                    <a:pt x="21" y="0"/>
                    <a:pt x="13" y="5"/>
                    <a:pt x="9" y="13"/>
                  </a:cubicBezTo>
                  <a:cubicBezTo>
                    <a:pt x="1" y="25"/>
                    <a:pt x="5" y="41"/>
                    <a:pt x="17" y="48"/>
                  </a:cubicBezTo>
                  <a:lnTo>
                    <a:pt x="246" y="190"/>
                  </a:lnTo>
                  <a:cubicBezTo>
                    <a:pt x="251" y="193"/>
                    <a:pt x="255" y="194"/>
                    <a:pt x="260" y="194"/>
                  </a:cubicBezTo>
                  <a:lnTo>
                    <a:pt x="260" y="194"/>
                  </a:lnTo>
                  <a:cubicBezTo>
                    <a:pt x="269" y="194"/>
                    <a:pt x="277" y="190"/>
                    <a:pt x="282" y="182"/>
                  </a:cubicBezTo>
                  <a:cubicBezTo>
                    <a:pt x="290" y="170"/>
                    <a:pt x="286" y="154"/>
                    <a:pt x="274" y="147"/>
                  </a:cubicBezTo>
                  <a:lnTo>
                    <a:pt x="44" y="5"/>
                  </a:lnTo>
                  <a:cubicBezTo>
                    <a:pt x="40" y="2"/>
                    <a:pt x="35" y="0"/>
                    <a:pt x="30" y="0"/>
                  </a:cubicBezTo>
                  <a:close/>
                  <a:moveTo>
                    <a:pt x="260" y="194"/>
                  </a:moveTo>
                  <a:lnTo>
                    <a:pt x="260" y="194"/>
                  </a:lnTo>
                  <a:cubicBezTo>
                    <a:pt x="260" y="194"/>
                    <a:pt x="259" y="194"/>
                    <a:pt x="259" y="194"/>
                  </a:cubicBezTo>
                  <a:lnTo>
                    <a:pt x="260" y="194"/>
                  </a:lnTo>
                  <a:cubicBezTo>
                    <a:pt x="260" y="194"/>
                    <a:pt x="260" y="194"/>
                    <a:pt x="260" y="194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4" name="Google Shape;8864;p30"/>
            <p:cNvSpPr/>
            <p:nvPr/>
          </p:nvSpPr>
          <p:spPr>
            <a:xfrm>
              <a:off x="5732125" y="3897450"/>
              <a:ext cx="8800" cy="7025"/>
            </a:xfrm>
            <a:custGeom>
              <a:avLst/>
              <a:gdLst/>
              <a:ahLst/>
              <a:cxnLst/>
              <a:rect l="l" t="t" r="r" b="b"/>
              <a:pathLst>
                <a:path w="352" h="281" extrusionOk="0">
                  <a:moveTo>
                    <a:pt x="31" y="0"/>
                  </a:moveTo>
                  <a:cubicBezTo>
                    <a:pt x="23" y="0"/>
                    <a:pt x="15" y="4"/>
                    <a:pt x="10" y="10"/>
                  </a:cubicBezTo>
                  <a:cubicBezTo>
                    <a:pt x="0" y="22"/>
                    <a:pt x="3" y="38"/>
                    <a:pt x="14" y="46"/>
                  </a:cubicBezTo>
                  <a:lnTo>
                    <a:pt x="306" y="275"/>
                  </a:lnTo>
                  <a:cubicBezTo>
                    <a:pt x="310" y="279"/>
                    <a:pt x="316" y="281"/>
                    <a:pt x="322" y="281"/>
                  </a:cubicBezTo>
                  <a:cubicBezTo>
                    <a:pt x="330" y="281"/>
                    <a:pt x="337" y="278"/>
                    <a:pt x="342" y="271"/>
                  </a:cubicBezTo>
                  <a:cubicBezTo>
                    <a:pt x="351" y="260"/>
                    <a:pt x="349" y="244"/>
                    <a:pt x="338" y="235"/>
                  </a:cubicBezTo>
                  <a:lnTo>
                    <a:pt x="46" y="6"/>
                  </a:lnTo>
                  <a:cubicBezTo>
                    <a:pt x="42" y="2"/>
                    <a:pt x="3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5" name="Google Shape;8865;p30"/>
            <p:cNvSpPr/>
            <p:nvPr/>
          </p:nvSpPr>
          <p:spPr>
            <a:xfrm>
              <a:off x="5726025" y="3892525"/>
              <a:ext cx="3350" cy="2875"/>
            </a:xfrm>
            <a:custGeom>
              <a:avLst/>
              <a:gdLst/>
              <a:ahLst/>
              <a:cxnLst/>
              <a:rect l="l" t="t" r="r" b="b"/>
              <a:pathLst>
                <a:path w="134" h="115" extrusionOk="0">
                  <a:moveTo>
                    <a:pt x="30" y="0"/>
                  </a:moveTo>
                  <a:cubicBezTo>
                    <a:pt x="23" y="0"/>
                    <a:pt x="15" y="3"/>
                    <a:pt x="10" y="9"/>
                  </a:cubicBezTo>
                  <a:cubicBezTo>
                    <a:pt x="1" y="20"/>
                    <a:pt x="2" y="38"/>
                    <a:pt x="13" y="46"/>
                  </a:cubicBezTo>
                  <a:lnTo>
                    <a:pt x="87" y="109"/>
                  </a:lnTo>
                  <a:cubicBezTo>
                    <a:pt x="92" y="113"/>
                    <a:pt x="98" y="114"/>
                    <a:pt x="104" y="114"/>
                  </a:cubicBezTo>
                  <a:cubicBezTo>
                    <a:pt x="112" y="114"/>
                    <a:pt x="119" y="112"/>
                    <a:pt x="125" y="105"/>
                  </a:cubicBezTo>
                  <a:cubicBezTo>
                    <a:pt x="134" y="94"/>
                    <a:pt x="133" y="78"/>
                    <a:pt x="121" y="69"/>
                  </a:cubicBezTo>
                  <a:lnTo>
                    <a:pt x="47" y="7"/>
                  </a:ln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6" name="Google Shape;8866;p30"/>
            <p:cNvSpPr/>
            <p:nvPr/>
          </p:nvSpPr>
          <p:spPr>
            <a:xfrm>
              <a:off x="5747925" y="3917325"/>
              <a:ext cx="17275" cy="7200"/>
            </a:xfrm>
            <a:custGeom>
              <a:avLst/>
              <a:gdLst/>
              <a:ahLst/>
              <a:cxnLst/>
              <a:rect l="l" t="t" r="r" b="b"/>
              <a:pathLst>
                <a:path w="691" h="288" extrusionOk="0">
                  <a:moveTo>
                    <a:pt x="661" y="1"/>
                  </a:moveTo>
                  <a:cubicBezTo>
                    <a:pt x="657" y="1"/>
                    <a:pt x="654" y="2"/>
                    <a:pt x="650" y="3"/>
                  </a:cubicBezTo>
                  <a:cubicBezTo>
                    <a:pt x="447" y="94"/>
                    <a:pt x="236" y="173"/>
                    <a:pt x="22" y="236"/>
                  </a:cubicBezTo>
                  <a:cubicBezTo>
                    <a:pt x="9" y="240"/>
                    <a:pt x="1" y="255"/>
                    <a:pt x="5" y="269"/>
                  </a:cubicBezTo>
                  <a:cubicBezTo>
                    <a:pt x="9" y="279"/>
                    <a:pt x="19" y="287"/>
                    <a:pt x="30" y="287"/>
                  </a:cubicBezTo>
                  <a:cubicBezTo>
                    <a:pt x="33" y="287"/>
                    <a:pt x="36" y="287"/>
                    <a:pt x="37" y="286"/>
                  </a:cubicBezTo>
                  <a:cubicBezTo>
                    <a:pt x="254" y="221"/>
                    <a:pt x="466" y="142"/>
                    <a:pt x="672" y="51"/>
                  </a:cubicBezTo>
                  <a:cubicBezTo>
                    <a:pt x="684" y="44"/>
                    <a:pt x="691" y="29"/>
                    <a:pt x="684" y="16"/>
                  </a:cubicBezTo>
                  <a:cubicBezTo>
                    <a:pt x="680" y="7"/>
                    <a:pt x="670" y="1"/>
                    <a:pt x="66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7" name="Google Shape;8867;p30"/>
            <p:cNvSpPr/>
            <p:nvPr/>
          </p:nvSpPr>
          <p:spPr>
            <a:xfrm>
              <a:off x="5771575" y="3909575"/>
              <a:ext cx="8525" cy="5025"/>
            </a:xfrm>
            <a:custGeom>
              <a:avLst/>
              <a:gdLst/>
              <a:ahLst/>
              <a:cxnLst/>
              <a:rect l="l" t="t" r="r" b="b"/>
              <a:pathLst>
                <a:path w="341" h="201" extrusionOk="0">
                  <a:moveTo>
                    <a:pt x="312" y="0"/>
                  </a:moveTo>
                  <a:cubicBezTo>
                    <a:pt x="306" y="0"/>
                    <a:pt x="300" y="3"/>
                    <a:pt x="295" y="7"/>
                  </a:cubicBezTo>
                  <a:cubicBezTo>
                    <a:pt x="216" y="73"/>
                    <a:pt x="121" y="122"/>
                    <a:pt x="22" y="149"/>
                  </a:cubicBezTo>
                  <a:cubicBezTo>
                    <a:pt x="8" y="153"/>
                    <a:pt x="0" y="167"/>
                    <a:pt x="3" y="182"/>
                  </a:cubicBezTo>
                  <a:cubicBezTo>
                    <a:pt x="7" y="192"/>
                    <a:pt x="17" y="200"/>
                    <a:pt x="29" y="200"/>
                  </a:cubicBezTo>
                  <a:cubicBezTo>
                    <a:pt x="30" y="200"/>
                    <a:pt x="33" y="200"/>
                    <a:pt x="35" y="199"/>
                  </a:cubicBezTo>
                  <a:cubicBezTo>
                    <a:pt x="142" y="171"/>
                    <a:pt x="244" y="117"/>
                    <a:pt x="329" y="46"/>
                  </a:cubicBezTo>
                  <a:cubicBezTo>
                    <a:pt x="339" y="36"/>
                    <a:pt x="341" y="20"/>
                    <a:pt x="331" y="9"/>
                  </a:cubicBezTo>
                  <a:cubicBezTo>
                    <a:pt x="327" y="4"/>
                    <a:pt x="320" y="0"/>
                    <a:pt x="31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8" name="Google Shape;8868;p30"/>
            <p:cNvSpPr/>
            <p:nvPr/>
          </p:nvSpPr>
          <p:spPr>
            <a:xfrm>
              <a:off x="5815250" y="3921000"/>
              <a:ext cx="24150" cy="11700"/>
            </a:xfrm>
            <a:custGeom>
              <a:avLst/>
              <a:gdLst/>
              <a:ahLst/>
              <a:cxnLst/>
              <a:rect l="l" t="t" r="r" b="b"/>
              <a:pathLst>
                <a:path w="966" h="468" extrusionOk="0">
                  <a:moveTo>
                    <a:pt x="936" y="0"/>
                  </a:moveTo>
                  <a:cubicBezTo>
                    <a:pt x="932" y="0"/>
                    <a:pt x="928" y="1"/>
                    <a:pt x="924" y="3"/>
                  </a:cubicBezTo>
                  <a:cubicBezTo>
                    <a:pt x="632" y="155"/>
                    <a:pt x="328" y="294"/>
                    <a:pt x="21" y="416"/>
                  </a:cubicBezTo>
                  <a:cubicBezTo>
                    <a:pt x="8" y="422"/>
                    <a:pt x="1" y="436"/>
                    <a:pt x="6" y="450"/>
                  </a:cubicBezTo>
                  <a:cubicBezTo>
                    <a:pt x="10" y="461"/>
                    <a:pt x="20" y="466"/>
                    <a:pt x="31" y="466"/>
                  </a:cubicBezTo>
                  <a:lnTo>
                    <a:pt x="31" y="467"/>
                  </a:lnTo>
                  <a:cubicBezTo>
                    <a:pt x="33" y="467"/>
                    <a:pt x="36" y="466"/>
                    <a:pt x="40" y="465"/>
                  </a:cubicBezTo>
                  <a:cubicBezTo>
                    <a:pt x="348" y="342"/>
                    <a:pt x="653" y="202"/>
                    <a:pt x="948" y="49"/>
                  </a:cubicBezTo>
                  <a:cubicBezTo>
                    <a:pt x="961" y="42"/>
                    <a:pt x="966" y="27"/>
                    <a:pt x="959" y="14"/>
                  </a:cubicBezTo>
                  <a:cubicBezTo>
                    <a:pt x="954" y="5"/>
                    <a:pt x="945" y="0"/>
                    <a:pt x="93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9" name="Google Shape;8869;p30"/>
            <p:cNvSpPr/>
            <p:nvPr/>
          </p:nvSpPr>
          <p:spPr>
            <a:xfrm>
              <a:off x="5844950" y="3912875"/>
              <a:ext cx="9450" cy="6100"/>
            </a:xfrm>
            <a:custGeom>
              <a:avLst/>
              <a:gdLst/>
              <a:ahLst/>
              <a:cxnLst/>
              <a:rect l="l" t="t" r="r" b="b"/>
              <a:pathLst>
                <a:path w="378" h="244" extrusionOk="0">
                  <a:moveTo>
                    <a:pt x="347" y="1"/>
                  </a:moveTo>
                  <a:cubicBezTo>
                    <a:pt x="343" y="1"/>
                    <a:pt x="338" y="2"/>
                    <a:pt x="334" y="4"/>
                  </a:cubicBezTo>
                  <a:lnTo>
                    <a:pt x="17" y="195"/>
                  </a:lnTo>
                  <a:cubicBezTo>
                    <a:pt x="4" y="202"/>
                    <a:pt x="1" y="218"/>
                    <a:pt x="8" y="230"/>
                  </a:cubicBezTo>
                  <a:cubicBezTo>
                    <a:pt x="13" y="238"/>
                    <a:pt x="21" y="243"/>
                    <a:pt x="29" y="243"/>
                  </a:cubicBezTo>
                  <a:cubicBezTo>
                    <a:pt x="34" y="243"/>
                    <a:pt x="39" y="242"/>
                    <a:pt x="43" y="239"/>
                  </a:cubicBezTo>
                  <a:lnTo>
                    <a:pt x="361" y="48"/>
                  </a:lnTo>
                  <a:cubicBezTo>
                    <a:pt x="374" y="42"/>
                    <a:pt x="378" y="25"/>
                    <a:pt x="371" y="13"/>
                  </a:cubicBezTo>
                  <a:cubicBezTo>
                    <a:pt x="365" y="5"/>
                    <a:pt x="356" y="1"/>
                    <a:pt x="34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0" name="Google Shape;8870;p30"/>
            <p:cNvSpPr/>
            <p:nvPr/>
          </p:nvSpPr>
          <p:spPr>
            <a:xfrm>
              <a:off x="5883375" y="3893825"/>
              <a:ext cx="33450" cy="18025"/>
            </a:xfrm>
            <a:custGeom>
              <a:avLst/>
              <a:gdLst/>
              <a:ahLst/>
              <a:cxnLst/>
              <a:rect l="l" t="t" r="r" b="b"/>
              <a:pathLst>
                <a:path w="1338" h="721" extrusionOk="0">
                  <a:moveTo>
                    <a:pt x="29" y="0"/>
                  </a:moveTo>
                  <a:cubicBezTo>
                    <a:pt x="19" y="0"/>
                    <a:pt x="8" y="7"/>
                    <a:pt x="4" y="18"/>
                  </a:cubicBezTo>
                  <a:cubicBezTo>
                    <a:pt x="0" y="31"/>
                    <a:pt x="7" y="46"/>
                    <a:pt x="20" y="50"/>
                  </a:cubicBezTo>
                  <a:cubicBezTo>
                    <a:pt x="475" y="208"/>
                    <a:pt x="904" y="432"/>
                    <a:pt x="1293" y="715"/>
                  </a:cubicBezTo>
                  <a:cubicBezTo>
                    <a:pt x="1297" y="719"/>
                    <a:pt x="1302" y="720"/>
                    <a:pt x="1308" y="720"/>
                  </a:cubicBezTo>
                  <a:cubicBezTo>
                    <a:pt x="1316" y="720"/>
                    <a:pt x="1324" y="716"/>
                    <a:pt x="1329" y="709"/>
                  </a:cubicBezTo>
                  <a:cubicBezTo>
                    <a:pt x="1337" y="699"/>
                    <a:pt x="1335" y="682"/>
                    <a:pt x="1324" y="673"/>
                  </a:cubicBezTo>
                  <a:cubicBezTo>
                    <a:pt x="930" y="387"/>
                    <a:pt x="498" y="160"/>
                    <a:pt x="38" y="2"/>
                  </a:cubicBezTo>
                  <a:cubicBezTo>
                    <a:pt x="35" y="1"/>
                    <a:pt x="3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1" name="Google Shape;8871;p30"/>
            <p:cNvSpPr/>
            <p:nvPr/>
          </p:nvSpPr>
          <p:spPr>
            <a:xfrm>
              <a:off x="5870150" y="3887275"/>
              <a:ext cx="8925" cy="4625"/>
            </a:xfrm>
            <a:custGeom>
              <a:avLst/>
              <a:gdLst/>
              <a:ahLst/>
              <a:cxnLst/>
              <a:rect l="l" t="t" r="r" b="b"/>
              <a:pathLst>
                <a:path w="357" h="185" extrusionOk="0">
                  <a:moveTo>
                    <a:pt x="30" y="1"/>
                  </a:moveTo>
                  <a:cubicBezTo>
                    <a:pt x="20" y="1"/>
                    <a:pt x="11" y="6"/>
                    <a:pt x="6" y="16"/>
                  </a:cubicBezTo>
                  <a:cubicBezTo>
                    <a:pt x="0" y="30"/>
                    <a:pt x="6" y="44"/>
                    <a:pt x="19" y="51"/>
                  </a:cubicBezTo>
                  <a:lnTo>
                    <a:pt x="317" y="183"/>
                  </a:lnTo>
                  <a:cubicBezTo>
                    <a:pt x="321" y="184"/>
                    <a:pt x="323" y="184"/>
                    <a:pt x="327" y="184"/>
                  </a:cubicBezTo>
                  <a:cubicBezTo>
                    <a:pt x="337" y="184"/>
                    <a:pt x="346" y="179"/>
                    <a:pt x="352" y="170"/>
                  </a:cubicBezTo>
                  <a:cubicBezTo>
                    <a:pt x="357" y="156"/>
                    <a:pt x="352" y="141"/>
                    <a:pt x="338" y="135"/>
                  </a:cubicBezTo>
                  <a:lnTo>
                    <a:pt x="41" y="3"/>
                  </a:lnTo>
                  <a:cubicBezTo>
                    <a:pt x="37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2" name="Google Shape;8872;p30"/>
            <p:cNvSpPr/>
            <p:nvPr/>
          </p:nvSpPr>
          <p:spPr>
            <a:xfrm>
              <a:off x="5850650" y="3885650"/>
              <a:ext cx="42525" cy="24375"/>
            </a:xfrm>
            <a:custGeom>
              <a:avLst/>
              <a:gdLst/>
              <a:ahLst/>
              <a:cxnLst/>
              <a:rect l="l" t="t" r="r" b="b"/>
              <a:pathLst>
                <a:path w="1701" h="975" extrusionOk="0">
                  <a:moveTo>
                    <a:pt x="30" y="1"/>
                  </a:moveTo>
                  <a:cubicBezTo>
                    <a:pt x="20" y="1"/>
                    <a:pt x="11" y="7"/>
                    <a:pt x="7" y="17"/>
                  </a:cubicBezTo>
                  <a:cubicBezTo>
                    <a:pt x="0" y="30"/>
                    <a:pt x="7" y="45"/>
                    <a:pt x="20" y="50"/>
                  </a:cubicBezTo>
                  <a:cubicBezTo>
                    <a:pt x="599" y="291"/>
                    <a:pt x="1149" y="599"/>
                    <a:pt x="1655" y="969"/>
                  </a:cubicBezTo>
                  <a:cubicBezTo>
                    <a:pt x="1660" y="972"/>
                    <a:pt x="1666" y="975"/>
                    <a:pt x="1671" y="975"/>
                  </a:cubicBezTo>
                  <a:lnTo>
                    <a:pt x="1671" y="973"/>
                  </a:lnTo>
                  <a:cubicBezTo>
                    <a:pt x="1679" y="973"/>
                    <a:pt x="1687" y="970"/>
                    <a:pt x="1691" y="964"/>
                  </a:cubicBezTo>
                  <a:cubicBezTo>
                    <a:pt x="1701" y="952"/>
                    <a:pt x="1698" y="935"/>
                    <a:pt x="1686" y="927"/>
                  </a:cubicBezTo>
                  <a:cubicBezTo>
                    <a:pt x="1176" y="555"/>
                    <a:pt x="623" y="244"/>
                    <a:pt x="41" y="3"/>
                  </a:cubicBezTo>
                  <a:cubicBezTo>
                    <a:pt x="37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3" name="Google Shape;8873;p30"/>
            <p:cNvSpPr/>
            <p:nvPr/>
          </p:nvSpPr>
          <p:spPr>
            <a:xfrm>
              <a:off x="5842750" y="3881500"/>
              <a:ext cx="5725" cy="3375"/>
            </a:xfrm>
            <a:custGeom>
              <a:avLst/>
              <a:gdLst/>
              <a:ahLst/>
              <a:cxnLst/>
              <a:rect l="l" t="t" r="r" b="b"/>
              <a:pathLst>
                <a:path w="229" h="135" extrusionOk="0">
                  <a:moveTo>
                    <a:pt x="29" y="1"/>
                  </a:moveTo>
                  <a:cubicBezTo>
                    <a:pt x="20" y="1"/>
                    <a:pt x="11" y="6"/>
                    <a:pt x="7" y="16"/>
                  </a:cubicBezTo>
                  <a:cubicBezTo>
                    <a:pt x="0" y="28"/>
                    <a:pt x="5" y="44"/>
                    <a:pt x="18" y="49"/>
                  </a:cubicBezTo>
                  <a:lnTo>
                    <a:pt x="187" y="132"/>
                  </a:lnTo>
                  <a:cubicBezTo>
                    <a:pt x="191" y="134"/>
                    <a:pt x="195" y="134"/>
                    <a:pt x="199" y="134"/>
                  </a:cubicBezTo>
                  <a:cubicBezTo>
                    <a:pt x="209" y="134"/>
                    <a:pt x="218" y="129"/>
                    <a:pt x="222" y="121"/>
                  </a:cubicBezTo>
                  <a:cubicBezTo>
                    <a:pt x="229" y="107"/>
                    <a:pt x="223" y="91"/>
                    <a:pt x="210" y="86"/>
                  </a:cubicBezTo>
                  <a:lnTo>
                    <a:pt x="40" y="4"/>
                  </a:lnTo>
                  <a:cubicBezTo>
                    <a:pt x="37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4" name="Google Shape;8874;p30"/>
            <p:cNvSpPr/>
            <p:nvPr/>
          </p:nvSpPr>
          <p:spPr>
            <a:xfrm>
              <a:off x="5867725" y="3921225"/>
              <a:ext cx="13000" cy="9250"/>
            </a:xfrm>
            <a:custGeom>
              <a:avLst/>
              <a:gdLst/>
              <a:ahLst/>
              <a:cxnLst/>
              <a:rect l="l" t="t" r="r" b="b"/>
              <a:pathLst>
                <a:path w="520" h="370" extrusionOk="0">
                  <a:moveTo>
                    <a:pt x="491" y="0"/>
                  </a:moveTo>
                  <a:cubicBezTo>
                    <a:pt x="485" y="0"/>
                    <a:pt x="480" y="2"/>
                    <a:pt x="476" y="5"/>
                  </a:cubicBezTo>
                  <a:lnTo>
                    <a:pt x="15" y="322"/>
                  </a:lnTo>
                  <a:cubicBezTo>
                    <a:pt x="3" y="330"/>
                    <a:pt x="1" y="347"/>
                    <a:pt x="9" y="359"/>
                  </a:cubicBezTo>
                  <a:cubicBezTo>
                    <a:pt x="14" y="365"/>
                    <a:pt x="22" y="369"/>
                    <a:pt x="30" y="369"/>
                  </a:cubicBezTo>
                  <a:cubicBezTo>
                    <a:pt x="36" y="369"/>
                    <a:pt x="41" y="368"/>
                    <a:pt x="45" y="365"/>
                  </a:cubicBezTo>
                  <a:lnTo>
                    <a:pt x="505" y="48"/>
                  </a:lnTo>
                  <a:cubicBezTo>
                    <a:pt x="517" y="40"/>
                    <a:pt x="520" y="24"/>
                    <a:pt x="512" y="12"/>
                  </a:cubicBezTo>
                  <a:cubicBezTo>
                    <a:pt x="507" y="4"/>
                    <a:pt x="499" y="0"/>
                    <a:pt x="49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5" name="Google Shape;8875;p30"/>
            <p:cNvSpPr/>
            <p:nvPr/>
          </p:nvSpPr>
          <p:spPr>
            <a:xfrm>
              <a:off x="5744100" y="3878200"/>
              <a:ext cx="28375" cy="17975"/>
            </a:xfrm>
            <a:custGeom>
              <a:avLst/>
              <a:gdLst/>
              <a:ahLst/>
              <a:cxnLst/>
              <a:rect l="l" t="t" r="r" b="b"/>
              <a:pathLst>
                <a:path w="1135" h="719" extrusionOk="0">
                  <a:moveTo>
                    <a:pt x="30" y="1"/>
                  </a:moveTo>
                  <a:cubicBezTo>
                    <a:pt x="21" y="1"/>
                    <a:pt x="12" y="6"/>
                    <a:pt x="7" y="15"/>
                  </a:cubicBezTo>
                  <a:cubicBezTo>
                    <a:pt x="0" y="28"/>
                    <a:pt x="4" y="43"/>
                    <a:pt x="18" y="50"/>
                  </a:cubicBezTo>
                  <a:cubicBezTo>
                    <a:pt x="386" y="249"/>
                    <a:pt x="747" y="471"/>
                    <a:pt x="1090" y="713"/>
                  </a:cubicBezTo>
                  <a:cubicBezTo>
                    <a:pt x="1094" y="717"/>
                    <a:pt x="1099" y="718"/>
                    <a:pt x="1105" y="718"/>
                  </a:cubicBezTo>
                  <a:cubicBezTo>
                    <a:pt x="1113" y="718"/>
                    <a:pt x="1121" y="714"/>
                    <a:pt x="1126" y="707"/>
                  </a:cubicBezTo>
                  <a:cubicBezTo>
                    <a:pt x="1134" y="695"/>
                    <a:pt x="1132" y="679"/>
                    <a:pt x="1120" y="671"/>
                  </a:cubicBezTo>
                  <a:cubicBezTo>
                    <a:pt x="775" y="428"/>
                    <a:pt x="412" y="203"/>
                    <a:pt x="42" y="4"/>
                  </a:cubicBezTo>
                  <a:cubicBezTo>
                    <a:pt x="38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6" name="Google Shape;8876;p30"/>
            <p:cNvSpPr/>
            <p:nvPr/>
          </p:nvSpPr>
          <p:spPr>
            <a:xfrm>
              <a:off x="5755000" y="3874900"/>
              <a:ext cx="16900" cy="11050"/>
            </a:xfrm>
            <a:custGeom>
              <a:avLst/>
              <a:gdLst/>
              <a:ahLst/>
              <a:cxnLst/>
              <a:rect l="l" t="t" r="r" b="b"/>
              <a:pathLst>
                <a:path w="676" h="442" extrusionOk="0">
                  <a:moveTo>
                    <a:pt x="29" y="0"/>
                  </a:moveTo>
                  <a:cubicBezTo>
                    <a:pt x="21" y="0"/>
                    <a:pt x="13" y="4"/>
                    <a:pt x="8" y="12"/>
                  </a:cubicBezTo>
                  <a:cubicBezTo>
                    <a:pt x="0" y="24"/>
                    <a:pt x="4" y="40"/>
                    <a:pt x="16" y="48"/>
                  </a:cubicBezTo>
                  <a:lnTo>
                    <a:pt x="632" y="437"/>
                  </a:lnTo>
                  <a:cubicBezTo>
                    <a:pt x="636" y="440"/>
                    <a:pt x="642" y="441"/>
                    <a:pt x="646" y="441"/>
                  </a:cubicBezTo>
                  <a:cubicBezTo>
                    <a:pt x="655" y="441"/>
                    <a:pt x="663" y="437"/>
                    <a:pt x="669" y="429"/>
                  </a:cubicBezTo>
                  <a:cubicBezTo>
                    <a:pt x="675" y="417"/>
                    <a:pt x="673" y="402"/>
                    <a:pt x="661" y="394"/>
                  </a:cubicBezTo>
                  <a:lnTo>
                    <a:pt x="43" y="4"/>
                  </a:lnTo>
                  <a:cubicBezTo>
                    <a:pt x="39" y="2"/>
                    <a:pt x="34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7" name="Google Shape;8877;p30"/>
            <p:cNvSpPr/>
            <p:nvPr/>
          </p:nvSpPr>
          <p:spPr>
            <a:xfrm>
              <a:off x="5835975" y="3952275"/>
              <a:ext cx="218900" cy="48025"/>
            </a:xfrm>
            <a:custGeom>
              <a:avLst/>
              <a:gdLst/>
              <a:ahLst/>
              <a:cxnLst/>
              <a:rect l="l" t="t" r="r" b="b"/>
              <a:pathLst>
                <a:path w="8756" h="1921" extrusionOk="0">
                  <a:moveTo>
                    <a:pt x="4144" y="1"/>
                  </a:moveTo>
                  <a:cubicBezTo>
                    <a:pt x="2701" y="1"/>
                    <a:pt x="1251" y="323"/>
                    <a:pt x="1" y="938"/>
                  </a:cubicBezTo>
                  <a:cubicBezTo>
                    <a:pt x="1534" y="1591"/>
                    <a:pt x="3200" y="1920"/>
                    <a:pt x="4867" y="1920"/>
                  </a:cubicBezTo>
                  <a:cubicBezTo>
                    <a:pt x="6186" y="1920"/>
                    <a:pt x="7504" y="1714"/>
                    <a:pt x="8756" y="1299"/>
                  </a:cubicBezTo>
                  <a:cubicBezTo>
                    <a:pt x="7430" y="420"/>
                    <a:pt x="5791" y="1"/>
                    <a:pt x="4144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8" name="Google Shape;8878;p30"/>
            <p:cNvSpPr/>
            <p:nvPr/>
          </p:nvSpPr>
          <p:spPr>
            <a:xfrm>
              <a:off x="5834675" y="3951125"/>
              <a:ext cx="221550" cy="50425"/>
            </a:xfrm>
            <a:custGeom>
              <a:avLst/>
              <a:gdLst/>
              <a:ahLst/>
              <a:cxnLst/>
              <a:rect l="l" t="t" r="r" b="b"/>
              <a:pathLst>
                <a:path w="8862" h="2017" extrusionOk="0">
                  <a:moveTo>
                    <a:pt x="4175" y="104"/>
                  </a:moveTo>
                  <a:cubicBezTo>
                    <a:pt x="5812" y="104"/>
                    <a:pt x="7417" y="517"/>
                    <a:pt x="8688" y="1330"/>
                  </a:cubicBezTo>
                  <a:cubicBezTo>
                    <a:pt x="7477" y="1719"/>
                    <a:pt x="6200" y="1912"/>
                    <a:pt x="4923" y="1912"/>
                  </a:cubicBezTo>
                  <a:cubicBezTo>
                    <a:pt x="3298" y="1912"/>
                    <a:pt x="1673" y="1600"/>
                    <a:pt x="178" y="980"/>
                  </a:cubicBezTo>
                  <a:cubicBezTo>
                    <a:pt x="1413" y="393"/>
                    <a:pt x="2805" y="104"/>
                    <a:pt x="4175" y="104"/>
                  </a:cubicBezTo>
                  <a:close/>
                  <a:moveTo>
                    <a:pt x="4177" y="0"/>
                  </a:moveTo>
                  <a:cubicBezTo>
                    <a:pt x="2752" y="0"/>
                    <a:pt x="1304" y="310"/>
                    <a:pt x="30" y="937"/>
                  </a:cubicBezTo>
                  <a:cubicBezTo>
                    <a:pt x="11" y="947"/>
                    <a:pt x="0" y="965"/>
                    <a:pt x="0" y="986"/>
                  </a:cubicBezTo>
                  <a:cubicBezTo>
                    <a:pt x="2" y="1006"/>
                    <a:pt x="14" y="1023"/>
                    <a:pt x="32" y="1031"/>
                  </a:cubicBezTo>
                  <a:cubicBezTo>
                    <a:pt x="1569" y="1685"/>
                    <a:pt x="3246" y="2016"/>
                    <a:pt x="4923" y="2016"/>
                  </a:cubicBezTo>
                  <a:cubicBezTo>
                    <a:pt x="6248" y="2016"/>
                    <a:pt x="7572" y="1810"/>
                    <a:pt x="8824" y="1395"/>
                  </a:cubicBezTo>
                  <a:cubicBezTo>
                    <a:pt x="8843" y="1388"/>
                    <a:pt x="8856" y="1372"/>
                    <a:pt x="8859" y="1353"/>
                  </a:cubicBezTo>
                  <a:cubicBezTo>
                    <a:pt x="8862" y="1333"/>
                    <a:pt x="8852" y="1314"/>
                    <a:pt x="8836" y="1302"/>
                  </a:cubicBezTo>
                  <a:cubicBezTo>
                    <a:pt x="7535" y="439"/>
                    <a:pt x="5872" y="0"/>
                    <a:pt x="417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9" name="Google Shape;8879;p30"/>
            <p:cNvSpPr/>
            <p:nvPr/>
          </p:nvSpPr>
          <p:spPr>
            <a:xfrm>
              <a:off x="5835300" y="3975050"/>
              <a:ext cx="220250" cy="10375"/>
            </a:xfrm>
            <a:custGeom>
              <a:avLst/>
              <a:gdLst/>
              <a:ahLst/>
              <a:cxnLst/>
              <a:rect l="l" t="t" r="r" b="b"/>
              <a:pathLst>
                <a:path w="8810" h="415" extrusionOk="0">
                  <a:moveTo>
                    <a:pt x="29" y="0"/>
                  </a:moveTo>
                  <a:cubicBezTo>
                    <a:pt x="14" y="2"/>
                    <a:pt x="2" y="11"/>
                    <a:pt x="1" y="26"/>
                  </a:cubicBezTo>
                  <a:cubicBezTo>
                    <a:pt x="1" y="39"/>
                    <a:pt x="12" y="51"/>
                    <a:pt x="25" y="53"/>
                  </a:cubicBezTo>
                  <a:cubicBezTo>
                    <a:pt x="1455" y="135"/>
                    <a:pt x="2955" y="185"/>
                    <a:pt x="4404" y="233"/>
                  </a:cubicBezTo>
                  <a:cubicBezTo>
                    <a:pt x="5853" y="283"/>
                    <a:pt x="7352" y="333"/>
                    <a:pt x="8782" y="415"/>
                  </a:cubicBezTo>
                  <a:lnTo>
                    <a:pt x="8783" y="415"/>
                  </a:lnTo>
                  <a:cubicBezTo>
                    <a:pt x="8796" y="415"/>
                    <a:pt x="8809" y="404"/>
                    <a:pt x="8809" y="389"/>
                  </a:cubicBezTo>
                  <a:cubicBezTo>
                    <a:pt x="8810" y="376"/>
                    <a:pt x="8799" y="364"/>
                    <a:pt x="8784" y="362"/>
                  </a:cubicBezTo>
                  <a:cubicBezTo>
                    <a:pt x="7354" y="282"/>
                    <a:pt x="5856" y="230"/>
                    <a:pt x="4405" y="182"/>
                  </a:cubicBezTo>
                  <a:cubicBezTo>
                    <a:pt x="2956" y="134"/>
                    <a:pt x="1458" y="82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0" name="Google Shape;8880;p30"/>
            <p:cNvSpPr/>
            <p:nvPr/>
          </p:nvSpPr>
          <p:spPr>
            <a:xfrm>
              <a:off x="5907775" y="3979400"/>
              <a:ext cx="32700" cy="16825"/>
            </a:xfrm>
            <a:custGeom>
              <a:avLst/>
              <a:gdLst/>
              <a:ahLst/>
              <a:cxnLst/>
              <a:rect l="l" t="t" r="r" b="b"/>
              <a:pathLst>
                <a:path w="1308" h="673" extrusionOk="0">
                  <a:moveTo>
                    <a:pt x="1278" y="0"/>
                  </a:moveTo>
                  <a:cubicBezTo>
                    <a:pt x="1272" y="0"/>
                    <a:pt x="1267" y="2"/>
                    <a:pt x="1261" y="5"/>
                  </a:cubicBezTo>
                  <a:cubicBezTo>
                    <a:pt x="874" y="308"/>
                    <a:pt x="481" y="503"/>
                    <a:pt x="22" y="621"/>
                  </a:cubicBezTo>
                  <a:cubicBezTo>
                    <a:pt x="9" y="625"/>
                    <a:pt x="1" y="639"/>
                    <a:pt x="4" y="654"/>
                  </a:cubicBezTo>
                  <a:cubicBezTo>
                    <a:pt x="8" y="664"/>
                    <a:pt x="17" y="673"/>
                    <a:pt x="29" y="673"/>
                  </a:cubicBezTo>
                  <a:lnTo>
                    <a:pt x="36" y="673"/>
                  </a:lnTo>
                  <a:cubicBezTo>
                    <a:pt x="500" y="551"/>
                    <a:pt x="901" y="352"/>
                    <a:pt x="1294" y="47"/>
                  </a:cubicBezTo>
                  <a:cubicBezTo>
                    <a:pt x="1305" y="38"/>
                    <a:pt x="1307" y="21"/>
                    <a:pt x="1298" y="11"/>
                  </a:cubicBezTo>
                  <a:cubicBezTo>
                    <a:pt x="1293" y="4"/>
                    <a:pt x="1286" y="0"/>
                    <a:pt x="127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1" name="Google Shape;8881;p30"/>
            <p:cNvSpPr/>
            <p:nvPr/>
          </p:nvSpPr>
          <p:spPr>
            <a:xfrm>
              <a:off x="5921650" y="3952225"/>
              <a:ext cx="44450" cy="28700"/>
            </a:xfrm>
            <a:custGeom>
              <a:avLst/>
              <a:gdLst/>
              <a:ahLst/>
              <a:cxnLst/>
              <a:rect l="l" t="t" r="r" b="b"/>
              <a:pathLst>
                <a:path w="1778" h="1148" extrusionOk="0">
                  <a:moveTo>
                    <a:pt x="30" y="1"/>
                  </a:moveTo>
                  <a:cubicBezTo>
                    <a:pt x="19" y="1"/>
                    <a:pt x="10" y="7"/>
                    <a:pt x="6" y="17"/>
                  </a:cubicBezTo>
                  <a:cubicBezTo>
                    <a:pt x="0" y="31"/>
                    <a:pt x="7" y="46"/>
                    <a:pt x="20" y="51"/>
                  </a:cubicBezTo>
                  <a:cubicBezTo>
                    <a:pt x="697" y="316"/>
                    <a:pt x="1257" y="673"/>
                    <a:pt x="1732" y="1139"/>
                  </a:cubicBezTo>
                  <a:cubicBezTo>
                    <a:pt x="1736" y="1145"/>
                    <a:pt x="1742" y="1147"/>
                    <a:pt x="1749" y="1147"/>
                  </a:cubicBezTo>
                  <a:cubicBezTo>
                    <a:pt x="1756" y="1147"/>
                    <a:pt x="1763" y="1145"/>
                    <a:pt x="1768" y="1139"/>
                  </a:cubicBezTo>
                  <a:cubicBezTo>
                    <a:pt x="1777" y="1130"/>
                    <a:pt x="1777" y="1112"/>
                    <a:pt x="1768" y="1103"/>
                  </a:cubicBezTo>
                  <a:cubicBezTo>
                    <a:pt x="1288" y="631"/>
                    <a:pt x="723" y="270"/>
                    <a:pt x="39" y="3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2" name="Google Shape;8882;p30"/>
            <p:cNvSpPr/>
            <p:nvPr/>
          </p:nvSpPr>
          <p:spPr>
            <a:xfrm>
              <a:off x="5966075" y="3982200"/>
              <a:ext cx="33050" cy="18375"/>
            </a:xfrm>
            <a:custGeom>
              <a:avLst/>
              <a:gdLst/>
              <a:ahLst/>
              <a:cxnLst/>
              <a:rect l="l" t="t" r="r" b="b"/>
              <a:pathLst>
                <a:path w="1322" h="735" extrusionOk="0">
                  <a:moveTo>
                    <a:pt x="1292" y="0"/>
                  </a:moveTo>
                  <a:cubicBezTo>
                    <a:pt x="1286" y="0"/>
                    <a:pt x="1279" y="3"/>
                    <a:pt x="1274" y="8"/>
                  </a:cubicBezTo>
                  <a:cubicBezTo>
                    <a:pt x="925" y="337"/>
                    <a:pt x="491" y="571"/>
                    <a:pt x="23" y="682"/>
                  </a:cubicBezTo>
                  <a:cubicBezTo>
                    <a:pt x="8" y="686"/>
                    <a:pt x="0" y="699"/>
                    <a:pt x="4" y="714"/>
                  </a:cubicBezTo>
                  <a:cubicBezTo>
                    <a:pt x="7" y="726"/>
                    <a:pt x="18" y="734"/>
                    <a:pt x="29" y="734"/>
                  </a:cubicBezTo>
                  <a:lnTo>
                    <a:pt x="29" y="733"/>
                  </a:lnTo>
                  <a:lnTo>
                    <a:pt x="35" y="733"/>
                  </a:lnTo>
                  <a:cubicBezTo>
                    <a:pt x="512" y="618"/>
                    <a:pt x="953" y="382"/>
                    <a:pt x="1311" y="45"/>
                  </a:cubicBezTo>
                  <a:cubicBezTo>
                    <a:pt x="1320" y="35"/>
                    <a:pt x="1321" y="18"/>
                    <a:pt x="1311" y="9"/>
                  </a:cubicBezTo>
                  <a:cubicBezTo>
                    <a:pt x="1306" y="3"/>
                    <a:pt x="1299" y="0"/>
                    <a:pt x="129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3" name="Google Shape;8883;p30"/>
            <p:cNvSpPr/>
            <p:nvPr/>
          </p:nvSpPr>
          <p:spPr>
            <a:xfrm>
              <a:off x="5874250" y="3960350"/>
              <a:ext cx="26575" cy="18450"/>
            </a:xfrm>
            <a:custGeom>
              <a:avLst/>
              <a:gdLst/>
              <a:ahLst/>
              <a:cxnLst/>
              <a:rect l="l" t="t" r="r" b="b"/>
              <a:pathLst>
                <a:path w="1063" h="738" extrusionOk="0">
                  <a:moveTo>
                    <a:pt x="30" y="1"/>
                  </a:moveTo>
                  <a:cubicBezTo>
                    <a:pt x="22" y="1"/>
                    <a:pt x="14" y="5"/>
                    <a:pt x="9" y="13"/>
                  </a:cubicBezTo>
                  <a:cubicBezTo>
                    <a:pt x="1" y="23"/>
                    <a:pt x="3" y="39"/>
                    <a:pt x="15" y="48"/>
                  </a:cubicBezTo>
                  <a:lnTo>
                    <a:pt x="1018" y="734"/>
                  </a:lnTo>
                  <a:cubicBezTo>
                    <a:pt x="1023" y="736"/>
                    <a:pt x="1028" y="738"/>
                    <a:pt x="1032" y="738"/>
                  </a:cubicBezTo>
                  <a:cubicBezTo>
                    <a:pt x="1041" y="738"/>
                    <a:pt x="1049" y="734"/>
                    <a:pt x="1054" y="727"/>
                  </a:cubicBezTo>
                  <a:cubicBezTo>
                    <a:pt x="1062" y="715"/>
                    <a:pt x="1059" y="699"/>
                    <a:pt x="1047" y="691"/>
                  </a:cubicBezTo>
                  <a:lnTo>
                    <a:pt x="45" y="6"/>
                  </a:lnTo>
                  <a:cubicBezTo>
                    <a:pt x="40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4" name="Google Shape;8884;p30"/>
            <p:cNvSpPr/>
            <p:nvPr/>
          </p:nvSpPr>
          <p:spPr>
            <a:xfrm>
              <a:off x="5940500" y="3968250"/>
              <a:ext cx="16325" cy="13200"/>
            </a:xfrm>
            <a:custGeom>
              <a:avLst/>
              <a:gdLst/>
              <a:ahLst/>
              <a:cxnLst/>
              <a:rect l="l" t="t" r="r" b="b"/>
              <a:pathLst>
                <a:path w="653" h="528" extrusionOk="0">
                  <a:moveTo>
                    <a:pt x="29" y="0"/>
                  </a:moveTo>
                  <a:cubicBezTo>
                    <a:pt x="21" y="0"/>
                    <a:pt x="13" y="4"/>
                    <a:pt x="8" y="11"/>
                  </a:cubicBezTo>
                  <a:cubicBezTo>
                    <a:pt x="1" y="23"/>
                    <a:pt x="4" y="40"/>
                    <a:pt x="16" y="48"/>
                  </a:cubicBezTo>
                  <a:cubicBezTo>
                    <a:pt x="227" y="185"/>
                    <a:pt x="426" y="345"/>
                    <a:pt x="605" y="521"/>
                  </a:cubicBezTo>
                  <a:cubicBezTo>
                    <a:pt x="610" y="526"/>
                    <a:pt x="617" y="528"/>
                    <a:pt x="623" y="528"/>
                  </a:cubicBezTo>
                  <a:lnTo>
                    <a:pt x="623" y="528"/>
                  </a:lnTo>
                  <a:cubicBezTo>
                    <a:pt x="630" y="528"/>
                    <a:pt x="636" y="526"/>
                    <a:pt x="641" y="521"/>
                  </a:cubicBezTo>
                  <a:cubicBezTo>
                    <a:pt x="652" y="510"/>
                    <a:pt x="651" y="494"/>
                    <a:pt x="641" y="484"/>
                  </a:cubicBezTo>
                  <a:cubicBezTo>
                    <a:pt x="458" y="305"/>
                    <a:pt x="258" y="143"/>
                    <a:pt x="44" y="5"/>
                  </a:cubicBezTo>
                  <a:cubicBezTo>
                    <a:pt x="39" y="2"/>
                    <a:pt x="34" y="0"/>
                    <a:pt x="29" y="0"/>
                  </a:cubicBezTo>
                  <a:close/>
                  <a:moveTo>
                    <a:pt x="623" y="528"/>
                  </a:moveTo>
                  <a:cubicBezTo>
                    <a:pt x="623" y="528"/>
                    <a:pt x="623" y="528"/>
                    <a:pt x="622" y="528"/>
                  </a:cubicBezTo>
                  <a:lnTo>
                    <a:pt x="624" y="528"/>
                  </a:lnTo>
                  <a:cubicBezTo>
                    <a:pt x="624" y="528"/>
                    <a:pt x="623" y="528"/>
                    <a:pt x="623" y="528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5" name="Google Shape;8885;p30"/>
            <p:cNvSpPr/>
            <p:nvPr/>
          </p:nvSpPr>
          <p:spPr>
            <a:xfrm>
              <a:off x="5931475" y="3962225"/>
              <a:ext cx="5975" cy="4125"/>
            </a:xfrm>
            <a:custGeom>
              <a:avLst/>
              <a:gdLst/>
              <a:ahLst/>
              <a:cxnLst/>
              <a:rect l="l" t="t" r="r" b="b"/>
              <a:pathLst>
                <a:path w="239" h="165" extrusionOk="0">
                  <a:moveTo>
                    <a:pt x="29" y="1"/>
                  </a:moveTo>
                  <a:cubicBezTo>
                    <a:pt x="21" y="1"/>
                    <a:pt x="12" y="5"/>
                    <a:pt x="8" y="13"/>
                  </a:cubicBezTo>
                  <a:cubicBezTo>
                    <a:pt x="0" y="25"/>
                    <a:pt x="4" y="41"/>
                    <a:pt x="16" y="49"/>
                  </a:cubicBezTo>
                  <a:lnTo>
                    <a:pt x="195" y="161"/>
                  </a:lnTo>
                  <a:cubicBezTo>
                    <a:pt x="199" y="164"/>
                    <a:pt x="205" y="164"/>
                    <a:pt x="209" y="164"/>
                  </a:cubicBezTo>
                  <a:lnTo>
                    <a:pt x="209" y="165"/>
                  </a:lnTo>
                  <a:cubicBezTo>
                    <a:pt x="218" y="165"/>
                    <a:pt x="226" y="160"/>
                    <a:pt x="230" y="153"/>
                  </a:cubicBezTo>
                  <a:cubicBezTo>
                    <a:pt x="238" y="139"/>
                    <a:pt x="234" y="125"/>
                    <a:pt x="222" y="116"/>
                  </a:cubicBezTo>
                  <a:lnTo>
                    <a:pt x="43" y="5"/>
                  </a:lnTo>
                  <a:cubicBezTo>
                    <a:pt x="39" y="2"/>
                    <a:pt x="34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6" name="Google Shape;8886;p30"/>
            <p:cNvSpPr/>
            <p:nvPr/>
          </p:nvSpPr>
          <p:spPr>
            <a:xfrm>
              <a:off x="5882975" y="3972575"/>
              <a:ext cx="7175" cy="5800"/>
            </a:xfrm>
            <a:custGeom>
              <a:avLst/>
              <a:gdLst/>
              <a:ahLst/>
              <a:cxnLst/>
              <a:rect l="l" t="t" r="r" b="b"/>
              <a:pathLst>
                <a:path w="287" h="232" extrusionOk="0">
                  <a:moveTo>
                    <a:pt x="30" y="1"/>
                  </a:moveTo>
                  <a:cubicBezTo>
                    <a:pt x="22" y="1"/>
                    <a:pt x="14" y="4"/>
                    <a:pt x="9" y="11"/>
                  </a:cubicBezTo>
                  <a:cubicBezTo>
                    <a:pt x="0" y="23"/>
                    <a:pt x="3" y="39"/>
                    <a:pt x="14" y="47"/>
                  </a:cubicBezTo>
                  <a:lnTo>
                    <a:pt x="241" y="226"/>
                  </a:lnTo>
                  <a:cubicBezTo>
                    <a:pt x="246" y="230"/>
                    <a:pt x="252" y="231"/>
                    <a:pt x="257" y="231"/>
                  </a:cubicBezTo>
                  <a:cubicBezTo>
                    <a:pt x="265" y="231"/>
                    <a:pt x="273" y="227"/>
                    <a:pt x="277" y="222"/>
                  </a:cubicBezTo>
                  <a:cubicBezTo>
                    <a:pt x="287" y="210"/>
                    <a:pt x="284" y="194"/>
                    <a:pt x="273" y="185"/>
                  </a:cubicBezTo>
                  <a:lnTo>
                    <a:pt x="46" y="7"/>
                  </a:lnTo>
                  <a:cubicBezTo>
                    <a:pt x="41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7" name="Google Shape;8887;p30"/>
            <p:cNvSpPr/>
            <p:nvPr/>
          </p:nvSpPr>
          <p:spPr>
            <a:xfrm>
              <a:off x="5878225" y="3968725"/>
              <a:ext cx="2925" cy="2550"/>
            </a:xfrm>
            <a:custGeom>
              <a:avLst/>
              <a:gdLst/>
              <a:ahLst/>
              <a:cxnLst/>
              <a:rect l="l" t="t" r="r" b="b"/>
              <a:pathLst>
                <a:path w="117" h="102" extrusionOk="0">
                  <a:moveTo>
                    <a:pt x="29" y="1"/>
                  </a:moveTo>
                  <a:cubicBezTo>
                    <a:pt x="22" y="1"/>
                    <a:pt x="14" y="4"/>
                    <a:pt x="10" y="11"/>
                  </a:cubicBezTo>
                  <a:cubicBezTo>
                    <a:pt x="0" y="22"/>
                    <a:pt x="2" y="38"/>
                    <a:pt x="12" y="48"/>
                  </a:cubicBezTo>
                  <a:lnTo>
                    <a:pt x="70" y="96"/>
                  </a:lnTo>
                  <a:cubicBezTo>
                    <a:pt x="76" y="100"/>
                    <a:pt x="81" y="101"/>
                    <a:pt x="88" y="101"/>
                  </a:cubicBezTo>
                  <a:cubicBezTo>
                    <a:pt x="95" y="101"/>
                    <a:pt x="103" y="99"/>
                    <a:pt x="107" y="92"/>
                  </a:cubicBezTo>
                  <a:cubicBezTo>
                    <a:pt x="116" y="81"/>
                    <a:pt x="115" y="65"/>
                    <a:pt x="104" y="56"/>
                  </a:cubicBezTo>
                  <a:lnTo>
                    <a:pt x="46" y="7"/>
                  </a:lnTo>
                  <a:cubicBezTo>
                    <a:pt x="41" y="3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8" name="Google Shape;8888;p30"/>
            <p:cNvSpPr/>
            <p:nvPr/>
          </p:nvSpPr>
          <p:spPr>
            <a:xfrm>
              <a:off x="5895300" y="3988100"/>
              <a:ext cx="13800" cy="5875"/>
            </a:xfrm>
            <a:custGeom>
              <a:avLst/>
              <a:gdLst/>
              <a:ahLst/>
              <a:cxnLst/>
              <a:rect l="l" t="t" r="r" b="b"/>
              <a:pathLst>
                <a:path w="552" h="235" extrusionOk="0">
                  <a:moveTo>
                    <a:pt x="522" y="0"/>
                  </a:moveTo>
                  <a:cubicBezTo>
                    <a:pt x="518" y="0"/>
                    <a:pt x="514" y="1"/>
                    <a:pt x="511" y="3"/>
                  </a:cubicBezTo>
                  <a:cubicBezTo>
                    <a:pt x="353" y="73"/>
                    <a:pt x="188" y="135"/>
                    <a:pt x="22" y="185"/>
                  </a:cubicBezTo>
                  <a:cubicBezTo>
                    <a:pt x="9" y="189"/>
                    <a:pt x="1" y="202"/>
                    <a:pt x="5" y="216"/>
                  </a:cubicBezTo>
                  <a:cubicBezTo>
                    <a:pt x="8" y="228"/>
                    <a:pt x="18" y="234"/>
                    <a:pt x="29" y="234"/>
                  </a:cubicBezTo>
                  <a:cubicBezTo>
                    <a:pt x="32" y="234"/>
                    <a:pt x="34" y="234"/>
                    <a:pt x="37" y="233"/>
                  </a:cubicBezTo>
                  <a:cubicBezTo>
                    <a:pt x="205" y="183"/>
                    <a:pt x="372" y="121"/>
                    <a:pt x="532" y="50"/>
                  </a:cubicBezTo>
                  <a:cubicBezTo>
                    <a:pt x="546" y="43"/>
                    <a:pt x="551" y="29"/>
                    <a:pt x="546" y="15"/>
                  </a:cubicBezTo>
                  <a:cubicBezTo>
                    <a:pt x="541" y="6"/>
                    <a:pt x="532" y="0"/>
                    <a:pt x="52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9" name="Google Shape;8889;p30"/>
            <p:cNvSpPr/>
            <p:nvPr/>
          </p:nvSpPr>
          <p:spPr>
            <a:xfrm>
              <a:off x="5913750" y="3982025"/>
              <a:ext cx="6975" cy="4200"/>
            </a:xfrm>
            <a:custGeom>
              <a:avLst/>
              <a:gdLst/>
              <a:ahLst/>
              <a:cxnLst/>
              <a:rect l="l" t="t" r="r" b="b"/>
              <a:pathLst>
                <a:path w="279" h="168" extrusionOk="0">
                  <a:moveTo>
                    <a:pt x="249" y="0"/>
                  </a:moveTo>
                  <a:cubicBezTo>
                    <a:pt x="243" y="0"/>
                    <a:pt x="237" y="2"/>
                    <a:pt x="233" y="7"/>
                  </a:cubicBezTo>
                  <a:cubicBezTo>
                    <a:pt x="171" y="58"/>
                    <a:pt x="98" y="97"/>
                    <a:pt x="22" y="117"/>
                  </a:cubicBezTo>
                  <a:cubicBezTo>
                    <a:pt x="8" y="121"/>
                    <a:pt x="0" y="136"/>
                    <a:pt x="3" y="149"/>
                  </a:cubicBezTo>
                  <a:cubicBezTo>
                    <a:pt x="7" y="161"/>
                    <a:pt x="16" y="168"/>
                    <a:pt x="28" y="168"/>
                  </a:cubicBezTo>
                  <a:lnTo>
                    <a:pt x="35" y="168"/>
                  </a:lnTo>
                  <a:cubicBezTo>
                    <a:pt x="120" y="145"/>
                    <a:pt x="199" y="102"/>
                    <a:pt x="266" y="47"/>
                  </a:cubicBezTo>
                  <a:cubicBezTo>
                    <a:pt x="277" y="38"/>
                    <a:pt x="279" y="21"/>
                    <a:pt x="269" y="11"/>
                  </a:cubicBezTo>
                  <a:cubicBezTo>
                    <a:pt x="264" y="4"/>
                    <a:pt x="256" y="0"/>
                    <a:pt x="24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0" name="Google Shape;8890;p30"/>
            <p:cNvSpPr/>
            <p:nvPr/>
          </p:nvSpPr>
          <p:spPr>
            <a:xfrm>
              <a:off x="5947800" y="3990950"/>
              <a:ext cx="19175" cy="9425"/>
            </a:xfrm>
            <a:custGeom>
              <a:avLst/>
              <a:gdLst/>
              <a:ahLst/>
              <a:cxnLst/>
              <a:rect l="l" t="t" r="r" b="b"/>
              <a:pathLst>
                <a:path w="767" h="377" extrusionOk="0">
                  <a:moveTo>
                    <a:pt x="736" y="0"/>
                  </a:moveTo>
                  <a:cubicBezTo>
                    <a:pt x="732" y="0"/>
                    <a:pt x="728" y="1"/>
                    <a:pt x="725" y="3"/>
                  </a:cubicBezTo>
                  <a:cubicBezTo>
                    <a:pt x="496" y="122"/>
                    <a:pt x="259" y="231"/>
                    <a:pt x="21" y="325"/>
                  </a:cubicBezTo>
                  <a:cubicBezTo>
                    <a:pt x="8" y="330"/>
                    <a:pt x="1" y="346"/>
                    <a:pt x="6" y="359"/>
                  </a:cubicBezTo>
                  <a:cubicBezTo>
                    <a:pt x="10" y="369"/>
                    <a:pt x="20" y="376"/>
                    <a:pt x="30" y="376"/>
                  </a:cubicBezTo>
                  <a:cubicBezTo>
                    <a:pt x="33" y="376"/>
                    <a:pt x="36" y="375"/>
                    <a:pt x="40" y="373"/>
                  </a:cubicBezTo>
                  <a:cubicBezTo>
                    <a:pt x="281" y="278"/>
                    <a:pt x="519" y="169"/>
                    <a:pt x="749" y="49"/>
                  </a:cubicBezTo>
                  <a:cubicBezTo>
                    <a:pt x="761" y="42"/>
                    <a:pt x="766" y="28"/>
                    <a:pt x="760" y="14"/>
                  </a:cubicBezTo>
                  <a:cubicBezTo>
                    <a:pt x="755" y="6"/>
                    <a:pt x="746" y="0"/>
                    <a:pt x="73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1" name="Google Shape;8891;p30"/>
            <p:cNvSpPr/>
            <p:nvPr/>
          </p:nvSpPr>
          <p:spPr>
            <a:xfrm>
              <a:off x="5970950" y="3984625"/>
              <a:ext cx="7725" cy="5050"/>
            </a:xfrm>
            <a:custGeom>
              <a:avLst/>
              <a:gdLst/>
              <a:ahLst/>
              <a:cxnLst/>
              <a:rect l="l" t="t" r="r" b="b"/>
              <a:pathLst>
                <a:path w="309" h="202" extrusionOk="0">
                  <a:moveTo>
                    <a:pt x="278" y="0"/>
                  </a:moveTo>
                  <a:cubicBezTo>
                    <a:pt x="274" y="0"/>
                    <a:pt x="269" y="1"/>
                    <a:pt x="265" y="3"/>
                  </a:cubicBezTo>
                  <a:lnTo>
                    <a:pt x="17" y="153"/>
                  </a:lnTo>
                  <a:cubicBezTo>
                    <a:pt x="4" y="160"/>
                    <a:pt x="0" y="176"/>
                    <a:pt x="7" y="188"/>
                  </a:cubicBezTo>
                  <a:cubicBezTo>
                    <a:pt x="13" y="196"/>
                    <a:pt x="21" y="201"/>
                    <a:pt x="30" y="201"/>
                  </a:cubicBezTo>
                  <a:cubicBezTo>
                    <a:pt x="34" y="201"/>
                    <a:pt x="39" y="200"/>
                    <a:pt x="43" y="197"/>
                  </a:cubicBezTo>
                  <a:lnTo>
                    <a:pt x="291" y="49"/>
                  </a:lnTo>
                  <a:cubicBezTo>
                    <a:pt x="304" y="41"/>
                    <a:pt x="308" y="25"/>
                    <a:pt x="300" y="13"/>
                  </a:cubicBezTo>
                  <a:cubicBezTo>
                    <a:pt x="296" y="5"/>
                    <a:pt x="287" y="0"/>
                    <a:pt x="27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2" name="Google Shape;8892;p30"/>
            <p:cNvSpPr/>
            <p:nvPr/>
          </p:nvSpPr>
          <p:spPr>
            <a:xfrm>
              <a:off x="6000925" y="3969750"/>
              <a:ext cx="26425" cy="14375"/>
            </a:xfrm>
            <a:custGeom>
              <a:avLst/>
              <a:gdLst/>
              <a:ahLst/>
              <a:cxnLst/>
              <a:rect l="l" t="t" r="r" b="b"/>
              <a:pathLst>
                <a:path w="1057" h="575" extrusionOk="0">
                  <a:moveTo>
                    <a:pt x="28" y="1"/>
                  </a:moveTo>
                  <a:cubicBezTo>
                    <a:pt x="18" y="1"/>
                    <a:pt x="8" y="7"/>
                    <a:pt x="4" y="17"/>
                  </a:cubicBezTo>
                  <a:cubicBezTo>
                    <a:pt x="0" y="31"/>
                    <a:pt x="7" y="46"/>
                    <a:pt x="20" y="51"/>
                  </a:cubicBezTo>
                  <a:cubicBezTo>
                    <a:pt x="375" y="173"/>
                    <a:pt x="708" y="348"/>
                    <a:pt x="1012" y="569"/>
                  </a:cubicBezTo>
                  <a:cubicBezTo>
                    <a:pt x="1016" y="572"/>
                    <a:pt x="1021" y="574"/>
                    <a:pt x="1027" y="574"/>
                  </a:cubicBezTo>
                  <a:cubicBezTo>
                    <a:pt x="1035" y="573"/>
                    <a:pt x="1043" y="570"/>
                    <a:pt x="1048" y="563"/>
                  </a:cubicBezTo>
                  <a:cubicBezTo>
                    <a:pt x="1056" y="551"/>
                    <a:pt x="1053" y="535"/>
                    <a:pt x="1041" y="527"/>
                  </a:cubicBezTo>
                  <a:cubicBezTo>
                    <a:pt x="735" y="302"/>
                    <a:pt x="397" y="126"/>
                    <a:pt x="38" y="2"/>
                  </a:cubicBezTo>
                  <a:cubicBezTo>
                    <a:pt x="35" y="1"/>
                    <a:pt x="3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3" name="Google Shape;8893;p30"/>
            <p:cNvSpPr/>
            <p:nvPr/>
          </p:nvSpPr>
          <p:spPr>
            <a:xfrm>
              <a:off x="5990625" y="3964675"/>
              <a:ext cx="7300" cy="3875"/>
            </a:xfrm>
            <a:custGeom>
              <a:avLst/>
              <a:gdLst/>
              <a:ahLst/>
              <a:cxnLst/>
              <a:rect l="l" t="t" r="r" b="b"/>
              <a:pathLst>
                <a:path w="292" h="155" extrusionOk="0">
                  <a:moveTo>
                    <a:pt x="30" y="0"/>
                  </a:moveTo>
                  <a:cubicBezTo>
                    <a:pt x="20" y="0"/>
                    <a:pt x="10" y="6"/>
                    <a:pt x="6" y="16"/>
                  </a:cubicBezTo>
                  <a:cubicBezTo>
                    <a:pt x="0" y="29"/>
                    <a:pt x="6" y="44"/>
                    <a:pt x="19" y="49"/>
                  </a:cubicBezTo>
                  <a:lnTo>
                    <a:pt x="251" y="153"/>
                  </a:lnTo>
                  <a:cubicBezTo>
                    <a:pt x="255" y="154"/>
                    <a:pt x="257" y="154"/>
                    <a:pt x="261" y="154"/>
                  </a:cubicBezTo>
                  <a:cubicBezTo>
                    <a:pt x="271" y="154"/>
                    <a:pt x="280" y="149"/>
                    <a:pt x="284" y="140"/>
                  </a:cubicBezTo>
                  <a:cubicBezTo>
                    <a:pt x="291" y="126"/>
                    <a:pt x="284" y="111"/>
                    <a:pt x="272" y="105"/>
                  </a:cubicBezTo>
                  <a:lnTo>
                    <a:pt x="39" y="2"/>
                  </a:lnTo>
                  <a:cubicBezTo>
                    <a:pt x="36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4" name="Google Shape;8894;p30"/>
            <p:cNvSpPr/>
            <p:nvPr/>
          </p:nvSpPr>
          <p:spPr>
            <a:xfrm>
              <a:off x="5975425" y="3963375"/>
              <a:ext cx="33450" cy="19300"/>
            </a:xfrm>
            <a:custGeom>
              <a:avLst/>
              <a:gdLst/>
              <a:ahLst/>
              <a:cxnLst/>
              <a:rect l="l" t="t" r="r" b="b"/>
              <a:pathLst>
                <a:path w="1338" h="772" extrusionOk="0">
                  <a:moveTo>
                    <a:pt x="28" y="1"/>
                  </a:moveTo>
                  <a:cubicBezTo>
                    <a:pt x="19" y="1"/>
                    <a:pt x="10" y="7"/>
                    <a:pt x="6" y="17"/>
                  </a:cubicBezTo>
                  <a:cubicBezTo>
                    <a:pt x="0" y="30"/>
                    <a:pt x="6" y="45"/>
                    <a:pt x="19" y="50"/>
                  </a:cubicBezTo>
                  <a:cubicBezTo>
                    <a:pt x="470" y="239"/>
                    <a:pt x="899" y="479"/>
                    <a:pt x="1293" y="766"/>
                  </a:cubicBezTo>
                  <a:cubicBezTo>
                    <a:pt x="1299" y="770"/>
                    <a:pt x="1303" y="771"/>
                    <a:pt x="1308" y="771"/>
                  </a:cubicBezTo>
                  <a:cubicBezTo>
                    <a:pt x="1316" y="771"/>
                    <a:pt x="1324" y="767"/>
                    <a:pt x="1330" y="761"/>
                  </a:cubicBezTo>
                  <a:cubicBezTo>
                    <a:pt x="1338" y="750"/>
                    <a:pt x="1335" y="734"/>
                    <a:pt x="1324" y="724"/>
                  </a:cubicBezTo>
                  <a:cubicBezTo>
                    <a:pt x="926" y="435"/>
                    <a:pt x="494" y="192"/>
                    <a:pt x="39" y="3"/>
                  </a:cubicBezTo>
                  <a:cubicBezTo>
                    <a:pt x="36" y="1"/>
                    <a:pt x="32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5" name="Google Shape;8895;p30"/>
            <p:cNvSpPr/>
            <p:nvPr/>
          </p:nvSpPr>
          <p:spPr>
            <a:xfrm>
              <a:off x="5969225" y="3960150"/>
              <a:ext cx="4800" cy="2925"/>
            </a:xfrm>
            <a:custGeom>
              <a:avLst/>
              <a:gdLst/>
              <a:ahLst/>
              <a:cxnLst/>
              <a:rect l="l" t="t" r="r" b="b"/>
              <a:pathLst>
                <a:path w="192" h="117" extrusionOk="0">
                  <a:moveTo>
                    <a:pt x="30" y="0"/>
                  </a:moveTo>
                  <a:cubicBezTo>
                    <a:pt x="20" y="0"/>
                    <a:pt x="11" y="6"/>
                    <a:pt x="6" y="15"/>
                  </a:cubicBezTo>
                  <a:cubicBezTo>
                    <a:pt x="1" y="29"/>
                    <a:pt x="6" y="43"/>
                    <a:pt x="18" y="50"/>
                  </a:cubicBezTo>
                  <a:lnTo>
                    <a:pt x="151" y="113"/>
                  </a:lnTo>
                  <a:cubicBezTo>
                    <a:pt x="154" y="116"/>
                    <a:pt x="158" y="116"/>
                    <a:pt x="162" y="116"/>
                  </a:cubicBezTo>
                  <a:cubicBezTo>
                    <a:pt x="172" y="116"/>
                    <a:pt x="181" y="111"/>
                    <a:pt x="185" y="101"/>
                  </a:cubicBezTo>
                  <a:cubicBezTo>
                    <a:pt x="192" y="89"/>
                    <a:pt x="186" y="73"/>
                    <a:pt x="173" y="68"/>
                  </a:cubicBezTo>
                  <a:lnTo>
                    <a:pt x="41" y="3"/>
                  </a:lnTo>
                  <a:cubicBezTo>
                    <a:pt x="38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6" name="Google Shape;8896;p30"/>
            <p:cNvSpPr/>
            <p:nvPr/>
          </p:nvSpPr>
          <p:spPr>
            <a:xfrm>
              <a:off x="5988750" y="3991125"/>
              <a:ext cx="10450" cy="7525"/>
            </a:xfrm>
            <a:custGeom>
              <a:avLst/>
              <a:gdLst/>
              <a:ahLst/>
              <a:cxnLst/>
              <a:rect l="l" t="t" r="r" b="b"/>
              <a:pathLst>
                <a:path w="418" h="301" extrusionOk="0">
                  <a:moveTo>
                    <a:pt x="387" y="1"/>
                  </a:moveTo>
                  <a:cubicBezTo>
                    <a:pt x="382" y="1"/>
                    <a:pt x="377" y="2"/>
                    <a:pt x="373" y="4"/>
                  </a:cubicBezTo>
                  <a:lnTo>
                    <a:pt x="15" y="253"/>
                  </a:lnTo>
                  <a:cubicBezTo>
                    <a:pt x="3" y="261"/>
                    <a:pt x="0" y="278"/>
                    <a:pt x="8" y="290"/>
                  </a:cubicBezTo>
                  <a:cubicBezTo>
                    <a:pt x="12" y="296"/>
                    <a:pt x="20" y="300"/>
                    <a:pt x="30" y="300"/>
                  </a:cubicBezTo>
                  <a:cubicBezTo>
                    <a:pt x="34" y="300"/>
                    <a:pt x="39" y="299"/>
                    <a:pt x="44" y="295"/>
                  </a:cubicBezTo>
                  <a:lnTo>
                    <a:pt x="402" y="48"/>
                  </a:lnTo>
                  <a:cubicBezTo>
                    <a:pt x="414" y="39"/>
                    <a:pt x="417" y="23"/>
                    <a:pt x="409" y="11"/>
                  </a:cubicBezTo>
                  <a:cubicBezTo>
                    <a:pt x="404" y="4"/>
                    <a:pt x="396" y="1"/>
                    <a:pt x="38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7" name="Google Shape;8897;p30"/>
            <p:cNvSpPr/>
            <p:nvPr/>
          </p:nvSpPr>
          <p:spPr>
            <a:xfrm>
              <a:off x="5892275" y="3957600"/>
              <a:ext cx="22475" cy="14275"/>
            </a:xfrm>
            <a:custGeom>
              <a:avLst/>
              <a:gdLst/>
              <a:ahLst/>
              <a:cxnLst/>
              <a:rect l="l" t="t" r="r" b="b"/>
              <a:pathLst>
                <a:path w="899" h="571" extrusionOk="0">
                  <a:moveTo>
                    <a:pt x="32" y="0"/>
                  </a:moveTo>
                  <a:cubicBezTo>
                    <a:pt x="22" y="0"/>
                    <a:pt x="13" y="5"/>
                    <a:pt x="7" y="14"/>
                  </a:cubicBezTo>
                  <a:cubicBezTo>
                    <a:pt x="1" y="27"/>
                    <a:pt x="6" y="42"/>
                    <a:pt x="18" y="49"/>
                  </a:cubicBezTo>
                  <a:cubicBezTo>
                    <a:pt x="306" y="203"/>
                    <a:pt x="587" y="377"/>
                    <a:pt x="854" y="565"/>
                  </a:cubicBezTo>
                  <a:cubicBezTo>
                    <a:pt x="859" y="569"/>
                    <a:pt x="864" y="571"/>
                    <a:pt x="868" y="571"/>
                  </a:cubicBezTo>
                  <a:lnTo>
                    <a:pt x="870" y="571"/>
                  </a:lnTo>
                  <a:cubicBezTo>
                    <a:pt x="878" y="571"/>
                    <a:pt x="886" y="567"/>
                    <a:pt x="890" y="560"/>
                  </a:cubicBezTo>
                  <a:cubicBezTo>
                    <a:pt x="898" y="548"/>
                    <a:pt x="895" y="532"/>
                    <a:pt x="885" y="523"/>
                  </a:cubicBezTo>
                  <a:cubicBezTo>
                    <a:pt x="616" y="334"/>
                    <a:pt x="332" y="159"/>
                    <a:pt x="44" y="3"/>
                  </a:cubicBezTo>
                  <a:cubicBezTo>
                    <a:pt x="40" y="1"/>
                    <a:pt x="36" y="0"/>
                    <a:pt x="3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8" name="Google Shape;8898;p30"/>
            <p:cNvSpPr/>
            <p:nvPr/>
          </p:nvSpPr>
          <p:spPr>
            <a:xfrm>
              <a:off x="5900800" y="3955000"/>
              <a:ext cx="13525" cy="8900"/>
            </a:xfrm>
            <a:custGeom>
              <a:avLst/>
              <a:gdLst/>
              <a:ahLst/>
              <a:cxnLst/>
              <a:rect l="l" t="t" r="r" b="b"/>
              <a:pathLst>
                <a:path w="541" h="356" extrusionOk="0">
                  <a:moveTo>
                    <a:pt x="30" y="0"/>
                  </a:moveTo>
                  <a:cubicBezTo>
                    <a:pt x="22" y="0"/>
                    <a:pt x="13" y="5"/>
                    <a:pt x="8" y="13"/>
                  </a:cubicBezTo>
                  <a:cubicBezTo>
                    <a:pt x="0" y="25"/>
                    <a:pt x="4" y="41"/>
                    <a:pt x="16" y="49"/>
                  </a:cubicBezTo>
                  <a:lnTo>
                    <a:pt x="498" y="352"/>
                  </a:lnTo>
                  <a:cubicBezTo>
                    <a:pt x="502" y="354"/>
                    <a:pt x="506" y="356"/>
                    <a:pt x="511" y="356"/>
                  </a:cubicBezTo>
                  <a:cubicBezTo>
                    <a:pt x="519" y="356"/>
                    <a:pt x="527" y="352"/>
                    <a:pt x="533" y="344"/>
                  </a:cubicBezTo>
                  <a:cubicBezTo>
                    <a:pt x="541" y="331"/>
                    <a:pt x="537" y="315"/>
                    <a:pt x="525" y="309"/>
                  </a:cubicBezTo>
                  <a:lnTo>
                    <a:pt x="43" y="5"/>
                  </a:lnTo>
                  <a:cubicBezTo>
                    <a:pt x="39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9" name="Google Shape;8899;p30"/>
            <p:cNvSpPr/>
            <p:nvPr/>
          </p:nvSpPr>
          <p:spPr>
            <a:xfrm>
              <a:off x="5632050" y="3735500"/>
              <a:ext cx="491000" cy="302050"/>
            </a:xfrm>
            <a:custGeom>
              <a:avLst/>
              <a:gdLst/>
              <a:ahLst/>
              <a:cxnLst/>
              <a:rect l="l" t="t" r="r" b="b"/>
              <a:pathLst>
                <a:path w="19640" h="12082" extrusionOk="0">
                  <a:moveTo>
                    <a:pt x="60" y="0"/>
                  </a:moveTo>
                  <a:cubicBezTo>
                    <a:pt x="40" y="0"/>
                    <a:pt x="21" y="12"/>
                    <a:pt x="13" y="31"/>
                  </a:cubicBezTo>
                  <a:cubicBezTo>
                    <a:pt x="1" y="57"/>
                    <a:pt x="13" y="87"/>
                    <a:pt x="39" y="99"/>
                  </a:cubicBezTo>
                  <a:cubicBezTo>
                    <a:pt x="7024" y="3238"/>
                    <a:pt x="13587" y="7266"/>
                    <a:pt x="19548" y="12071"/>
                  </a:cubicBezTo>
                  <a:cubicBezTo>
                    <a:pt x="19558" y="12079"/>
                    <a:pt x="19570" y="12082"/>
                    <a:pt x="19582" y="12082"/>
                  </a:cubicBezTo>
                  <a:cubicBezTo>
                    <a:pt x="19597" y="12082"/>
                    <a:pt x="19612" y="12075"/>
                    <a:pt x="19622" y="12063"/>
                  </a:cubicBezTo>
                  <a:cubicBezTo>
                    <a:pt x="19640" y="12040"/>
                    <a:pt x="19636" y="12008"/>
                    <a:pt x="19614" y="11990"/>
                  </a:cubicBezTo>
                  <a:cubicBezTo>
                    <a:pt x="13645" y="7180"/>
                    <a:pt x="7073" y="3148"/>
                    <a:pt x="82" y="5"/>
                  </a:cubicBezTo>
                  <a:cubicBezTo>
                    <a:pt x="75" y="2"/>
                    <a:pt x="67" y="0"/>
                    <a:pt x="6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0" name="Google Shape;8900;p30"/>
            <p:cNvSpPr/>
            <p:nvPr/>
          </p:nvSpPr>
          <p:spPr>
            <a:xfrm>
              <a:off x="5419875" y="3672775"/>
              <a:ext cx="268000" cy="90200"/>
            </a:xfrm>
            <a:custGeom>
              <a:avLst/>
              <a:gdLst/>
              <a:ahLst/>
              <a:cxnLst/>
              <a:rect l="l" t="t" r="r" b="b"/>
              <a:pathLst>
                <a:path w="10720" h="3608" extrusionOk="0">
                  <a:moveTo>
                    <a:pt x="2194" y="1"/>
                  </a:moveTo>
                  <a:cubicBezTo>
                    <a:pt x="1450" y="1"/>
                    <a:pt x="713" y="70"/>
                    <a:pt x="0" y="209"/>
                  </a:cubicBezTo>
                  <a:cubicBezTo>
                    <a:pt x="2784" y="2397"/>
                    <a:pt x="6317" y="3608"/>
                    <a:pt x="9854" y="3608"/>
                  </a:cubicBezTo>
                  <a:cubicBezTo>
                    <a:pt x="10143" y="3608"/>
                    <a:pt x="10432" y="3600"/>
                    <a:pt x="10720" y="3584"/>
                  </a:cubicBezTo>
                  <a:cubicBezTo>
                    <a:pt x="8672" y="1255"/>
                    <a:pt x="5371" y="1"/>
                    <a:pt x="2194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1" name="Google Shape;8901;p30"/>
            <p:cNvSpPr/>
            <p:nvPr/>
          </p:nvSpPr>
          <p:spPr>
            <a:xfrm>
              <a:off x="5418500" y="3671500"/>
              <a:ext cx="270750" cy="92750"/>
            </a:xfrm>
            <a:custGeom>
              <a:avLst/>
              <a:gdLst/>
              <a:ahLst/>
              <a:cxnLst/>
              <a:rect l="l" t="t" r="r" b="b"/>
              <a:pathLst>
                <a:path w="10830" h="3710" extrusionOk="0">
                  <a:moveTo>
                    <a:pt x="2238" y="104"/>
                  </a:moveTo>
                  <a:cubicBezTo>
                    <a:pt x="5447" y="104"/>
                    <a:pt x="8691" y="1402"/>
                    <a:pt x="10665" y="3587"/>
                  </a:cubicBezTo>
                  <a:cubicBezTo>
                    <a:pt x="10414" y="3600"/>
                    <a:pt x="10164" y="3606"/>
                    <a:pt x="9913" y="3606"/>
                  </a:cubicBezTo>
                  <a:cubicBezTo>
                    <a:pt x="6429" y="3606"/>
                    <a:pt x="2930" y="2420"/>
                    <a:pt x="178" y="290"/>
                  </a:cubicBezTo>
                  <a:cubicBezTo>
                    <a:pt x="854" y="165"/>
                    <a:pt x="1545" y="104"/>
                    <a:pt x="2238" y="104"/>
                  </a:cubicBezTo>
                  <a:close/>
                  <a:moveTo>
                    <a:pt x="2236" y="1"/>
                  </a:moveTo>
                  <a:cubicBezTo>
                    <a:pt x="1499" y="1"/>
                    <a:pt x="764" y="69"/>
                    <a:pt x="46" y="209"/>
                  </a:cubicBezTo>
                  <a:cubicBezTo>
                    <a:pt x="26" y="213"/>
                    <a:pt x="10" y="228"/>
                    <a:pt x="6" y="248"/>
                  </a:cubicBezTo>
                  <a:cubicBezTo>
                    <a:pt x="0" y="269"/>
                    <a:pt x="8" y="289"/>
                    <a:pt x="24" y="301"/>
                  </a:cubicBezTo>
                  <a:cubicBezTo>
                    <a:pt x="2808" y="2490"/>
                    <a:pt x="6370" y="3710"/>
                    <a:pt x="9915" y="3710"/>
                  </a:cubicBezTo>
                  <a:lnTo>
                    <a:pt x="9915" y="3710"/>
                  </a:lnTo>
                  <a:cubicBezTo>
                    <a:pt x="10202" y="3710"/>
                    <a:pt x="10490" y="3702"/>
                    <a:pt x="10778" y="3686"/>
                  </a:cubicBezTo>
                  <a:cubicBezTo>
                    <a:pt x="10796" y="3684"/>
                    <a:pt x="10814" y="3672"/>
                    <a:pt x="10822" y="3653"/>
                  </a:cubicBezTo>
                  <a:cubicBezTo>
                    <a:pt x="10830" y="3636"/>
                    <a:pt x="10826" y="3614"/>
                    <a:pt x="10813" y="3600"/>
                  </a:cubicBezTo>
                  <a:cubicBezTo>
                    <a:pt x="8828" y="1344"/>
                    <a:pt x="5513" y="1"/>
                    <a:pt x="2236" y="1"/>
                  </a:cubicBezTo>
                  <a:close/>
                  <a:moveTo>
                    <a:pt x="9915" y="3710"/>
                  </a:moveTo>
                  <a:lnTo>
                    <a:pt x="9915" y="3710"/>
                  </a:lnTo>
                  <a:cubicBezTo>
                    <a:pt x="9914" y="3710"/>
                    <a:pt x="9914" y="3710"/>
                    <a:pt x="9914" y="3710"/>
                  </a:cubicBezTo>
                  <a:lnTo>
                    <a:pt x="9915" y="3710"/>
                  </a:lnTo>
                  <a:cubicBezTo>
                    <a:pt x="9915" y="3710"/>
                    <a:pt x="9915" y="3710"/>
                    <a:pt x="9915" y="371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2" name="Google Shape;8902;p30"/>
            <p:cNvSpPr/>
            <p:nvPr/>
          </p:nvSpPr>
          <p:spPr>
            <a:xfrm>
              <a:off x="5419175" y="3677375"/>
              <a:ext cx="269425" cy="85650"/>
            </a:xfrm>
            <a:custGeom>
              <a:avLst/>
              <a:gdLst/>
              <a:ahLst/>
              <a:cxnLst/>
              <a:rect l="l" t="t" r="r" b="b"/>
              <a:pathLst>
                <a:path w="10777" h="3426" extrusionOk="0">
                  <a:moveTo>
                    <a:pt x="29" y="0"/>
                  </a:moveTo>
                  <a:cubicBezTo>
                    <a:pt x="18" y="0"/>
                    <a:pt x="8" y="7"/>
                    <a:pt x="4" y="17"/>
                  </a:cubicBezTo>
                  <a:cubicBezTo>
                    <a:pt x="0" y="31"/>
                    <a:pt x="7" y="46"/>
                    <a:pt x="20" y="50"/>
                  </a:cubicBezTo>
                  <a:cubicBezTo>
                    <a:pt x="1764" y="630"/>
                    <a:pt x="3603" y="1192"/>
                    <a:pt x="5380" y="1737"/>
                  </a:cubicBezTo>
                  <a:cubicBezTo>
                    <a:pt x="7159" y="2282"/>
                    <a:pt x="8996" y="2845"/>
                    <a:pt x="10738" y="3424"/>
                  </a:cubicBezTo>
                  <a:cubicBezTo>
                    <a:pt x="10742" y="3424"/>
                    <a:pt x="10745" y="3425"/>
                    <a:pt x="10748" y="3425"/>
                  </a:cubicBezTo>
                  <a:cubicBezTo>
                    <a:pt x="10759" y="3425"/>
                    <a:pt x="10768" y="3418"/>
                    <a:pt x="10772" y="3408"/>
                  </a:cubicBezTo>
                  <a:cubicBezTo>
                    <a:pt x="10776" y="3393"/>
                    <a:pt x="10769" y="3379"/>
                    <a:pt x="10756" y="3374"/>
                  </a:cubicBezTo>
                  <a:cubicBezTo>
                    <a:pt x="9012" y="2795"/>
                    <a:pt x="7173" y="2232"/>
                    <a:pt x="5396" y="1687"/>
                  </a:cubicBezTo>
                  <a:cubicBezTo>
                    <a:pt x="3618" y="1143"/>
                    <a:pt x="1780" y="580"/>
                    <a:pt x="38" y="1"/>
                  </a:cubicBezTo>
                  <a:cubicBezTo>
                    <a:pt x="35" y="0"/>
                    <a:pt x="3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3" name="Google Shape;8903;p30"/>
            <p:cNvSpPr/>
            <p:nvPr/>
          </p:nvSpPr>
          <p:spPr>
            <a:xfrm>
              <a:off x="5502375" y="3717375"/>
              <a:ext cx="45250" cy="10125"/>
            </a:xfrm>
            <a:custGeom>
              <a:avLst/>
              <a:gdLst/>
              <a:ahLst/>
              <a:cxnLst/>
              <a:rect l="l" t="t" r="r" b="b"/>
              <a:pathLst>
                <a:path w="1810" h="405" extrusionOk="0">
                  <a:moveTo>
                    <a:pt x="1780" y="0"/>
                  </a:moveTo>
                  <a:cubicBezTo>
                    <a:pt x="1777" y="0"/>
                    <a:pt x="1774" y="1"/>
                    <a:pt x="1771" y="2"/>
                  </a:cubicBezTo>
                  <a:cubicBezTo>
                    <a:pt x="1208" y="239"/>
                    <a:pt x="672" y="352"/>
                    <a:pt x="88" y="352"/>
                  </a:cubicBezTo>
                  <a:cubicBezTo>
                    <a:pt x="68" y="352"/>
                    <a:pt x="48" y="352"/>
                    <a:pt x="27" y="352"/>
                  </a:cubicBezTo>
                  <a:cubicBezTo>
                    <a:pt x="13" y="352"/>
                    <a:pt x="2" y="364"/>
                    <a:pt x="0" y="378"/>
                  </a:cubicBezTo>
                  <a:cubicBezTo>
                    <a:pt x="0" y="392"/>
                    <a:pt x="13" y="403"/>
                    <a:pt x="26" y="403"/>
                  </a:cubicBezTo>
                  <a:cubicBezTo>
                    <a:pt x="43" y="404"/>
                    <a:pt x="60" y="404"/>
                    <a:pt x="77" y="404"/>
                  </a:cubicBezTo>
                  <a:cubicBezTo>
                    <a:pt x="672" y="404"/>
                    <a:pt x="1218" y="291"/>
                    <a:pt x="1791" y="51"/>
                  </a:cubicBezTo>
                  <a:cubicBezTo>
                    <a:pt x="1803" y="45"/>
                    <a:pt x="1810" y="29"/>
                    <a:pt x="1804" y="16"/>
                  </a:cubicBezTo>
                  <a:cubicBezTo>
                    <a:pt x="1800" y="6"/>
                    <a:pt x="1790" y="0"/>
                    <a:pt x="178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4" name="Google Shape;8904;p30"/>
            <p:cNvSpPr/>
            <p:nvPr/>
          </p:nvSpPr>
          <p:spPr>
            <a:xfrm>
              <a:off x="5533750" y="3677975"/>
              <a:ext cx="45600" cy="49550"/>
            </a:xfrm>
            <a:custGeom>
              <a:avLst/>
              <a:gdLst/>
              <a:ahLst/>
              <a:cxnLst/>
              <a:rect l="l" t="t" r="r" b="b"/>
              <a:pathLst>
                <a:path w="1824" h="1982" extrusionOk="0">
                  <a:moveTo>
                    <a:pt x="31" y="1"/>
                  </a:moveTo>
                  <a:cubicBezTo>
                    <a:pt x="23" y="1"/>
                    <a:pt x="15" y="4"/>
                    <a:pt x="10" y="11"/>
                  </a:cubicBezTo>
                  <a:cubicBezTo>
                    <a:pt x="1" y="23"/>
                    <a:pt x="3" y="39"/>
                    <a:pt x="15" y="47"/>
                  </a:cubicBezTo>
                  <a:cubicBezTo>
                    <a:pt x="765" y="601"/>
                    <a:pt x="1339" y="1231"/>
                    <a:pt x="1771" y="1968"/>
                  </a:cubicBezTo>
                  <a:cubicBezTo>
                    <a:pt x="1775" y="1976"/>
                    <a:pt x="1784" y="1982"/>
                    <a:pt x="1794" y="1982"/>
                  </a:cubicBezTo>
                  <a:cubicBezTo>
                    <a:pt x="1798" y="1982"/>
                    <a:pt x="1802" y="1980"/>
                    <a:pt x="1806" y="1978"/>
                  </a:cubicBezTo>
                  <a:cubicBezTo>
                    <a:pt x="1818" y="1971"/>
                    <a:pt x="1823" y="1955"/>
                    <a:pt x="1815" y="1943"/>
                  </a:cubicBezTo>
                  <a:cubicBezTo>
                    <a:pt x="1380" y="1199"/>
                    <a:pt x="801" y="565"/>
                    <a:pt x="45" y="6"/>
                  </a:cubicBez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5" name="Google Shape;8905;p30"/>
            <p:cNvSpPr/>
            <p:nvPr/>
          </p:nvSpPr>
          <p:spPr>
            <a:xfrm>
              <a:off x="5573100" y="3740475"/>
              <a:ext cx="46250" cy="11875"/>
            </a:xfrm>
            <a:custGeom>
              <a:avLst/>
              <a:gdLst/>
              <a:ahLst/>
              <a:cxnLst/>
              <a:rect l="l" t="t" r="r" b="b"/>
              <a:pathLst>
                <a:path w="1850" h="475" extrusionOk="0">
                  <a:moveTo>
                    <a:pt x="1818" y="0"/>
                  </a:moveTo>
                  <a:cubicBezTo>
                    <a:pt x="1814" y="0"/>
                    <a:pt x="1810" y="1"/>
                    <a:pt x="1806" y="2"/>
                  </a:cubicBezTo>
                  <a:cubicBezTo>
                    <a:pt x="1293" y="279"/>
                    <a:pt x="717" y="422"/>
                    <a:pt x="135" y="422"/>
                  </a:cubicBezTo>
                  <a:cubicBezTo>
                    <a:pt x="99" y="422"/>
                    <a:pt x="63" y="422"/>
                    <a:pt x="28" y="421"/>
                  </a:cubicBezTo>
                  <a:lnTo>
                    <a:pt x="26" y="421"/>
                  </a:lnTo>
                  <a:cubicBezTo>
                    <a:pt x="13" y="421"/>
                    <a:pt x="1" y="432"/>
                    <a:pt x="1" y="446"/>
                  </a:cubicBezTo>
                  <a:cubicBezTo>
                    <a:pt x="1" y="461"/>
                    <a:pt x="11" y="472"/>
                    <a:pt x="26" y="473"/>
                  </a:cubicBezTo>
                  <a:cubicBezTo>
                    <a:pt x="62" y="473"/>
                    <a:pt x="97" y="475"/>
                    <a:pt x="134" y="475"/>
                  </a:cubicBezTo>
                  <a:cubicBezTo>
                    <a:pt x="724" y="475"/>
                    <a:pt x="1310" y="328"/>
                    <a:pt x="1832" y="48"/>
                  </a:cubicBezTo>
                  <a:cubicBezTo>
                    <a:pt x="1844" y="41"/>
                    <a:pt x="1849" y="27"/>
                    <a:pt x="1842" y="13"/>
                  </a:cubicBezTo>
                  <a:cubicBezTo>
                    <a:pt x="1837" y="5"/>
                    <a:pt x="1828" y="0"/>
                    <a:pt x="181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6" name="Google Shape;8906;p30"/>
            <p:cNvSpPr/>
            <p:nvPr/>
          </p:nvSpPr>
          <p:spPr>
            <a:xfrm>
              <a:off x="5472375" y="3672200"/>
              <a:ext cx="26800" cy="30875"/>
            </a:xfrm>
            <a:custGeom>
              <a:avLst/>
              <a:gdLst/>
              <a:ahLst/>
              <a:cxnLst/>
              <a:rect l="l" t="t" r="r" b="b"/>
              <a:pathLst>
                <a:path w="1072" h="1235" extrusionOk="0">
                  <a:moveTo>
                    <a:pt x="29" y="0"/>
                  </a:moveTo>
                  <a:cubicBezTo>
                    <a:pt x="23" y="0"/>
                    <a:pt x="17" y="2"/>
                    <a:pt x="12" y="6"/>
                  </a:cubicBezTo>
                  <a:cubicBezTo>
                    <a:pt x="2" y="16"/>
                    <a:pt x="0" y="32"/>
                    <a:pt x="10" y="43"/>
                  </a:cubicBezTo>
                  <a:lnTo>
                    <a:pt x="1023" y="1227"/>
                  </a:lnTo>
                  <a:cubicBezTo>
                    <a:pt x="1028" y="1232"/>
                    <a:pt x="1035" y="1235"/>
                    <a:pt x="1043" y="1235"/>
                  </a:cubicBezTo>
                  <a:cubicBezTo>
                    <a:pt x="1048" y="1235"/>
                    <a:pt x="1054" y="1233"/>
                    <a:pt x="1059" y="1229"/>
                  </a:cubicBezTo>
                  <a:cubicBezTo>
                    <a:pt x="1070" y="1220"/>
                    <a:pt x="1071" y="1204"/>
                    <a:pt x="1062" y="1193"/>
                  </a:cubicBezTo>
                  <a:lnTo>
                    <a:pt x="49" y="9"/>
                  </a:lnTo>
                  <a:cubicBezTo>
                    <a:pt x="44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7" name="Google Shape;8907;p30"/>
            <p:cNvSpPr/>
            <p:nvPr/>
          </p:nvSpPr>
          <p:spPr>
            <a:xfrm>
              <a:off x="5551775" y="3704075"/>
              <a:ext cx="15875" cy="21025"/>
            </a:xfrm>
            <a:custGeom>
              <a:avLst/>
              <a:gdLst/>
              <a:ahLst/>
              <a:cxnLst/>
              <a:rect l="l" t="t" r="r" b="b"/>
              <a:pathLst>
                <a:path w="635" h="841" extrusionOk="0">
                  <a:moveTo>
                    <a:pt x="28" y="1"/>
                  </a:moveTo>
                  <a:cubicBezTo>
                    <a:pt x="22" y="1"/>
                    <a:pt x="16" y="3"/>
                    <a:pt x="11" y="7"/>
                  </a:cubicBezTo>
                  <a:cubicBezTo>
                    <a:pt x="2" y="18"/>
                    <a:pt x="1" y="34"/>
                    <a:pt x="10" y="44"/>
                  </a:cubicBezTo>
                  <a:cubicBezTo>
                    <a:pt x="225" y="285"/>
                    <a:pt x="418" y="549"/>
                    <a:pt x="582" y="829"/>
                  </a:cubicBezTo>
                  <a:cubicBezTo>
                    <a:pt x="586" y="837"/>
                    <a:pt x="595" y="841"/>
                    <a:pt x="605" y="841"/>
                  </a:cubicBezTo>
                  <a:cubicBezTo>
                    <a:pt x="609" y="841"/>
                    <a:pt x="613" y="840"/>
                    <a:pt x="617" y="837"/>
                  </a:cubicBezTo>
                  <a:cubicBezTo>
                    <a:pt x="630" y="830"/>
                    <a:pt x="634" y="814"/>
                    <a:pt x="626" y="802"/>
                  </a:cubicBezTo>
                  <a:cubicBezTo>
                    <a:pt x="461" y="519"/>
                    <a:pt x="267" y="253"/>
                    <a:pt x="49" y="10"/>
                  </a:cubicBezTo>
                  <a:cubicBezTo>
                    <a:pt x="43" y="4"/>
                    <a:pt x="36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8" name="Google Shape;8908;p30"/>
            <p:cNvSpPr/>
            <p:nvPr/>
          </p:nvSpPr>
          <p:spPr>
            <a:xfrm>
              <a:off x="5542600" y="3693625"/>
              <a:ext cx="6050" cy="6250"/>
            </a:xfrm>
            <a:custGeom>
              <a:avLst/>
              <a:gdLst/>
              <a:ahLst/>
              <a:cxnLst/>
              <a:rect l="l" t="t" r="r" b="b"/>
              <a:pathLst>
                <a:path w="242" h="250" extrusionOk="0">
                  <a:moveTo>
                    <a:pt x="29" y="1"/>
                  </a:moveTo>
                  <a:cubicBezTo>
                    <a:pt x="23" y="1"/>
                    <a:pt x="16" y="3"/>
                    <a:pt x="11" y="8"/>
                  </a:cubicBezTo>
                  <a:cubicBezTo>
                    <a:pt x="0" y="19"/>
                    <a:pt x="0" y="35"/>
                    <a:pt x="10" y="45"/>
                  </a:cubicBezTo>
                  <a:lnTo>
                    <a:pt x="194" y="242"/>
                  </a:lnTo>
                  <a:cubicBezTo>
                    <a:pt x="200" y="247"/>
                    <a:pt x="206" y="250"/>
                    <a:pt x="213" y="250"/>
                  </a:cubicBezTo>
                  <a:cubicBezTo>
                    <a:pt x="220" y="250"/>
                    <a:pt x="225" y="249"/>
                    <a:pt x="230" y="243"/>
                  </a:cubicBezTo>
                  <a:cubicBezTo>
                    <a:pt x="241" y="234"/>
                    <a:pt x="241" y="218"/>
                    <a:pt x="232" y="207"/>
                  </a:cubicBezTo>
                  <a:lnTo>
                    <a:pt x="47" y="9"/>
                  </a:lnTo>
                  <a:cubicBezTo>
                    <a:pt x="43" y="4"/>
                    <a:pt x="36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9" name="Google Shape;8909;p30"/>
            <p:cNvSpPr/>
            <p:nvPr/>
          </p:nvSpPr>
          <p:spPr>
            <a:xfrm>
              <a:off x="5479100" y="3690250"/>
              <a:ext cx="7025" cy="8725"/>
            </a:xfrm>
            <a:custGeom>
              <a:avLst/>
              <a:gdLst/>
              <a:ahLst/>
              <a:cxnLst/>
              <a:rect l="l" t="t" r="r" b="b"/>
              <a:pathLst>
                <a:path w="281" h="349" extrusionOk="0">
                  <a:moveTo>
                    <a:pt x="30" y="0"/>
                  </a:moveTo>
                  <a:cubicBezTo>
                    <a:pt x="25" y="0"/>
                    <a:pt x="19" y="2"/>
                    <a:pt x="14" y="6"/>
                  </a:cubicBezTo>
                  <a:cubicBezTo>
                    <a:pt x="2" y="14"/>
                    <a:pt x="0" y="30"/>
                    <a:pt x="9" y="42"/>
                  </a:cubicBezTo>
                  <a:lnTo>
                    <a:pt x="230" y="339"/>
                  </a:lnTo>
                  <a:cubicBezTo>
                    <a:pt x="236" y="346"/>
                    <a:pt x="243" y="349"/>
                    <a:pt x="251" y="349"/>
                  </a:cubicBezTo>
                  <a:cubicBezTo>
                    <a:pt x="256" y="349"/>
                    <a:pt x="261" y="347"/>
                    <a:pt x="267" y="343"/>
                  </a:cubicBezTo>
                  <a:cubicBezTo>
                    <a:pt x="278" y="335"/>
                    <a:pt x="280" y="319"/>
                    <a:pt x="272" y="308"/>
                  </a:cubicBezTo>
                  <a:lnTo>
                    <a:pt x="50" y="11"/>
                  </a:lnTo>
                  <a:cubicBezTo>
                    <a:pt x="46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0" name="Google Shape;8910;p30"/>
            <p:cNvSpPr/>
            <p:nvPr/>
          </p:nvSpPr>
          <p:spPr>
            <a:xfrm>
              <a:off x="5474450" y="3683900"/>
              <a:ext cx="2900" cy="3300"/>
            </a:xfrm>
            <a:custGeom>
              <a:avLst/>
              <a:gdLst/>
              <a:ahLst/>
              <a:cxnLst/>
              <a:rect l="l" t="t" r="r" b="b"/>
              <a:pathLst>
                <a:path w="116" h="132" extrusionOk="0">
                  <a:moveTo>
                    <a:pt x="31" y="1"/>
                  </a:moveTo>
                  <a:cubicBezTo>
                    <a:pt x="25" y="1"/>
                    <a:pt x="20" y="2"/>
                    <a:pt x="16" y="5"/>
                  </a:cubicBezTo>
                  <a:cubicBezTo>
                    <a:pt x="3" y="13"/>
                    <a:pt x="1" y="30"/>
                    <a:pt x="9" y="42"/>
                  </a:cubicBezTo>
                  <a:lnTo>
                    <a:pt x="65" y="121"/>
                  </a:lnTo>
                  <a:cubicBezTo>
                    <a:pt x="69" y="128"/>
                    <a:pt x="77" y="132"/>
                    <a:pt x="86" y="132"/>
                  </a:cubicBezTo>
                  <a:cubicBezTo>
                    <a:pt x="91" y="132"/>
                    <a:pt x="96" y="130"/>
                    <a:pt x="100" y="126"/>
                  </a:cubicBezTo>
                  <a:cubicBezTo>
                    <a:pt x="112" y="118"/>
                    <a:pt x="115" y="102"/>
                    <a:pt x="107" y="91"/>
                  </a:cubicBezTo>
                  <a:lnTo>
                    <a:pt x="52" y="12"/>
                  </a:lnTo>
                  <a:cubicBezTo>
                    <a:pt x="47" y="5"/>
                    <a:pt x="39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1" name="Google Shape;8911;p30"/>
            <p:cNvSpPr/>
            <p:nvPr/>
          </p:nvSpPr>
          <p:spPr>
            <a:xfrm>
              <a:off x="5487700" y="3717675"/>
              <a:ext cx="18125" cy="2850"/>
            </a:xfrm>
            <a:custGeom>
              <a:avLst/>
              <a:gdLst/>
              <a:ahLst/>
              <a:cxnLst/>
              <a:rect l="l" t="t" r="r" b="b"/>
              <a:pathLst>
                <a:path w="725" h="114" extrusionOk="0">
                  <a:moveTo>
                    <a:pt x="697" y="0"/>
                  </a:moveTo>
                  <a:cubicBezTo>
                    <a:pt x="696" y="0"/>
                    <a:pt x="694" y="1"/>
                    <a:pt x="692" y="1"/>
                  </a:cubicBezTo>
                  <a:cubicBezTo>
                    <a:pt x="473" y="36"/>
                    <a:pt x="248" y="56"/>
                    <a:pt x="26" y="61"/>
                  </a:cubicBezTo>
                  <a:cubicBezTo>
                    <a:pt x="12" y="63"/>
                    <a:pt x="1" y="75"/>
                    <a:pt x="1" y="88"/>
                  </a:cubicBezTo>
                  <a:cubicBezTo>
                    <a:pt x="1" y="103"/>
                    <a:pt x="13" y="114"/>
                    <a:pt x="26" y="114"/>
                  </a:cubicBezTo>
                  <a:lnTo>
                    <a:pt x="28" y="114"/>
                  </a:lnTo>
                  <a:cubicBezTo>
                    <a:pt x="252" y="109"/>
                    <a:pt x="478" y="87"/>
                    <a:pt x="700" y="52"/>
                  </a:cubicBezTo>
                  <a:cubicBezTo>
                    <a:pt x="715" y="49"/>
                    <a:pt x="725" y="36"/>
                    <a:pt x="722" y="22"/>
                  </a:cubicBezTo>
                  <a:cubicBezTo>
                    <a:pt x="720" y="9"/>
                    <a:pt x="710" y="0"/>
                    <a:pt x="69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2" name="Google Shape;8912;p30"/>
            <p:cNvSpPr/>
            <p:nvPr/>
          </p:nvSpPr>
          <p:spPr>
            <a:xfrm>
              <a:off x="5513100" y="3714050"/>
              <a:ext cx="9200" cy="3050"/>
            </a:xfrm>
            <a:custGeom>
              <a:avLst/>
              <a:gdLst/>
              <a:ahLst/>
              <a:cxnLst/>
              <a:rect l="l" t="t" r="r" b="b"/>
              <a:pathLst>
                <a:path w="368" h="122" extrusionOk="0">
                  <a:moveTo>
                    <a:pt x="339" y="1"/>
                  </a:moveTo>
                  <a:cubicBezTo>
                    <a:pt x="335" y="1"/>
                    <a:pt x="331" y="2"/>
                    <a:pt x="327" y="3"/>
                  </a:cubicBezTo>
                  <a:cubicBezTo>
                    <a:pt x="233" y="46"/>
                    <a:pt x="130" y="69"/>
                    <a:pt x="26" y="71"/>
                  </a:cubicBezTo>
                  <a:cubicBezTo>
                    <a:pt x="11" y="71"/>
                    <a:pt x="1" y="83"/>
                    <a:pt x="1" y="96"/>
                  </a:cubicBezTo>
                  <a:cubicBezTo>
                    <a:pt x="1" y="111"/>
                    <a:pt x="11" y="122"/>
                    <a:pt x="26" y="122"/>
                  </a:cubicBezTo>
                  <a:cubicBezTo>
                    <a:pt x="136" y="122"/>
                    <a:pt x="249" y="98"/>
                    <a:pt x="349" y="50"/>
                  </a:cubicBezTo>
                  <a:cubicBezTo>
                    <a:pt x="362" y="45"/>
                    <a:pt x="368" y="29"/>
                    <a:pt x="362" y="15"/>
                  </a:cubicBezTo>
                  <a:cubicBezTo>
                    <a:pt x="358" y="7"/>
                    <a:pt x="348" y="1"/>
                    <a:pt x="33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3" name="Google Shape;8913;p30"/>
            <p:cNvSpPr/>
            <p:nvPr/>
          </p:nvSpPr>
          <p:spPr>
            <a:xfrm>
              <a:off x="5550525" y="3740550"/>
              <a:ext cx="26000" cy="5425"/>
            </a:xfrm>
            <a:custGeom>
              <a:avLst/>
              <a:gdLst/>
              <a:ahLst/>
              <a:cxnLst/>
              <a:rect l="l" t="t" r="r" b="b"/>
              <a:pathLst>
                <a:path w="1040" h="217" extrusionOk="0">
                  <a:moveTo>
                    <a:pt x="1012" y="0"/>
                  </a:moveTo>
                  <a:cubicBezTo>
                    <a:pt x="1010" y="0"/>
                    <a:pt x="1008" y="0"/>
                    <a:pt x="1006" y="1"/>
                  </a:cubicBezTo>
                  <a:cubicBezTo>
                    <a:pt x="683" y="71"/>
                    <a:pt x="353" y="126"/>
                    <a:pt x="26" y="164"/>
                  </a:cubicBezTo>
                  <a:cubicBezTo>
                    <a:pt x="12" y="166"/>
                    <a:pt x="1" y="178"/>
                    <a:pt x="4" y="193"/>
                  </a:cubicBezTo>
                  <a:cubicBezTo>
                    <a:pt x="5" y="207"/>
                    <a:pt x="16" y="216"/>
                    <a:pt x="29" y="216"/>
                  </a:cubicBezTo>
                  <a:lnTo>
                    <a:pt x="32" y="216"/>
                  </a:lnTo>
                  <a:cubicBezTo>
                    <a:pt x="361" y="177"/>
                    <a:pt x="692" y="122"/>
                    <a:pt x="1017" y="51"/>
                  </a:cubicBezTo>
                  <a:cubicBezTo>
                    <a:pt x="1031" y="48"/>
                    <a:pt x="1039" y="34"/>
                    <a:pt x="1037" y="20"/>
                  </a:cubicBezTo>
                  <a:cubicBezTo>
                    <a:pt x="1034" y="8"/>
                    <a:pt x="1024" y="0"/>
                    <a:pt x="101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4" name="Google Shape;8914;p30"/>
            <p:cNvSpPr/>
            <p:nvPr/>
          </p:nvSpPr>
          <p:spPr>
            <a:xfrm>
              <a:off x="5582750" y="3736600"/>
              <a:ext cx="10400" cy="3850"/>
            </a:xfrm>
            <a:custGeom>
              <a:avLst/>
              <a:gdLst/>
              <a:ahLst/>
              <a:cxnLst/>
              <a:rect l="l" t="t" r="r" b="b"/>
              <a:pathLst>
                <a:path w="416" h="154" extrusionOk="0">
                  <a:moveTo>
                    <a:pt x="385" y="1"/>
                  </a:moveTo>
                  <a:cubicBezTo>
                    <a:pt x="383" y="1"/>
                    <a:pt x="381" y="1"/>
                    <a:pt x="379" y="1"/>
                  </a:cubicBezTo>
                  <a:lnTo>
                    <a:pt x="22" y="102"/>
                  </a:lnTo>
                  <a:cubicBezTo>
                    <a:pt x="9" y="106"/>
                    <a:pt x="1" y="121"/>
                    <a:pt x="5" y="135"/>
                  </a:cubicBezTo>
                  <a:cubicBezTo>
                    <a:pt x="7" y="145"/>
                    <a:pt x="18" y="153"/>
                    <a:pt x="29" y="153"/>
                  </a:cubicBezTo>
                  <a:cubicBezTo>
                    <a:pt x="32" y="153"/>
                    <a:pt x="34" y="153"/>
                    <a:pt x="37" y="152"/>
                  </a:cubicBezTo>
                  <a:lnTo>
                    <a:pt x="394" y="51"/>
                  </a:lnTo>
                  <a:cubicBezTo>
                    <a:pt x="407" y="47"/>
                    <a:pt x="415" y="34"/>
                    <a:pt x="411" y="20"/>
                  </a:cubicBezTo>
                  <a:cubicBezTo>
                    <a:pt x="408" y="8"/>
                    <a:pt x="397" y="1"/>
                    <a:pt x="38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5" name="Google Shape;8915;p30"/>
            <p:cNvSpPr/>
            <p:nvPr/>
          </p:nvSpPr>
          <p:spPr>
            <a:xfrm>
              <a:off x="5626050" y="3726150"/>
              <a:ext cx="28000" cy="25775"/>
            </a:xfrm>
            <a:custGeom>
              <a:avLst/>
              <a:gdLst/>
              <a:ahLst/>
              <a:cxnLst/>
              <a:rect l="l" t="t" r="r" b="b"/>
              <a:pathLst>
                <a:path w="1120" h="1031" extrusionOk="0">
                  <a:moveTo>
                    <a:pt x="29" y="0"/>
                  </a:moveTo>
                  <a:cubicBezTo>
                    <a:pt x="21" y="0"/>
                    <a:pt x="13" y="4"/>
                    <a:pt x="8" y="12"/>
                  </a:cubicBezTo>
                  <a:cubicBezTo>
                    <a:pt x="0" y="23"/>
                    <a:pt x="3" y="39"/>
                    <a:pt x="15" y="47"/>
                  </a:cubicBezTo>
                  <a:cubicBezTo>
                    <a:pt x="413" y="318"/>
                    <a:pt x="768" y="645"/>
                    <a:pt x="1070" y="1021"/>
                  </a:cubicBezTo>
                  <a:cubicBezTo>
                    <a:pt x="1075" y="1027"/>
                    <a:pt x="1082" y="1030"/>
                    <a:pt x="1090" y="1030"/>
                  </a:cubicBezTo>
                  <a:cubicBezTo>
                    <a:pt x="1095" y="1030"/>
                    <a:pt x="1101" y="1029"/>
                    <a:pt x="1106" y="1025"/>
                  </a:cubicBezTo>
                  <a:cubicBezTo>
                    <a:pt x="1117" y="1015"/>
                    <a:pt x="1119" y="999"/>
                    <a:pt x="1110" y="988"/>
                  </a:cubicBezTo>
                  <a:cubicBezTo>
                    <a:pt x="805" y="609"/>
                    <a:pt x="445" y="278"/>
                    <a:pt x="43" y="5"/>
                  </a:cubicBezTo>
                  <a:cubicBezTo>
                    <a:pt x="39" y="2"/>
                    <a:pt x="34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6" name="Google Shape;8916;p30"/>
            <p:cNvSpPr/>
            <p:nvPr/>
          </p:nvSpPr>
          <p:spPr>
            <a:xfrm>
              <a:off x="5614975" y="3716425"/>
              <a:ext cx="7800" cy="6425"/>
            </a:xfrm>
            <a:custGeom>
              <a:avLst/>
              <a:gdLst/>
              <a:ahLst/>
              <a:cxnLst/>
              <a:rect l="l" t="t" r="r" b="b"/>
              <a:pathLst>
                <a:path w="312" h="257" extrusionOk="0">
                  <a:moveTo>
                    <a:pt x="30" y="0"/>
                  </a:moveTo>
                  <a:cubicBezTo>
                    <a:pt x="23" y="0"/>
                    <a:pt x="15" y="3"/>
                    <a:pt x="10" y="9"/>
                  </a:cubicBezTo>
                  <a:cubicBezTo>
                    <a:pt x="1" y="21"/>
                    <a:pt x="3" y="36"/>
                    <a:pt x="14" y="46"/>
                  </a:cubicBezTo>
                  <a:lnTo>
                    <a:pt x="267" y="250"/>
                  </a:lnTo>
                  <a:cubicBezTo>
                    <a:pt x="271" y="254"/>
                    <a:pt x="278" y="257"/>
                    <a:pt x="283" y="257"/>
                  </a:cubicBezTo>
                  <a:cubicBezTo>
                    <a:pt x="290" y="257"/>
                    <a:pt x="298" y="253"/>
                    <a:pt x="303" y="247"/>
                  </a:cubicBezTo>
                  <a:cubicBezTo>
                    <a:pt x="311" y="235"/>
                    <a:pt x="310" y="219"/>
                    <a:pt x="299" y="210"/>
                  </a:cubicBezTo>
                  <a:lnTo>
                    <a:pt x="46" y="5"/>
                  </a:ln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7" name="Google Shape;8917;p30"/>
            <p:cNvSpPr/>
            <p:nvPr/>
          </p:nvSpPr>
          <p:spPr>
            <a:xfrm>
              <a:off x="5596575" y="3709750"/>
              <a:ext cx="35100" cy="34250"/>
            </a:xfrm>
            <a:custGeom>
              <a:avLst/>
              <a:gdLst/>
              <a:ahLst/>
              <a:cxnLst/>
              <a:rect l="l" t="t" r="r" b="b"/>
              <a:pathLst>
                <a:path w="1404" h="1370" extrusionOk="0">
                  <a:moveTo>
                    <a:pt x="31" y="0"/>
                  </a:moveTo>
                  <a:cubicBezTo>
                    <a:pt x="23" y="0"/>
                    <a:pt x="15" y="4"/>
                    <a:pt x="10" y="10"/>
                  </a:cubicBezTo>
                  <a:cubicBezTo>
                    <a:pt x="1" y="22"/>
                    <a:pt x="3" y="38"/>
                    <a:pt x="14" y="46"/>
                  </a:cubicBezTo>
                  <a:cubicBezTo>
                    <a:pt x="511" y="430"/>
                    <a:pt x="961" y="871"/>
                    <a:pt x="1354" y="1359"/>
                  </a:cubicBezTo>
                  <a:cubicBezTo>
                    <a:pt x="1359" y="1366"/>
                    <a:pt x="1366" y="1370"/>
                    <a:pt x="1374" y="1370"/>
                  </a:cubicBezTo>
                  <a:cubicBezTo>
                    <a:pt x="1380" y="1370"/>
                    <a:pt x="1385" y="1367"/>
                    <a:pt x="1390" y="1363"/>
                  </a:cubicBezTo>
                  <a:cubicBezTo>
                    <a:pt x="1401" y="1355"/>
                    <a:pt x="1404" y="1339"/>
                    <a:pt x="1394" y="1327"/>
                  </a:cubicBezTo>
                  <a:cubicBezTo>
                    <a:pt x="999" y="836"/>
                    <a:pt x="546" y="391"/>
                    <a:pt x="46" y="6"/>
                  </a:cubicBezTo>
                  <a:cubicBezTo>
                    <a:pt x="42" y="2"/>
                    <a:pt x="3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8" name="Google Shape;8918;p30"/>
            <p:cNvSpPr/>
            <p:nvPr/>
          </p:nvSpPr>
          <p:spPr>
            <a:xfrm>
              <a:off x="5590025" y="3703675"/>
              <a:ext cx="5025" cy="4425"/>
            </a:xfrm>
            <a:custGeom>
              <a:avLst/>
              <a:gdLst/>
              <a:ahLst/>
              <a:cxnLst/>
              <a:rect l="l" t="t" r="r" b="b"/>
              <a:pathLst>
                <a:path w="201" h="177" extrusionOk="0">
                  <a:moveTo>
                    <a:pt x="29" y="0"/>
                  </a:moveTo>
                  <a:cubicBezTo>
                    <a:pt x="22" y="0"/>
                    <a:pt x="15" y="3"/>
                    <a:pt x="10" y="9"/>
                  </a:cubicBezTo>
                  <a:cubicBezTo>
                    <a:pt x="0" y="20"/>
                    <a:pt x="2" y="36"/>
                    <a:pt x="12" y="46"/>
                  </a:cubicBezTo>
                  <a:lnTo>
                    <a:pt x="155" y="169"/>
                  </a:lnTo>
                  <a:cubicBezTo>
                    <a:pt x="159" y="174"/>
                    <a:pt x="166" y="176"/>
                    <a:pt x="171" y="176"/>
                  </a:cubicBezTo>
                  <a:cubicBezTo>
                    <a:pt x="179" y="176"/>
                    <a:pt x="186" y="174"/>
                    <a:pt x="191" y="167"/>
                  </a:cubicBezTo>
                  <a:cubicBezTo>
                    <a:pt x="201" y="156"/>
                    <a:pt x="199" y="140"/>
                    <a:pt x="189" y="130"/>
                  </a:cubicBezTo>
                  <a:lnTo>
                    <a:pt x="46" y="7"/>
                  </a:lnTo>
                  <a:cubicBezTo>
                    <a:pt x="41" y="2"/>
                    <a:pt x="35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9" name="Google Shape;8919;p30"/>
            <p:cNvSpPr/>
            <p:nvPr/>
          </p:nvSpPr>
          <p:spPr>
            <a:xfrm>
              <a:off x="5601725" y="3751525"/>
              <a:ext cx="14700" cy="6000"/>
            </a:xfrm>
            <a:custGeom>
              <a:avLst/>
              <a:gdLst/>
              <a:ahLst/>
              <a:cxnLst/>
              <a:rect l="l" t="t" r="r" b="b"/>
              <a:pathLst>
                <a:path w="588" h="240" extrusionOk="0">
                  <a:moveTo>
                    <a:pt x="556" y="1"/>
                  </a:moveTo>
                  <a:cubicBezTo>
                    <a:pt x="554" y="1"/>
                    <a:pt x="551" y="1"/>
                    <a:pt x="548" y="2"/>
                  </a:cubicBezTo>
                  <a:lnTo>
                    <a:pt x="22" y="189"/>
                  </a:lnTo>
                  <a:cubicBezTo>
                    <a:pt x="9" y="194"/>
                    <a:pt x="0" y="209"/>
                    <a:pt x="6" y="222"/>
                  </a:cubicBezTo>
                  <a:cubicBezTo>
                    <a:pt x="10" y="233"/>
                    <a:pt x="19" y="240"/>
                    <a:pt x="30" y="240"/>
                  </a:cubicBezTo>
                  <a:cubicBezTo>
                    <a:pt x="33" y="240"/>
                    <a:pt x="37" y="238"/>
                    <a:pt x="39" y="238"/>
                  </a:cubicBezTo>
                  <a:lnTo>
                    <a:pt x="566" y="50"/>
                  </a:lnTo>
                  <a:cubicBezTo>
                    <a:pt x="579" y="46"/>
                    <a:pt x="587" y="31"/>
                    <a:pt x="582" y="18"/>
                  </a:cubicBezTo>
                  <a:cubicBezTo>
                    <a:pt x="577" y="7"/>
                    <a:pt x="568" y="1"/>
                    <a:pt x="55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0" name="Google Shape;8920;p30"/>
            <p:cNvSpPr/>
            <p:nvPr/>
          </p:nvSpPr>
          <p:spPr>
            <a:xfrm>
              <a:off x="5495650" y="3674800"/>
              <a:ext cx="23100" cy="24375"/>
            </a:xfrm>
            <a:custGeom>
              <a:avLst/>
              <a:gdLst/>
              <a:ahLst/>
              <a:cxnLst/>
              <a:rect l="l" t="t" r="r" b="b"/>
              <a:pathLst>
                <a:path w="924" h="975" extrusionOk="0">
                  <a:moveTo>
                    <a:pt x="29" y="0"/>
                  </a:moveTo>
                  <a:cubicBezTo>
                    <a:pt x="23" y="0"/>
                    <a:pt x="16" y="3"/>
                    <a:pt x="11" y="9"/>
                  </a:cubicBezTo>
                  <a:cubicBezTo>
                    <a:pt x="0" y="20"/>
                    <a:pt x="2" y="36"/>
                    <a:pt x="11" y="45"/>
                  </a:cubicBezTo>
                  <a:cubicBezTo>
                    <a:pt x="316" y="333"/>
                    <a:pt x="607" y="642"/>
                    <a:pt x="873" y="965"/>
                  </a:cubicBezTo>
                  <a:cubicBezTo>
                    <a:pt x="879" y="971"/>
                    <a:pt x="887" y="975"/>
                    <a:pt x="894" y="975"/>
                  </a:cubicBezTo>
                  <a:cubicBezTo>
                    <a:pt x="900" y="975"/>
                    <a:pt x="906" y="972"/>
                    <a:pt x="910" y="968"/>
                  </a:cubicBezTo>
                  <a:cubicBezTo>
                    <a:pt x="922" y="959"/>
                    <a:pt x="923" y="942"/>
                    <a:pt x="914" y="932"/>
                  </a:cubicBezTo>
                  <a:cubicBezTo>
                    <a:pt x="645" y="607"/>
                    <a:pt x="354" y="297"/>
                    <a:pt x="47" y="7"/>
                  </a:cubicBezTo>
                  <a:cubicBezTo>
                    <a:pt x="42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1" name="Google Shape;8921;p30"/>
            <p:cNvSpPr/>
            <p:nvPr/>
          </p:nvSpPr>
          <p:spPr>
            <a:xfrm>
              <a:off x="5507050" y="3674425"/>
              <a:ext cx="13800" cy="14775"/>
            </a:xfrm>
            <a:custGeom>
              <a:avLst/>
              <a:gdLst/>
              <a:ahLst/>
              <a:cxnLst/>
              <a:rect l="l" t="t" r="r" b="b"/>
              <a:pathLst>
                <a:path w="552" h="591" extrusionOk="0">
                  <a:moveTo>
                    <a:pt x="29" y="1"/>
                  </a:moveTo>
                  <a:cubicBezTo>
                    <a:pt x="23" y="1"/>
                    <a:pt x="16" y="3"/>
                    <a:pt x="11" y="8"/>
                  </a:cubicBezTo>
                  <a:cubicBezTo>
                    <a:pt x="0" y="17"/>
                    <a:pt x="0" y="33"/>
                    <a:pt x="10" y="44"/>
                  </a:cubicBezTo>
                  <a:lnTo>
                    <a:pt x="504" y="581"/>
                  </a:lnTo>
                  <a:cubicBezTo>
                    <a:pt x="509" y="586"/>
                    <a:pt x="516" y="590"/>
                    <a:pt x="522" y="590"/>
                  </a:cubicBezTo>
                  <a:cubicBezTo>
                    <a:pt x="529" y="590"/>
                    <a:pt x="536" y="587"/>
                    <a:pt x="540" y="582"/>
                  </a:cubicBezTo>
                  <a:cubicBezTo>
                    <a:pt x="551" y="573"/>
                    <a:pt x="552" y="556"/>
                    <a:pt x="543" y="546"/>
                  </a:cubicBezTo>
                  <a:lnTo>
                    <a:pt x="47" y="9"/>
                  </a:lnTo>
                  <a:cubicBezTo>
                    <a:pt x="43" y="3"/>
                    <a:pt x="36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22" name="Google Shape;8922;p30"/>
          <p:cNvGrpSpPr/>
          <p:nvPr/>
        </p:nvGrpSpPr>
        <p:grpSpPr>
          <a:xfrm rot="4814608" flipH="1">
            <a:off x="-1846702" y="47496"/>
            <a:ext cx="3426100" cy="2614902"/>
            <a:chOff x="4825550" y="4026300"/>
            <a:chExt cx="674325" cy="514675"/>
          </a:xfrm>
        </p:grpSpPr>
        <p:sp>
          <p:nvSpPr>
            <p:cNvPr id="8923" name="Google Shape;8923;p30"/>
            <p:cNvSpPr/>
            <p:nvPr/>
          </p:nvSpPr>
          <p:spPr>
            <a:xfrm>
              <a:off x="4826950" y="4027625"/>
              <a:ext cx="671500" cy="512050"/>
            </a:xfrm>
            <a:custGeom>
              <a:avLst/>
              <a:gdLst/>
              <a:ahLst/>
              <a:cxnLst/>
              <a:rect l="l" t="t" r="r" b="b"/>
              <a:pathLst>
                <a:path w="26860" h="20482" extrusionOk="0">
                  <a:moveTo>
                    <a:pt x="19054" y="0"/>
                  </a:moveTo>
                  <a:lnTo>
                    <a:pt x="19054" y="0"/>
                  </a:lnTo>
                  <a:cubicBezTo>
                    <a:pt x="18609" y="1889"/>
                    <a:pt x="17577" y="3567"/>
                    <a:pt x="16757" y="5326"/>
                  </a:cubicBezTo>
                  <a:cubicBezTo>
                    <a:pt x="15937" y="7086"/>
                    <a:pt x="15344" y="9555"/>
                    <a:pt x="15577" y="11481"/>
                  </a:cubicBezTo>
                  <a:cubicBezTo>
                    <a:pt x="15008" y="10529"/>
                    <a:pt x="15028" y="8743"/>
                    <a:pt x="15158" y="7640"/>
                  </a:cubicBezTo>
                  <a:cubicBezTo>
                    <a:pt x="15289" y="6537"/>
                    <a:pt x="15582" y="5455"/>
                    <a:pt x="15641" y="4345"/>
                  </a:cubicBezTo>
                  <a:cubicBezTo>
                    <a:pt x="15714" y="2991"/>
                    <a:pt x="15425" y="1617"/>
                    <a:pt x="14813" y="406"/>
                  </a:cubicBezTo>
                  <a:cubicBezTo>
                    <a:pt x="14466" y="2163"/>
                    <a:pt x="14058" y="3844"/>
                    <a:pt x="14003" y="5634"/>
                  </a:cubicBezTo>
                  <a:cubicBezTo>
                    <a:pt x="13949" y="7425"/>
                    <a:pt x="14214" y="9666"/>
                    <a:pt x="15012" y="11270"/>
                  </a:cubicBezTo>
                  <a:cubicBezTo>
                    <a:pt x="13216" y="8177"/>
                    <a:pt x="13618" y="3897"/>
                    <a:pt x="11584" y="1047"/>
                  </a:cubicBezTo>
                  <a:lnTo>
                    <a:pt x="11583" y="1047"/>
                  </a:lnTo>
                  <a:cubicBezTo>
                    <a:pt x="11371" y="2204"/>
                    <a:pt x="11531" y="3456"/>
                    <a:pt x="11896" y="4574"/>
                  </a:cubicBezTo>
                  <a:cubicBezTo>
                    <a:pt x="12261" y="5692"/>
                    <a:pt x="12787" y="6748"/>
                    <a:pt x="13253" y="7827"/>
                  </a:cubicBezTo>
                  <a:cubicBezTo>
                    <a:pt x="13720" y="8907"/>
                    <a:pt x="14038" y="10502"/>
                    <a:pt x="14151" y="11672"/>
                  </a:cubicBezTo>
                  <a:cubicBezTo>
                    <a:pt x="13814" y="9688"/>
                    <a:pt x="12807" y="7729"/>
                    <a:pt x="11710" y="6081"/>
                  </a:cubicBezTo>
                  <a:cubicBezTo>
                    <a:pt x="10648" y="4487"/>
                    <a:pt x="9949" y="2930"/>
                    <a:pt x="8947" y="1298"/>
                  </a:cubicBezTo>
                  <a:lnTo>
                    <a:pt x="8947" y="1298"/>
                  </a:lnTo>
                  <a:cubicBezTo>
                    <a:pt x="8732" y="2419"/>
                    <a:pt x="8981" y="3593"/>
                    <a:pt x="9462" y="4629"/>
                  </a:cubicBezTo>
                  <a:cubicBezTo>
                    <a:pt x="9943" y="5665"/>
                    <a:pt x="10643" y="6581"/>
                    <a:pt x="11370" y="7464"/>
                  </a:cubicBezTo>
                  <a:cubicBezTo>
                    <a:pt x="11884" y="8090"/>
                    <a:pt x="12417" y="8706"/>
                    <a:pt x="12840" y="9396"/>
                  </a:cubicBezTo>
                  <a:cubicBezTo>
                    <a:pt x="13263" y="10086"/>
                    <a:pt x="13462" y="11260"/>
                    <a:pt x="13492" y="12070"/>
                  </a:cubicBezTo>
                  <a:cubicBezTo>
                    <a:pt x="12609" y="10155"/>
                    <a:pt x="11242" y="8102"/>
                    <a:pt x="9425" y="7033"/>
                  </a:cubicBezTo>
                  <a:cubicBezTo>
                    <a:pt x="7828" y="6096"/>
                    <a:pt x="6026" y="5571"/>
                    <a:pt x="4439" y="4617"/>
                  </a:cubicBezTo>
                  <a:lnTo>
                    <a:pt x="4439" y="4617"/>
                  </a:lnTo>
                  <a:cubicBezTo>
                    <a:pt x="5323" y="6185"/>
                    <a:pt x="6595" y="7530"/>
                    <a:pt x="8112" y="8498"/>
                  </a:cubicBezTo>
                  <a:cubicBezTo>
                    <a:pt x="9949" y="9674"/>
                    <a:pt x="11850" y="11030"/>
                    <a:pt x="13235" y="12717"/>
                  </a:cubicBezTo>
                  <a:cubicBezTo>
                    <a:pt x="11701" y="11546"/>
                    <a:pt x="10112" y="10251"/>
                    <a:pt x="8215" y="9891"/>
                  </a:cubicBezTo>
                  <a:cubicBezTo>
                    <a:pt x="6320" y="9530"/>
                    <a:pt x="4425" y="9333"/>
                    <a:pt x="2507" y="9121"/>
                  </a:cubicBezTo>
                  <a:lnTo>
                    <a:pt x="2507" y="9121"/>
                  </a:lnTo>
                  <a:cubicBezTo>
                    <a:pt x="3570" y="10230"/>
                    <a:pt x="4919" y="11063"/>
                    <a:pt x="6386" y="11519"/>
                  </a:cubicBezTo>
                  <a:cubicBezTo>
                    <a:pt x="8652" y="12224"/>
                    <a:pt x="11116" y="12765"/>
                    <a:pt x="13337" y="13601"/>
                  </a:cubicBezTo>
                  <a:cubicBezTo>
                    <a:pt x="11816" y="13313"/>
                    <a:pt x="10238" y="13059"/>
                    <a:pt x="8680" y="13059"/>
                  </a:cubicBezTo>
                  <a:cubicBezTo>
                    <a:pt x="7987" y="13059"/>
                    <a:pt x="7299" y="13109"/>
                    <a:pt x="6621" y="13229"/>
                  </a:cubicBezTo>
                  <a:cubicBezTo>
                    <a:pt x="5305" y="13460"/>
                    <a:pt x="3968" y="13662"/>
                    <a:pt x="2645" y="13662"/>
                  </a:cubicBezTo>
                  <a:cubicBezTo>
                    <a:pt x="1754" y="13662"/>
                    <a:pt x="869" y="13570"/>
                    <a:pt x="1" y="13335"/>
                  </a:cubicBezTo>
                  <a:lnTo>
                    <a:pt x="1" y="13335"/>
                  </a:lnTo>
                  <a:cubicBezTo>
                    <a:pt x="1128" y="14404"/>
                    <a:pt x="2662" y="14976"/>
                    <a:pt x="4207" y="15147"/>
                  </a:cubicBezTo>
                  <a:cubicBezTo>
                    <a:pt x="4589" y="15189"/>
                    <a:pt x="4971" y="15208"/>
                    <a:pt x="5353" y="15208"/>
                  </a:cubicBezTo>
                  <a:cubicBezTo>
                    <a:pt x="6521" y="15208"/>
                    <a:pt x="7690" y="15031"/>
                    <a:pt x="8835" y="14788"/>
                  </a:cubicBezTo>
                  <a:cubicBezTo>
                    <a:pt x="10354" y="14465"/>
                    <a:pt x="11975" y="14477"/>
                    <a:pt x="13500" y="14174"/>
                  </a:cubicBezTo>
                  <a:lnTo>
                    <a:pt x="13500" y="14174"/>
                  </a:lnTo>
                  <a:cubicBezTo>
                    <a:pt x="9600" y="14959"/>
                    <a:pt x="6164" y="17138"/>
                    <a:pt x="2296" y="18066"/>
                  </a:cubicBezTo>
                  <a:cubicBezTo>
                    <a:pt x="2954" y="18212"/>
                    <a:pt x="3625" y="18279"/>
                    <a:pt x="4298" y="18279"/>
                  </a:cubicBezTo>
                  <a:cubicBezTo>
                    <a:pt x="5662" y="18279"/>
                    <a:pt x="7034" y="18003"/>
                    <a:pt x="8323" y="17544"/>
                  </a:cubicBezTo>
                  <a:cubicBezTo>
                    <a:pt x="10248" y="16861"/>
                    <a:pt x="12008" y="15777"/>
                    <a:pt x="13681" y="14605"/>
                  </a:cubicBezTo>
                  <a:lnTo>
                    <a:pt x="13681" y="14605"/>
                  </a:lnTo>
                  <a:cubicBezTo>
                    <a:pt x="11340" y="17368"/>
                    <a:pt x="8331" y="19447"/>
                    <a:pt x="4860" y="20481"/>
                  </a:cubicBezTo>
                  <a:cubicBezTo>
                    <a:pt x="7095" y="20275"/>
                    <a:pt x="9180" y="19456"/>
                    <a:pt x="11163" y="18404"/>
                  </a:cubicBezTo>
                  <a:cubicBezTo>
                    <a:pt x="13144" y="17353"/>
                    <a:pt x="14279" y="16238"/>
                    <a:pt x="15407" y="13804"/>
                  </a:cubicBezTo>
                  <a:cubicBezTo>
                    <a:pt x="15670" y="13851"/>
                    <a:pt x="15935" y="13874"/>
                    <a:pt x="16209" y="13874"/>
                  </a:cubicBezTo>
                  <a:cubicBezTo>
                    <a:pt x="17596" y="13874"/>
                    <a:pt x="19200" y="13276"/>
                    <a:pt x="21846" y="12029"/>
                  </a:cubicBezTo>
                  <a:cubicBezTo>
                    <a:pt x="23884" y="11068"/>
                    <a:pt x="26031" y="9588"/>
                    <a:pt x="26860" y="7494"/>
                  </a:cubicBezTo>
                  <a:lnTo>
                    <a:pt x="26860" y="7494"/>
                  </a:lnTo>
                  <a:cubicBezTo>
                    <a:pt x="23947" y="10155"/>
                    <a:pt x="20289" y="11980"/>
                    <a:pt x="16412" y="12704"/>
                  </a:cubicBezTo>
                  <a:cubicBezTo>
                    <a:pt x="18304" y="11784"/>
                    <a:pt x="20182" y="10842"/>
                    <a:pt x="21959" y="9717"/>
                  </a:cubicBezTo>
                  <a:cubicBezTo>
                    <a:pt x="23735" y="8591"/>
                    <a:pt x="25399" y="7255"/>
                    <a:pt x="26707" y="5609"/>
                  </a:cubicBezTo>
                  <a:lnTo>
                    <a:pt x="26707" y="5609"/>
                  </a:lnTo>
                  <a:cubicBezTo>
                    <a:pt x="22976" y="7229"/>
                    <a:pt x="19470" y="9611"/>
                    <a:pt x="16299" y="12158"/>
                  </a:cubicBezTo>
                  <a:cubicBezTo>
                    <a:pt x="17381" y="10521"/>
                    <a:pt x="19181" y="9177"/>
                    <a:pt x="20591" y="7811"/>
                  </a:cubicBezTo>
                  <a:cubicBezTo>
                    <a:pt x="22229" y="6225"/>
                    <a:pt x="23341" y="4105"/>
                    <a:pt x="23712" y="1855"/>
                  </a:cubicBezTo>
                  <a:lnTo>
                    <a:pt x="23712" y="1855"/>
                  </a:lnTo>
                  <a:cubicBezTo>
                    <a:pt x="22333" y="3361"/>
                    <a:pt x="20879" y="4799"/>
                    <a:pt x="19513" y="6316"/>
                  </a:cubicBezTo>
                  <a:cubicBezTo>
                    <a:pt x="18146" y="7834"/>
                    <a:pt x="16757" y="9881"/>
                    <a:pt x="15960" y="11761"/>
                  </a:cubicBezTo>
                  <a:cubicBezTo>
                    <a:pt x="15854" y="10464"/>
                    <a:pt x="16533" y="8815"/>
                    <a:pt x="17183" y="7687"/>
                  </a:cubicBezTo>
                  <a:cubicBezTo>
                    <a:pt x="17834" y="6560"/>
                    <a:pt x="18606" y="5486"/>
                    <a:pt x="19032" y="4257"/>
                  </a:cubicBezTo>
                  <a:cubicBezTo>
                    <a:pt x="19502" y="2891"/>
                    <a:pt x="19511" y="1371"/>
                    <a:pt x="19054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4" name="Google Shape;8924;p30"/>
            <p:cNvSpPr/>
            <p:nvPr/>
          </p:nvSpPr>
          <p:spPr>
            <a:xfrm>
              <a:off x="4825550" y="4026300"/>
              <a:ext cx="674325" cy="514675"/>
            </a:xfrm>
            <a:custGeom>
              <a:avLst/>
              <a:gdLst/>
              <a:ahLst/>
              <a:cxnLst/>
              <a:rect l="l" t="t" r="r" b="b"/>
              <a:pathLst>
                <a:path w="26973" h="20587" extrusionOk="0">
                  <a:moveTo>
                    <a:pt x="19117" y="244"/>
                  </a:moveTo>
                  <a:lnTo>
                    <a:pt x="19117" y="244"/>
                  </a:lnTo>
                  <a:cubicBezTo>
                    <a:pt x="19514" y="1561"/>
                    <a:pt x="19487" y="2993"/>
                    <a:pt x="19038" y="4294"/>
                  </a:cubicBezTo>
                  <a:cubicBezTo>
                    <a:pt x="18726" y="5199"/>
                    <a:pt x="18214" y="6034"/>
                    <a:pt x="17719" y="6843"/>
                  </a:cubicBezTo>
                  <a:cubicBezTo>
                    <a:pt x="17544" y="7127"/>
                    <a:pt x="17364" y="7421"/>
                    <a:pt x="17195" y="7715"/>
                  </a:cubicBezTo>
                  <a:cubicBezTo>
                    <a:pt x="16873" y="8273"/>
                    <a:pt x="15833" y="10218"/>
                    <a:pt x="15965" y="11819"/>
                  </a:cubicBezTo>
                  <a:cubicBezTo>
                    <a:pt x="15966" y="11843"/>
                    <a:pt x="15984" y="11862"/>
                    <a:pt x="16008" y="11866"/>
                  </a:cubicBezTo>
                  <a:cubicBezTo>
                    <a:pt x="16011" y="11867"/>
                    <a:pt x="16014" y="11867"/>
                    <a:pt x="16016" y="11867"/>
                  </a:cubicBezTo>
                  <a:cubicBezTo>
                    <a:pt x="16037" y="11867"/>
                    <a:pt x="16056" y="11854"/>
                    <a:pt x="16063" y="11835"/>
                  </a:cubicBezTo>
                  <a:cubicBezTo>
                    <a:pt x="16814" y="10068"/>
                    <a:pt x="18138" y="8038"/>
                    <a:pt x="19607" y="6406"/>
                  </a:cubicBezTo>
                  <a:cubicBezTo>
                    <a:pt x="20343" y="5589"/>
                    <a:pt x="21116" y="4781"/>
                    <a:pt x="21866" y="4000"/>
                  </a:cubicBezTo>
                  <a:cubicBezTo>
                    <a:pt x="22467" y="3373"/>
                    <a:pt x="23087" y="2725"/>
                    <a:pt x="23686" y="2074"/>
                  </a:cubicBezTo>
                  <a:lnTo>
                    <a:pt x="23686" y="2074"/>
                  </a:lnTo>
                  <a:cubicBezTo>
                    <a:pt x="23289" y="4250"/>
                    <a:pt x="22201" y="6287"/>
                    <a:pt x="20610" y="7828"/>
                  </a:cubicBezTo>
                  <a:cubicBezTo>
                    <a:pt x="20212" y="8212"/>
                    <a:pt x="19793" y="8589"/>
                    <a:pt x="19347" y="8987"/>
                  </a:cubicBezTo>
                  <a:cubicBezTo>
                    <a:pt x="18239" y="9978"/>
                    <a:pt x="17091" y="11004"/>
                    <a:pt x="16312" y="12184"/>
                  </a:cubicBezTo>
                  <a:cubicBezTo>
                    <a:pt x="16297" y="12204"/>
                    <a:pt x="16301" y="12234"/>
                    <a:pt x="16320" y="12250"/>
                  </a:cubicBezTo>
                  <a:cubicBezTo>
                    <a:pt x="16330" y="12259"/>
                    <a:pt x="16343" y="12264"/>
                    <a:pt x="16356" y="12264"/>
                  </a:cubicBezTo>
                  <a:cubicBezTo>
                    <a:pt x="16367" y="12264"/>
                    <a:pt x="16378" y="12260"/>
                    <a:pt x="16388" y="12252"/>
                  </a:cubicBezTo>
                  <a:cubicBezTo>
                    <a:pt x="20013" y="9340"/>
                    <a:pt x="23354" y="7226"/>
                    <a:pt x="26589" y="5795"/>
                  </a:cubicBezTo>
                  <a:lnTo>
                    <a:pt x="26589" y="5795"/>
                  </a:lnTo>
                  <a:cubicBezTo>
                    <a:pt x="25425" y="7217"/>
                    <a:pt x="23917" y="8504"/>
                    <a:pt x="21987" y="9727"/>
                  </a:cubicBezTo>
                  <a:cubicBezTo>
                    <a:pt x="20171" y="10876"/>
                    <a:pt x="18253" y="11831"/>
                    <a:pt x="16447" y="12711"/>
                  </a:cubicBezTo>
                  <a:cubicBezTo>
                    <a:pt x="16422" y="12723"/>
                    <a:pt x="16412" y="12750"/>
                    <a:pt x="16420" y="12774"/>
                  </a:cubicBezTo>
                  <a:cubicBezTo>
                    <a:pt x="16427" y="12796"/>
                    <a:pt x="16447" y="12810"/>
                    <a:pt x="16469" y="12810"/>
                  </a:cubicBezTo>
                  <a:cubicBezTo>
                    <a:pt x="16472" y="12810"/>
                    <a:pt x="16475" y="12810"/>
                    <a:pt x="16478" y="12809"/>
                  </a:cubicBezTo>
                  <a:cubicBezTo>
                    <a:pt x="20312" y="12092"/>
                    <a:pt x="23868" y="10343"/>
                    <a:pt x="26777" y="7743"/>
                  </a:cubicBezTo>
                  <a:lnTo>
                    <a:pt x="26777" y="7743"/>
                  </a:lnTo>
                  <a:cubicBezTo>
                    <a:pt x="25848" y="9816"/>
                    <a:pt x="23617" y="11217"/>
                    <a:pt x="21880" y="12036"/>
                  </a:cubicBezTo>
                  <a:cubicBezTo>
                    <a:pt x="19326" y="13239"/>
                    <a:pt x="17694" y="13875"/>
                    <a:pt x="16261" y="13875"/>
                  </a:cubicBezTo>
                  <a:cubicBezTo>
                    <a:pt x="15993" y="13875"/>
                    <a:pt x="15731" y="13853"/>
                    <a:pt x="15471" y="13808"/>
                  </a:cubicBezTo>
                  <a:cubicBezTo>
                    <a:pt x="15468" y="13807"/>
                    <a:pt x="15464" y="13806"/>
                    <a:pt x="15461" y="13806"/>
                  </a:cubicBezTo>
                  <a:cubicBezTo>
                    <a:pt x="15442" y="13806"/>
                    <a:pt x="15424" y="13819"/>
                    <a:pt x="15416" y="13836"/>
                  </a:cubicBezTo>
                  <a:cubicBezTo>
                    <a:pt x="14341" y="16154"/>
                    <a:pt x="13276" y="17308"/>
                    <a:pt x="11195" y="18413"/>
                  </a:cubicBezTo>
                  <a:cubicBezTo>
                    <a:pt x="9082" y="19532"/>
                    <a:pt x="7241" y="20178"/>
                    <a:pt x="5446" y="20423"/>
                  </a:cubicBezTo>
                  <a:cubicBezTo>
                    <a:pt x="8617" y="19368"/>
                    <a:pt x="11488" y="17396"/>
                    <a:pt x="13778" y="14693"/>
                  </a:cubicBezTo>
                  <a:cubicBezTo>
                    <a:pt x="13794" y="14673"/>
                    <a:pt x="13794" y="14643"/>
                    <a:pt x="13776" y="14624"/>
                  </a:cubicBezTo>
                  <a:cubicBezTo>
                    <a:pt x="13765" y="14612"/>
                    <a:pt x="13752" y="14607"/>
                    <a:pt x="13737" y="14607"/>
                  </a:cubicBezTo>
                  <a:cubicBezTo>
                    <a:pt x="13728" y="14607"/>
                    <a:pt x="13717" y="14609"/>
                    <a:pt x="13708" y="14616"/>
                  </a:cubicBezTo>
                  <a:cubicBezTo>
                    <a:pt x="12310" y="15594"/>
                    <a:pt x="10440" y="16810"/>
                    <a:pt x="8361" y="17550"/>
                  </a:cubicBezTo>
                  <a:cubicBezTo>
                    <a:pt x="6996" y="18035"/>
                    <a:pt x="5639" y="18280"/>
                    <a:pt x="4353" y="18280"/>
                  </a:cubicBezTo>
                  <a:cubicBezTo>
                    <a:pt x="3746" y="18280"/>
                    <a:pt x="3155" y="18225"/>
                    <a:pt x="2586" y="18115"/>
                  </a:cubicBezTo>
                  <a:cubicBezTo>
                    <a:pt x="4344" y="17670"/>
                    <a:pt x="6037" y="16966"/>
                    <a:pt x="7677" y="16286"/>
                  </a:cubicBezTo>
                  <a:cubicBezTo>
                    <a:pt x="9565" y="15501"/>
                    <a:pt x="11520" y="14690"/>
                    <a:pt x="13565" y="14279"/>
                  </a:cubicBezTo>
                  <a:cubicBezTo>
                    <a:pt x="13593" y="14273"/>
                    <a:pt x="13612" y="14246"/>
                    <a:pt x="13605" y="14218"/>
                  </a:cubicBezTo>
                  <a:cubicBezTo>
                    <a:pt x="13601" y="14194"/>
                    <a:pt x="13580" y="14176"/>
                    <a:pt x="13556" y="14176"/>
                  </a:cubicBezTo>
                  <a:cubicBezTo>
                    <a:pt x="13553" y="14176"/>
                    <a:pt x="13549" y="14177"/>
                    <a:pt x="13545" y="14178"/>
                  </a:cubicBezTo>
                  <a:cubicBezTo>
                    <a:pt x="12808" y="14324"/>
                    <a:pt x="12034" y="14398"/>
                    <a:pt x="11286" y="14470"/>
                  </a:cubicBezTo>
                  <a:cubicBezTo>
                    <a:pt x="10490" y="14546"/>
                    <a:pt x="9665" y="14624"/>
                    <a:pt x="8881" y="14791"/>
                  </a:cubicBezTo>
                  <a:cubicBezTo>
                    <a:pt x="7981" y="14982"/>
                    <a:pt x="6728" y="15209"/>
                    <a:pt x="5401" y="15209"/>
                  </a:cubicBezTo>
                  <a:cubicBezTo>
                    <a:pt x="5027" y="15209"/>
                    <a:pt x="4648" y="15191"/>
                    <a:pt x="4269" y="15149"/>
                  </a:cubicBezTo>
                  <a:cubicBezTo>
                    <a:pt x="2685" y="14974"/>
                    <a:pt x="1266" y="14387"/>
                    <a:pt x="246" y="13490"/>
                  </a:cubicBezTo>
                  <a:lnTo>
                    <a:pt x="246" y="13490"/>
                  </a:lnTo>
                  <a:cubicBezTo>
                    <a:pt x="1058" y="13690"/>
                    <a:pt x="1882" y="13768"/>
                    <a:pt x="2707" y="13768"/>
                  </a:cubicBezTo>
                  <a:cubicBezTo>
                    <a:pt x="4048" y="13768"/>
                    <a:pt x="5391" y="13561"/>
                    <a:pt x="6686" y="13334"/>
                  </a:cubicBezTo>
                  <a:cubicBezTo>
                    <a:pt x="7368" y="13214"/>
                    <a:pt x="8059" y="13165"/>
                    <a:pt x="8748" y="13165"/>
                  </a:cubicBezTo>
                  <a:cubicBezTo>
                    <a:pt x="10354" y="13165"/>
                    <a:pt x="11949" y="13434"/>
                    <a:pt x="13383" y="13707"/>
                  </a:cubicBezTo>
                  <a:cubicBezTo>
                    <a:pt x="13386" y="13707"/>
                    <a:pt x="13389" y="13707"/>
                    <a:pt x="13392" y="13707"/>
                  </a:cubicBezTo>
                  <a:cubicBezTo>
                    <a:pt x="13416" y="13707"/>
                    <a:pt x="13437" y="13693"/>
                    <a:pt x="13443" y="13669"/>
                  </a:cubicBezTo>
                  <a:cubicBezTo>
                    <a:pt x="13451" y="13644"/>
                    <a:pt x="13436" y="13617"/>
                    <a:pt x="13412" y="13607"/>
                  </a:cubicBezTo>
                  <a:cubicBezTo>
                    <a:pt x="12021" y="13083"/>
                    <a:pt x="10518" y="12670"/>
                    <a:pt x="9065" y="12270"/>
                  </a:cubicBezTo>
                  <a:cubicBezTo>
                    <a:pt x="8200" y="12032"/>
                    <a:pt x="7307" y="11787"/>
                    <a:pt x="6458" y="11523"/>
                  </a:cubicBezTo>
                  <a:cubicBezTo>
                    <a:pt x="5041" y="11082"/>
                    <a:pt x="3744" y="10295"/>
                    <a:pt x="2700" y="9242"/>
                  </a:cubicBezTo>
                  <a:lnTo>
                    <a:pt x="2700" y="9242"/>
                  </a:lnTo>
                  <a:lnTo>
                    <a:pt x="2952" y="9270"/>
                  </a:lnTo>
                  <a:cubicBezTo>
                    <a:pt x="4695" y="9462"/>
                    <a:pt x="6498" y="9660"/>
                    <a:pt x="8263" y="9995"/>
                  </a:cubicBezTo>
                  <a:cubicBezTo>
                    <a:pt x="10021" y="10330"/>
                    <a:pt x="11512" y="11472"/>
                    <a:pt x="12954" y="12578"/>
                  </a:cubicBezTo>
                  <a:lnTo>
                    <a:pt x="13260" y="12812"/>
                  </a:lnTo>
                  <a:cubicBezTo>
                    <a:pt x="13269" y="12819"/>
                    <a:pt x="13280" y="12823"/>
                    <a:pt x="13291" y="12823"/>
                  </a:cubicBezTo>
                  <a:cubicBezTo>
                    <a:pt x="13305" y="12823"/>
                    <a:pt x="13319" y="12817"/>
                    <a:pt x="13328" y="12807"/>
                  </a:cubicBezTo>
                  <a:cubicBezTo>
                    <a:pt x="13347" y="12788"/>
                    <a:pt x="13348" y="12758"/>
                    <a:pt x="13331" y="12738"/>
                  </a:cubicBezTo>
                  <a:cubicBezTo>
                    <a:pt x="11894" y="10987"/>
                    <a:pt x="9929" y="9617"/>
                    <a:pt x="8196" y="8508"/>
                  </a:cubicBezTo>
                  <a:cubicBezTo>
                    <a:pt x="6740" y="7577"/>
                    <a:pt x="5515" y="6303"/>
                    <a:pt x="4639" y="4816"/>
                  </a:cubicBezTo>
                  <a:lnTo>
                    <a:pt x="4639" y="4816"/>
                  </a:lnTo>
                  <a:cubicBezTo>
                    <a:pt x="5403" y="5255"/>
                    <a:pt x="6221" y="5611"/>
                    <a:pt x="7013" y="5954"/>
                  </a:cubicBezTo>
                  <a:cubicBezTo>
                    <a:pt x="7830" y="6307"/>
                    <a:pt x="8675" y="6673"/>
                    <a:pt x="9455" y="7132"/>
                  </a:cubicBezTo>
                  <a:cubicBezTo>
                    <a:pt x="11527" y="8350"/>
                    <a:pt x="12879" y="10795"/>
                    <a:pt x="13500" y="12145"/>
                  </a:cubicBezTo>
                  <a:cubicBezTo>
                    <a:pt x="13509" y="12164"/>
                    <a:pt x="13528" y="12174"/>
                    <a:pt x="13547" y="12174"/>
                  </a:cubicBezTo>
                  <a:cubicBezTo>
                    <a:pt x="13551" y="12174"/>
                    <a:pt x="13556" y="12174"/>
                    <a:pt x="13560" y="12173"/>
                  </a:cubicBezTo>
                  <a:cubicBezTo>
                    <a:pt x="13584" y="12168"/>
                    <a:pt x="13601" y="12146"/>
                    <a:pt x="13600" y="12122"/>
                  </a:cubicBezTo>
                  <a:cubicBezTo>
                    <a:pt x="13569" y="11262"/>
                    <a:pt x="13352" y="10096"/>
                    <a:pt x="12941" y="9422"/>
                  </a:cubicBezTo>
                  <a:cubicBezTo>
                    <a:pt x="12569" y="8817"/>
                    <a:pt x="12109" y="8262"/>
                    <a:pt x="11665" y="7724"/>
                  </a:cubicBezTo>
                  <a:lnTo>
                    <a:pt x="11466" y="7485"/>
                  </a:lnTo>
                  <a:cubicBezTo>
                    <a:pt x="10763" y="6629"/>
                    <a:pt x="10046" y="5695"/>
                    <a:pt x="9565" y="4661"/>
                  </a:cubicBezTo>
                  <a:cubicBezTo>
                    <a:pt x="9209" y="3893"/>
                    <a:pt x="8835" y="2730"/>
                    <a:pt x="9031" y="1495"/>
                  </a:cubicBezTo>
                  <a:lnTo>
                    <a:pt x="9031" y="1495"/>
                  </a:lnTo>
                  <a:cubicBezTo>
                    <a:pt x="9436" y="2164"/>
                    <a:pt x="9798" y="2827"/>
                    <a:pt x="10147" y="3470"/>
                  </a:cubicBezTo>
                  <a:cubicBezTo>
                    <a:pt x="10626" y="4350"/>
                    <a:pt x="11122" y="5259"/>
                    <a:pt x="11723" y="6164"/>
                  </a:cubicBezTo>
                  <a:cubicBezTo>
                    <a:pt x="13048" y="8152"/>
                    <a:pt x="13866" y="10026"/>
                    <a:pt x="14157" y="11735"/>
                  </a:cubicBezTo>
                  <a:cubicBezTo>
                    <a:pt x="14161" y="11761"/>
                    <a:pt x="14183" y="11778"/>
                    <a:pt x="14209" y="11778"/>
                  </a:cubicBezTo>
                  <a:cubicBezTo>
                    <a:pt x="14211" y="11778"/>
                    <a:pt x="14213" y="11778"/>
                    <a:pt x="14215" y="11778"/>
                  </a:cubicBezTo>
                  <a:cubicBezTo>
                    <a:pt x="14242" y="11774"/>
                    <a:pt x="14262" y="11748"/>
                    <a:pt x="14259" y="11721"/>
                  </a:cubicBezTo>
                  <a:cubicBezTo>
                    <a:pt x="14156" y="10664"/>
                    <a:pt x="13858" y="9018"/>
                    <a:pt x="13358" y="7861"/>
                  </a:cubicBezTo>
                  <a:cubicBezTo>
                    <a:pt x="13231" y="7568"/>
                    <a:pt x="13098" y="7273"/>
                    <a:pt x="12970" y="6988"/>
                  </a:cubicBezTo>
                  <a:cubicBezTo>
                    <a:pt x="12625" y="6219"/>
                    <a:pt x="12267" y="5424"/>
                    <a:pt x="12000" y="4611"/>
                  </a:cubicBezTo>
                  <a:cubicBezTo>
                    <a:pt x="11731" y="3785"/>
                    <a:pt x="11461" y="2539"/>
                    <a:pt x="11669" y="1234"/>
                  </a:cubicBezTo>
                  <a:lnTo>
                    <a:pt x="11669" y="1234"/>
                  </a:lnTo>
                  <a:cubicBezTo>
                    <a:pt x="12684" y="2714"/>
                    <a:pt x="13075" y="4606"/>
                    <a:pt x="13456" y="6435"/>
                  </a:cubicBezTo>
                  <a:cubicBezTo>
                    <a:pt x="13807" y="8130"/>
                    <a:pt x="14170" y="9882"/>
                    <a:pt x="15023" y="11350"/>
                  </a:cubicBezTo>
                  <a:cubicBezTo>
                    <a:pt x="15033" y="11366"/>
                    <a:pt x="15050" y="11376"/>
                    <a:pt x="15068" y="11376"/>
                  </a:cubicBezTo>
                  <a:cubicBezTo>
                    <a:pt x="15076" y="11376"/>
                    <a:pt x="15084" y="11374"/>
                    <a:pt x="15092" y="11370"/>
                  </a:cubicBezTo>
                  <a:cubicBezTo>
                    <a:pt x="15118" y="11356"/>
                    <a:pt x="15127" y="11326"/>
                    <a:pt x="15115" y="11301"/>
                  </a:cubicBezTo>
                  <a:cubicBezTo>
                    <a:pt x="14421" y="9906"/>
                    <a:pt x="14047" y="7809"/>
                    <a:pt x="14111" y="5689"/>
                  </a:cubicBezTo>
                  <a:cubicBezTo>
                    <a:pt x="14157" y="4206"/>
                    <a:pt x="14439" y="2823"/>
                    <a:pt x="14739" y="1359"/>
                  </a:cubicBezTo>
                  <a:cubicBezTo>
                    <a:pt x="14789" y="1115"/>
                    <a:pt x="14840" y="867"/>
                    <a:pt x="14889" y="619"/>
                  </a:cubicBezTo>
                  <a:cubicBezTo>
                    <a:pt x="15454" y="1793"/>
                    <a:pt x="15715" y="3096"/>
                    <a:pt x="15646" y="4397"/>
                  </a:cubicBezTo>
                  <a:cubicBezTo>
                    <a:pt x="15611" y="5048"/>
                    <a:pt x="15493" y="5702"/>
                    <a:pt x="15379" y="6336"/>
                  </a:cubicBezTo>
                  <a:cubicBezTo>
                    <a:pt x="15299" y="6777"/>
                    <a:pt x="15217" y="7234"/>
                    <a:pt x="15163" y="7688"/>
                  </a:cubicBezTo>
                  <a:cubicBezTo>
                    <a:pt x="15011" y="8963"/>
                    <a:pt x="15045" y="10650"/>
                    <a:pt x="15590" y="11562"/>
                  </a:cubicBezTo>
                  <a:cubicBezTo>
                    <a:pt x="15599" y="11578"/>
                    <a:pt x="15616" y="11587"/>
                    <a:pt x="15633" y="11587"/>
                  </a:cubicBezTo>
                  <a:cubicBezTo>
                    <a:pt x="15639" y="11587"/>
                    <a:pt x="15645" y="11586"/>
                    <a:pt x="15650" y="11584"/>
                  </a:cubicBezTo>
                  <a:cubicBezTo>
                    <a:pt x="15673" y="11576"/>
                    <a:pt x="15688" y="11553"/>
                    <a:pt x="15685" y="11529"/>
                  </a:cubicBezTo>
                  <a:cubicBezTo>
                    <a:pt x="15430" y="9417"/>
                    <a:pt x="16159" y="6908"/>
                    <a:pt x="16860" y="5402"/>
                  </a:cubicBezTo>
                  <a:cubicBezTo>
                    <a:pt x="17079" y="4931"/>
                    <a:pt x="17318" y="4458"/>
                    <a:pt x="17549" y="4000"/>
                  </a:cubicBezTo>
                  <a:cubicBezTo>
                    <a:pt x="18153" y="2803"/>
                    <a:pt x="18777" y="1565"/>
                    <a:pt x="19117" y="244"/>
                  </a:cubicBezTo>
                  <a:close/>
                  <a:moveTo>
                    <a:pt x="19113" y="0"/>
                  </a:moveTo>
                  <a:cubicBezTo>
                    <a:pt x="19111" y="0"/>
                    <a:pt x="19110" y="0"/>
                    <a:pt x="19108" y="1"/>
                  </a:cubicBezTo>
                  <a:cubicBezTo>
                    <a:pt x="19085" y="2"/>
                    <a:pt x="19066" y="18"/>
                    <a:pt x="19061" y="41"/>
                  </a:cubicBezTo>
                  <a:cubicBezTo>
                    <a:pt x="18735" y="1417"/>
                    <a:pt x="18085" y="2706"/>
                    <a:pt x="17456" y="3953"/>
                  </a:cubicBezTo>
                  <a:cubicBezTo>
                    <a:pt x="17224" y="4412"/>
                    <a:pt x="16986" y="4885"/>
                    <a:pt x="16766" y="5358"/>
                  </a:cubicBezTo>
                  <a:cubicBezTo>
                    <a:pt x="16089" y="6812"/>
                    <a:pt x="15385" y="9195"/>
                    <a:pt x="15555" y="11269"/>
                  </a:cubicBezTo>
                  <a:cubicBezTo>
                    <a:pt x="15142" y="10343"/>
                    <a:pt x="15128" y="8851"/>
                    <a:pt x="15266" y="7700"/>
                  </a:cubicBezTo>
                  <a:cubicBezTo>
                    <a:pt x="15318" y="7249"/>
                    <a:pt x="15401" y="6793"/>
                    <a:pt x="15481" y="6353"/>
                  </a:cubicBezTo>
                  <a:cubicBezTo>
                    <a:pt x="15595" y="5717"/>
                    <a:pt x="15714" y="5059"/>
                    <a:pt x="15748" y="4401"/>
                  </a:cubicBezTo>
                  <a:cubicBezTo>
                    <a:pt x="15821" y="3032"/>
                    <a:pt x="15533" y="1661"/>
                    <a:pt x="14914" y="435"/>
                  </a:cubicBezTo>
                  <a:cubicBezTo>
                    <a:pt x="14905" y="418"/>
                    <a:pt x="14887" y="408"/>
                    <a:pt x="14867" y="408"/>
                  </a:cubicBezTo>
                  <a:cubicBezTo>
                    <a:pt x="14865" y="408"/>
                    <a:pt x="14863" y="408"/>
                    <a:pt x="14861" y="408"/>
                  </a:cubicBezTo>
                  <a:cubicBezTo>
                    <a:pt x="14839" y="411"/>
                    <a:pt x="14822" y="427"/>
                    <a:pt x="14818" y="449"/>
                  </a:cubicBezTo>
                  <a:cubicBezTo>
                    <a:pt x="14758" y="747"/>
                    <a:pt x="14698" y="1043"/>
                    <a:pt x="14637" y="1338"/>
                  </a:cubicBezTo>
                  <a:cubicBezTo>
                    <a:pt x="14337" y="2807"/>
                    <a:pt x="14053" y="4194"/>
                    <a:pt x="14008" y="5685"/>
                  </a:cubicBezTo>
                  <a:cubicBezTo>
                    <a:pt x="13959" y="7251"/>
                    <a:pt x="14150" y="8804"/>
                    <a:pt x="14531" y="10078"/>
                  </a:cubicBezTo>
                  <a:cubicBezTo>
                    <a:pt x="14076" y="8917"/>
                    <a:pt x="13814" y="7650"/>
                    <a:pt x="13557" y="6414"/>
                  </a:cubicBezTo>
                  <a:cubicBezTo>
                    <a:pt x="13165" y="4530"/>
                    <a:pt x="12762" y="2584"/>
                    <a:pt x="11682" y="1070"/>
                  </a:cubicBezTo>
                  <a:cubicBezTo>
                    <a:pt x="11672" y="1056"/>
                    <a:pt x="11656" y="1048"/>
                    <a:pt x="11640" y="1048"/>
                  </a:cubicBezTo>
                  <a:cubicBezTo>
                    <a:pt x="11636" y="1048"/>
                    <a:pt x="11632" y="1049"/>
                    <a:pt x="11628" y="1050"/>
                  </a:cubicBezTo>
                  <a:cubicBezTo>
                    <a:pt x="11608" y="1054"/>
                    <a:pt x="11591" y="1070"/>
                    <a:pt x="11589" y="1090"/>
                  </a:cubicBezTo>
                  <a:cubicBezTo>
                    <a:pt x="11337" y="2463"/>
                    <a:pt x="11621" y="3780"/>
                    <a:pt x="11902" y="4643"/>
                  </a:cubicBezTo>
                  <a:cubicBezTo>
                    <a:pt x="12170" y="5461"/>
                    <a:pt x="12528" y="6259"/>
                    <a:pt x="12875" y="7030"/>
                  </a:cubicBezTo>
                  <a:cubicBezTo>
                    <a:pt x="13003" y="7315"/>
                    <a:pt x="13136" y="7610"/>
                    <a:pt x="13262" y="7902"/>
                  </a:cubicBezTo>
                  <a:cubicBezTo>
                    <a:pt x="13603" y="8689"/>
                    <a:pt x="13849" y="9706"/>
                    <a:pt x="14002" y="10604"/>
                  </a:cubicBezTo>
                  <a:cubicBezTo>
                    <a:pt x="13596" y="9192"/>
                    <a:pt x="12860" y="7684"/>
                    <a:pt x="11809" y="6106"/>
                  </a:cubicBezTo>
                  <a:cubicBezTo>
                    <a:pt x="11209" y="5206"/>
                    <a:pt x="10716" y="4298"/>
                    <a:pt x="10238" y="3420"/>
                  </a:cubicBezTo>
                  <a:cubicBezTo>
                    <a:pt x="9867" y="2738"/>
                    <a:pt x="9483" y="2035"/>
                    <a:pt x="9047" y="1324"/>
                  </a:cubicBezTo>
                  <a:cubicBezTo>
                    <a:pt x="9038" y="1308"/>
                    <a:pt x="9022" y="1299"/>
                    <a:pt x="9004" y="1299"/>
                  </a:cubicBezTo>
                  <a:cubicBezTo>
                    <a:pt x="9000" y="1299"/>
                    <a:pt x="8997" y="1300"/>
                    <a:pt x="8994" y="1300"/>
                  </a:cubicBezTo>
                  <a:cubicBezTo>
                    <a:pt x="8973" y="1304"/>
                    <a:pt x="8956" y="1320"/>
                    <a:pt x="8952" y="1341"/>
                  </a:cubicBezTo>
                  <a:cubicBezTo>
                    <a:pt x="8700" y="2654"/>
                    <a:pt x="9095" y="3894"/>
                    <a:pt x="9471" y="4704"/>
                  </a:cubicBezTo>
                  <a:cubicBezTo>
                    <a:pt x="9957" y="5749"/>
                    <a:pt x="10678" y="6690"/>
                    <a:pt x="11386" y="7549"/>
                  </a:cubicBezTo>
                  <a:lnTo>
                    <a:pt x="11585" y="7790"/>
                  </a:lnTo>
                  <a:cubicBezTo>
                    <a:pt x="12027" y="8324"/>
                    <a:pt x="12485" y="8877"/>
                    <a:pt x="12852" y="9476"/>
                  </a:cubicBezTo>
                  <a:cubicBezTo>
                    <a:pt x="13214" y="10066"/>
                    <a:pt x="13421" y="11052"/>
                    <a:pt x="13482" y="11860"/>
                  </a:cubicBezTo>
                  <a:cubicBezTo>
                    <a:pt x="12812" y="10465"/>
                    <a:pt x="11485" y="8204"/>
                    <a:pt x="9506" y="7042"/>
                  </a:cubicBezTo>
                  <a:cubicBezTo>
                    <a:pt x="8721" y="6581"/>
                    <a:pt x="7873" y="6213"/>
                    <a:pt x="7054" y="5858"/>
                  </a:cubicBezTo>
                  <a:cubicBezTo>
                    <a:pt x="6206" y="5491"/>
                    <a:pt x="5329" y="5110"/>
                    <a:pt x="4523" y="4626"/>
                  </a:cubicBezTo>
                  <a:cubicBezTo>
                    <a:pt x="4514" y="4621"/>
                    <a:pt x="4505" y="4618"/>
                    <a:pt x="4496" y="4618"/>
                  </a:cubicBezTo>
                  <a:cubicBezTo>
                    <a:pt x="4482" y="4618"/>
                    <a:pt x="4469" y="4624"/>
                    <a:pt x="4460" y="4634"/>
                  </a:cubicBezTo>
                  <a:cubicBezTo>
                    <a:pt x="4442" y="4650"/>
                    <a:pt x="4438" y="4676"/>
                    <a:pt x="4450" y="4696"/>
                  </a:cubicBezTo>
                  <a:cubicBezTo>
                    <a:pt x="5340" y="6273"/>
                    <a:pt x="6615" y="7621"/>
                    <a:pt x="8139" y="8596"/>
                  </a:cubicBezTo>
                  <a:cubicBezTo>
                    <a:pt x="9740" y="9620"/>
                    <a:pt x="11540" y="10867"/>
                    <a:pt x="12931" y="12430"/>
                  </a:cubicBezTo>
                  <a:cubicBezTo>
                    <a:pt x="11507" y="11338"/>
                    <a:pt x="10030" y="10225"/>
                    <a:pt x="8282" y="9893"/>
                  </a:cubicBezTo>
                  <a:cubicBezTo>
                    <a:pt x="6514" y="9558"/>
                    <a:pt x="4709" y="9359"/>
                    <a:pt x="2963" y="9166"/>
                  </a:cubicBezTo>
                  <a:lnTo>
                    <a:pt x="2568" y="9123"/>
                  </a:lnTo>
                  <a:cubicBezTo>
                    <a:pt x="2566" y="9123"/>
                    <a:pt x="2564" y="9123"/>
                    <a:pt x="2562" y="9123"/>
                  </a:cubicBezTo>
                  <a:cubicBezTo>
                    <a:pt x="2542" y="9123"/>
                    <a:pt x="2524" y="9133"/>
                    <a:pt x="2516" y="9152"/>
                  </a:cubicBezTo>
                  <a:cubicBezTo>
                    <a:pt x="2506" y="9170"/>
                    <a:pt x="2511" y="9195"/>
                    <a:pt x="2525" y="9211"/>
                  </a:cubicBezTo>
                  <a:cubicBezTo>
                    <a:pt x="3598" y="10327"/>
                    <a:pt x="4947" y="11161"/>
                    <a:pt x="6427" y="11622"/>
                  </a:cubicBezTo>
                  <a:cubicBezTo>
                    <a:pt x="7277" y="11887"/>
                    <a:pt x="8172" y="12131"/>
                    <a:pt x="9037" y="12370"/>
                  </a:cubicBezTo>
                  <a:cubicBezTo>
                    <a:pt x="10284" y="12713"/>
                    <a:pt x="11567" y="13065"/>
                    <a:pt x="12782" y="13489"/>
                  </a:cubicBezTo>
                  <a:cubicBezTo>
                    <a:pt x="11510" y="13259"/>
                    <a:pt x="10134" y="13061"/>
                    <a:pt x="8748" y="13061"/>
                  </a:cubicBezTo>
                  <a:cubicBezTo>
                    <a:pt x="8053" y="13061"/>
                    <a:pt x="7356" y="13111"/>
                    <a:pt x="6668" y="13232"/>
                  </a:cubicBezTo>
                  <a:cubicBezTo>
                    <a:pt x="5377" y="13458"/>
                    <a:pt x="4038" y="13664"/>
                    <a:pt x="2704" y="13664"/>
                  </a:cubicBezTo>
                  <a:cubicBezTo>
                    <a:pt x="1819" y="13664"/>
                    <a:pt x="936" y="13574"/>
                    <a:pt x="70" y="13338"/>
                  </a:cubicBezTo>
                  <a:cubicBezTo>
                    <a:pt x="66" y="13337"/>
                    <a:pt x="61" y="13336"/>
                    <a:pt x="57" y="13336"/>
                  </a:cubicBezTo>
                  <a:cubicBezTo>
                    <a:pt x="39" y="13336"/>
                    <a:pt x="21" y="13346"/>
                    <a:pt x="12" y="13362"/>
                  </a:cubicBezTo>
                  <a:cubicBezTo>
                    <a:pt x="0" y="13383"/>
                    <a:pt x="4" y="13409"/>
                    <a:pt x="22" y="13426"/>
                  </a:cubicBezTo>
                  <a:cubicBezTo>
                    <a:pt x="1066" y="14417"/>
                    <a:pt x="2570" y="15066"/>
                    <a:pt x="4257" y="15251"/>
                  </a:cubicBezTo>
                  <a:cubicBezTo>
                    <a:pt x="4640" y="15294"/>
                    <a:pt x="5024" y="15312"/>
                    <a:pt x="5402" y="15312"/>
                  </a:cubicBezTo>
                  <a:cubicBezTo>
                    <a:pt x="6738" y="15312"/>
                    <a:pt x="7997" y="15084"/>
                    <a:pt x="8902" y="14892"/>
                  </a:cubicBezTo>
                  <a:cubicBezTo>
                    <a:pt x="9681" y="14727"/>
                    <a:pt x="10502" y="14648"/>
                    <a:pt x="11295" y="14572"/>
                  </a:cubicBezTo>
                  <a:cubicBezTo>
                    <a:pt x="11640" y="14540"/>
                    <a:pt x="11990" y="14506"/>
                    <a:pt x="12339" y="14466"/>
                  </a:cubicBezTo>
                  <a:lnTo>
                    <a:pt x="12339" y="14466"/>
                  </a:lnTo>
                  <a:cubicBezTo>
                    <a:pt x="10718" y="14911"/>
                    <a:pt x="9156" y="15559"/>
                    <a:pt x="7636" y="16190"/>
                  </a:cubicBezTo>
                  <a:cubicBezTo>
                    <a:pt x="5932" y="16898"/>
                    <a:pt x="4169" y="17630"/>
                    <a:pt x="2340" y="18070"/>
                  </a:cubicBezTo>
                  <a:cubicBezTo>
                    <a:pt x="2315" y="18075"/>
                    <a:pt x="2299" y="18097"/>
                    <a:pt x="2299" y="18121"/>
                  </a:cubicBezTo>
                  <a:cubicBezTo>
                    <a:pt x="2299" y="18144"/>
                    <a:pt x="2317" y="18165"/>
                    <a:pt x="2340" y="18171"/>
                  </a:cubicBezTo>
                  <a:cubicBezTo>
                    <a:pt x="2984" y="18313"/>
                    <a:pt x="3658" y="18384"/>
                    <a:pt x="4353" y="18384"/>
                  </a:cubicBezTo>
                  <a:cubicBezTo>
                    <a:pt x="5651" y="18384"/>
                    <a:pt x="7019" y="18136"/>
                    <a:pt x="8395" y="17647"/>
                  </a:cubicBezTo>
                  <a:cubicBezTo>
                    <a:pt x="10323" y="16962"/>
                    <a:pt x="12069" y="15870"/>
                    <a:pt x="13431" y="14935"/>
                  </a:cubicBezTo>
                  <a:lnTo>
                    <a:pt x="13431" y="14935"/>
                  </a:lnTo>
                  <a:cubicBezTo>
                    <a:pt x="11073" y="17606"/>
                    <a:pt x="8133" y="19521"/>
                    <a:pt x="4901" y="20484"/>
                  </a:cubicBezTo>
                  <a:cubicBezTo>
                    <a:pt x="4876" y="20493"/>
                    <a:pt x="4859" y="20518"/>
                    <a:pt x="4865" y="20545"/>
                  </a:cubicBezTo>
                  <a:cubicBezTo>
                    <a:pt x="4870" y="20569"/>
                    <a:pt x="4892" y="20587"/>
                    <a:pt x="4916" y="20587"/>
                  </a:cubicBezTo>
                  <a:cubicBezTo>
                    <a:pt x="4917" y="20587"/>
                    <a:pt x="4919" y="20585"/>
                    <a:pt x="4920" y="20585"/>
                  </a:cubicBezTo>
                  <a:cubicBezTo>
                    <a:pt x="6900" y="20404"/>
                    <a:pt x="8909" y="19742"/>
                    <a:pt x="11243" y="18503"/>
                  </a:cubicBezTo>
                  <a:cubicBezTo>
                    <a:pt x="13336" y="17393"/>
                    <a:pt x="14413" y="16232"/>
                    <a:pt x="15493" y="13915"/>
                  </a:cubicBezTo>
                  <a:cubicBezTo>
                    <a:pt x="15746" y="13957"/>
                    <a:pt x="16002" y="13978"/>
                    <a:pt x="16264" y="13978"/>
                  </a:cubicBezTo>
                  <a:cubicBezTo>
                    <a:pt x="17714" y="13978"/>
                    <a:pt x="19357" y="13338"/>
                    <a:pt x="21924" y="12129"/>
                  </a:cubicBezTo>
                  <a:cubicBezTo>
                    <a:pt x="23737" y="11274"/>
                    <a:pt x="26083" y="9789"/>
                    <a:pt x="26963" y="7567"/>
                  </a:cubicBezTo>
                  <a:cubicBezTo>
                    <a:pt x="26973" y="7544"/>
                    <a:pt x="26964" y="7518"/>
                    <a:pt x="26944" y="7505"/>
                  </a:cubicBezTo>
                  <a:cubicBezTo>
                    <a:pt x="26935" y="7499"/>
                    <a:pt x="26925" y="7496"/>
                    <a:pt x="26915" y="7496"/>
                  </a:cubicBezTo>
                  <a:cubicBezTo>
                    <a:pt x="26902" y="7496"/>
                    <a:pt x="26890" y="7500"/>
                    <a:pt x="26880" y="7509"/>
                  </a:cubicBezTo>
                  <a:cubicBezTo>
                    <a:pt x="24050" y="10093"/>
                    <a:pt x="20589" y="11858"/>
                    <a:pt x="16848" y="12631"/>
                  </a:cubicBezTo>
                  <a:cubicBezTo>
                    <a:pt x="18552" y="11796"/>
                    <a:pt x="20340" y="10891"/>
                    <a:pt x="22042" y="9813"/>
                  </a:cubicBezTo>
                  <a:cubicBezTo>
                    <a:pt x="24056" y="8538"/>
                    <a:pt x="25614" y="7191"/>
                    <a:pt x="26803" y="5694"/>
                  </a:cubicBezTo>
                  <a:cubicBezTo>
                    <a:pt x="26818" y="5675"/>
                    <a:pt x="26818" y="5650"/>
                    <a:pt x="26803" y="5631"/>
                  </a:cubicBezTo>
                  <a:cubicBezTo>
                    <a:pt x="26794" y="5618"/>
                    <a:pt x="26778" y="5610"/>
                    <a:pt x="26763" y="5610"/>
                  </a:cubicBezTo>
                  <a:cubicBezTo>
                    <a:pt x="26756" y="5610"/>
                    <a:pt x="26749" y="5612"/>
                    <a:pt x="26742" y="5615"/>
                  </a:cubicBezTo>
                  <a:cubicBezTo>
                    <a:pt x="23519" y="7014"/>
                    <a:pt x="20197" y="9088"/>
                    <a:pt x="16599" y="11950"/>
                  </a:cubicBezTo>
                  <a:cubicBezTo>
                    <a:pt x="17360" y="10900"/>
                    <a:pt x="18404" y="9968"/>
                    <a:pt x="19416" y="9063"/>
                  </a:cubicBezTo>
                  <a:cubicBezTo>
                    <a:pt x="19861" y="8664"/>
                    <a:pt x="20284" y="8288"/>
                    <a:pt x="20683" y="7900"/>
                  </a:cubicBezTo>
                  <a:cubicBezTo>
                    <a:pt x="22331" y="6305"/>
                    <a:pt x="23445" y="4181"/>
                    <a:pt x="23819" y="1916"/>
                  </a:cubicBezTo>
                  <a:cubicBezTo>
                    <a:pt x="23822" y="1895"/>
                    <a:pt x="23811" y="1872"/>
                    <a:pt x="23791" y="1863"/>
                  </a:cubicBezTo>
                  <a:cubicBezTo>
                    <a:pt x="23783" y="1859"/>
                    <a:pt x="23775" y="1857"/>
                    <a:pt x="23767" y="1857"/>
                  </a:cubicBezTo>
                  <a:cubicBezTo>
                    <a:pt x="23753" y="1857"/>
                    <a:pt x="23739" y="1863"/>
                    <a:pt x="23729" y="1873"/>
                  </a:cubicBezTo>
                  <a:cubicBezTo>
                    <a:pt x="23094" y="2568"/>
                    <a:pt x="22431" y="3259"/>
                    <a:pt x="21790" y="3928"/>
                  </a:cubicBezTo>
                  <a:cubicBezTo>
                    <a:pt x="21041" y="4709"/>
                    <a:pt x="20266" y="5518"/>
                    <a:pt x="19530" y="6334"/>
                  </a:cubicBezTo>
                  <a:cubicBezTo>
                    <a:pt x="18110" y="7912"/>
                    <a:pt x="16823" y="9860"/>
                    <a:pt x="16057" y="11589"/>
                  </a:cubicBezTo>
                  <a:cubicBezTo>
                    <a:pt x="16032" y="10064"/>
                    <a:pt x="16981" y="8292"/>
                    <a:pt x="17284" y="7766"/>
                  </a:cubicBezTo>
                  <a:cubicBezTo>
                    <a:pt x="17453" y="7474"/>
                    <a:pt x="17633" y="7179"/>
                    <a:pt x="17807" y="6895"/>
                  </a:cubicBezTo>
                  <a:cubicBezTo>
                    <a:pt x="18305" y="6083"/>
                    <a:pt x="18820" y="5242"/>
                    <a:pt x="19136" y="4327"/>
                  </a:cubicBezTo>
                  <a:cubicBezTo>
                    <a:pt x="19612" y="2946"/>
                    <a:pt x="19620" y="1423"/>
                    <a:pt x="19160" y="37"/>
                  </a:cubicBezTo>
                  <a:cubicBezTo>
                    <a:pt x="19153" y="16"/>
                    <a:pt x="19136" y="0"/>
                    <a:pt x="1911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5" name="Google Shape;8925;p30"/>
            <p:cNvSpPr/>
            <p:nvPr/>
          </p:nvSpPr>
          <p:spPr>
            <a:xfrm>
              <a:off x="4966150" y="4352775"/>
              <a:ext cx="231825" cy="182525"/>
            </a:xfrm>
            <a:custGeom>
              <a:avLst/>
              <a:gdLst/>
              <a:ahLst/>
              <a:cxnLst/>
              <a:rect l="l" t="t" r="r" b="b"/>
              <a:pathLst>
                <a:path w="9273" h="7301" extrusionOk="0">
                  <a:moveTo>
                    <a:pt x="9244" y="0"/>
                  </a:moveTo>
                  <a:cubicBezTo>
                    <a:pt x="9231" y="0"/>
                    <a:pt x="9221" y="10"/>
                    <a:pt x="9219" y="22"/>
                  </a:cubicBezTo>
                  <a:cubicBezTo>
                    <a:pt x="9063" y="1055"/>
                    <a:pt x="8525" y="2029"/>
                    <a:pt x="7574" y="3002"/>
                  </a:cubicBezTo>
                  <a:cubicBezTo>
                    <a:pt x="6756" y="3838"/>
                    <a:pt x="5768" y="4495"/>
                    <a:pt x="4743" y="5152"/>
                  </a:cubicBezTo>
                  <a:cubicBezTo>
                    <a:pt x="3223" y="6125"/>
                    <a:pt x="1718" y="7018"/>
                    <a:pt x="25" y="7249"/>
                  </a:cubicBezTo>
                  <a:cubicBezTo>
                    <a:pt x="12" y="7251"/>
                    <a:pt x="1" y="7264"/>
                    <a:pt x="4" y="7278"/>
                  </a:cubicBezTo>
                  <a:cubicBezTo>
                    <a:pt x="5" y="7291"/>
                    <a:pt x="16" y="7300"/>
                    <a:pt x="29" y="7300"/>
                  </a:cubicBezTo>
                  <a:lnTo>
                    <a:pt x="33" y="7300"/>
                  </a:lnTo>
                  <a:cubicBezTo>
                    <a:pt x="1735" y="7068"/>
                    <a:pt x="3246" y="6172"/>
                    <a:pt x="4771" y="5195"/>
                  </a:cubicBezTo>
                  <a:cubicBezTo>
                    <a:pt x="5799" y="4537"/>
                    <a:pt x="6788" y="3878"/>
                    <a:pt x="7610" y="3038"/>
                  </a:cubicBezTo>
                  <a:cubicBezTo>
                    <a:pt x="8571" y="2058"/>
                    <a:pt x="9113" y="1074"/>
                    <a:pt x="9270" y="30"/>
                  </a:cubicBezTo>
                  <a:cubicBezTo>
                    <a:pt x="9273" y="17"/>
                    <a:pt x="9262" y="3"/>
                    <a:pt x="9249" y="1"/>
                  </a:cubicBezTo>
                  <a:cubicBezTo>
                    <a:pt x="9247" y="0"/>
                    <a:pt x="9246" y="0"/>
                    <a:pt x="924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6" name="Google Shape;8926;p30"/>
            <p:cNvSpPr/>
            <p:nvPr/>
          </p:nvSpPr>
          <p:spPr>
            <a:xfrm>
              <a:off x="4884925" y="4352425"/>
              <a:ext cx="313200" cy="126800"/>
            </a:xfrm>
            <a:custGeom>
              <a:avLst/>
              <a:gdLst/>
              <a:ahLst/>
              <a:cxnLst/>
              <a:rect l="l" t="t" r="r" b="b"/>
              <a:pathLst>
                <a:path w="12528" h="5072" extrusionOk="0">
                  <a:moveTo>
                    <a:pt x="12499" y="1"/>
                  </a:moveTo>
                  <a:cubicBezTo>
                    <a:pt x="12487" y="1"/>
                    <a:pt x="12476" y="8"/>
                    <a:pt x="12473" y="21"/>
                  </a:cubicBezTo>
                  <a:cubicBezTo>
                    <a:pt x="12360" y="542"/>
                    <a:pt x="11921" y="929"/>
                    <a:pt x="11600" y="1176"/>
                  </a:cubicBezTo>
                  <a:cubicBezTo>
                    <a:pt x="11217" y="1472"/>
                    <a:pt x="10766" y="1679"/>
                    <a:pt x="10330" y="1879"/>
                  </a:cubicBezTo>
                  <a:lnTo>
                    <a:pt x="10297" y="1895"/>
                  </a:lnTo>
                  <a:cubicBezTo>
                    <a:pt x="10001" y="2031"/>
                    <a:pt x="9705" y="2169"/>
                    <a:pt x="9409" y="2307"/>
                  </a:cubicBezTo>
                  <a:cubicBezTo>
                    <a:pt x="8088" y="2922"/>
                    <a:pt x="6721" y="3558"/>
                    <a:pt x="5326" y="4055"/>
                  </a:cubicBezTo>
                  <a:cubicBezTo>
                    <a:pt x="3504" y="4702"/>
                    <a:pt x="1874" y="5020"/>
                    <a:pt x="358" y="5020"/>
                  </a:cubicBezTo>
                  <a:cubicBezTo>
                    <a:pt x="247" y="5020"/>
                    <a:pt x="137" y="5019"/>
                    <a:pt x="28" y="5015"/>
                  </a:cubicBezTo>
                  <a:cubicBezTo>
                    <a:pt x="13" y="5015"/>
                    <a:pt x="2" y="5026"/>
                    <a:pt x="1" y="5041"/>
                  </a:cubicBezTo>
                  <a:cubicBezTo>
                    <a:pt x="1" y="5056"/>
                    <a:pt x="12" y="5066"/>
                    <a:pt x="27" y="5068"/>
                  </a:cubicBezTo>
                  <a:cubicBezTo>
                    <a:pt x="134" y="5070"/>
                    <a:pt x="242" y="5072"/>
                    <a:pt x="351" y="5072"/>
                  </a:cubicBezTo>
                  <a:cubicBezTo>
                    <a:pt x="1876" y="5072"/>
                    <a:pt x="3514" y="4754"/>
                    <a:pt x="5343" y="4103"/>
                  </a:cubicBezTo>
                  <a:cubicBezTo>
                    <a:pt x="6741" y="3607"/>
                    <a:pt x="8108" y="2969"/>
                    <a:pt x="9432" y="2353"/>
                  </a:cubicBezTo>
                  <a:cubicBezTo>
                    <a:pt x="9726" y="2216"/>
                    <a:pt x="10022" y="2078"/>
                    <a:pt x="10318" y="1941"/>
                  </a:cubicBezTo>
                  <a:lnTo>
                    <a:pt x="10352" y="1926"/>
                  </a:lnTo>
                  <a:cubicBezTo>
                    <a:pt x="10790" y="1725"/>
                    <a:pt x="11244" y="1516"/>
                    <a:pt x="11633" y="1217"/>
                  </a:cubicBezTo>
                  <a:cubicBezTo>
                    <a:pt x="11960" y="966"/>
                    <a:pt x="12408" y="569"/>
                    <a:pt x="12525" y="32"/>
                  </a:cubicBezTo>
                  <a:cubicBezTo>
                    <a:pt x="12527" y="17"/>
                    <a:pt x="12518" y="4"/>
                    <a:pt x="12504" y="1"/>
                  </a:cubicBezTo>
                  <a:cubicBezTo>
                    <a:pt x="12503" y="1"/>
                    <a:pt x="12501" y="1"/>
                    <a:pt x="1249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7" name="Google Shape;8927;p30"/>
            <p:cNvSpPr/>
            <p:nvPr/>
          </p:nvSpPr>
          <p:spPr>
            <a:xfrm>
              <a:off x="4827200" y="4352275"/>
              <a:ext cx="371025" cy="30100"/>
            </a:xfrm>
            <a:custGeom>
              <a:avLst/>
              <a:gdLst/>
              <a:ahLst/>
              <a:cxnLst/>
              <a:rect l="l" t="t" r="r" b="b"/>
              <a:pathLst>
                <a:path w="14841" h="1204" extrusionOk="0">
                  <a:moveTo>
                    <a:pt x="14811" y="0"/>
                  </a:moveTo>
                  <a:cubicBezTo>
                    <a:pt x="14803" y="0"/>
                    <a:pt x="14795" y="4"/>
                    <a:pt x="14791" y="11"/>
                  </a:cubicBezTo>
                  <a:cubicBezTo>
                    <a:pt x="14341" y="623"/>
                    <a:pt x="13573" y="794"/>
                    <a:pt x="13155" y="841"/>
                  </a:cubicBezTo>
                  <a:cubicBezTo>
                    <a:pt x="12985" y="860"/>
                    <a:pt x="12813" y="868"/>
                    <a:pt x="12641" y="868"/>
                  </a:cubicBezTo>
                  <a:cubicBezTo>
                    <a:pt x="12325" y="868"/>
                    <a:pt x="12009" y="843"/>
                    <a:pt x="11699" y="818"/>
                  </a:cubicBezTo>
                  <a:cubicBezTo>
                    <a:pt x="11551" y="806"/>
                    <a:pt x="11403" y="794"/>
                    <a:pt x="11255" y="785"/>
                  </a:cubicBezTo>
                  <a:cubicBezTo>
                    <a:pt x="10969" y="767"/>
                    <a:pt x="10681" y="760"/>
                    <a:pt x="10394" y="760"/>
                  </a:cubicBezTo>
                  <a:cubicBezTo>
                    <a:pt x="9360" y="760"/>
                    <a:pt x="8323" y="859"/>
                    <a:pt x="7312" y="956"/>
                  </a:cubicBezTo>
                  <a:cubicBezTo>
                    <a:pt x="6747" y="1009"/>
                    <a:pt x="6160" y="1066"/>
                    <a:pt x="5585" y="1104"/>
                  </a:cubicBezTo>
                  <a:cubicBezTo>
                    <a:pt x="5168" y="1131"/>
                    <a:pt x="4720" y="1151"/>
                    <a:pt x="4253" y="1151"/>
                  </a:cubicBezTo>
                  <a:cubicBezTo>
                    <a:pt x="2906" y="1151"/>
                    <a:pt x="1401" y="981"/>
                    <a:pt x="40" y="310"/>
                  </a:cubicBezTo>
                  <a:cubicBezTo>
                    <a:pt x="37" y="308"/>
                    <a:pt x="33" y="307"/>
                    <a:pt x="29" y="307"/>
                  </a:cubicBezTo>
                  <a:cubicBezTo>
                    <a:pt x="20" y="307"/>
                    <a:pt x="10" y="312"/>
                    <a:pt x="5" y="321"/>
                  </a:cubicBezTo>
                  <a:cubicBezTo>
                    <a:pt x="0" y="334"/>
                    <a:pt x="5" y="349"/>
                    <a:pt x="18" y="356"/>
                  </a:cubicBezTo>
                  <a:cubicBezTo>
                    <a:pt x="1386" y="1031"/>
                    <a:pt x="2897" y="1203"/>
                    <a:pt x="4249" y="1203"/>
                  </a:cubicBezTo>
                  <a:cubicBezTo>
                    <a:pt x="4719" y="1203"/>
                    <a:pt x="5170" y="1182"/>
                    <a:pt x="5589" y="1155"/>
                  </a:cubicBezTo>
                  <a:cubicBezTo>
                    <a:pt x="6166" y="1117"/>
                    <a:pt x="6751" y="1061"/>
                    <a:pt x="7317" y="1007"/>
                  </a:cubicBezTo>
                  <a:cubicBezTo>
                    <a:pt x="8323" y="910"/>
                    <a:pt x="9356" y="811"/>
                    <a:pt x="10383" y="811"/>
                  </a:cubicBezTo>
                  <a:cubicBezTo>
                    <a:pt x="10674" y="811"/>
                    <a:pt x="10963" y="819"/>
                    <a:pt x="11252" y="837"/>
                  </a:cubicBezTo>
                  <a:cubicBezTo>
                    <a:pt x="11399" y="847"/>
                    <a:pt x="11547" y="857"/>
                    <a:pt x="11695" y="870"/>
                  </a:cubicBezTo>
                  <a:cubicBezTo>
                    <a:pt x="12006" y="894"/>
                    <a:pt x="12324" y="919"/>
                    <a:pt x="12642" y="919"/>
                  </a:cubicBezTo>
                  <a:cubicBezTo>
                    <a:pt x="12816" y="919"/>
                    <a:pt x="12989" y="912"/>
                    <a:pt x="13161" y="892"/>
                  </a:cubicBezTo>
                  <a:cubicBezTo>
                    <a:pt x="13588" y="844"/>
                    <a:pt x="14371" y="669"/>
                    <a:pt x="14832" y="42"/>
                  </a:cubicBezTo>
                  <a:cubicBezTo>
                    <a:pt x="14840" y="30"/>
                    <a:pt x="14838" y="14"/>
                    <a:pt x="14826" y="6"/>
                  </a:cubicBezTo>
                  <a:cubicBezTo>
                    <a:pt x="14821" y="2"/>
                    <a:pt x="14816" y="0"/>
                    <a:pt x="1481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8" name="Google Shape;8928;p30"/>
            <p:cNvSpPr/>
            <p:nvPr/>
          </p:nvSpPr>
          <p:spPr>
            <a:xfrm>
              <a:off x="4889200" y="4254875"/>
              <a:ext cx="308825" cy="103725"/>
            </a:xfrm>
            <a:custGeom>
              <a:avLst/>
              <a:gdLst/>
              <a:ahLst/>
              <a:cxnLst/>
              <a:rect l="l" t="t" r="r" b="b"/>
              <a:pathLst>
                <a:path w="12353" h="4149" extrusionOk="0">
                  <a:moveTo>
                    <a:pt x="29" y="0"/>
                  </a:moveTo>
                  <a:cubicBezTo>
                    <a:pt x="20" y="0"/>
                    <a:pt x="11" y="6"/>
                    <a:pt x="8" y="15"/>
                  </a:cubicBezTo>
                  <a:cubicBezTo>
                    <a:pt x="1" y="29"/>
                    <a:pt x="6" y="43"/>
                    <a:pt x="20" y="50"/>
                  </a:cubicBezTo>
                  <a:cubicBezTo>
                    <a:pt x="1588" y="767"/>
                    <a:pt x="3235" y="1327"/>
                    <a:pt x="4915" y="1709"/>
                  </a:cubicBezTo>
                  <a:cubicBezTo>
                    <a:pt x="5166" y="1767"/>
                    <a:pt x="5422" y="1821"/>
                    <a:pt x="5671" y="1874"/>
                  </a:cubicBezTo>
                  <a:cubicBezTo>
                    <a:pt x="6827" y="2119"/>
                    <a:pt x="8023" y="2374"/>
                    <a:pt x="9047" y="2978"/>
                  </a:cubicBezTo>
                  <a:cubicBezTo>
                    <a:pt x="9235" y="3088"/>
                    <a:pt x="9421" y="3213"/>
                    <a:pt x="9601" y="3333"/>
                  </a:cubicBezTo>
                  <a:cubicBezTo>
                    <a:pt x="9904" y="3537"/>
                    <a:pt x="10217" y="3747"/>
                    <a:pt x="10558" y="3901"/>
                  </a:cubicBezTo>
                  <a:cubicBezTo>
                    <a:pt x="10724" y="3975"/>
                    <a:pt x="11160" y="4148"/>
                    <a:pt x="11622" y="4148"/>
                  </a:cubicBezTo>
                  <a:cubicBezTo>
                    <a:pt x="11864" y="4148"/>
                    <a:pt x="12114" y="4100"/>
                    <a:pt x="12336" y="3964"/>
                  </a:cubicBezTo>
                  <a:cubicBezTo>
                    <a:pt x="12348" y="3957"/>
                    <a:pt x="12352" y="3941"/>
                    <a:pt x="12344" y="3929"/>
                  </a:cubicBezTo>
                  <a:cubicBezTo>
                    <a:pt x="12340" y="3921"/>
                    <a:pt x="12332" y="3917"/>
                    <a:pt x="12323" y="3917"/>
                  </a:cubicBezTo>
                  <a:cubicBezTo>
                    <a:pt x="12318" y="3917"/>
                    <a:pt x="12313" y="3918"/>
                    <a:pt x="12309" y="3921"/>
                  </a:cubicBezTo>
                  <a:cubicBezTo>
                    <a:pt x="12097" y="4050"/>
                    <a:pt x="11856" y="4096"/>
                    <a:pt x="11622" y="4096"/>
                  </a:cubicBezTo>
                  <a:cubicBezTo>
                    <a:pt x="11171" y="4096"/>
                    <a:pt x="10742" y="3926"/>
                    <a:pt x="10578" y="3852"/>
                  </a:cubicBezTo>
                  <a:cubicBezTo>
                    <a:pt x="10243" y="3701"/>
                    <a:pt x="9931" y="3493"/>
                    <a:pt x="9629" y="3290"/>
                  </a:cubicBezTo>
                  <a:cubicBezTo>
                    <a:pt x="9449" y="3169"/>
                    <a:pt x="9263" y="3044"/>
                    <a:pt x="9074" y="2932"/>
                  </a:cubicBezTo>
                  <a:cubicBezTo>
                    <a:pt x="8042" y="2325"/>
                    <a:pt x="6842" y="2070"/>
                    <a:pt x="5682" y="1823"/>
                  </a:cubicBezTo>
                  <a:cubicBezTo>
                    <a:pt x="5433" y="1771"/>
                    <a:pt x="5178" y="1716"/>
                    <a:pt x="4927" y="1659"/>
                  </a:cubicBezTo>
                  <a:cubicBezTo>
                    <a:pt x="3250" y="1276"/>
                    <a:pt x="1606" y="719"/>
                    <a:pt x="41" y="3"/>
                  </a:cubicBezTo>
                  <a:cubicBezTo>
                    <a:pt x="37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9" name="Google Shape;8929;p30"/>
            <p:cNvSpPr/>
            <p:nvPr/>
          </p:nvSpPr>
          <p:spPr>
            <a:xfrm>
              <a:off x="4938050" y="4142950"/>
              <a:ext cx="260000" cy="210825"/>
            </a:xfrm>
            <a:custGeom>
              <a:avLst/>
              <a:gdLst/>
              <a:ahLst/>
              <a:cxnLst/>
              <a:rect l="l" t="t" r="r" b="b"/>
              <a:pathLst>
                <a:path w="10400" h="8433" extrusionOk="0">
                  <a:moveTo>
                    <a:pt x="30" y="0"/>
                  </a:moveTo>
                  <a:cubicBezTo>
                    <a:pt x="23" y="0"/>
                    <a:pt x="16" y="3"/>
                    <a:pt x="11" y="8"/>
                  </a:cubicBezTo>
                  <a:cubicBezTo>
                    <a:pt x="2" y="18"/>
                    <a:pt x="0" y="34"/>
                    <a:pt x="11" y="45"/>
                  </a:cubicBezTo>
                  <a:cubicBezTo>
                    <a:pt x="892" y="953"/>
                    <a:pt x="2018" y="1586"/>
                    <a:pt x="3107" y="2198"/>
                  </a:cubicBezTo>
                  <a:cubicBezTo>
                    <a:pt x="3801" y="2590"/>
                    <a:pt x="4519" y="2994"/>
                    <a:pt x="5169" y="3467"/>
                  </a:cubicBezTo>
                  <a:cubicBezTo>
                    <a:pt x="6206" y="4220"/>
                    <a:pt x="7118" y="5192"/>
                    <a:pt x="7807" y="6273"/>
                  </a:cubicBezTo>
                  <a:cubicBezTo>
                    <a:pt x="7884" y="6392"/>
                    <a:pt x="7958" y="6516"/>
                    <a:pt x="8030" y="6635"/>
                  </a:cubicBezTo>
                  <a:cubicBezTo>
                    <a:pt x="8256" y="7005"/>
                    <a:pt x="8489" y="7389"/>
                    <a:pt x="8788" y="7713"/>
                  </a:cubicBezTo>
                  <a:cubicBezTo>
                    <a:pt x="9198" y="8161"/>
                    <a:pt x="9779" y="8433"/>
                    <a:pt x="10318" y="8433"/>
                  </a:cubicBezTo>
                  <a:cubicBezTo>
                    <a:pt x="10336" y="8433"/>
                    <a:pt x="10355" y="8433"/>
                    <a:pt x="10374" y="8431"/>
                  </a:cubicBezTo>
                  <a:cubicBezTo>
                    <a:pt x="10389" y="8431"/>
                    <a:pt x="10400" y="8419"/>
                    <a:pt x="10400" y="8404"/>
                  </a:cubicBezTo>
                  <a:cubicBezTo>
                    <a:pt x="10400" y="8392"/>
                    <a:pt x="10391" y="8380"/>
                    <a:pt x="10375" y="8380"/>
                  </a:cubicBezTo>
                  <a:cubicBezTo>
                    <a:pt x="10374" y="8380"/>
                    <a:pt x="10374" y="8380"/>
                    <a:pt x="10373" y="8380"/>
                  </a:cubicBezTo>
                  <a:lnTo>
                    <a:pt x="10318" y="8380"/>
                  </a:lnTo>
                  <a:cubicBezTo>
                    <a:pt x="9793" y="8380"/>
                    <a:pt x="9226" y="8115"/>
                    <a:pt x="8826" y="7678"/>
                  </a:cubicBezTo>
                  <a:cubicBezTo>
                    <a:pt x="8531" y="7358"/>
                    <a:pt x="8300" y="6977"/>
                    <a:pt x="8075" y="6608"/>
                  </a:cubicBezTo>
                  <a:cubicBezTo>
                    <a:pt x="8002" y="6489"/>
                    <a:pt x="7927" y="6365"/>
                    <a:pt x="7852" y="6245"/>
                  </a:cubicBezTo>
                  <a:cubicBezTo>
                    <a:pt x="7159" y="5158"/>
                    <a:pt x="6243" y="4183"/>
                    <a:pt x="5200" y="3425"/>
                  </a:cubicBezTo>
                  <a:cubicBezTo>
                    <a:pt x="4546" y="2950"/>
                    <a:pt x="3828" y="2546"/>
                    <a:pt x="3132" y="2154"/>
                  </a:cubicBezTo>
                  <a:cubicBezTo>
                    <a:pt x="2046" y="1543"/>
                    <a:pt x="924" y="911"/>
                    <a:pt x="49" y="8"/>
                  </a:cubicBezTo>
                  <a:cubicBezTo>
                    <a:pt x="43" y="3"/>
                    <a:pt x="37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0" name="Google Shape;8930;p30"/>
            <p:cNvSpPr/>
            <p:nvPr/>
          </p:nvSpPr>
          <p:spPr>
            <a:xfrm>
              <a:off x="5049700" y="4060425"/>
              <a:ext cx="148325" cy="293425"/>
            </a:xfrm>
            <a:custGeom>
              <a:avLst/>
              <a:gdLst/>
              <a:ahLst/>
              <a:cxnLst/>
              <a:rect l="l" t="t" r="r" b="b"/>
              <a:pathLst>
                <a:path w="5933" h="11737" extrusionOk="0">
                  <a:moveTo>
                    <a:pt x="29" y="1"/>
                  </a:moveTo>
                  <a:cubicBezTo>
                    <a:pt x="27" y="1"/>
                    <a:pt x="25" y="1"/>
                    <a:pt x="24" y="1"/>
                  </a:cubicBezTo>
                  <a:cubicBezTo>
                    <a:pt x="9" y="5"/>
                    <a:pt x="1" y="19"/>
                    <a:pt x="3" y="32"/>
                  </a:cubicBezTo>
                  <a:cubicBezTo>
                    <a:pt x="379" y="1685"/>
                    <a:pt x="1045" y="3238"/>
                    <a:pt x="1986" y="4648"/>
                  </a:cubicBezTo>
                  <a:cubicBezTo>
                    <a:pt x="2216" y="4992"/>
                    <a:pt x="2468" y="5335"/>
                    <a:pt x="2710" y="5666"/>
                  </a:cubicBezTo>
                  <a:cubicBezTo>
                    <a:pt x="3373" y="6570"/>
                    <a:pt x="4058" y="7505"/>
                    <a:pt x="4389" y="8583"/>
                  </a:cubicBezTo>
                  <a:cubicBezTo>
                    <a:pt x="4467" y="8840"/>
                    <a:pt x="4526" y="9108"/>
                    <a:pt x="4584" y="9366"/>
                  </a:cubicBezTo>
                  <a:cubicBezTo>
                    <a:pt x="4650" y="9666"/>
                    <a:pt x="4719" y="9975"/>
                    <a:pt x="4818" y="10271"/>
                  </a:cubicBezTo>
                  <a:cubicBezTo>
                    <a:pt x="5050" y="10959"/>
                    <a:pt x="5449" y="11505"/>
                    <a:pt x="5891" y="11732"/>
                  </a:cubicBezTo>
                  <a:cubicBezTo>
                    <a:pt x="5893" y="11735"/>
                    <a:pt x="5897" y="11736"/>
                    <a:pt x="5901" y="11736"/>
                  </a:cubicBezTo>
                  <a:lnTo>
                    <a:pt x="5903" y="11735"/>
                  </a:lnTo>
                  <a:cubicBezTo>
                    <a:pt x="5912" y="11735"/>
                    <a:pt x="5920" y="11731"/>
                    <a:pt x="5926" y="11722"/>
                  </a:cubicBezTo>
                  <a:cubicBezTo>
                    <a:pt x="5932" y="11708"/>
                    <a:pt x="5927" y="11693"/>
                    <a:pt x="5913" y="11687"/>
                  </a:cubicBezTo>
                  <a:cubicBezTo>
                    <a:pt x="5486" y="11465"/>
                    <a:pt x="5094" y="10929"/>
                    <a:pt x="4868" y="10255"/>
                  </a:cubicBezTo>
                  <a:cubicBezTo>
                    <a:pt x="4769" y="9961"/>
                    <a:pt x="4701" y="9652"/>
                    <a:pt x="4635" y="9355"/>
                  </a:cubicBezTo>
                  <a:cubicBezTo>
                    <a:pt x="4578" y="9096"/>
                    <a:pt x="4518" y="8826"/>
                    <a:pt x="4439" y="8568"/>
                  </a:cubicBezTo>
                  <a:cubicBezTo>
                    <a:pt x="4105" y="7481"/>
                    <a:pt x="3418" y="6542"/>
                    <a:pt x="2752" y="5635"/>
                  </a:cubicBezTo>
                  <a:cubicBezTo>
                    <a:pt x="2510" y="5304"/>
                    <a:pt x="2260" y="4963"/>
                    <a:pt x="2029" y="4618"/>
                  </a:cubicBezTo>
                  <a:cubicBezTo>
                    <a:pt x="1092" y="3214"/>
                    <a:pt x="427" y="1668"/>
                    <a:pt x="55" y="21"/>
                  </a:cubicBezTo>
                  <a:cubicBezTo>
                    <a:pt x="51" y="8"/>
                    <a:pt x="40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1" name="Google Shape;8931;p30"/>
            <p:cNvSpPr/>
            <p:nvPr/>
          </p:nvSpPr>
          <p:spPr>
            <a:xfrm>
              <a:off x="5115825" y="4053125"/>
              <a:ext cx="81950" cy="300625"/>
            </a:xfrm>
            <a:custGeom>
              <a:avLst/>
              <a:gdLst/>
              <a:ahLst/>
              <a:cxnLst/>
              <a:rect l="l" t="t" r="r" b="b"/>
              <a:pathLst>
                <a:path w="3278" h="12025" extrusionOk="0">
                  <a:moveTo>
                    <a:pt x="30" y="1"/>
                  </a:moveTo>
                  <a:cubicBezTo>
                    <a:pt x="29" y="1"/>
                    <a:pt x="28" y="1"/>
                    <a:pt x="26" y="1"/>
                  </a:cubicBezTo>
                  <a:cubicBezTo>
                    <a:pt x="11" y="3"/>
                    <a:pt x="1" y="15"/>
                    <a:pt x="2" y="29"/>
                  </a:cubicBezTo>
                  <a:cubicBezTo>
                    <a:pt x="204" y="2093"/>
                    <a:pt x="928" y="4150"/>
                    <a:pt x="1627" y="6139"/>
                  </a:cubicBezTo>
                  <a:cubicBezTo>
                    <a:pt x="2300" y="8049"/>
                    <a:pt x="2995" y="10025"/>
                    <a:pt x="3224" y="12001"/>
                  </a:cubicBezTo>
                  <a:cubicBezTo>
                    <a:pt x="3225" y="12015"/>
                    <a:pt x="3236" y="12024"/>
                    <a:pt x="3250" y="12024"/>
                  </a:cubicBezTo>
                  <a:lnTo>
                    <a:pt x="3252" y="12024"/>
                  </a:lnTo>
                  <a:cubicBezTo>
                    <a:pt x="3267" y="12023"/>
                    <a:pt x="3278" y="12010"/>
                    <a:pt x="3275" y="11996"/>
                  </a:cubicBezTo>
                  <a:cubicBezTo>
                    <a:pt x="3045" y="10013"/>
                    <a:pt x="2350" y="8034"/>
                    <a:pt x="1676" y="6121"/>
                  </a:cubicBezTo>
                  <a:cubicBezTo>
                    <a:pt x="977" y="4135"/>
                    <a:pt x="255" y="2082"/>
                    <a:pt x="54" y="24"/>
                  </a:cubicBezTo>
                  <a:cubicBezTo>
                    <a:pt x="53" y="12"/>
                    <a:pt x="4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2" name="Google Shape;8932;p30"/>
            <p:cNvSpPr/>
            <p:nvPr/>
          </p:nvSpPr>
          <p:spPr>
            <a:xfrm>
              <a:off x="5186725" y="4038450"/>
              <a:ext cx="24600" cy="315125"/>
            </a:xfrm>
            <a:custGeom>
              <a:avLst/>
              <a:gdLst/>
              <a:ahLst/>
              <a:cxnLst/>
              <a:rect l="l" t="t" r="r" b="b"/>
              <a:pathLst>
                <a:path w="984" h="12605" extrusionOk="0">
                  <a:moveTo>
                    <a:pt x="393" y="0"/>
                  </a:moveTo>
                  <a:cubicBezTo>
                    <a:pt x="380" y="2"/>
                    <a:pt x="369" y="14"/>
                    <a:pt x="369" y="29"/>
                  </a:cubicBezTo>
                  <a:cubicBezTo>
                    <a:pt x="462" y="1822"/>
                    <a:pt x="430" y="3638"/>
                    <a:pt x="275" y="5426"/>
                  </a:cubicBezTo>
                  <a:cubicBezTo>
                    <a:pt x="263" y="5566"/>
                    <a:pt x="249" y="5706"/>
                    <a:pt x="237" y="5847"/>
                  </a:cubicBezTo>
                  <a:cubicBezTo>
                    <a:pt x="120" y="7114"/>
                    <a:pt x="1" y="8425"/>
                    <a:pt x="388" y="9642"/>
                  </a:cubicBezTo>
                  <a:cubicBezTo>
                    <a:pt x="440" y="9809"/>
                    <a:pt x="504" y="9976"/>
                    <a:pt x="564" y="10136"/>
                  </a:cubicBezTo>
                  <a:cubicBezTo>
                    <a:pt x="685" y="10455"/>
                    <a:pt x="810" y="10784"/>
                    <a:pt x="859" y="11125"/>
                  </a:cubicBezTo>
                  <a:cubicBezTo>
                    <a:pt x="930" y="11613"/>
                    <a:pt x="856" y="12282"/>
                    <a:pt x="416" y="12558"/>
                  </a:cubicBezTo>
                  <a:cubicBezTo>
                    <a:pt x="404" y="12566"/>
                    <a:pt x="400" y="12580"/>
                    <a:pt x="408" y="12593"/>
                  </a:cubicBezTo>
                  <a:cubicBezTo>
                    <a:pt x="412" y="12601"/>
                    <a:pt x="422" y="12605"/>
                    <a:pt x="430" y="12605"/>
                  </a:cubicBezTo>
                  <a:cubicBezTo>
                    <a:pt x="435" y="12605"/>
                    <a:pt x="439" y="12603"/>
                    <a:pt x="443" y="12601"/>
                  </a:cubicBezTo>
                  <a:cubicBezTo>
                    <a:pt x="905" y="12313"/>
                    <a:pt x="984" y="11621"/>
                    <a:pt x="911" y="11117"/>
                  </a:cubicBezTo>
                  <a:cubicBezTo>
                    <a:pt x="860" y="10771"/>
                    <a:pt x="735" y="10439"/>
                    <a:pt x="613" y="10118"/>
                  </a:cubicBezTo>
                  <a:cubicBezTo>
                    <a:pt x="552" y="9957"/>
                    <a:pt x="490" y="9792"/>
                    <a:pt x="438" y="9626"/>
                  </a:cubicBezTo>
                  <a:cubicBezTo>
                    <a:pt x="53" y="8419"/>
                    <a:pt x="173" y="7114"/>
                    <a:pt x="288" y="5851"/>
                  </a:cubicBezTo>
                  <a:cubicBezTo>
                    <a:pt x="302" y="5711"/>
                    <a:pt x="314" y="5570"/>
                    <a:pt x="326" y="5430"/>
                  </a:cubicBezTo>
                  <a:cubicBezTo>
                    <a:pt x="481" y="3639"/>
                    <a:pt x="513" y="1821"/>
                    <a:pt x="422" y="26"/>
                  </a:cubicBezTo>
                  <a:cubicBezTo>
                    <a:pt x="420" y="11"/>
                    <a:pt x="410" y="2"/>
                    <a:pt x="39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3" name="Google Shape;8933;p30"/>
            <p:cNvSpPr/>
            <p:nvPr/>
          </p:nvSpPr>
          <p:spPr>
            <a:xfrm>
              <a:off x="5196475" y="4029550"/>
              <a:ext cx="110575" cy="324300"/>
            </a:xfrm>
            <a:custGeom>
              <a:avLst/>
              <a:gdLst/>
              <a:ahLst/>
              <a:cxnLst/>
              <a:rect l="l" t="t" r="r" b="b"/>
              <a:pathLst>
                <a:path w="4423" h="12972" extrusionOk="0">
                  <a:moveTo>
                    <a:pt x="4244" y="1"/>
                  </a:moveTo>
                  <a:cubicBezTo>
                    <a:pt x="4243" y="1"/>
                    <a:pt x="4241" y="1"/>
                    <a:pt x="4240" y="1"/>
                  </a:cubicBezTo>
                  <a:cubicBezTo>
                    <a:pt x="4225" y="2"/>
                    <a:pt x="4214" y="15"/>
                    <a:pt x="4216" y="29"/>
                  </a:cubicBezTo>
                  <a:cubicBezTo>
                    <a:pt x="4370" y="1866"/>
                    <a:pt x="3586" y="3656"/>
                    <a:pt x="2839" y="5191"/>
                  </a:cubicBezTo>
                  <a:cubicBezTo>
                    <a:pt x="2772" y="5329"/>
                    <a:pt x="2705" y="5467"/>
                    <a:pt x="2636" y="5604"/>
                  </a:cubicBezTo>
                  <a:cubicBezTo>
                    <a:pt x="1910" y="7087"/>
                    <a:pt x="1158" y="8621"/>
                    <a:pt x="1018" y="10274"/>
                  </a:cubicBezTo>
                  <a:cubicBezTo>
                    <a:pt x="1006" y="10427"/>
                    <a:pt x="998" y="10582"/>
                    <a:pt x="991" y="10733"/>
                  </a:cubicBezTo>
                  <a:cubicBezTo>
                    <a:pt x="973" y="11079"/>
                    <a:pt x="956" y="11435"/>
                    <a:pt x="875" y="11775"/>
                  </a:cubicBezTo>
                  <a:cubicBezTo>
                    <a:pt x="747" y="12312"/>
                    <a:pt x="437" y="12729"/>
                    <a:pt x="20" y="12922"/>
                  </a:cubicBezTo>
                  <a:cubicBezTo>
                    <a:pt x="7" y="12927"/>
                    <a:pt x="1" y="12943"/>
                    <a:pt x="7" y="12955"/>
                  </a:cubicBezTo>
                  <a:cubicBezTo>
                    <a:pt x="11" y="12965"/>
                    <a:pt x="21" y="12971"/>
                    <a:pt x="30" y="12971"/>
                  </a:cubicBezTo>
                  <a:lnTo>
                    <a:pt x="32" y="12971"/>
                  </a:lnTo>
                  <a:cubicBezTo>
                    <a:pt x="34" y="12971"/>
                    <a:pt x="38" y="12970"/>
                    <a:pt x="42" y="12969"/>
                  </a:cubicBezTo>
                  <a:cubicBezTo>
                    <a:pt x="472" y="12770"/>
                    <a:pt x="794" y="12339"/>
                    <a:pt x="925" y="11787"/>
                  </a:cubicBezTo>
                  <a:cubicBezTo>
                    <a:pt x="1007" y="11443"/>
                    <a:pt x="1024" y="11084"/>
                    <a:pt x="1042" y="10735"/>
                  </a:cubicBezTo>
                  <a:cubicBezTo>
                    <a:pt x="1050" y="10586"/>
                    <a:pt x="1057" y="10430"/>
                    <a:pt x="1070" y="10278"/>
                  </a:cubicBezTo>
                  <a:cubicBezTo>
                    <a:pt x="1207" y="8634"/>
                    <a:pt x="1958" y="7106"/>
                    <a:pt x="2683" y="5627"/>
                  </a:cubicBezTo>
                  <a:cubicBezTo>
                    <a:pt x="2751" y="5490"/>
                    <a:pt x="2819" y="5351"/>
                    <a:pt x="2886" y="5213"/>
                  </a:cubicBezTo>
                  <a:cubicBezTo>
                    <a:pt x="3636" y="3673"/>
                    <a:pt x="4423" y="1874"/>
                    <a:pt x="4267" y="24"/>
                  </a:cubicBezTo>
                  <a:cubicBezTo>
                    <a:pt x="4266" y="12"/>
                    <a:pt x="4258" y="1"/>
                    <a:pt x="424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4" name="Google Shape;8934;p30"/>
            <p:cNvSpPr/>
            <p:nvPr/>
          </p:nvSpPr>
          <p:spPr>
            <a:xfrm>
              <a:off x="5196750" y="4075800"/>
              <a:ext cx="222675" cy="278450"/>
            </a:xfrm>
            <a:custGeom>
              <a:avLst/>
              <a:gdLst/>
              <a:ahLst/>
              <a:cxnLst/>
              <a:rect l="l" t="t" r="r" b="b"/>
              <a:pathLst>
                <a:path w="8907" h="11138" extrusionOk="0">
                  <a:moveTo>
                    <a:pt x="8876" y="1"/>
                  </a:moveTo>
                  <a:cubicBezTo>
                    <a:pt x="8867" y="1"/>
                    <a:pt x="8858" y="6"/>
                    <a:pt x="8854" y="16"/>
                  </a:cubicBezTo>
                  <a:cubicBezTo>
                    <a:pt x="7946" y="1880"/>
                    <a:pt x="6525" y="3454"/>
                    <a:pt x="5152" y="4977"/>
                  </a:cubicBezTo>
                  <a:cubicBezTo>
                    <a:pt x="4007" y="6245"/>
                    <a:pt x="2824" y="7556"/>
                    <a:pt x="1934" y="9035"/>
                  </a:cubicBezTo>
                  <a:cubicBezTo>
                    <a:pt x="1877" y="9129"/>
                    <a:pt x="1822" y="9223"/>
                    <a:pt x="1767" y="9317"/>
                  </a:cubicBezTo>
                  <a:cubicBezTo>
                    <a:pt x="1581" y="9633"/>
                    <a:pt x="1389" y="9960"/>
                    <a:pt x="1157" y="10251"/>
                  </a:cubicBezTo>
                  <a:cubicBezTo>
                    <a:pt x="813" y="10684"/>
                    <a:pt x="431" y="10965"/>
                    <a:pt x="22" y="11086"/>
                  </a:cubicBezTo>
                  <a:cubicBezTo>
                    <a:pt x="9" y="11090"/>
                    <a:pt x="0" y="11105"/>
                    <a:pt x="5" y="11119"/>
                  </a:cubicBezTo>
                  <a:cubicBezTo>
                    <a:pt x="7" y="11129"/>
                    <a:pt x="18" y="11138"/>
                    <a:pt x="29" y="11138"/>
                  </a:cubicBezTo>
                  <a:cubicBezTo>
                    <a:pt x="31" y="11138"/>
                    <a:pt x="34" y="11136"/>
                    <a:pt x="37" y="11136"/>
                  </a:cubicBezTo>
                  <a:cubicBezTo>
                    <a:pt x="457" y="11011"/>
                    <a:pt x="847" y="10725"/>
                    <a:pt x="1198" y="10283"/>
                  </a:cubicBezTo>
                  <a:cubicBezTo>
                    <a:pt x="1432" y="9990"/>
                    <a:pt x="1624" y="9662"/>
                    <a:pt x="1811" y="9343"/>
                  </a:cubicBezTo>
                  <a:cubicBezTo>
                    <a:pt x="1866" y="9249"/>
                    <a:pt x="1922" y="9155"/>
                    <a:pt x="1978" y="9062"/>
                  </a:cubicBezTo>
                  <a:cubicBezTo>
                    <a:pt x="2866" y="7587"/>
                    <a:pt x="4047" y="6278"/>
                    <a:pt x="5189" y="5012"/>
                  </a:cubicBezTo>
                  <a:cubicBezTo>
                    <a:pt x="6566" y="3487"/>
                    <a:pt x="7989" y="1910"/>
                    <a:pt x="8900" y="39"/>
                  </a:cubicBezTo>
                  <a:cubicBezTo>
                    <a:pt x="8906" y="25"/>
                    <a:pt x="8901" y="10"/>
                    <a:pt x="8888" y="4"/>
                  </a:cubicBezTo>
                  <a:cubicBezTo>
                    <a:pt x="8884" y="2"/>
                    <a:pt x="8880" y="1"/>
                    <a:pt x="887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5" name="Google Shape;8935;p30"/>
            <p:cNvSpPr/>
            <p:nvPr/>
          </p:nvSpPr>
          <p:spPr>
            <a:xfrm>
              <a:off x="5196275" y="4167200"/>
              <a:ext cx="299100" cy="186625"/>
            </a:xfrm>
            <a:custGeom>
              <a:avLst/>
              <a:gdLst/>
              <a:ahLst/>
              <a:cxnLst/>
              <a:rect l="l" t="t" r="r" b="b"/>
              <a:pathLst>
                <a:path w="11964" h="7465" extrusionOk="0">
                  <a:moveTo>
                    <a:pt x="11933" y="0"/>
                  </a:moveTo>
                  <a:cubicBezTo>
                    <a:pt x="11928" y="0"/>
                    <a:pt x="11922" y="2"/>
                    <a:pt x="11917" y="6"/>
                  </a:cubicBezTo>
                  <a:cubicBezTo>
                    <a:pt x="8432" y="2824"/>
                    <a:pt x="1471" y="7413"/>
                    <a:pt x="124" y="7413"/>
                  </a:cubicBezTo>
                  <a:cubicBezTo>
                    <a:pt x="90" y="7413"/>
                    <a:pt x="61" y="7411"/>
                    <a:pt x="34" y="7405"/>
                  </a:cubicBezTo>
                  <a:cubicBezTo>
                    <a:pt x="33" y="7404"/>
                    <a:pt x="31" y="7404"/>
                    <a:pt x="29" y="7404"/>
                  </a:cubicBezTo>
                  <a:cubicBezTo>
                    <a:pt x="17" y="7404"/>
                    <a:pt x="6" y="7412"/>
                    <a:pt x="3" y="7425"/>
                  </a:cubicBezTo>
                  <a:cubicBezTo>
                    <a:pt x="1" y="7438"/>
                    <a:pt x="9" y="7452"/>
                    <a:pt x="24" y="7456"/>
                  </a:cubicBezTo>
                  <a:cubicBezTo>
                    <a:pt x="50" y="7461"/>
                    <a:pt x="80" y="7464"/>
                    <a:pt x="115" y="7464"/>
                  </a:cubicBezTo>
                  <a:cubicBezTo>
                    <a:pt x="1478" y="7464"/>
                    <a:pt x="8459" y="2870"/>
                    <a:pt x="11950" y="46"/>
                  </a:cubicBezTo>
                  <a:cubicBezTo>
                    <a:pt x="11962" y="37"/>
                    <a:pt x="11963" y="20"/>
                    <a:pt x="11954" y="10"/>
                  </a:cubicBezTo>
                  <a:cubicBezTo>
                    <a:pt x="11948" y="3"/>
                    <a:pt x="11941" y="0"/>
                    <a:pt x="1193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6" name="Google Shape;8936;p30"/>
            <p:cNvSpPr/>
            <p:nvPr/>
          </p:nvSpPr>
          <p:spPr>
            <a:xfrm>
              <a:off x="5196950" y="4216275"/>
              <a:ext cx="300225" cy="141575"/>
            </a:xfrm>
            <a:custGeom>
              <a:avLst/>
              <a:gdLst/>
              <a:ahLst/>
              <a:cxnLst/>
              <a:rect l="l" t="t" r="r" b="b"/>
              <a:pathLst>
                <a:path w="12009" h="5663" extrusionOk="0">
                  <a:moveTo>
                    <a:pt x="11980" y="1"/>
                  </a:moveTo>
                  <a:cubicBezTo>
                    <a:pt x="11972" y="1"/>
                    <a:pt x="11964" y="5"/>
                    <a:pt x="11958" y="12"/>
                  </a:cubicBezTo>
                  <a:cubicBezTo>
                    <a:pt x="11281" y="997"/>
                    <a:pt x="10335" y="1894"/>
                    <a:pt x="9146" y="2680"/>
                  </a:cubicBezTo>
                  <a:cubicBezTo>
                    <a:pt x="7968" y="3459"/>
                    <a:pt x="6675" y="4045"/>
                    <a:pt x="5680" y="4469"/>
                  </a:cubicBezTo>
                  <a:cubicBezTo>
                    <a:pt x="4819" y="4836"/>
                    <a:pt x="3889" y="5204"/>
                    <a:pt x="2915" y="5415"/>
                  </a:cubicBezTo>
                  <a:cubicBezTo>
                    <a:pt x="2311" y="5545"/>
                    <a:pt x="1757" y="5610"/>
                    <a:pt x="1243" y="5610"/>
                  </a:cubicBezTo>
                  <a:cubicBezTo>
                    <a:pt x="814" y="5610"/>
                    <a:pt x="413" y="5565"/>
                    <a:pt x="36" y="5474"/>
                  </a:cubicBezTo>
                  <a:cubicBezTo>
                    <a:pt x="34" y="5474"/>
                    <a:pt x="32" y="5474"/>
                    <a:pt x="30" y="5474"/>
                  </a:cubicBezTo>
                  <a:cubicBezTo>
                    <a:pt x="18" y="5474"/>
                    <a:pt x="7" y="5481"/>
                    <a:pt x="5" y="5493"/>
                  </a:cubicBezTo>
                  <a:cubicBezTo>
                    <a:pt x="1" y="5508"/>
                    <a:pt x="10" y="5521"/>
                    <a:pt x="23" y="5525"/>
                  </a:cubicBezTo>
                  <a:cubicBezTo>
                    <a:pt x="405" y="5617"/>
                    <a:pt x="809" y="5662"/>
                    <a:pt x="1242" y="5662"/>
                  </a:cubicBezTo>
                  <a:cubicBezTo>
                    <a:pt x="1760" y="5662"/>
                    <a:pt x="2319" y="5597"/>
                    <a:pt x="2925" y="5466"/>
                  </a:cubicBezTo>
                  <a:cubicBezTo>
                    <a:pt x="3903" y="5253"/>
                    <a:pt x="4837" y="4885"/>
                    <a:pt x="5701" y="4516"/>
                  </a:cubicBezTo>
                  <a:cubicBezTo>
                    <a:pt x="6698" y="4092"/>
                    <a:pt x="7993" y="3505"/>
                    <a:pt x="9176" y="2723"/>
                  </a:cubicBezTo>
                  <a:cubicBezTo>
                    <a:pt x="10369" y="1935"/>
                    <a:pt x="11320" y="1032"/>
                    <a:pt x="12001" y="40"/>
                  </a:cubicBezTo>
                  <a:cubicBezTo>
                    <a:pt x="12009" y="30"/>
                    <a:pt x="12006" y="13"/>
                    <a:pt x="11994" y="5"/>
                  </a:cubicBezTo>
                  <a:cubicBezTo>
                    <a:pt x="11990" y="2"/>
                    <a:pt x="11985" y="1"/>
                    <a:pt x="1198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7" name="Google Shape;8937;p30"/>
            <p:cNvSpPr/>
            <p:nvPr/>
          </p:nvSpPr>
          <p:spPr>
            <a:xfrm>
              <a:off x="5022325" y="4208525"/>
              <a:ext cx="54975" cy="37350"/>
            </a:xfrm>
            <a:custGeom>
              <a:avLst/>
              <a:gdLst/>
              <a:ahLst/>
              <a:cxnLst/>
              <a:rect l="l" t="t" r="r" b="b"/>
              <a:pathLst>
                <a:path w="2199" h="1494" extrusionOk="0">
                  <a:moveTo>
                    <a:pt x="30" y="0"/>
                  </a:moveTo>
                  <a:cubicBezTo>
                    <a:pt x="20" y="0"/>
                    <a:pt x="11" y="6"/>
                    <a:pt x="7" y="15"/>
                  </a:cubicBezTo>
                  <a:cubicBezTo>
                    <a:pt x="1" y="27"/>
                    <a:pt x="6" y="44"/>
                    <a:pt x="18" y="49"/>
                  </a:cubicBezTo>
                  <a:cubicBezTo>
                    <a:pt x="788" y="438"/>
                    <a:pt x="1505" y="921"/>
                    <a:pt x="2153" y="1487"/>
                  </a:cubicBezTo>
                  <a:cubicBezTo>
                    <a:pt x="2157" y="1493"/>
                    <a:pt x="2164" y="1494"/>
                    <a:pt x="2169" y="1494"/>
                  </a:cubicBezTo>
                  <a:cubicBezTo>
                    <a:pt x="2177" y="1494"/>
                    <a:pt x="2184" y="1491"/>
                    <a:pt x="2189" y="1486"/>
                  </a:cubicBezTo>
                  <a:cubicBezTo>
                    <a:pt x="2199" y="1474"/>
                    <a:pt x="2198" y="1458"/>
                    <a:pt x="2187" y="1448"/>
                  </a:cubicBezTo>
                  <a:cubicBezTo>
                    <a:pt x="1536" y="879"/>
                    <a:pt x="815" y="393"/>
                    <a:pt x="42" y="3"/>
                  </a:cubicBezTo>
                  <a:cubicBezTo>
                    <a:pt x="38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8" name="Google Shape;8938;p30"/>
            <p:cNvSpPr/>
            <p:nvPr/>
          </p:nvSpPr>
          <p:spPr>
            <a:xfrm>
              <a:off x="5008500" y="4200875"/>
              <a:ext cx="9150" cy="5075"/>
            </a:xfrm>
            <a:custGeom>
              <a:avLst/>
              <a:gdLst/>
              <a:ahLst/>
              <a:cxnLst/>
              <a:rect l="l" t="t" r="r" b="b"/>
              <a:pathLst>
                <a:path w="366" h="203" extrusionOk="0">
                  <a:moveTo>
                    <a:pt x="30" y="1"/>
                  </a:moveTo>
                  <a:cubicBezTo>
                    <a:pt x="20" y="1"/>
                    <a:pt x="11" y="6"/>
                    <a:pt x="6" y="15"/>
                  </a:cubicBezTo>
                  <a:cubicBezTo>
                    <a:pt x="1" y="28"/>
                    <a:pt x="6" y="43"/>
                    <a:pt x="18" y="50"/>
                  </a:cubicBezTo>
                  <a:lnTo>
                    <a:pt x="325" y="200"/>
                  </a:lnTo>
                  <a:cubicBezTo>
                    <a:pt x="328" y="202"/>
                    <a:pt x="332" y="203"/>
                    <a:pt x="336" y="203"/>
                  </a:cubicBezTo>
                  <a:cubicBezTo>
                    <a:pt x="345" y="203"/>
                    <a:pt x="355" y="198"/>
                    <a:pt x="359" y="188"/>
                  </a:cubicBezTo>
                  <a:cubicBezTo>
                    <a:pt x="365" y="175"/>
                    <a:pt x="360" y="160"/>
                    <a:pt x="348" y="153"/>
                  </a:cubicBezTo>
                  <a:lnTo>
                    <a:pt x="41" y="4"/>
                  </a:lnTo>
                  <a:cubicBezTo>
                    <a:pt x="37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9" name="Google Shape;8939;p30"/>
            <p:cNvSpPr/>
            <p:nvPr/>
          </p:nvSpPr>
          <p:spPr>
            <a:xfrm>
              <a:off x="4986250" y="4194175"/>
              <a:ext cx="64925" cy="37925"/>
            </a:xfrm>
            <a:custGeom>
              <a:avLst/>
              <a:gdLst/>
              <a:ahLst/>
              <a:cxnLst/>
              <a:rect l="l" t="t" r="r" b="b"/>
              <a:pathLst>
                <a:path w="2597" h="1517" extrusionOk="0">
                  <a:moveTo>
                    <a:pt x="29" y="1"/>
                  </a:moveTo>
                  <a:cubicBezTo>
                    <a:pt x="20" y="1"/>
                    <a:pt x="11" y="6"/>
                    <a:pt x="7" y="15"/>
                  </a:cubicBezTo>
                  <a:cubicBezTo>
                    <a:pt x="0" y="27"/>
                    <a:pt x="4" y="43"/>
                    <a:pt x="16" y="50"/>
                  </a:cubicBezTo>
                  <a:cubicBezTo>
                    <a:pt x="872" y="511"/>
                    <a:pt x="1726" y="1004"/>
                    <a:pt x="2554" y="1512"/>
                  </a:cubicBezTo>
                  <a:cubicBezTo>
                    <a:pt x="2558" y="1515"/>
                    <a:pt x="2563" y="1516"/>
                    <a:pt x="2567" y="1516"/>
                  </a:cubicBezTo>
                  <a:cubicBezTo>
                    <a:pt x="2575" y="1516"/>
                    <a:pt x="2584" y="1512"/>
                    <a:pt x="2589" y="1504"/>
                  </a:cubicBezTo>
                  <a:cubicBezTo>
                    <a:pt x="2597" y="1492"/>
                    <a:pt x="2593" y="1476"/>
                    <a:pt x="2580" y="1469"/>
                  </a:cubicBezTo>
                  <a:cubicBezTo>
                    <a:pt x="1752" y="959"/>
                    <a:pt x="897" y="466"/>
                    <a:pt x="42" y="4"/>
                  </a:cubicBezTo>
                  <a:cubicBezTo>
                    <a:pt x="38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0" name="Google Shape;8940;p30"/>
            <p:cNvSpPr/>
            <p:nvPr/>
          </p:nvSpPr>
          <p:spPr>
            <a:xfrm>
              <a:off x="5075500" y="4220425"/>
              <a:ext cx="40325" cy="39675"/>
            </a:xfrm>
            <a:custGeom>
              <a:avLst/>
              <a:gdLst/>
              <a:ahLst/>
              <a:cxnLst/>
              <a:rect l="l" t="t" r="r" b="b"/>
              <a:pathLst>
                <a:path w="1613" h="1587" extrusionOk="0">
                  <a:moveTo>
                    <a:pt x="30" y="0"/>
                  </a:moveTo>
                  <a:cubicBezTo>
                    <a:pt x="22" y="0"/>
                    <a:pt x="14" y="4"/>
                    <a:pt x="9" y="12"/>
                  </a:cubicBezTo>
                  <a:cubicBezTo>
                    <a:pt x="1" y="24"/>
                    <a:pt x="3" y="40"/>
                    <a:pt x="15" y="48"/>
                  </a:cubicBezTo>
                  <a:cubicBezTo>
                    <a:pt x="621" y="461"/>
                    <a:pt x="1140" y="975"/>
                    <a:pt x="1561" y="1575"/>
                  </a:cubicBezTo>
                  <a:cubicBezTo>
                    <a:pt x="1567" y="1583"/>
                    <a:pt x="1575" y="1587"/>
                    <a:pt x="1583" y="1587"/>
                  </a:cubicBezTo>
                  <a:cubicBezTo>
                    <a:pt x="1588" y="1587"/>
                    <a:pt x="1593" y="1586"/>
                    <a:pt x="1597" y="1582"/>
                  </a:cubicBezTo>
                  <a:cubicBezTo>
                    <a:pt x="1610" y="1574"/>
                    <a:pt x="1612" y="1557"/>
                    <a:pt x="1604" y="1545"/>
                  </a:cubicBezTo>
                  <a:cubicBezTo>
                    <a:pt x="1179" y="940"/>
                    <a:pt x="654" y="422"/>
                    <a:pt x="45" y="5"/>
                  </a:cubicBezTo>
                  <a:cubicBezTo>
                    <a:pt x="40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1" name="Google Shape;8941;p30"/>
            <p:cNvSpPr/>
            <p:nvPr/>
          </p:nvSpPr>
          <p:spPr>
            <a:xfrm>
              <a:off x="5118625" y="4264650"/>
              <a:ext cx="5275" cy="5850"/>
            </a:xfrm>
            <a:custGeom>
              <a:avLst/>
              <a:gdLst/>
              <a:ahLst/>
              <a:cxnLst/>
              <a:rect l="l" t="t" r="r" b="b"/>
              <a:pathLst>
                <a:path w="211" h="234" extrusionOk="0">
                  <a:moveTo>
                    <a:pt x="29" y="0"/>
                  </a:moveTo>
                  <a:cubicBezTo>
                    <a:pt x="23" y="0"/>
                    <a:pt x="17" y="2"/>
                    <a:pt x="12" y="6"/>
                  </a:cubicBezTo>
                  <a:cubicBezTo>
                    <a:pt x="2" y="16"/>
                    <a:pt x="0" y="32"/>
                    <a:pt x="10" y="43"/>
                  </a:cubicBezTo>
                  <a:lnTo>
                    <a:pt x="160" y="224"/>
                  </a:lnTo>
                  <a:cubicBezTo>
                    <a:pt x="166" y="231"/>
                    <a:pt x="172" y="234"/>
                    <a:pt x="181" y="234"/>
                  </a:cubicBezTo>
                  <a:cubicBezTo>
                    <a:pt x="186" y="234"/>
                    <a:pt x="193" y="231"/>
                    <a:pt x="197" y="227"/>
                  </a:cubicBezTo>
                  <a:cubicBezTo>
                    <a:pt x="207" y="219"/>
                    <a:pt x="210" y="201"/>
                    <a:pt x="201" y="191"/>
                  </a:cubicBezTo>
                  <a:lnTo>
                    <a:pt x="49" y="10"/>
                  </a:lnTo>
                  <a:cubicBezTo>
                    <a:pt x="43" y="4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2" name="Google Shape;8942;p30"/>
            <p:cNvSpPr/>
            <p:nvPr/>
          </p:nvSpPr>
          <p:spPr>
            <a:xfrm>
              <a:off x="5087175" y="4254925"/>
              <a:ext cx="18825" cy="18225"/>
            </a:xfrm>
            <a:custGeom>
              <a:avLst/>
              <a:gdLst/>
              <a:ahLst/>
              <a:cxnLst/>
              <a:rect l="l" t="t" r="r" b="b"/>
              <a:pathLst>
                <a:path w="753" h="729" extrusionOk="0">
                  <a:moveTo>
                    <a:pt x="30" y="0"/>
                  </a:moveTo>
                  <a:cubicBezTo>
                    <a:pt x="23" y="0"/>
                    <a:pt x="15" y="3"/>
                    <a:pt x="10" y="9"/>
                  </a:cubicBezTo>
                  <a:cubicBezTo>
                    <a:pt x="0" y="20"/>
                    <a:pt x="2" y="36"/>
                    <a:pt x="13" y="46"/>
                  </a:cubicBezTo>
                  <a:cubicBezTo>
                    <a:pt x="253" y="257"/>
                    <a:pt x="487" y="484"/>
                    <a:pt x="704" y="721"/>
                  </a:cubicBezTo>
                  <a:cubicBezTo>
                    <a:pt x="709" y="726"/>
                    <a:pt x="716" y="729"/>
                    <a:pt x="724" y="729"/>
                  </a:cubicBezTo>
                  <a:cubicBezTo>
                    <a:pt x="730" y="729"/>
                    <a:pt x="736" y="728"/>
                    <a:pt x="742" y="722"/>
                  </a:cubicBezTo>
                  <a:cubicBezTo>
                    <a:pt x="751" y="713"/>
                    <a:pt x="752" y="697"/>
                    <a:pt x="743" y="686"/>
                  </a:cubicBezTo>
                  <a:cubicBezTo>
                    <a:pt x="524" y="448"/>
                    <a:pt x="290" y="219"/>
                    <a:pt x="46" y="7"/>
                  </a:cubicBez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3" name="Google Shape;8943;p30"/>
            <p:cNvSpPr/>
            <p:nvPr/>
          </p:nvSpPr>
          <p:spPr>
            <a:xfrm>
              <a:off x="4948300" y="4285000"/>
              <a:ext cx="54475" cy="16725"/>
            </a:xfrm>
            <a:custGeom>
              <a:avLst/>
              <a:gdLst/>
              <a:ahLst/>
              <a:cxnLst/>
              <a:rect l="l" t="t" r="r" b="b"/>
              <a:pathLst>
                <a:path w="2179" h="669" extrusionOk="0">
                  <a:moveTo>
                    <a:pt x="30" y="0"/>
                  </a:moveTo>
                  <a:cubicBezTo>
                    <a:pt x="20" y="0"/>
                    <a:pt x="10" y="7"/>
                    <a:pt x="6" y="17"/>
                  </a:cubicBezTo>
                  <a:cubicBezTo>
                    <a:pt x="1" y="30"/>
                    <a:pt x="7" y="45"/>
                    <a:pt x="21" y="51"/>
                  </a:cubicBezTo>
                  <a:cubicBezTo>
                    <a:pt x="710" y="310"/>
                    <a:pt x="1424" y="517"/>
                    <a:pt x="2145" y="668"/>
                  </a:cubicBezTo>
                  <a:lnTo>
                    <a:pt x="2150" y="668"/>
                  </a:lnTo>
                  <a:cubicBezTo>
                    <a:pt x="2163" y="668"/>
                    <a:pt x="2173" y="660"/>
                    <a:pt x="2176" y="648"/>
                  </a:cubicBezTo>
                  <a:cubicBezTo>
                    <a:pt x="2179" y="633"/>
                    <a:pt x="2169" y="620"/>
                    <a:pt x="2156" y="617"/>
                  </a:cubicBezTo>
                  <a:cubicBezTo>
                    <a:pt x="1437" y="468"/>
                    <a:pt x="726" y="260"/>
                    <a:pt x="40" y="2"/>
                  </a:cubicBezTo>
                  <a:cubicBezTo>
                    <a:pt x="36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4" name="Google Shape;8944;p30"/>
            <p:cNvSpPr/>
            <p:nvPr/>
          </p:nvSpPr>
          <p:spPr>
            <a:xfrm>
              <a:off x="5008650" y="4301675"/>
              <a:ext cx="7475" cy="2425"/>
            </a:xfrm>
            <a:custGeom>
              <a:avLst/>
              <a:gdLst/>
              <a:ahLst/>
              <a:cxnLst/>
              <a:rect l="l" t="t" r="r" b="b"/>
              <a:pathLst>
                <a:path w="299" h="97" extrusionOk="0">
                  <a:moveTo>
                    <a:pt x="28" y="1"/>
                  </a:moveTo>
                  <a:cubicBezTo>
                    <a:pt x="15" y="1"/>
                    <a:pt x="4" y="11"/>
                    <a:pt x="3" y="23"/>
                  </a:cubicBezTo>
                  <a:cubicBezTo>
                    <a:pt x="0" y="37"/>
                    <a:pt x="10" y="51"/>
                    <a:pt x="23" y="54"/>
                  </a:cubicBezTo>
                  <a:lnTo>
                    <a:pt x="266" y="97"/>
                  </a:lnTo>
                  <a:lnTo>
                    <a:pt x="270" y="97"/>
                  </a:lnTo>
                  <a:cubicBezTo>
                    <a:pt x="284" y="97"/>
                    <a:pt x="295" y="89"/>
                    <a:pt x="296" y="75"/>
                  </a:cubicBezTo>
                  <a:cubicBezTo>
                    <a:pt x="299" y="62"/>
                    <a:pt x="289" y="48"/>
                    <a:pt x="276" y="46"/>
                  </a:cubicBezTo>
                  <a:lnTo>
                    <a:pt x="32" y="1"/>
                  </a:lnTo>
                  <a:cubicBezTo>
                    <a:pt x="31" y="1"/>
                    <a:pt x="2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5" name="Google Shape;8945;p30"/>
            <p:cNvSpPr/>
            <p:nvPr/>
          </p:nvSpPr>
          <p:spPr>
            <a:xfrm>
              <a:off x="4984450" y="4307525"/>
              <a:ext cx="55900" cy="16175"/>
            </a:xfrm>
            <a:custGeom>
              <a:avLst/>
              <a:gdLst/>
              <a:ahLst/>
              <a:cxnLst/>
              <a:rect l="l" t="t" r="r" b="b"/>
              <a:pathLst>
                <a:path w="2236" h="647" extrusionOk="0">
                  <a:moveTo>
                    <a:pt x="30" y="1"/>
                  </a:moveTo>
                  <a:cubicBezTo>
                    <a:pt x="19" y="1"/>
                    <a:pt x="9" y="8"/>
                    <a:pt x="5" y="19"/>
                  </a:cubicBezTo>
                  <a:cubicBezTo>
                    <a:pt x="1" y="32"/>
                    <a:pt x="8" y="47"/>
                    <a:pt x="21" y="51"/>
                  </a:cubicBezTo>
                  <a:cubicBezTo>
                    <a:pt x="733" y="290"/>
                    <a:pt x="1466" y="491"/>
                    <a:pt x="2202" y="646"/>
                  </a:cubicBezTo>
                  <a:cubicBezTo>
                    <a:pt x="2203" y="647"/>
                    <a:pt x="2206" y="647"/>
                    <a:pt x="2207" y="647"/>
                  </a:cubicBezTo>
                  <a:cubicBezTo>
                    <a:pt x="2219" y="647"/>
                    <a:pt x="2230" y="639"/>
                    <a:pt x="2233" y="627"/>
                  </a:cubicBezTo>
                  <a:cubicBezTo>
                    <a:pt x="2235" y="612"/>
                    <a:pt x="2226" y="599"/>
                    <a:pt x="2213" y="596"/>
                  </a:cubicBezTo>
                  <a:cubicBezTo>
                    <a:pt x="1479" y="441"/>
                    <a:pt x="747" y="241"/>
                    <a:pt x="38" y="3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6" name="Google Shape;8946;p30"/>
            <p:cNvSpPr/>
            <p:nvPr/>
          </p:nvSpPr>
          <p:spPr>
            <a:xfrm>
              <a:off x="5044425" y="4324100"/>
              <a:ext cx="7500" cy="3300"/>
            </a:xfrm>
            <a:custGeom>
              <a:avLst/>
              <a:gdLst/>
              <a:ahLst/>
              <a:cxnLst/>
              <a:rect l="l" t="t" r="r" b="b"/>
              <a:pathLst>
                <a:path w="300" h="132" extrusionOk="0">
                  <a:moveTo>
                    <a:pt x="30" y="0"/>
                  </a:moveTo>
                  <a:cubicBezTo>
                    <a:pt x="19" y="0"/>
                    <a:pt x="9" y="7"/>
                    <a:pt x="6" y="18"/>
                  </a:cubicBezTo>
                  <a:cubicBezTo>
                    <a:pt x="1" y="31"/>
                    <a:pt x="9" y="46"/>
                    <a:pt x="22" y="50"/>
                  </a:cubicBezTo>
                  <a:lnTo>
                    <a:pt x="263" y="131"/>
                  </a:lnTo>
                  <a:cubicBezTo>
                    <a:pt x="266" y="131"/>
                    <a:pt x="268" y="132"/>
                    <a:pt x="271" y="132"/>
                  </a:cubicBezTo>
                  <a:cubicBezTo>
                    <a:pt x="282" y="132"/>
                    <a:pt x="291" y="124"/>
                    <a:pt x="295" y="113"/>
                  </a:cubicBezTo>
                  <a:cubicBezTo>
                    <a:pt x="299" y="100"/>
                    <a:pt x="292" y="85"/>
                    <a:pt x="279" y="81"/>
                  </a:cubicBezTo>
                  <a:lnTo>
                    <a:pt x="38" y="1"/>
                  </a:lnTo>
                  <a:cubicBezTo>
                    <a:pt x="36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7" name="Google Shape;8947;p30"/>
            <p:cNvSpPr/>
            <p:nvPr/>
          </p:nvSpPr>
          <p:spPr>
            <a:xfrm>
              <a:off x="5025175" y="4280800"/>
              <a:ext cx="48725" cy="16300"/>
            </a:xfrm>
            <a:custGeom>
              <a:avLst/>
              <a:gdLst/>
              <a:ahLst/>
              <a:cxnLst/>
              <a:rect l="l" t="t" r="r" b="b"/>
              <a:pathLst>
                <a:path w="1949" h="652" extrusionOk="0">
                  <a:moveTo>
                    <a:pt x="28" y="1"/>
                  </a:moveTo>
                  <a:cubicBezTo>
                    <a:pt x="15" y="1"/>
                    <a:pt x="4" y="10"/>
                    <a:pt x="2" y="24"/>
                  </a:cubicBezTo>
                  <a:cubicBezTo>
                    <a:pt x="1" y="37"/>
                    <a:pt x="10" y="50"/>
                    <a:pt x="25" y="52"/>
                  </a:cubicBezTo>
                  <a:cubicBezTo>
                    <a:pt x="686" y="134"/>
                    <a:pt x="1319" y="334"/>
                    <a:pt x="1907" y="649"/>
                  </a:cubicBezTo>
                  <a:cubicBezTo>
                    <a:pt x="1911" y="652"/>
                    <a:pt x="1915" y="652"/>
                    <a:pt x="1919" y="652"/>
                  </a:cubicBezTo>
                  <a:cubicBezTo>
                    <a:pt x="1927" y="652"/>
                    <a:pt x="1937" y="648"/>
                    <a:pt x="1942" y="638"/>
                  </a:cubicBezTo>
                  <a:cubicBezTo>
                    <a:pt x="1949" y="626"/>
                    <a:pt x="1944" y="610"/>
                    <a:pt x="1932" y="603"/>
                  </a:cubicBezTo>
                  <a:cubicBezTo>
                    <a:pt x="1338" y="286"/>
                    <a:pt x="699" y="83"/>
                    <a:pt x="31" y="1"/>
                  </a:cubicBezTo>
                  <a:cubicBezTo>
                    <a:pt x="30" y="1"/>
                    <a:pt x="2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8" name="Google Shape;8948;p30"/>
            <p:cNvSpPr/>
            <p:nvPr/>
          </p:nvSpPr>
          <p:spPr>
            <a:xfrm>
              <a:off x="5077250" y="4298900"/>
              <a:ext cx="6425" cy="3375"/>
            </a:xfrm>
            <a:custGeom>
              <a:avLst/>
              <a:gdLst/>
              <a:ahLst/>
              <a:cxnLst/>
              <a:rect l="l" t="t" r="r" b="b"/>
              <a:pathLst>
                <a:path w="257" h="135" extrusionOk="0">
                  <a:moveTo>
                    <a:pt x="29" y="1"/>
                  </a:moveTo>
                  <a:cubicBezTo>
                    <a:pt x="19" y="1"/>
                    <a:pt x="10" y="7"/>
                    <a:pt x="6" y="17"/>
                  </a:cubicBezTo>
                  <a:cubicBezTo>
                    <a:pt x="1" y="30"/>
                    <a:pt x="7" y="45"/>
                    <a:pt x="19" y="50"/>
                  </a:cubicBezTo>
                  <a:lnTo>
                    <a:pt x="216" y="132"/>
                  </a:lnTo>
                  <a:cubicBezTo>
                    <a:pt x="220" y="134"/>
                    <a:pt x="223" y="135"/>
                    <a:pt x="227" y="135"/>
                  </a:cubicBezTo>
                  <a:cubicBezTo>
                    <a:pt x="236" y="135"/>
                    <a:pt x="247" y="130"/>
                    <a:pt x="251" y="119"/>
                  </a:cubicBezTo>
                  <a:cubicBezTo>
                    <a:pt x="256" y="105"/>
                    <a:pt x="249" y="91"/>
                    <a:pt x="236" y="85"/>
                  </a:cubicBezTo>
                  <a:lnTo>
                    <a:pt x="41" y="3"/>
                  </a:lnTo>
                  <a:cubicBezTo>
                    <a:pt x="37" y="1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9" name="Google Shape;8949;p30"/>
            <p:cNvSpPr/>
            <p:nvPr/>
          </p:nvSpPr>
          <p:spPr>
            <a:xfrm>
              <a:off x="4959300" y="4268550"/>
              <a:ext cx="30875" cy="7675"/>
            </a:xfrm>
            <a:custGeom>
              <a:avLst/>
              <a:gdLst/>
              <a:ahLst/>
              <a:cxnLst/>
              <a:rect l="l" t="t" r="r" b="b"/>
              <a:pathLst>
                <a:path w="1235" h="307" extrusionOk="0">
                  <a:moveTo>
                    <a:pt x="29" y="1"/>
                  </a:moveTo>
                  <a:cubicBezTo>
                    <a:pt x="18" y="1"/>
                    <a:pt x="7" y="9"/>
                    <a:pt x="3" y="21"/>
                  </a:cubicBezTo>
                  <a:cubicBezTo>
                    <a:pt x="1" y="35"/>
                    <a:pt x="10" y="49"/>
                    <a:pt x="23" y="52"/>
                  </a:cubicBezTo>
                  <a:lnTo>
                    <a:pt x="1201" y="305"/>
                  </a:lnTo>
                  <a:cubicBezTo>
                    <a:pt x="1202" y="305"/>
                    <a:pt x="1205" y="306"/>
                    <a:pt x="1206" y="306"/>
                  </a:cubicBezTo>
                  <a:cubicBezTo>
                    <a:pt x="1218" y="305"/>
                    <a:pt x="1229" y="297"/>
                    <a:pt x="1231" y="285"/>
                  </a:cubicBezTo>
                  <a:cubicBezTo>
                    <a:pt x="1234" y="271"/>
                    <a:pt x="1226" y="257"/>
                    <a:pt x="1211" y="254"/>
                  </a:cubicBezTo>
                  <a:lnTo>
                    <a:pt x="34" y="1"/>
                  </a:lnTo>
                  <a:cubicBezTo>
                    <a:pt x="33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0" name="Google Shape;8950;p30"/>
            <p:cNvSpPr/>
            <p:nvPr/>
          </p:nvSpPr>
          <p:spPr>
            <a:xfrm>
              <a:off x="4904550" y="4385950"/>
              <a:ext cx="47350" cy="3100"/>
            </a:xfrm>
            <a:custGeom>
              <a:avLst/>
              <a:gdLst/>
              <a:ahLst/>
              <a:cxnLst/>
              <a:rect l="l" t="t" r="r" b="b"/>
              <a:pathLst>
                <a:path w="1894" h="124" extrusionOk="0">
                  <a:moveTo>
                    <a:pt x="1865" y="0"/>
                  </a:moveTo>
                  <a:cubicBezTo>
                    <a:pt x="1864" y="0"/>
                    <a:pt x="1863" y="0"/>
                    <a:pt x="1862" y="0"/>
                  </a:cubicBezTo>
                  <a:cubicBezTo>
                    <a:pt x="1556" y="48"/>
                    <a:pt x="1247" y="72"/>
                    <a:pt x="938" y="72"/>
                  </a:cubicBezTo>
                  <a:cubicBezTo>
                    <a:pt x="635" y="72"/>
                    <a:pt x="333" y="49"/>
                    <a:pt x="33" y="3"/>
                  </a:cubicBezTo>
                  <a:cubicBezTo>
                    <a:pt x="32" y="3"/>
                    <a:pt x="31" y="3"/>
                    <a:pt x="30" y="3"/>
                  </a:cubicBezTo>
                  <a:cubicBezTo>
                    <a:pt x="16" y="3"/>
                    <a:pt x="4" y="12"/>
                    <a:pt x="3" y="26"/>
                  </a:cubicBezTo>
                  <a:cubicBezTo>
                    <a:pt x="0" y="39"/>
                    <a:pt x="10" y="53"/>
                    <a:pt x="25" y="55"/>
                  </a:cubicBezTo>
                  <a:cubicBezTo>
                    <a:pt x="327" y="101"/>
                    <a:pt x="631" y="124"/>
                    <a:pt x="935" y="124"/>
                  </a:cubicBezTo>
                  <a:cubicBezTo>
                    <a:pt x="1247" y="124"/>
                    <a:pt x="1560" y="100"/>
                    <a:pt x="1870" y="51"/>
                  </a:cubicBezTo>
                  <a:cubicBezTo>
                    <a:pt x="1884" y="49"/>
                    <a:pt x="1893" y="35"/>
                    <a:pt x="1892" y="22"/>
                  </a:cubicBezTo>
                  <a:cubicBezTo>
                    <a:pt x="1889" y="9"/>
                    <a:pt x="1879" y="0"/>
                    <a:pt x="186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1" name="Google Shape;8951;p30"/>
            <p:cNvSpPr/>
            <p:nvPr/>
          </p:nvSpPr>
          <p:spPr>
            <a:xfrm>
              <a:off x="4958975" y="4385875"/>
              <a:ext cx="10250" cy="1375"/>
            </a:xfrm>
            <a:custGeom>
              <a:avLst/>
              <a:gdLst/>
              <a:ahLst/>
              <a:cxnLst/>
              <a:rect l="l" t="t" r="r" b="b"/>
              <a:pathLst>
                <a:path w="410" h="55" extrusionOk="0">
                  <a:moveTo>
                    <a:pt x="27" y="0"/>
                  </a:moveTo>
                  <a:cubicBezTo>
                    <a:pt x="12" y="0"/>
                    <a:pt x="0" y="13"/>
                    <a:pt x="0" y="26"/>
                  </a:cubicBezTo>
                  <a:cubicBezTo>
                    <a:pt x="0" y="41"/>
                    <a:pt x="12" y="52"/>
                    <a:pt x="26" y="52"/>
                  </a:cubicBezTo>
                  <a:lnTo>
                    <a:pt x="409" y="54"/>
                  </a:lnTo>
                  <a:lnTo>
                    <a:pt x="409" y="29"/>
                  </a:lnTo>
                  <a:lnTo>
                    <a:pt x="408" y="3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2" name="Google Shape;8952;p30"/>
            <p:cNvSpPr/>
            <p:nvPr/>
          </p:nvSpPr>
          <p:spPr>
            <a:xfrm>
              <a:off x="4957150" y="4397800"/>
              <a:ext cx="41100" cy="2925"/>
            </a:xfrm>
            <a:custGeom>
              <a:avLst/>
              <a:gdLst/>
              <a:ahLst/>
              <a:cxnLst/>
              <a:rect l="l" t="t" r="r" b="b"/>
              <a:pathLst>
                <a:path w="1644" h="117" extrusionOk="0">
                  <a:moveTo>
                    <a:pt x="1616" y="1"/>
                  </a:moveTo>
                  <a:cubicBezTo>
                    <a:pt x="1615" y="1"/>
                    <a:pt x="1613" y="1"/>
                    <a:pt x="1612" y="1"/>
                  </a:cubicBezTo>
                  <a:cubicBezTo>
                    <a:pt x="1326" y="43"/>
                    <a:pt x="1038" y="64"/>
                    <a:pt x="750" y="64"/>
                  </a:cubicBezTo>
                  <a:cubicBezTo>
                    <a:pt x="510" y="64"/>
                    <a:pt x="270" y="49"/>
                    <a:pt x="31" y="20"/>
                  </a:cubicBezTo>
                  <a:cubicBezTo>
                    <a:pt x="18" y="20"/>
                    <a:pt x="4" y="29"/>
                    <a:pt x="3" y="43"/>
                  </a:cubicBezTo>
                  <a:cubicBezTo>
                    <a:pt x="0" y="58"/>
                    <a:pt x="11" y="70"/>
                    <a:pt x="25" y="72"/>
                  </a:cubicBezTo>
                  <a:cubicBezTo>
                    <a:pt x="265" y="102"/>
                    <a:pt x="508" y="117"/>
                    <a:pt x="748" y="117"/>
                  </a:cubicBezTo>
                  <a:lnTo>
                    <a:pt x="750" y="117"/>
                  </a:lnTo>
                  <a:cubicBezTo>
                    <a:pt x="1040" y="117"/>
                    <a:pt x="1331" y="95"/>
                    <a:pt x="1619" y="52"/>
                  </a:cubicBezTo>
                  <a:cubicBezTo>
                    <a:pt x="1634" y="51"/>
                    <a:pt x="1643" y="37"/>
                    <a:pt x="1640" y="23"/>
                  </a:cubicBezTo>
                  <a:cubicBezTo>
                    <a:pt x="1639" y="11"/>
                    <a:pt x="1628" y="1"/>
                    <a:pt x="161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3" name="Google Shape;8953;p30"/>
            <p:cNvSpPr/>
            <p:nvPr/>
          </p:nvSpPr>
          <p:spPr>
            <a:xfrm>
              <a:off x="5004300" y="4396675"/>
              <a:ext cx="5300" cy="1375"/>
            </a:xfrm>
            <a:custGeom>
              <a:avLst/>
              <a:gdLst/>
              <a:ahLst/>
              <a:cxnLst/>
              <a:rect l="l" t="t" r="r" b="b"/>
              <a:pathLst>
                <a:path w="212" h="55" extrusionOk="0">
                  <a:moveTo>
                    <a:pt x="185" y="0"/>
                  </a:moveTo>
                  <a:lnTo>
                    <a:pt x="26" y="2"/>
                  </a:lnTo>
                  <a:cubicBezTo>
                    <a:pt x="13" y="2"/>
                    <a:pt x="1" y="14"/>
                    <a:pt x="1" y="29"/>
                  </a:cubicBezTo>
                  <a:cubicBezTo>
                    <a:pt x="2" y="42"/>
                    <a:pt x="13" y="54"/>
                    <a:pt x="27" y="54"/>
                  </a:cubicBezTo>
                  <a:lnTo>
                    <a:pt x="186" y="51"/>
                  </a:lnTo>
                  <a:cubicBezTo>
                    <a:pt x="200" y="51"/>
                    <a:pt x="212" y="39"/>
                    <a:pt x="212" y="26"/>
                  </a:cubicBezTo>
                  <a:cubicBezTo>
                    <a:pt x="210" y="11"/>
                    <a:pt x="200" y="0"/>
                    <a:pt x="18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4" name="Google Shape;8954;p30"/>
            <p:cNvSpPr/>
            <p:nvPr/>
          </p:nvSpPr>
          <p:spPr>
            <a:xfrm>
              <a:off x="5005725" y="4360100"/>
              <a:ext cx="38450" cy="3625"/>
            </a:xfrm>
            <a:custGeom>
              <a:avLst/>
              <a:gdLst/>
              <a:ahLst/>
              <a:cxnLst/>
              <a:rect l="l" t="t" r="r" b="b"/>
              <a:pathLst>
                <a:path w="1538" h="145" extrusionOk="0">
                  <a:moveTo>
                    <a:pt x="1279" y="0"/>
                  </a:moveTo>
                  <a:cubicBezTo>
                    <a:pt x="860" y="0"/>
                    <a:pt x="439" y="31"/>
                    <a:pt x="24" y="92"/>
                  </a:cubicBezTo>
                  <a:cubicBezTo>
                    <a:pt x="9" y="95"/>
                    <a:pt x="0" y="109"/>
                    <a:pt x="3" y="122"/>
                  </a:cubicBezTo>
                  <a:cubicBezTo>
                    <a:pt x="4" y="135"/>
                    <a:pt x="15" y="145"/>
                    <a:pt x="28" y="145"/>
                  </a:cubicBezTo>
                  <a:cubicBezTo>
                    <a:pt x="30" y="145"/>
                    <a:pt x="31" y="144"/>
                    <a:pt x="31" y="144"/>
                  </a:cubicBezTo>
                  <a:cubicBezTo>
                    <a:pt x="445" y="83"/>
                    <a:pt x="865" y="52"/>
                    <a:pt x="1285" y="52"/>
                  </a:cubicBezTo>
                  <a:cubicBezTo>
                    <a:pt x="1360" y="52"/>
                    <a:pt x="1436" y="53"/>
                    <a:pt x="1511" y="55"/>
                  </a:cubicBezTo>
                  <a:cubicBezTo>
                    <a:pt x="1526" y="55"/>
                    <a:pt x="1536" y="44"/>
                    <a:pt x="1536" y="29"/>
                  </a:cubicBezTo>
                  <a:cubicBezTo>
                    <a:pt x="1538" y="16"/>
                    <a:pt x="1526" y="4"/>
                    <a:pt x="1512" y="4"/>
                  </a:cubicBezTo>
                  <a:cubicBezTo>
                    <a:pt x="1435" y="2"/>
                    <a:pt x="1357" y="0"/>
                    <a:pt x="127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5" name="Google Shape;8955;p30"/>
            <p:cNvSpPr/>
            <p:nvPr/>
          </p:nvSpPr>
          <p:spPr>
            <a:xfrm>
              <a:off x="5048550" y="4360275"/>
              <a:ext cx="4700" cy="1550"/>
            </a:xfrm>
            <a:custGeom>
              <a:avLst/>
              <a:gdLst/>
              <a:ahLst/>
              <a:cxnLst/>
              <a:rect l="l" t="t" r="r" b="b"/>
              <a:pathLst>
                <a:path w="188" h="62" extrusionOk="0">
                  <a:moveTo>
                    <a:pt x="29" y="1"/>
                  </a:moveTo>
                  <a:cubicBezTo>
                    <a:pt x="17" y="2"/>
                    <a:pt x="2" y="11"/>
                    <a:pt x="2" y="26"/>
                  </a:cubicBezTo>
                  <a:cubicBezTo>
                    <a:pt x="1" y="40"/>
                    <a:pt x="12" y="52"/>
                    <a:pt x="27" y="53"/>
                  </a:cubicBezTo>
                  <a:lnTo>
                    <a:pt x="161" y="61"/>
                  </a:lnTo>
                  <a:lnTo>
                    <a:pt x="162" y="61"/>
                  </a:lnTo>
                  <a:cubicBezTo>
                    <a:pt x="176" y="61"/>
                    <a:pt x="187" y="50"/>
                    <a:pt x="188" y="36"/>
                  </a:cubicBezTo>
                  <a:cubicBezTo>
                    <a:pt x="188" y="22"/>
                    <a:pt x="177" y="10"/>
                    <a:pt x="164" y="9"/>
                  </a:cubicBezTo>
                  <a:lnTo>
                    <a:pt x="29" y="1"/>
                  </a:ln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6" name="Google Shape;8956;p30"/>
            <p:cNvSpPr/>
            <p:nvPr/>
          </p:nvSpPr>
          <p:spPr>
            <a:xfrm>
              <a:off x="5044550" y="4377100"/>
              <a:ext cx="43700" cy="3775"/>
            </a:xfrm>
            <a:custGeom>
              <a:avLst/>
              <a:gdLst/>
              <a:ahLst/>
              <a:cxnLst/>
              <a:rect l="l" t="t" r="r" b="b"/>
              <a:pathLst>
                <a:path w="1748" h="151" extrusionOk="0">
                  <a:moveTo>
                    <a:pt x="1251" y="1"/>
                  </a:moveTo>
                  <a:cubicBezTo>
                    <a:pt x="840" y="1"/>
                    <a:pt x="430" y="34"/>
                    <a:pt x="25" y="100"/>
                  </a:cubicBezTo>
                  <a:cubicBezTo>
                    <a:pt x="10" y="101"/>
                    <a:pt x="1" y="115"/>
                    <a:pt x="4" y="129"/>
                  </a:cubicBezTo>
                  <a:cubicBezTo>
                    <a:pt x="5" y="142"/>
                    <a:pt x="16" y="151"/>
                    <a:pt x="29" y="151"/>
                  </a:cubicBezTo>
                  <a:lnTo>
                    <a:pt x="33" y="151"/>
                  </a:lnTo>
                  <a:cubicBezTo>
                    <a:pt x="432" y="85"/>
                    <a:pt x="837" y="52"/>
                    <a:pt x="1242" y="52"/>
                  </a:cubicBezTo>
                  <a:cubicBezTo>
                    <a:pt x="1401" y="52"/>
                    <a:pt x="1560" y="57"/>
                    <a:pt x="1719" y="68"/>
                  </a:cubicBezTo>
                  <a:cubicBezTo>
                    <a:pt x="1734" y="68"/>
                    <a:pt x="1746" y="57"/>
                    <a:pt x="1747" y="43"/>
                  </a:cubicBezTo>
                  <a:cubicBezTo>
                    <a:pt x="1747" y="29"/>
                    <a:pt x="1736" y="16"/>
                    <a:pt x="1723" y="15"/>
                  </a:cubicBezTo>
                  <a:cubicBezTo>
                    <a:pt x="1566" y="5"/>
                    <a:pt x="1409" y="1"/>
                    <a:pt x="125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7" name="Google Shape;8957;p30"/>
            <p:cNvSpPr/>
            <p:nvPr/>
          </p:nvSpPr>
          <p:spPr>
            <a:xfrm>
              <a:off x="5000175" y="4451075"/>
              <a:ext cx="40000" cy="15000"/>
            </a:xfrm>
            <a:custGeom>
              <a:avLst/>
              <a:gdLst/>
              <a:ahLst/>
              <a:cxnLst/>
              <a:rect l="l" t="t" r="r" b="b"/>
              <a:pathLst>
                <a:path w="1600" h="600" extrusionOk="0">
                  <a:moveTo>
                    <a:pt x="1570" y="1"/>
                  </a:moveTo>
                  <a:cubicBezTo>
                    <a:pt x="1567" y="1"/>
                    <a:pt x="1563" y="1"/>
                    <a:pt x="1561" y="2"/>
                  </a:cubicBezTo>
                  <a:cubicBezTo>
                    <a:pt x="1057" y="210"/>
                    <a:pt x="540" y="394"/>
                    <a:pt x="22" y="550"/>
                  </a:cubicBezTo>
                  <a:cubicBezTo>
                    <a:pt x="7" y="554"/>
                    <a:pt x="0" y="567"/>
                    <a:pt x="4" y="582"/>
                  </a:cubicBezTo>
                  <a:cubicBezTo>
                    <a:pt x="7" y="593"/>
                    <a:pt x="18" y="600"/>
                    <a:pt x="28" y="600"/>
                  </a:cubicBezTo>
                  <a:cubicBezTo>
                    <a:pt x="31" y="600"/>
                    <a:pt x="34" y="600"/>
                    <a:pt x="36" y="598"/>
                  </a:cubicBezTo>
                  <a:cubicBezTo>
                    <a:pt x="556" y="442"/>
                    <a:pt x="1076" y="258"/>
                    <a:pt x="1579" y="51"/>
                  </a:cubicBezTo>
                  <a:cubicBezTo>
                    <a:pt x="1593" y="45"/>
                    <a:pt x="1600" y="31"/>
                    <a:pt x="1594" y="17"/>
                  </a:cubicBezTo>
                  <a:cubicBezTo>
                    <a:pt x="1590" y="7"/>
                    <a:pt x="1580" y="1"/>
                    <a:pt x="157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8" name="Google Shape;8958;p30"/>
            <p:cNvSpPr/>
            <p:nvPr/>
          </p:nvSpPr>
          <p:spPr>
            <a:xfrm>
              <a:off x="5045200" y="4446725"/>
              <a:ext cx="5375" cy="3000"/>
            </a:xfrm>
            <a:custGeom>
              <a:avLst/>
              <a:gdLst/>
              <a:ahLst/>
              <a:cxnLst/>
              <a:rect l="l" t="t" r="r" b="b"/>
              <a:pathLst>
                <a:path w="215" h="120" extrusionOk="0">
                  <a:moveTo>
                    <a:pt x="185" y="1"/>
                  </a:moveTo>
                  <a:cubicBezTo>
                    <a:pt x="181" y="1"/>
                    <a:pt x="177" y="1"/>
                    <a:pt x="174" y="3"/>
                  </a:cubicBezTo>
                  <a:lnTo>
                    <a:pt x="19" y="70"/>
                  </a:lnTo>
                  <a:cubicBezTo>
                    <a:pt x="6" y="77"/>
                    <a:pt x="0" y="92"/>
                    <a:pt x="6" y="105"/>
                  </a:cubicBezTo>
                  <a:cubicBezTo>
                    <a:pt x="10" y="115"/>
                    <a:pt x="19" y="120"/>
                    <a:pt x="30" y="120"/>
                  </a:cubicBezTo>
                  <a:cubicBezTo>
                    <a:pt x="33" y="120"/>
                    <a:pt x="37" y="119"/>
                    <a:pt x="39" y="119"/>
                  </a:cubicBezTo>
                  <a:lnTo>
                    <a:pt x="194" y="50"/>
                  </a:lnTo>
                  <a:cubicBezTo>
                    <a:pt x="208" y="45"/>
                    <a:pt x="214" y="30"/>
                    <a:pt x="208" y="16"/>
                  </a:cubicBezTo>
                  <a:cubicBezTo>
                    <a:pt x="204" y="6"/>
                    <a:pt x="194" y="1"/>
                    <a:pt x="18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9" name="Google Shape;8959;p30"/>
            <p:cNvSpPr/>
            <p:nvPr/>
          </p:nvSpPr>
          <p:spPr>
            <a:xfrm>
              <a:off x="4965525" y="4444675"/>
              <a:ext cx="39275" cy="16775"/>
            </a:xfrm>
            <a:custGeom>
              <a:avLst/>
              <a:gdLst/>
              <a:ahLst/>
              <a:cxnLst/>
              <a:rect l="l" t="t" r="r" b="b"/>
              <a:pathLst>
                <a:path w="1571" h="671" extrusionOk="0">
                  <a:moveTo>
                    <a:pt x="1542" y="1"/>
                  </a:moveTo>
                  <a:cubicBezTo>
                    <a:pt x="1538" y="1"/>
                    <a:pt x="1535" y="1"/>
                    <a:pt x="1531" y="3"/>
                  </a:cubicBezTo>
                  <a:lnTo>
                    <a:pt x="21" y="620"/>
                  </a:lnTo>
                  <a:cubicBezTo>
                    <a:pt x="7" y="626"/>
                    <a:pt x="0" y="640"/>
                    <a:pt x="6" y="654"/>
                  </a:cubicBezTo>
                  <a:cubicBezTo>
                    <a:pt x="10" y="665"/>
                    <a:pt x="19" y="670"/>
                    <a:pt x="30" y="670"/>
                  </a:cubicBezTo>
                  <a:cubicBezTo>
                    <a:pt x="33" y="670"/>
                    <a:pt x="37" y="670"/>
                    <a:pt x="39" y="669"/>
                  </a:cubicBezTo>
                  <a:lnTo>
                    <a:pt x="1552" y="50"/>
                  </a:lnTo>
                  <a:cubicBezTo>
                    <a:pt x="1564" y="44"/>
                    <a:pt x="1570" y="30"/>
                    <a:pt x="1565" y="16"/>
                  </a:cubicBezTo>
                  <a:cubicBezTo>
                    <a:pt x="1561" y="6"/>
                    <a:pt x="1552" y="1"/>
                    <a:pt x="154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0" name="Google Shape;8960;p30"/>
            <p:cNvSpPr/>
            <p:nvPr/>
          </p:nvSpPr>
          <p:spPr>
            <a:xfrm>
              <a:off x="5008575" y="4440600"/>
              <a:ext cx="7325" cy="3325"/>
            </a:xfrm>
            <a:custGeom>
              <a:avLst/>
              <a:gdLst/>
              <a:ahLst/>
              <a:cxnLst/>
              <a:rect l="l" t="t" r="r" b="b"/>
              <a:pathLst>
                <a:path w="293" h="133" extrusionOk="0">
                  <a:moveTo>
                    <a:pt x="262" y="0"/>
                  </a:moveTo>
                  <a:cubicBezTo>
                    <a:pt x="260" y="0"/>
                    <a:pt x="257" y="1"/>
                    <a:pt x="255" y="2"/>
                  </a:cubicBezTo>
                  <a:lnTo>
                    <a:pt x="22" y="82"/>
                  </a:lnTo>
                  <a:cubicBezTo>
                    <a:pt x="8" y="86"/>
                    <a:pt x="0" y="101"/>
                    <a:pt x="6" y="115"/>
                  </a:cubicBezTo>
                  <a:cubicBezTo>
                    <a:pt x="8" y="125"/>
                    <a:pt x="19" y="132"/>
                    <a:pt x="30" y="132"/>
                  </a:cubicBezTo>
                  <a:cubicBezTo>
                    <a:pt x="33" y="132"/>
                    <a:pt x="35" y="132"/>
                    <a:pt x="38" y="131"/>
                  </a:cubicBezTo>
                  <a:lnTo>
                    <a:pt x="271" y="51"/>
                  </a:lnTo>
                  <a:cubicBezTo>
                    <a:pt x="286" y="46"/>
                    <a:pt x="292" y="31"/>
                    <a:pt x="287" y="18"/>
                  </a:cubicBezTo>
                  <a:cubicBezTo>
                    <a:pt x="284" y="7"/>
                    <a:pt x="273" y="0"/>
                    <a:pt x="26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1" name="Google Shape;8961;p30"/>
            <p:cNvSpPr/>
            <p:nvPr/>
          </p:nvSpPr>
          <p:spPr>
            <a:xfrm>
              <a:off x="5064325" y="4406950"/>
              <a:ext cx="31775" cy="13050"/>
            </a:xfrm>
            <a:custGeom>
              <a:avLst/>
              <a:gdLst/>
              <a:ahLst/>
              <a:cxnLst/>
              <a:rect l="l" t="t" r="r" b="b"/>
              <a:pathLst>
                <a:path w="1271" h="522" extrusionOk="0">
                  <a:moveTo>
                    <a:pt x="1241" y="0"/>
                  </a:moveTo>
                  <a:cubicBezTo>
                    <a:pt x="1238" y="0"/>
                    <a:pt x="1235" y="1"/>
                    <a:pt x="1232" y="2"/>
                  </a:cubicBezTo>
                  <a:lnTo>
                    <a:pt x="21" y="472"/>
                  </a:lnTo>
                  <a:cubicBezTo>
                    <a:pt x="8" y="477"/>
                    <a:pt x="1" y="492"/>
                    <a:pt x="6" y="505"/>
                  </a:cubicBezTo>
                  <a:cubicBezTo>
                    <a:pt x="10" y="515"/>
                    <a:pt x="20" y="522"/>
                    <a:pt x="31" y="522"/>
                  </a:cubicBezTo>
                  <a:cubicBezTo>
                    <a:pt x="33" y="522"/>
                    <a:pt x="36" y="522"/>
                    <a:pt x="40" y="520"/>
                  </a:cubicBezTo>
                  <a:lnTo>
                    <a:pt x="1251" y="51"/>
                  </a:lnTo>
                  <a:cubicBezTo>
                    <a:pt x="1264" y="45"/>
                    <a:pt x="1271" y="31"/>
                    <a:pt x="1266" y="17"/>
                  </a:cubicBezTo>
                  <a:cubicBezTo>
                    <a:pt x="1261" y="7"/>
                    <a:pt x="1252" y="0"/>
                    <a:pt x="124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2" name="Google Shape;8962;p30"/>
            <p:cNvSpPr/>
            <p:nvPr/>
          </p:nvSpPr>
          <p:spPr>
            <a:xfrm>
              <a:off x="5078700" y="4420475"/>
              <a:ext cx="31100" cy="15600"/>
            </a:xfrm>
            <a:custGeom>
              <a:avLst/>
              <a:gdLst/>
              <a:ahLst/>
              <a:cxnLst/>
              <a:rect l="l" t="t" r="r" b="b"/>
              <a:pathLst>
                <a:path w="1244" h="624" extrusionOk="0">
                  <a:moveTo>
                    <a:pt x="1214" y="0"/>
                  </a:moveTo>
                  <a:cubicBezTo>
                    <a:pt x="1210" y="0"/>
                    <a:pt x="1206" y="1"/>
                    <a:pt x="1202" y="3"/>
                  </a:cubicBezTo>
                  <a:cubicBezTo>
                    <a:pt x="822" y="221"/>
                    <a:pt x="426" y="412"/>
                    <a:pt x="19" y="574"/>
                  </a:cubicBezTo>
                  <a:cubicBezTo>
                    <a:pt x="6" y="579"/>
                    <a:pt x="0" y="594"/>
                    <a:pt x="6" y="608"/>
                  </a:cubicBezTo>
                  <a:cubicBezTo>
                    <a:pt x="10" y="617"/>
                    <a:pt x="19" y="624"/>
                    <a:pt x="29" y="624"/>
                  </a:cubicBezTo>
                  <a:cubicBezTo>
                    <a:pt x="33" y="624"/>
                    <a:pt x="35" y="622"/>
                    <a:pt x="39" y="622"/>
                  </a:cubicBezTo>
                  <a:cubicBezTo>
                    <a:pt x="447" y="460"/>
                    <a:pt x="847" y="267"/>
                    <a:pt x="1227" y="49"/>
                  </a:cubicBezTo>
                  <a:cubicBezTo>
                    <a:pt x="1239" y="41"/>
                    <a:pt x="1243" y="25"/>
                    <a:pt x="1237" y="13"/>
                  </a:cubicBezTo>
                  <a:cubicBezTo>
                    <a:pt x="1232" y="5"/>
                    <a:pt x="1223" y="0"/>
                    <a:pt x="121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3" name="Google Shape;8963;p30"/>
            <p:cNvSpPr/>
            <p:nvPr/>
          </p:nvSpPr>
          <p:spPr>
            <a:xfrm>
              <a:off x="5112875" y="4401675"/>
              <a:ext cx="18350" cy="8875"/>
            </a:xfrm>
            <a:custGeom>
              <a:avLst/>
              <a:gdLst/>
              <a:ahLst/>
              <a:cxnLst/>
              <a:rect l="l" t="t" r="r" b="b"/>
              <a:pathLst>
                <a:path w="734" h="355" extrusionOk="0">
                  <a:moveTo>
                    <a:pt x="704" y="1"/>
                  </a:moveTo>
                  <a:cubicBezTo>
                    <a:pt x="701" y="1"/>
                    <a:pt x="697" y="2"/>
                    <a:pt x="693" y="3"/>
                  </a:cubicBezTo>
                  <a:lnTo>
                    <a:pt x="19" y="305"/>
                  </a:lnTo>
                  <a:cubicBezTo>
                    <a:pt x="6" y="312"/>
                    <a:pt x="0" y="326"/>
                    <a:pt x="6" y="340"/>
                  </a:cubicBezTo>
                  <a:cubicBezTo>
                    <a:pt x="10" y="349"/>
                    <a:pt x="19" y="355"/>
                    <a:pt x="30" y="355"/>
                  </a:cubicBezTo>
                  <a:cubicBezTo>
                    <a:pt x="33" y="355"/>
                    <a:pt x="37" y="355"/>
                    <a:pt x="39" y="353"/>
                  </a:cubicBezTo>
                  <a:lnTo>
                    <a:pt x="715" y="51"/>
                  </a:lnTo>
                  <a:cubicBezTo>
                    <a:pt x="728" y="44"/>
                    <a:pt x="733" y="29"/>
                    <a:pt x="728" y="16"/>
                  </a:cubicBezTo>
                  <a:cubicBezTo>
                    <a:pt x="723" y="7"/>
                    <a:pt x="714" y="1"/>
                    <a:pt x="70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4" name="Google Shape;8964;p30"/>
            <p:cNvSpPr/>
            <p:nvPr/>
          </p:nvSpPr>
          <p:spPr>
            <a:xfrm>
              <a:off x="5140450" y="4413750"/>
              <a:ext cx="22125" cy="22375"/>
            </a:xfrm>
            <a:custGeom>
              <a:avLst/>
              <a:gdLst/>
              <a:ahLst/>
              <a:cxnLst/>
              <a:rect l="l" t="t" r="r" b="b"/>
              <a:pathLst>
                <a:path w="885" h="895" extrusionOk="0">
                  <a:moveTo>
                    <a:pt x="855" y="0"/>
                  </a:moveTo>
                  <a:cubicBezTo>
                    <a:pt x="847" y="0"/>
                    <a:pt x="839" y="4"/>
                    <a:pt x="833" y="11"/>
                  </a:cubicBezTo>
                  <a:cubicBezTo>
                    <a:pt x="603" y="329"/>
                    <a:pt x="327" y="610"/>
                    <a:pt x="14" y="848"/>
                  </a:cubicBezTo>
                  <a:cubicBezTo>
                    <a:pt x="2" y="856"/>
                    <a:pt x="0" y="873"/>
                    <a:pt x="8" y="885"/>
                  </a:cubicBezTo>
                  <a:cubicBezTo>
                    <a:pt x="14" y="891"/>
                    <a:pt x="21" y="894"/>
                    <a:pt x="29" y="894"/>
                  </a:cubicBezTo>
                  <a:lnTo>
                    <a:pt x="29" y="894"/>
                  </a:lnTo>
                  <a:cubicBezTo>
                    <a:pt x="35" y="894"/>
                    <a:pt x="41" y="893"/>
                    <a:pt x="45" y="889"/>
                  </a:cubicBezTo>
                  <a:cubicBezTo>
                    <a:pt x="362" y="648"/>
                    <a:pt x="642" y="363"/>
                    <a:pt x="875" y="41"/>
                  </a:cubicBezTo>
                  <a:cubicBezTo>
                    <a:pt x="884" y="30"/>
                    <a:pt x="882" y="14"/>
                    <a:pt x="869" y="5"/>
                  </a:cubicBezTo>
                  <a:cubicBezTo>
                    <a:pt x="865" y="2"/>
                    <a:pt x="860" y="0"/>
                    <a:pt x="855" y="0"/>
                  </a:cubicBezTo>
                  <a:close/>
                  <a:moveTo>
                    <a:pt x="29" y="894"/>
                  </a:moveTo>
                  <a:cubicBezTo>
                    <a:pt x="29" y="894"/>
                    <a:pt x="29" y="894"/>
                    <a:pt x="29" y="894"/>
                  </a:cubicBezTo>
                  <a:lnTo>
                    <a:pt x="30" y="894"/>
                  </a:lnTo>
                  <a:cubicBezTo>
                    <a:pt x="30" y="894"/>
                    <a:pt x="30" y="894"/>
                    <a:pt x="29" y="894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5" name="Google Shape;8965;p30"/>
            <p:cNvSpPr/>
            <p:nvPr/>
          </p:nvSpPr>
          <p:spPr>
            <a:xfrm>
              <a:off x="5164125" y="4405550"/>
              <a:ext cx="4525" cy="5450"/>
            </a:xfrm>
            <a:custGeom>
              <a:avLst/>
              <a:gdLst/>
              <a:ahLst/>
              <a:cxnLst/>
              <a:rect l="l" t="t" r="r" b="b"/>
              <a:pathLst>
                <a:path w="181" h="218" extrusionOk="0">
                  <a:moveTo>
                    <a:pt x="151" y="1"/>
                  </a:moveTo>
                  <a:cubicBezTo>
                    <a:pt x="143" y="1"/>
                    <a:pt x="135" y="4"/>
                    <a:pt x="130" y="11"/>
                  </a:cubicBezTo>
                  <a:lnTo>
                    <a:pt x="9" y="175"/>
                  </a:lnTo>
                  <a:cubicBezTo>
                    <a:pt x="1" y="187"/>
                    <a:pt x="3" y="204"/>
                    <a:pt x="14" y="212"/>
                  </a:cubicBezTo>
                  <a:cubicBezTo>
                    <a:pt x="19" y="214"/>
                    <a:pt x="25" y="217"/>
                    <a:pt x="30" y="217"/>
                  </a:cubicBezTo>
                  <a:cubicBezTo>
                    <a:pt x="37" y="217"/>
                    <a:pt x="45" y="213"/>
                    <a:pt x="50" y="206"/>
                  </a:cubicBezTo>
                  <a:lnTo>
                    <a:pt x="171" y="42"/>
                  </a:lnTo>
                  <a:cubicBezTo>
                    <a:pt x="181" y="30"/>
                    <a:pt x="178" y="14"/>
                    <a:pt x="166" y="6"/>
                  </a:cubicBezTo>
                  <a:cubicBezTo>
                    <a:pt x="162" y="2"/>
                    <a:pt x="156" y="1"/>
                    <a:pt x="15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6" name="Google Shape;8966;p30"/>
            <p:cNvSpPr/>
            <p:nvPr/>
          </p:nvSpPr>
          <p:spPr>
            <a:xfrm>
              <a:off x="5098750" y="4463825"/>
              <a:ext cx="37050" cy="21200"/>
            </a:xfrm>
            <a:custGeom>
              <a:avLst/>
              <a:gdLst/>
              <a:ahLst/>
              <a:cxnLst/>
              <a:rect l="l" t="t" r="r" b="b"/>
              <a:pathLst>
                <a:path w="1482" h="848" extrusionOk="0">
                  <a:moveTo>
                    <a:pt x="1451" y="0"/>
                  </a:moveTo>
                  <a:cubicBezTo>
                    <a:pt x="1446" y="0"/>
                    <a:pt x="1441" y="1"/>
                    <a:pt x="1437" y="4"/>
                  </a:cubicBezTo>
                  <a:cubicBezTo>
                    <a:pt x="984" y="298"/>
                    <a:pt x="506" y="566"/>
                    <a:pt x="19" y="797"/>
                  </a:cubicBezTo>
                  <a:cubicBezTo>
                    <a:pt x="6" y="804"/>
                    <a:pt x="0" y="819"/>
                    <a:pt x="6" y="832"/>
                  </a:cubicBezTo>
                  <a:cubicBezTo>
                    <a:pt x="11" y="842"/>
                    <a:pt x="20" y="847"/>
                    <a:pt x="30" y="847"/>
                  </a:cubicBezTo>
                  <a:cubicBezTo>
                    <a:pt x="32" y="847"/>
                    <a:pt x="37" y="846"/>
                    <a:pt x="41" y="844"/>
                  </a:cubicBezTo>
                  <a:cubicBezTo>
                    <a:pt x="530" y="612"/>
                    <a:pt x="1011" y="344"/>
                    <a:pt x="1465" y="48"/>
                  </a:cubicBezTo>
                  <a:cubicBezTo>
                    <a:pt x="1477" y="40"/>
                    <a:pt x="1481" y="24"/>
                    <a:pt x="1473" y="12"/>
                  </a:cubicBezTo>
                  <a:cubicBezTo>
                    <a:pt x="1468" y="4"/>
                    <a:pt x="1460" y="0"/>
                    <a:pt x="145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7" name="Google Shape;8967;p30"/>
            <p:cNvSpPr/>
            <p:nvPr/>
          </p:nvSpPr>
          <p:spPr>
            <a:xfrm>
              <a:off x="5131325" y="4448700"/>
              <a:ext cx="9175" cy="7100"/>
            </a:xfrm>
            <a:custGeom>
              <a:avLst/>
              <a:gdLst/>
              <a:ahLst/>
              <a:cxnLst/>
              <a:rect l="l" t="t" r="r" b="b"/>
              <a:pathLst>
                <a:path w="367" h="284" extrusionOk="0">
                  <a:moveTo>
                    <a:pt x="338" y="1"/>
                  </a:moveTo>
                  <a:cubicBezTo>
                    <a:pt x="331" y="1"/>
                    <a:pt x="323" y="4"/>
                    <a:pt x="318" y="10"/>
                  </a:cubicBezTo>
                  <a:cubicBezTo>
                    <a:pt x="238" y="105"/>
                    <a:pt x="134" y="182"/>
                    <a:pt x="20" y="233"/>
                  </a:cubicBezTo>
                  <a:cubicBezTo>
                    <a:pt x="6" y="240"/>
                    <a:pt x="1" y="255"/>
                    <a:pt x="6" y="268"/>
                  </a:cubicBezTo>
                  <a:cubicBezTo>
                    <a:pt x="12" y="278"/>
                    <a:pt x="21" y="283"/>
                    <a:pt x="30" y="283"/>
                  </a:cubicBezTo>
                  <a:cubicBezTo>
                    <a:pt x="34" y="283"/>
                    <a:pt x="37" y="283"/>
                    <a:pt x="41" y="280"/>
                  </a:cubicBezTo>
                  <a:cubicBezTo>
                    <a:pt x="162" y="227"/>
                    <a:pt x="271" y="144"/>
                    <a:pt x="357" y="44"/>
                  </a:cubicBezTo>
                  <a:cubicBezTo>
                    <a:pt x="367" y="33"/>
                    <a:pt x="365" y="17"/>
                    <a:pt x="355" y="7"/>
                  </a:cubicBezTo>
                  <a:cubicBezTo>
                    <a:pt x="350" y="3"/>
                    <a:pt x="344" y="1"/>
                    <a:pt x="33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8" name="Google Shape;8968;p30"/>
            <p:cNvSpPr/>
            <p:nvPr/>
          </p:nvSpPr>
          <p:spPr>
            <a:xfrm>
              <a:off x="5175025" y="4386825"/>
              <a:ext cx="17575" cy="27025"/>
            </a:xfrm>
            <a:custGeom>
              <a:avLst/>
              <a:gdLst/>
              <a:ahLst/>
              <a:cxnLst/>
              <a:rect l="l" t="t" r="r" b="b"/>
              <a:pathLst>
                <a:path w="703" h="1081" extrusionOk="0">
                  <a:moveTo>
                    <a:pt x="674" y="1"/>
                  </a:moveTo>
                  <a:cubicBezTo>
                    <a:pt x="664" y="1"/>
                    <a:pt x="654" y="6"/>
                    <a:pt x="649" y="15"/>
                  </a:cubicBezTo>
                  <a:cubicBezTo>
                    <a:pt x="471" y="375"/>
                    <a:pt x="256" y="720"/>
                    <a:pt x="10" y="1039"/>
                  </a:cubicBezTo>
                  <a:cubicBezTo>
                    <a:pt x="0" y="1049"/>
                    <a:pt x="3" y="1066"/>
                    <a:pt x="14" y="1075"/>
                  </a:cubicBezTo>
                  <a:cubicBezTo>
                    <a:pt x="19" y="1078"/>
                    <a:pt x="25" y="1080"/>
                    <a:pt x="30" y="1080"/>
                  </a:cubicBezTo>
                  <a:cubicBezTo>
                    <a:pt x="38" y="1080"/>
                    <a:pt x="45" y="1076"/>
                    <a:pt x="50" y="1070"/>
                  </a:cubicBezTo>
                  <a:cubicBezTo>
                    <a:pt x="299" y="749"/>
                    <a:pt x="516" y="402"/>
                    <a:pt x="696" y="38"/>
                  </a:cubicBezTo>
                  <a:cubicBezTo>
                    <a:pt x="703" y="26"/>
                    <a:pt x="697" y="10"/>
                    <a:pt x="684" y="3"/>
                  </a:cubicBezTo>
                  <a:cubicBezTo>
                    <a:pt x="681" y="1"/>
                    <a:pt x="677" y="1"/>
                    <a:pt x="67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9" name="Google Shape;8969;p30"/>
            <p:cNvSpPr/>
            <p:nvPr/>
          </p:nvSpPr>
          <p:spPr>
            <a:xfrm>
              <a:off x="5161075" y="4430550"/>
              <a:ext cx="10075" cy="10650"/>
            </a:xfrm>
            <a:custGeom>
              <a:avLst/>
              <a:gdLst/>
              <a:ahLst/>
              <a:cxnLst/>
              <a:rect l="l" t="t" r="r" b="b"/>
              <a:pathLst>
                <a:path w="403" h="426" extrusionOk="0">
                  <a:moveTo>
                    <a:pt x="372" y="1"/>
                  </a:moveTo>
                  <a:cubicBezTo>
                    <a:pt x="364" y="1"/>
                    <a:pt x="356" y="4"/>
                    <a:pt x="351" y="11"/>
                  </a:cubicBezTo>
                  <a:cubicBezTo>
                    <a:pt x="254" y="148"/>
                    <a:pt x="141" y="272"/>
                    <a:pt x="14" y="379"/>
                  </a:cubicBezTo>
                  <a:cubicBezTo>
                    <a:pt x="3" y="389"/>
                    <a:pt x="0" y="405"/>
                    <a:pt x="10" y="416"/>
                  </a:cubicBezTo>
                  <a:cubicBezTo>
                    <a:pt x="15" y="422"/>
                    <a:pt x="22" y="425"/>
                    <a:pt x="30" y="425"/>
                  </a:cubicBezTo>
                  <a:cubicBezTo>
                    <a:pt x="36" y="425"/>
                    <a:pt x="42" y="422"/>
                    <a:pt x="47" y="418"/>
                  </a:cubicBezTo>
                  <a:cubicBezTo>
                    <a:pt x="178" y="308"/>
                    <a:pt x="295" y="182"/>
                    <a:pt x="394" y="42"/>
                  </a:cubicBezTo>
                  <a:cubicBezTo>
                    <a:pt x="402" y="30"/>
                    <a:pt x="400" y="14"/>
                    <a:pt x="388" y="5"/>
                  </a:cubicBezTo>
                  <a:cubicBezTo>
                    <a:pt x="383" y="2"/>
                    <a:pt x="377" y="1"/>
                    <a:pt x="37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0" name="Google Shape;8970;p30"/>
            <p:cNvSpPr/>
            <p:nvPr/>
          </p:nvSpPr>
          <p:spPr>
            <a:xfrm>
              <a:off x="5071500" y="4138750"/>
              <a:ext cx="21475" cy="36775"/>
            </a:xfrm>
            <a:custGeom>
              <a:avLst/>
              <a:gdLst/>
              <a:ahLst/>
              <a:cxnLst/>
              <a:rect l="l" t="t" r="r" b="b"/>
              <a:pathLst>
                <a:path w="859" h="1471" extrusionOk="0">
                  <a:moveTo>
                    <a:pt x="29" y="1"/>
                  </a:moveTo>
                  <a:cubicBezTo>
                    <a:pt x="26" y="1"/>
                    <a:pt x="22" y="1"/>
                    <a:pt x="19" y="3"/>
                  </a:cubicBezTo>
                  <a:cubicBezTo>
                    <a:pt x="6" y="8"/>
                    <a:pt x="0" y="23"/>
                    <a:pt x="6" y="36"/>
                  </a:cubicBezTo>
                  <a:cubicBezTo>
                    <a:pt x="212" y="542"/>
                    <a:pt x="482" y="1021"/>
                    <a:pt x="809" y="1460"/>
                  </a:cubicBezTo>
                  <a:cubicBezTo>
                    <a:pt x="813" y="1466"/>
                    <a:pt x="821" y="1470"/>
                    <a:pt x="829" y="1470"/>
                  </a:cubicBezTo>
                  <a:cubicBezTo>
                    <a:pt x="835" y="1470"/>
                    <a:pt x="840" y="1469"/>
                    <a:pt x="844" y="1465"/>
                  </a:cubicBezTo>
                  <a:cubicBezTo>
                    <a:pt x="856" y="1457"/>
                    <a:pt x="859" y="1441"/>
                    <a:pt x="849" y="1429"/>
                  </a:cubicBezTo>
                  <a:cubicBezTo>
                    <a:pt x="527" y="994"/>
                    <a:pt x="259" y="519"/>
                    <a:pt x="53" y="18"/>
                  </a:cubicBezTo>
                  <a:cubicBezTo>
                    <a:pt x="49" y="7"/>
                    <a:pt x="39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1" name="Google Shape;8971;p30"/>
            <p:cNvSpPr/>
            <p:nvPr/>
          </p:nvSpPr>
          <p:spPr>
            <a:xfrm>
              <a:off x="5096225" y="4180450"/>
              <a:ext cx="4550" cy="5175"/>
            </a:xfrm>
            <a:custGeom>
              <a:avLst/>
              <a:gdLst/>
              <a:ahLst/>
              <a:cxnLst/>
              <a:rect l="l" t="t" r="r" b="b"/>
              <a:pathLst>
                <a:path w="182" h="207" extrusionOk="0">
                  <a:moveTo>
                    <a:pt x="30" y="1"/>
                  </a:moveTo>
                  <a:cubicBezTo>
                    <a:pt x="24" y="1"/>
                    <a:pt x="18" y="3"/>
                    <a:pt x="14" y="7"/>
                  </a:cubicBezTo>
                  <a:cubicBezTo>
                    <a:pt x="2" y="16"/>
                    <a:pt x="0" y="33"/>
                    <a:pt x="10" y="43"/>
                  </a:cubicBezTo>
                  <a:lnTo>
                    <a:pt x="133" y="195"/>
                  </a:lnTo>
                  <a:cubicBezTo>
                    <a:pt x="139" y="202"/>
                    <a:pt x="146" y="206"/>
                    <a:pt x="154" y="206"/>
                  </a:cubicBezTo>
                  <a:cubicBezTo>
                    <a:pt x="159" y="206"/>
                    <a:pt x="164" y="203"/>
                    <a:pt x="170" y="199"/>
                  </a:cubicBezTo>
                  <a:cubicBezTo>
                    <a:pt x="181" y="190"/>
                    <a:pt x="182" y="174"/>
                    <a:pt x="174" y="163"/>
                  </a:cubicBezTo>
                  <a:lnTo>
                    <a:pt x="50" y="11"/>
                  </a:lnTo>
                  <a:cubicBezTo>
                    <a:pt x="45" y="4"/>
                    <a:pt x="37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2" name="Google Shape;8972;p30"/>
            <p:cNvSpPr/>
            <p:nvPr/>
          </p:nvSpPr>
          <p:spPr>
            <a:xfrm>
              <a:off x="5070450" y="4108025"/>
              <a:ext cx="10850" cy="20150"/>
            </a:xfrm>
            <a:custGeom>
              <a:avLst/>
              <a:gdLst/>
              <a:ahLst/>
              <a:cxnLst/>
              <a:rect l="l" t="t" r="r" b="b"/>
              <a:pathLst>
                <a:path w="434" h="806" extrusionOk="0">
                  <a:moveTo>
                    <a:pt x="31" y="1"/>
                  </a:moveTo>
                  <a:cubicBezTo>
                    <a:pt x="27" y="1"/>
                    <a:pt x="23" y="1"/>
                    <a:pt x="20" y="3"/>
                  </a:cubicBezTo>
                  <a:cubicBezTo>
                    <a:pt x="6" y="9"/>
                    <a:pt x="1" y="25"/>
                    <a:pt x="8" y="37"/>
                  </a:cubicBezTo>
                  <a:lnTo>
                    <a:pt x="382" y="792"/>
                  </a:lnTo>
                  <a:cubicBezTo>
                    <a:pt x="386" y="800"/>
                    <a:pt x="395" y="805"/>
                    <a:pt x="404" y="805"/>
                  </a:cubicBezTo>
                  <a:cubicBezTo>
                    <a:pt x="408" y="805"/>
                    <a:pt x="412" y="805"/>
                    <a:pt x="416" y="803"/>
                  </a:cubicBezTo>
                  <a:cubicBezTo>
                    <a:pt x="429" y="797"/>
                    <a:pt x="434" y="781"/>
                    <a:pt x="429" y="769"/>
                  </a:cubicBezTo>
                  <a:lnTo>
                    <a:pt x="53" y="14"/>
                  </a:lnTo>
                  <a:cubicBezTo>
                    <a:pt x="49" y="6"/>
                    <a:pt x="40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3" name="Google Shape;8973;p30"/>
            <p:cNvSpPr/>
            <p:nvPr/>
          </p:nvSpPr>
          <p:spPr>
            <a:xfrm>
              <a:off x="5112675" y="4186200"/>
              <a:ext cx="18325" cy="25525"/>
            </a:xfrm>
            <a:custGeom>
              <a:avLst/>
              <a:gdLst/>
              <a:ahLst/>
              <a:cxnLst/>
              <a:rect l="l" t="t" r="r" b="b"/>
              <a:pathLst>
                <a:path w="733" h="1021" extrusionOk="0">
                  <a:moveTo>
                    <a:pt x="30" y="1"/>
                  </a:moveTo>
                  <a:cubicBezTo>
                    <a:pt x="24" y="1"/>
                    <a:pt x="19" y="2"/>
                    <a:pt x="14" y="6"/>
                  </a:cubicBezTo>
                  <a:cubicBezTo>
                    <a:pt x="3" y="15"/>
                    <a:pt x="0" y="31"/>
                    <a:pt x="10" y="42"/>
                  </a:cubicBezTo>
                  <a:cubicBezTo>
                    <a:pt x="246" y="353"/>
                    <a:pt x="472" y="677"/>
                    <a:pt x="680" y="1008"/>
                  </a:cubicBezTo>
                  <a:cubicBezTo>
                    <a:pt x="685" y="1016"/>
                    <a:pt x="693" y="1020"/>
                    <a:pt x="702" y="1020"/>
                  </a:cubicBezTo>
                  <a:cubicBezTo>
                    <a:pt x="706" y="1020"/>
                    <a:pt x="712" y="1019"/>
                    <a:pt x="716" y="1016"/>
                  </a:cubicBezTo>
                  <a:cubicBezTo>
                    <a:pt x="728" y="1008"/>
                    <a:pt x="732" y="992"/>
                    <a:pt x="724" y="980"/>
                  </a:cubicBezTo>
                  <a:cubicBezTo>
                    <a:pt x="515" y="647"/>
                    <a:pt x="289" y="322"/>
                    <a:pt x="50" y="11"/>
                  </a:cubicBezTo>
                  <a:cubicBezTo>
                    <a:pt x="45" y="4"/>
                    <a:pt x="38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4" name="Google Shape;8974;p30"/>
            <p:cNvSpPr/>
            <p:nvPr/>
          </p:nvSpPr>
          <p:spPr>
            <a:xfrm>
              <a:off x="5104925" y="4192550"/>
              <a:ext cx="7625" cy="9550"/>
            </a:xfrm>
            <a:custGeom>
              <a:avLst/>
              <a:gdLst/>
              <a:ahLst/>
              <a:cxnLst/>
              <a:rect l="l" t="t" r="r" b="b"/>
              <a:pathLst>
                <a:path w="305" h="382" extrusionOk="0">
                  <a:moveTo>
                    <a:pt x="30" y="1"/>
                  </a:moveTo>
                  <a:cubicBezTo>
                    <a:pt x="24" y="1"/>
                    <a:pt x="19" y="3"/>
                    <a:pt x="14" y="6"/>
                  </a:cubicBezTo>
                  <a:cubicBezTo>
                    <a:pt x="2" y="14"/>
                    <a:pt x="1" y="30"/>
                    <a:pt x="9" y="42"/>
                  </a:cubicBezTo>
                  <a:lnTo>
                    <a:pt x="255" y="371"/>
                  </a:lnTo>
                  <a:cubicBezTo>
                    <a:pt x="260" y="379"/>
                    <a:pt x="268" y="381"/>
                    <a:pt x="277" y="381"/>
                  </a:cubicBezTo>
                  <a:cubicBezTo>
                    <a:pt x="282" y="381"/>
                    <a:pt x="286" y="380"/>
                    <a:pt x="291" y="376"/>
                  </a:cubicBezTo>
                  <a:cubicBezTo>
                    <a:pt x="303" y="368"/>
                    <a:pt x="305" y="352"/>
                    <a:pt x="297" y="340"/>
                  </a:cubicBezTo>
                  <a:lnTo>
                    <a:pt x="51" y="11"/>
                  </a:lnTo>
                  <a:cubicBezTo>
                    <a:pt x="46" y="4"/>
                    <a:pt x="38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5" name="Google Shape;8975;p30"/>
            <p:cNvSpPr/>
            <p:nvPr/>
          </p:nvSpPr>
          <p:spPr>
            <a:xfrm>
              <a:off x="5128975" y="4100000"/>
              <a:ext cx="7925" cy="31300"/>
            </a:xfrm>
            <a:custGeom>
              <a:avLst/>
              <a:gdLst/>
              <a:ahLst/>
              <a:cxnLst/>
              <a:rect l="l" t="t" r="r" b="b"/>
              <a:pathLst>
                <a:path w="317" h="1252" extrusionOk="0">
                  <a:moveTo>
                    <a:pt x="30" y="1"/>
                  </a:moveTo>
                  <a:cubicBezTo>
                    <a:pt x="27" y="1"/>
                    <a:pt x="25" y="1"/>
                    <a:pt x="22" y="2"/>
                  </a:cubicBezTo>
                  <a:cubicBezTo>
                    <a:pt x="9" y="6"/>
                    <a:pt x="1" y="20"/>
                    <a:pt x="5" y="34"/>
                  </a:cubicBezTo>
                  <a:cubicBezTo>
                    <a:pt x="116" y="425"/>
                    <a:pt x="204" y="828"/>
                    <a:pt x="263" y="1229"/>
                  </a:cubicBezTo>
                  <a:cubicBezTo>
                    <a:pt x="266" y="1242"/>
                    <a:pt x="276" y="1251"/>
                    <a:pt x="289" y="1251"/>
                  </a:cubicBezTo>
                  <a:cubicBezTo>
                    <a:pt x="290" y="1251"/>
                    <a:pt x="291" y="1251"/>
                    <a:pt x="293" y="1250"/>
                  </a:cubicBezTo>
                  <a:cubicBezTo>
                    <a:pt x="307" y="1249"/>
                    <a:pt x="317" y="1235"/>
                    <a:pt x="314" y="1222"/>
                  </a:cubicBezTo>
                  <a:cubicBezTo>
                    <a:pt x="255" y="817"/>
                    <a:pt x="167" y="413"/>
                    <a:pt x="54" y="19"/>
                  </a:cubicBezTo>
                  <a:cubicBezTo>
                    <a:pt x="51" y="8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6" name="Google Shape;8976;p30"/>
            <p:cNvSpPr/>
            <p:nvPr/>
          </p:nvSpPr>
          <p:spPr>
            <a:xfrm>
              <a:off x="5138825" y="4139475"/>
              <a:ext cx="4175" cy="13175"/>
            </a:xfrm>
            <a:custGeom>
              <a:avLst/>
              <a:gdLst/>
              <a:ahLst/>
              <a:cxnLst/>
              <a:rect l="l" t="t" r="r" b="b"/>
              <a:pathLst>
                <a:path w="167" h="527" extrusionOk="0">
                  <a:moveTo>
                    <a:pt x="28" y="0"/>
                  </a:moveTo>
                  <a:cubicBezTo>
                    <a:pt x="26" y="0"/>
                    <a:pt x="24" y="0"/>
                    <a:pt x="22" y="1"/>
                  </a:cubicBezTo>
                  <a:cubicBezTo>
                    <a:pt x="9" y="6"/>
                    <a:pt x="1" y="19"/>
                    <a:pt x="5" y="34"/>
                  </a:cubicBezTo>
                  <a:cubicBezTo>
                    <a:pt x="52" y="188"/>
                    <a:pt x="88" y="345"/>
                    <a:pt x="114" y="504"/>
                  </a:cubicBezTo>
                  <a:cubicBezTo>
                    <a:pt x="115" y="517"/>
                    <a:pt x="126" y="527"/>
                    <a:pt x="139" y="527"/>
                  </a:cubicBezTo>
                  <a:cubicBezTo>
                    <a:pt x="139" y="527"/>
                    <a:pt x="141" y="525"/>
                    <a:pt x="142" y="525"/>
                  </a:cubicBezTo>
                  <a:cubicBezTo>
                    <a:pt x="157" y="524"/>
                    <a:pt x="166" y="511"/>
                    <a:pt x="165" y="496"/>
                  </a:cubicBezTo>
                  <a:cubicBezTo>
                    <a:pt x="139" y="334"/>
                    <a:pt x="103" y="174"/>
                    <a:pt x="55" y="18"/>
                  </a:cubicBezTo>
                  <a:cubicBezTo>
                    <a:pt x="51" y="7"/>
                    <a:pt x="4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7" name="Google Shape;8977;p30"/>
            <p:cNvSpPr/>
            <p:nvPr/>
          </p:nvSpPr>
          <p:spPr>
            <a:xfrm>
              <a:off x="5125625" y="4086375"/>
              <a:ext cx="2025" cy="5175"/>
            </a:xfrm>
            <a:custGeom>
              <a:avLst/>
              <a:gdLst/>
              <a:ahLst/>
              <a:cxnLst/>
              <a:rect l="l" t="t" r="r" b="b"/>
              <a:pathLst>
                <a:path w="81" h="207" extrusionOk="0">
                  <a:moveTo>
                    <a:pt x="27" y="0"/>
                  </a:moveTo>
                  <a:cubicBezTo>
                    <a:pt x="26" y="0"/>
                    <a:pt x="25" y="0"/>
                    <a:pt x="24" y="0"/>
                  </a:cubicBezTo>
                  <a:cubicBezTo>
                    <a:pt x="10" y="3"/>
                    <a:pt x="0" y="17"/>
                    <a:pt x="3" y="30"/>
                  </a:cubicBezTo>
                  <a:lnTo>
                    <a:pt x="28" y="185"/>
                  </a:lnTo>
                  <a:cubicBezTo>
                    <a:pt x="30" y="197"/>
                    <a:pt x="40" y="206"/>
                    <a:pt x="54" y="206"/>
                  </a:cubicBezTo>
                  <a:lnTo>
                    <a:pt x="58" y="206"/>
                  </a:lnTo>
                  <a:cubicBezTo>
                    <a:pt x="71" y="204"/>
                    <a:pt x="81" y="190"/>
                    <a:pt x="79" y="177"/>
                  </a:cubicBezTo>
                  <a:lnTo>
                    <a:pt x="54" y="22"/>
                  </a:lnTo>
                  <a:cubicBezTo>
                    <a:pt x="51" y="9"/>
                    <a:pt x="41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8" name="Google Shape;8978;p30"/>
            <p:cNvSpPr/>
            <p:nvPr/>
          </p:nvSpPr>
          <p:spPr>
            <a:xfrm>
              <a:off x="5149150" y="4157525"/>
              <a:ext cx="7525" cy="27625"/>
            </a:xfrm>
            <a:custGeom>
              <a:avLst/>
              <a:gdLst/>
              <a:ahLst/>
              <a:cxnLst/>
              <a:rect l="l" t="t" r="r" b="b"/>
              <a:pathLst>
                <a:path w="301" h="1105" extrusionOk="0">
                  <a:moveTo>
                    <a:pt x="29" y="0"/>
                  </a:moveTo>
                  <a:cubicBezTo>
                    <a:pt x="27" y="0"/>
                    <a:pt x="25" y="0"/>
                    <a:pt x="22" y="1"/>
                  </a:cubicBezTo>
                  <a:cubicBezTo>
                    <a:pt x="9" y="5"/>
                    <a:pt x="1" y="20"/>
                    <a:pt x="5" y="33"/>
                  </a:cubicBezTo>
                  <a:cubicBezTo>
                    <a:pt x="106" y="378"/>
                    <a:pt x="188" y="730"/>
                    <a:pt x="247" y="1083"/>
                  </a:cubicBezTo>
                  <a:cubicBezTo>
                    <a:pt x="250" y="1095"/>
                    <a:pt x="260" y="1104"/>
                    <a:pt x="273" y="1104"/>
                  </a:cubicBezTo>
                  <a:lnTo>
                    <a:pt x="278" y="1104"/>
                  </a:lnTo>
                  <a:cubicBezTo>
                    <a:pt x="291" y="1102"/>
                    <a:pt x="301" y="1088"/>
                    <a:pt x="298" y="1075"/>
                  </a:cubicBezTo>
                  <a:cubicBezTo>
                    <a:pt x="238" y="719"/>
                    <a:pt x="156" y="364"/>
                    <a:pt x="55" y="20"/>
                  </a:cubicBezTo>
                  <a:cubicBezTo>
                    <a:pt x="51" y="8"/>
                    <a:pt x="4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9" name="Google Shape;8979;p30"/>
            <p:cNvSpPr/>
            <p:nvPr/>
          </p:nvSpPr>
          <p:spPr>
            <a:xfrm>
              <a:off x="5182650" y="4133750"/>
              <a:ext cx="3250" cy="32300"/>
            </a:xfrm>
            <a:custGeom>
              <a:avLst/>
              <a:gdLst/>
              <a:ahLst/>
              <a:cxnLst/>
              <a:rect l="l" t="t" r="r" b="b"/>
              <a:pathLst>
                <a:path w="130" h="1292" extrusionOk="0">
                  <a:moveTo>
                    <a:pt x="103" y="1"/>
                  </a:moveTo>
                  <a:cubicBezTo>
                    <a:pt x="88" y="1"/>
                    <a:pt x="77" y="10"/>
                    <a:pt x="76" y="24"/>
                  </a:cubicBezTo>
                  <a:cubicBezTo>
                    <a:pt x="26" y="433"/>
                    <a:pt x="1" y="851"/>
                    <a:pt x="1" y="1266"/>
                  </a:cubicBezTo>
                  <a:cubicBezTo>
                    <a:pt x="1" y="1279"/>
                    <a:pt x="13" y="1291"/>
                    <a:pt x="27" y="1291"/>
                  </a:cubicBezTo>
                  <a:lnTo>
                    <a:pt x="27" y="1291"/>
                  </a:lnTo>
                  <a:cubicBezTo>
                    <a:pt x="42" y="1291"/>
                    <a:pt x="53" y="1279"/>
                    <a:pt x="53" y="1266"/>
                  </a:cubicBezTo>
                  <a:cubicBezTo>
                    <a:pt x="53" y="853"/>
                    <a:pt x="77" y="438"/>
                    <a:pt x="127" y="29"/>
                  </a:cubicBezTo>
                  <a:cubicBezTo>
                    <a:pt x="130" y="16"/>
                    <a:pt x="119" y="2"/>
                    <a:pt x="106" y="1"/>
                  </a:cubicBezTo>
                  <a:cubicBezTo>
                    <a:pt x="105" y="1"/>
                    <a:pt x="104" y="1"/>
                    <a:pt x="103" y="1"/>
                  </a:cubicBezTo>
                  <a:close/>
                  <a:moveTo>
                    <a:pt x="27" y="1291"/>
                  </a:moveTo>
                  <a:lnTo>
                    <a:pt x="27" y="1291"/>
                  </a:lnTo>
                  <a:cubicBezTo>
                    <a:pt x="27" y="1291"/>
                    <a:pt x="27" y="1291"/>
                    <a:pt x="26" y="1291"/>
                  </a:cubicBezTo>
                  <a:lnTo>
                    <a:pt x="28" y="1291"/>
                  </a:lnTo>
                  <a:cubicBezTo>
                    <a:pt x="27" y="1291"/>
                    <a:pt x="27" y="1291"/>
                    <a:pt x="27" y="129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0" name="Google Shape;8980;p30"/>
            <p:cNvSpPr/>
            <p:nvPr/>
          </p:nvSpPr>
          <p:spPr>
            <a:xfrm>
              <a:off x="5185250" y="4122075"/>
              <a:ext cx="2175" cy="6500"/>
            </a:xfrm>
            <a:custGeom>
              <a:avLst/>
              <a:gdLst/>
              <a:ahLst/>
              <a:cxnLst/>
              <a:rect l="l" t="t" r="r" b="b"/>
              <a:pathLst>
                <a:path w="87" h="260" extrusionOk="0">
                  <a:moveTo>
                    <a:pt x="58" y="1"/>
                  </a:moveTo>
                  <a:cubicBezTo>
                    <a:pt x="45" y="1"/>
                    <a:pt x="35" y="11"/>
                    <a:pt x="33" y="23"/>
                  </a:cubicBezTo>
                  <a:lnTo>
                    <a:pt x="2" y="230"/>
                  </a:lnTo>
                  <a:cubicBezTo>
                    <a:pt x="0" y="243"/>
                    <a:pt x="10" y="257"/>
                    <a:pt x="23" y="259"/>
                  </a:cubicBezTo>
                  <a:lnTo>
                    <a:pt x="27" y="259"/>
                  </a:lnTo>
                  <a:cubicBezTo>
                    <a:pt x="41" y="259"/>
                    <a:pt x="51" y="250"/>
                    <a:pt x="53" y="238"/>
                  </a:cubicBezTo>
                  <a:lnTo>
                    <a:pt x="84" y="31"/>
                  </a:lnTo>
                  <a:cubicBezTo>
                    <a:pt x="86" y="17"/>
                    <a:pt x="77" y="4"/>
                    <a:pt x="62" y="1"/>
                  </a:cubicBezTo>
                  <a:cubicBezTo>
                    <a:pt x="61" y="1"/>
                    <a:pt x="59" y="1"/>
                    <a:pt x="5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1" name="Google Shape;8981;p30"/>
            <p:cNvSpPr/>
            <p:nvPr/>
          </p:nvSpPr>
          <p:spPr>
            <a:xfrm>
              <a:off x="5201525" y="4087875"/>
              <a:ext cx="1900" cy="31775"/>
            </a:xfrm>
            <a:custGeom>
              <a:avLst/>
              <a:gdLst/>
              <a:ahLst/>
              <a:cxnLst/>
              <a:rect l="l" t="t" r="r" b="b"/>
              <a:pathLst>
                <a:path w="76" h="1271" extrusionOk="0">
                  <a:moveTo>
                    <a:pt x="50" y="1"/>
                  </a:moveTo>
                  <a:cubicBezTo>
                    <a:pt x="38" y="1"/>
                    <a:pt x="23" y="12"/>
                    <a:pt x="23" y="25"/>
                  </a:cubicBezTo>
                  <a:cubicBezTo>
                    <a:pt x="6" y="429"/>
                    <a:pt x="1" y="839"/>
                    <a:pt x="9" y="1245"/>
                  </a:cubicBezTo>
                  <a:cubicBezTo>
                    <a:pt x="9" y="1259"/>
                    <a:pt x="19" y="1270"/>
                    <a:pt x="34" y="1270"/>
                  </a:cubicBezTo>
                  <a:lnTo>
                    <a:pt x="34" y="1271"/>
                  </a:lnTo>
                  <a:cubicBezTo>
                    <a:pt x="49" y="1270"/>
                    <a:pt x="60" y="1259"/>
                    <a:pt x="60" y="1244"/>
                  </a:cubicBezTo>
                  <a:cubicBezTo>
                    <a:pt x="52" y="839"/>
                    <a:pt x="57" y="430"/>
                    <a:pt x="74" y="28"/>
                  </a:cubicBezTo>
                  <a:cubicBezTo>
                    <a:pt x="76" y="13"/>
                    <a:pt x="64" y="1"/>
                    <a:pt x="5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2" name="Google Shape;8982;p30"/>
            <p:cNvSpPr/>
            <p:nvPr/>
          </p:nvSpPr>
          <p:spPr>
            <a:xfrm>
              <a:off x="5201125" y="4076750"/>
              <a:ext cx="2150" cy="7225"/>
            </a:xfrm>
            <a:custGeom>
              <a:avLst/>
              <a:gdLst/>
              <a:ahLst/>
              <a:cxnLst/>
              <a:rect l="l" t="t" r="r" b="b"/>
              <a:pathLst>
                <a:path w="86" h="289" extrusionOk="0">
                  <a:moveTo>
                    <a:pt x="27" y="0"/>
                  </a:moveTo>
                  <a:cubicBezTo>
                    <a:pt x="26" y="0"/>
                    <a:pt x="25" y="1"/>
                    <a:pt x="25" y="1"/>
                  </a:cubicBezTo>
                  <a:cubicBezTo>
                    <a:pt x="11" y="3"/>
                    <a:pt x="0" y="15"/>
                    <a:pt x="2" y="30"/>
                  </a:cubicBezTo>
                  <a:lnTo>
                    <a:pt x="33" y="266"/>
                  </a:lnTo>
                  <a:cubicBezTo>
                    <a:pt x="34" y="279"/>
                    <a:pt x="45" y="289"/>
                    <a:pt x="58" y="289"/>
                  </a:cubicBezTo>
                  <a:lnTo>
                    <a:pt x="61" y="289"/>
                  </a:lnTo>
                  <a:cubicBezTo>
                    <a:pt x="76" y="287"/>
                    <a:pt x="85" y="274"/>
                    <a:pt x="84" y="260"/>
                  </a:cubicBezTo>
                  <a:lnTo>
                    <a:pt x="54" y="23"/>
                  </a:lnTo>
                  <a:cubicBezTo>
                    <a:pt x="52" y="11"/>
                    <a:pt x="41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3" name="Google Shape;8983;p30"/>
            <p:cNvSpPr/>
            <p:nvPr/>
          </p:nvSpPr>
          <p:spPr>
            <a:xfrm>
              <a:off x="5210125" y="4127475"/>
              <a:ext cx="3000" cy="24950"/>
            </a:xfrm>
            <a:custGeom>
              <a:avLst/>
              <a:gdLst/>
              <a:ahLst/>
              <a:cxnLst/>
              <a:rect l="l" t="t" r="r" b="b"/>
              <a:pathLst>
                <a:path w="120" h="998" extrusionOk="0">
                  <a:moveTo>
                    <a:pt x="88" y="0"/>
                  </a:moveTo>
                  <a:cubicBezTo>
                    <a:pt x="74" y="0"/>
                    <a:pt x="63" y="12"/>
                    <a:pt x="63" y="27"/>
                  </a:cubicBezTo>
                  <a:cubicBezTo>
                    <a:pt x="68" y="341"/>
                    <a:pt x="48" y="657"/>
                    <a:pt x="4" y="968"/>
                  </a:cubicBezTo>
                  <a:cubicBezTo>
                    <a:pt x="1" y="981"/>
                    <a:pt x="12" y="995"/>
                    <a:pt x="25" y="996"/>
                  </a:cubicBezTo>
                  <a:cubicBezTo>
                    <a:pt x="26" y="997"/>
                    <a:pt x="28" y="997"/>
                    <a:pt x="29" y="997"/>
                  </a:cubicBezTo>
                  <a:cubicBezTo>
                    <a:pt x="41" y="997"/>
                    <a:pt x="52" y="988"/>
                    <a:pt x="55" y="974"/>
                  </a:cubicBezTo>
                  <a:cubicBezTo>
                    <a:pt x="99" y="662"/>
                    <a:pt x="119" y="342"/>
                    <a:pt x="114" y="26"/>
                  </a:cubicBezTo>
                  <a:cubicBezTo>
                    <a:pt x="114" y="12"/>
                    <a:pt x="103" y="0"/>
                    <a:pt x="8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4" name="Google Shape;8984;p30"/>
            <p:cNvSpPr/>
            <p:nvPr/>
          </p:nvSpPr>
          <p:spPr>
            <a:xfrm>
              <a:off x="5207175" y="4158675"/>
              <a:ext cx="3350" cy="12475"/>
            </a:xfrm>
            <a:custGeom>
              <a:avLst/>
              <a:gdLst/>
              <a:ahLst/>
              <a:cxnLst/>
              <a:rect l="l" t="t" r="r" b="b"/>
              <a:pathLst>
                <a:path w="134" h="499" extrusionOk="0">
                  <a:moveTo>
                    <a:pt x="104" y="0"/>
                  </a:moveTo>
                  <a:cubicBezTo>
                    <a:pt x="90" y="0"/>
                    <a:pt x="81" y="12"/>
                    <a:pt x="81" y="25"/>
                  </a:cubicBezTo>
                  <a:cubicBezTo>
                    <a:pt x="70" y="174"/>
                    <a:pt x="45" y="322"/>
                    <a:pt x="5" y="466"/>
                  </a:cubicBezTo>
                  <a:cubicBezTo>
                    <a:pt x="1" y="480"/>
                    <a:pt x="9" y="493"/>
                    <a:pt x="22" y="497"/>
                  </a:cubicBezTo>
                  <a:cubicBezTo>
                    <a:pt x="25" y="499"/>
                    <a:pt x="26" y="499"/>
                    <a:pt x="29" y="499"/>
                  </a:cubicBezTo>
                  <a:cubicBezTo>
                    <a:pt x="41" y="499"/>
                    <a:pt x="50" y="492"/>
                    <a:pt x="54" y="480"/>
                  </a:cubicBezTo>
                  <a:cubicBezTo>
                    <a:pt x="96" y="333"/>
                    <a:pt x="123" y="181"/>
                    <a:pt x="132" y="29"/>
                  </a:cubicBezTo>
                  <a:cubicBezTo>
                    <a:pt x="134" y="14"/>
                    <a:pt x="123" y="2"/>
                    <a:pt x="108" y="1"/>
                  </a:cubicBezTo>
                  <a:cubicBezTo>
                    <a:pt x="107" y="1"/>
                    <a:pt x="105" y="0"/>
                    <a:pt x="10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5" name="Google Shape;8985;p30"/>
            <p:cNvSpPr/>
            <p:nvPr/>
          </p:nvSpPr>
          <p:spPr>
            <a:xfrm>
              <a:off x="5186300" y="4189950"/>
              <a:ext cx="3625" cy="20900"/>
            </a:xfrm>
            <a:custGeom>
              <a:avLst/>
              <a:gdLst/>
              <a:ahLst/>
              <a:cxnLst/>
              <a:rect l="l" t="t" r="r" b="b"/>
              <a:pathLst>
                <a:path w="145" h="836" extrusionOk="0">
                  <a:moveTo>
                    <a:pt x="116" y="0"/>
                  </a:moveTo>
                  <a:cubicBezTo>
                    <a:pt x="104" y="0"/>
                    <a:pt x="93" y="8"/>
                    <a:pt x="90" y="20"/>
                  </a:cubicBezTo>
                  <a:cubicBezTo>
                    <a:pt x="27" y="278"/>
                    <a:pt x="0" y="543"/>
                    <a:pt x="12" y="810"/>
                  </a:cubicBezTo>
                  <a:cubicBezTo>
                    <a:pt x="14" y="823"/>
                    <a:pt x="24" y="834"/>
                    <a:pt x="38" y="834"/>
                  </a:cubicBezTo>
                  <a:lnTo>
                    <a:pt x="39" y="835"/>
                  </a:lnTo>
                  <a:cubicBezTo>
                    <a:pt x="54" y="834"/>
                    <a:pt x="65" y="822"/>
                    <a:pt x="65" y="807"/>
                  </a:cubicBezTo>
                  <a:cubicBezTo>
                    <a:pt x="53" y="546"/>
                    <a:pt x="78" y="286"/>
                    <a:pt x="140" y="32"/>
                  </a:cubicBezTo>
                  <a:cubicBezTo>
                    <a:pt x="144" y="18"/>
                    <a:pt x="136" y="4"/>
                    <a:pt x="121" y="1"/>
                  </a:cubicBezTo>
                  <a:cubicBezTo>
                    <a:pt x="119" y="1"/>
                    <a:pt x="118" y="0"/>
                    <a:pt x="11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6" name="Google Shape;8986;p30"/>
            <p:cNvSpPr/>
            <p:nvPr/>
          </p:nvSpPr>
          <p:spPr>
            <a:xfrm>
              <a:off x="5275750" y="4125850"/>
              <a:ext cx="13775" cy="26500"/>
            </a:xfrm>
            <a:custGeom>
              <a:avLst/>
              <a:gdLst/>
              <a:ahLst/>
              <a:cxnLst/>
              <a:rect l="l" t="t" r="r" b="b"/>
              <a:pathLst>
                <a:path w="551" h="1060" extrusionOk="0">
                  <a:moveTo>
                    <a:pt x="521" y="1"/>
                  </a:moveTo>
                  <a:cubicBezTo>
                    <a:pt x="512" y="1"/>
                    <a:pt x="503" y="6"/>
                    <a:pt x="498" y="16"/>
                  </a:cubicBezTo>
                  <a:lnTo>
                    <a:pt x="7" y="1022"/>
                  </a:lnTo>
                  <a:cubicBezTo>
                    <a:pt x="1" y="1035"/>
                    <a:pt x="6" y="1050"/>
                    <a:pt x="19" y="1057"/>
                  </a:cubicBezTo>
                  <a:cubicBezTo>
                    <a:pt x="23" y="1060"/>
                    <a:pt x="26" y="1060"/>
                    <a:pt x="30" y="1060"/>
                  </a:cubicBezTo>
                  <a:cubicBezTo>
                    <a:pt x="41" y="1060"/>
                    <a:pt x="49" y="1054"/>
                    <a:pt x="54" y="1045"/>
                  </a:cubicBezTo>
                  <a:lnTo>
                    <a:pt x="545" y="38"/>
                  </a:lnTo>
                  <a:cubicBezTo>
                    <a:pt x="551" y="25"/>
                    <a:pt x="545" y="10"/>
                    <a:pt x="533" y="3"/>
                  </a:cubicBezTo>
                  <a:cubicBezTo>
                    <a:pt x="529" y="2"/>
                    <a:pt x="525" y="1"/>
                    <a:pt x="52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7" name="Google Shape;8987;p30"/>
            <p:cNvSpPr/>
            <p:nvPr/>
          </p:nvSpPr>
          <p:spPr>
            <a:xfrm>
              <a:off x="5290225" y="4111000"/>
              <a:ext cx="3775" cy="9175"/>
            </a:xfrm>
            <a:custGeom>
              <a:avLst/>
              <a:gdLst/>
              <a:ahLst/>
              <a:cxnLst/>
              <a:rect l="l" t="t" r="r" b="b"/>
              <a:pathLst>
                <a:path w="151" h="367" extrusionOk="0">
                  <a:moveTo>
                    <a:pt x="122" y="0"/>
                  </a:moveTo>
                  <a:cubicBezTo>
                    <a:pt x="111" y="0"/>
                    <a:pt x="102" y="8"/>
                    <a:pt x="98" y="19"/>
                  </a:cubicBezTo>
                  <a:lnTo>
                    <a:pt x="4" y="332"/>
                  </a:lnTo>
                  <a:cubicBezTo>
                    <a:pt x="0" y="346"/>
                    <a:pt x="8" y="361"/>
                    <a:pt x="22" y="365"/>
                  </a:cubicBezTo>
                  <a:cubicBezTo>
                    <a:pt x="24" y="365"/>
                    <a:pt x="27" y="366"/>
                    <a:pt x="30" y="366"/>
                  </a:cubicBezTo>
                  <a:cubicBezTo>
                    <a:pt x="40" y="366"/>
                    <a:pt x="51" y="358"/>
                    <a:pt x="54" y="347"/>
                  </a:cubicBezTo>
                  <a:lnTo>
                    <a:pt x="147" y="34"/>
                  </a:lnTo>
                  <a:cubicBezTo>
                    <a:pt x="151" y="20"/>
                    <a:pt x="143" y="6"/>
                    <a:pt x="129" y="1"/>
                  </a:cubicBezTo>
                  <a:cubicBezTo>
                    <a:pt x="127" y="1"/>
                    <a:pt x="125" y="0"/>
                    <a:pt x="12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8" name="Google Shape;8988;p30"/>
            <p:cNvSpPr/>
            <p:nvPr/>
          </p:nvSpPr>
          <p:spPr>
            <a:xfrm>
              <a:off x="5248350" y="4144225"/>
              <a:ext cx="13325" cy="25625"/>
            </a:xfrm>
            <a:custGeom>
              <a:avLst/>
              <a:gdLst/>
              <a:ahLst/>
              <a:cxnLst/>
              <a:rect l="l" t="t" r="r" b="b"/>
              <a:pathLst>
                <a:path w="533" h="1025" extrusionOk="0">
                  <a:moveTo>
                    <a:pt x="502" y="0"/>
                  </a:moveTo>
                  <a:cubicBezTo>
                    <a:pt x="494" y="0"/>
                    <a:pt x="486" y="5"/>
                    <a:pt x="480" y="12"/>
                  </a:cubicBezTo>
                  <a:cubicBezTo>
                    <a:pt x="291" y="322"/>
                    <a:pt x="131" y="650"/>
                    <a:pt x="4" y="989"/>
                  </a:cubicBezTo>
                  <a:cubicBezTo>
                    <a:pt x="0" y="1003"/>
                    <a:pt x="7" y="1017"/>
                    <a:pt x="20" y="1023"/>
                  </a:cubicBezTo>
                  <a:cubicBezTo>
                    <a:pt x="23" y="1024"/>
                    <a:pt x="26" y="1024"/>
                    <a:pt x="28" y="1024"/>
                  </a:cubicBezTo>
                  <a:cubicBezTo>
                    <a:pt x="39" y="1024"/>
                    <a:pt x="50" y="1017"/>
                    <a:pt x="53" y="1008"/>
                  </a:cubicBezTo>
                  <a:cubicBezTo>
                    <a:pt x="178" y="672"/>
                    <a:pt x="337" y="346"/>
                    <a:pt x="525" y="41"/>
                  </a:cubicBezTo>
                  <a:cubicBezTo>
                    <a:pt x="533" y="29"/>
                    <a:pt x="529" y="12"/>
                    <a:pt x="517" y="4"/>
                  </a:cubicBezTo>
                  <a:cubicBezTo>
                    <a:pt x="512" y="2"/>
                    <a:pt x="507" y="0"/>
                    <a:pt x="50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9" name="Google Shape;8989;p30"/>
            <p:cNvSpPr/>
            <p:nvPr/>
          </p:nvSpPr>
          <p:spPr>
            <a:xfrm>
              <a:off x="5262575" y="4131850"/>
              <a:ext cx="5075" cy="8825"/>
            </a:xfrm>
            <a:custGeom>
              <a:avLst/>
              <a:gdLst/>
              <a:ahLst/>
              <a:cxnLst/>
              <a:rect l="l" t="t" r="r" b="b"/>
              <a:pathLst>
                <a:path w="203" h="353" extrusionOk="0">
                  <a:moveTo>
                    <a:pt x="173" y="1"/>
                  </a:moveTo>
                  <a:cubicBezTo>
                    <a:pt x="163" y="1"/>
                    <a:pt x="154" y="6"/>
                    <a:pt x="150" y="15"/>
                  </a:cubicBezTo>
                  <a:lnTo>
                    <a:pt x="6" y="315"/>
                  </a:lnTo>
                  <a:cubicBezTo>
                    <a:pt x="0" y="329"/>
                    <a:pt x="6" y="343"/>
                    <a:pt x="18" y="350"/>
                  </a:cubicBezTo>
                  <a:cubicBezTo>
                    <a:pt x="22" y="351"/>
                    <a:pt x="26" y="353"/>
                    <a:pt x="30" y="353"/>
                  </a:cubicBezTo>
                  <a:cubicBezTo>
                    <a:pt x="39" y="353"/>
                    <a:pt x="49" y="347"/>
                    <a:pt x="53" y="338"/>
                  </a:cubicBezTo>
                  <a:lnTo>
                    <a:pt x="195" y="38"/>
                  </a:lnTo>
                  <a:cubicBezTo>
                    <a:pt x="202" y="24"/>
                    <a:pt x="197" y="10"/>
                    <a:pt x="183" y="3"/>
                  </a:cubicBezTo>
                  <a:cubicBezTo>
                    <a:pt x="180" y="2"/>
                    <a:pt x="177" y="1"/>
                    <a:pt x="17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0" name="Google Shape;8990;p30"/>
            <p:cNvSpPr/>
            <p:nvPr/>
          </p:nvSpPr>
          <p:spPr>
            <a:xfrm>
              <a:off x="5258675" y="4174050"/>
              <a:ext cx="18575" cy="28100"/>
            </a:xfrm>
            <a:custGeom>
              <a:avLst/>
              <a:gdLst/>
              <a:ahLst/>
              <a:cxnLst/>
              <a:rect l="l" t="t" r="r" b="b"/>
              <a:pathLst>
                <a:path w="743" h="1124" extrusionOk="0">
                  <a:moveTo>
                    <a:pt x="713" y="0"/>
                  </a:moveTo>
                  <a:cubicBezTo>
                    <a:pt x="704" y="0"/>
                    <a:pt x="696" y="5"/>
                    <a:pt x="690" y="13"/>
                  </a:cubicBezTo>
                  <a:lnTo>
                    <a:pt x="7" y="1084"/>
                  </a:lnTo>
                  <a:cubicBezTo>
                    <a:pt x="0" y="1096"/>
                    <a:pt x="3" y="1112"/>
                    <a:pt x="15" y="1120"/>
                  </a:cubicBezTo>
                  <a:cubicBezTo>
                    <a:pt x="20" y="1123"/>
                    <a:pt x="24" y="1124"/>
                    <a:pt x="30" y="1124"/>
                  </a:cubicBezTo>
                  <a:cubicBezTo>
                    <a:pt x="38" y="1124"/>
                    <a:pt x="46" y="1120"/>
                    <a:pt x="51" y="1112"/>
                  </a:cubicBezTo>
                  <a:lnTo>
                    <a:pt x="735" y="41"/>
                  </a:lnTo>
                  <a:cubicBezTo>
                    <a:pt x="743" y="29"/>
                    <a:pt x="739" y="13"/>
                    <a:pt x="727" y="5"/>
                  </a:cubicBezTo>
                  <a:cubicBezTo>
                    <a:pt x="722" y="2"/>
                    <a:pt x="718" y="0"/>
                    <a:pt x="71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1" name="Google Shape;8991;p30"/>
            <p:cNvSpPr/>
            <p:nvPr/>
          </p:nvSpPr>
          <p:spPr>
            <a:xfrm>
              <a:off x="5278100" y="4164575"/>
              <a:ext cx="3725" cy="6400"/>
            </a:xfrm>
            <a:custGeom>
              <a:avLst/>
              <a:gdLst/>
              <a:ahLst/>
              <a:cxnLst/>
              <a:rect l="l" t="t" r="r" b="b"/>
              <a:pathLst>
                <a:path w="149" h="256" extrusionOk="0">
                  <a:moveTo>
                    <a:pt x="119" y="0"/>
                  </a:moveTo>
                  <a:cubicBezTo>
                    <a:pt x="110" y="0"/>
                    <a:pt x="100" y="6"/>
                    <a:pt x="96" y="15"/>
                  </a:cubicBezTo>
                  <a:lnTo>
                    <a:pt x="6" y="220"/>
                  </a:lnTo>
                  <a:cubicBezTo>
                    <a:pt x="1" y="233"/>
                    <a:pt x="6" y="248"/>
                    <a:pt x="20" y="253"/>
                  </a:cubicBezTo>
                  <a:cubicBezTo>
                    <a:pt x="24" y="255"/>
                    <a:pt x="26" y="256"/>
                    <a:pt x="30" y="256"/>
                  </a:cubicBezTo>
                  <a:cubicBezTo>
                    <a:pt x="40" y="256"/>
                    <a:pt x="49" y="250"/>
                    <a:pt x="55" y="240"/>
                  </a:cubicBezTo>
                  <a:lnTo>
                    <a:pt x="143" y="37"/>
                  </a:lnTo>
                  <a:cubicBezTo>
                    <a:pt x="149" y="23"/>
                    <a:pt x="143" y="8"/>
                    <a:pt x="130" y="3"/>
                  </a:cubicBezTo>
                  <a:cubicBezTo>
                    <a:pt x="127" y="1"/>
                    <a:pt x="123" y="0"/>
                    <a:pt x="11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2" name="Google Shape;8992;p30"/>
            <p:cNvSpPr/>
            <p:nvPr/>
          </p:nvSpPr>
          <p:spPr>
            <a:xfrm>
              <a:off x="5299125" y="4078200"/>
              <a:ext cx="4600" cy="16700"/>
            </a:xfrm>
            <a:custGeom>
              <a:avLst/>
              <a:gdLst/>
              <a:ahLst/>
              <a:cxnLst/>
              <a:rect l="l" t="t" r="r" b="b"/>
              <a:pathLst>
                <a:path w="184" h="668" extrusionOk="0">
                  <a:moveTo>
                    <a:pt x="156" y="0"/>
                  </a:moveTo>
                  <a:cubicBezTo>
                    <a:pt x="145" y="0"/>
                    <a:pt x="132" y="11"/>
                    <a:pt x="131" y="25"/>
                  </a:cubicBezTo>
                  <a:cubicBezTo>
                    <a:pt x="115" y="232"/>
                    <a:pt x="72" y="436"/>
                    <a:pt x="5" y="633"/>
                  </a:cubicBezTo>
                  <a:cubicBezTo>
                    <a:pt x="1" y="648"/>
                    <a:pt x="7" y="662"/>
                    <a:pt x="21" y="666"/>
                  </a:cubicBezTo>
                  <a:cubicBezTo>
                    <a:pt x="23" y="668"/>
                    <a:pt x="26" y="668"/>
                    <a:pt x="29" y="668"/>
                  </a:cubicBezTo>
                  <a:cubicBezTo>
                    <a:pt x="40" y="668"/>
                    <a:pt x="50" y="661"/>
                    <a:pt x="53" y="650"/>
                  </a:cubicBezTo>
                  <a:cubicBezTo>
                    <a:pt x="122" y="450"/>
                    <a:pt x="166" y="240"/>
                    <a:pt x="182" y="29"/>
                  </a:cubicBezTo>
                  <a:cubicBezTo>
                    <a:pt x="184" y="14"/>
                    <a:pt x="173" y="2"/>
                    <a:pt x="159" y="0"/>
                  </a:cubicBezTo>
                  <a:cubicBezTo>
                    <a:pt x="158" y="0"/>
                    <a:pt x="157" y="0"/>
                    <a:pt x="15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3" name="Google Shape;8993;p30"/>
            <p:cNvSpPr/>
            <p:nvPr/>
          </p:nvSpPr>
          <p:spPr>
            <a:xfrm>
              <a:off x="5231800" y="4188625"/>
              <a:ext cx="9375" cy="24475"/>
            </a:xfrm>
            <a:custGeom>
              <a:avLst/>
              <a:gdLst/>
              <a:ahLst/>
              <a:cxnLst/>
              <a:rect l="l" t="t" r="r" b="b"/>
              <a:pathLst>
                <a:path w="375" h="979" extrusionOk="0">
                  <a:moveTo>
                    <a:pt x="345" y="1"/>
                  </a:moveTo>
                  <a:cubicBezTo>
                    <a:pt x="334" y="1"/>
                    <a:pt x="325" y="7"/>
                    <a:pt x="320" y="18"/>
                  </a:cubicBezTo>
                  <a:cubicBezTo>
                    <a:pt x="202" y="320"/>
                    <a:pt x="96" y="632"/>
                    <a:pt x="4" y="945"/>
                  </a:cubicBezTo>
                  <a:cubicBezTo>
                    <a:pt x="0" y="958"/>
                    <a:pt x="8" y="973"/>
                    <a:pt x="22" y="977"/>
                  </a:cubicBezTo>
                  <a:cubicBezTo>
                    <a:pt x="25" y="978"/>
                    <a:pt x="27" y="978"/>
                    <a:pt x="30" y="978"/>
                  </a:cubicBezTo>
                  <a:cubicBezTo>
                    <a:pt x="41" y="978"/>
                    <a:pt x="51" y="970"/>
                    <a:pt x="55" y="959"/>
                  </a:cubicBezTo>
                  <a:cubicBezTo>
                    <a:pt x="144" y="649"/>
                    <a:pt x="251" y="338"/>
                    <a:pt x="369" y="36"/>
                  </a:cubicBezTo>
                  <a:cubicBezTo>
                    <a:pt x="374" y="23"/>
                    <a:pt x="368" y="8"/>
                    <a:pt x="354" y="3"/>
                  </a:cubicBezTo>
                  <a:cubicBezTo>
                    <a:pt x="351" y="2"/>
                    <a:pt x="348" y="1"/>
                    <a:pt x="34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4" name="Google Shape;8994;p30"/>
            <p:cNvSpPr/>
            <p:nvPr/>
          </p:nvSpPr>
          <p:spPr>
            <a:xfrm>
              <a:off x="5332825" y="4172475"/>
              <a:ext cx="26475" cy="28925"/>
            </a:xfrm>
            <a:custGeom>
              <a:avLst/>
              <a:gdLst/>
              <a:ahLst/>
              <a:cxnLst/>
              <a:rect l="l" t="t" r="r" b="b"/>
              <a:pathLst>
                <a:path w="1059" h="1157" extrusionOk="0">
                  <a:moveTo>
                    <a:pt x="1029" y="0"/>
                  </a:moveTo>
                  <a:cubicBezTo>
                    <a:pt x="1022" y="0"/>
                    <a:pt x="1014" y="4"/>
                    <a:pt x="1008" y="10"/>
                  </a:cubicBezTo>
                  <a:cubicBezTo>
                    <a:pt x="703" y="399"/>
                    <a:pt x="368" y="769"/>
                    <a:pt x="11" y="1112"/>
                  </a:cubicBezTo>
                  <a:cubicBezTo>
                    <a:pt x="2" y="1122"/>
                    <a:pt x="1" y="1139"/>
                    <a:pt x="11" y="1148"/>
                  </a:cubicBezTo>
                  <a:cubicBezTo>
                    <a:pt x="15" y="1153"/>
                    <a:pt x="24" y="1156"/>
                    <a:pt x="30" y="1156"/>
                  </a:cubicBezTo>
                  <a:cubicBezTo>
                    <a:pt x="36" y="1156"/>
                    <a:pt x="42" y="1153"/>
                    <a:pt x="48" y="1149"/>
                  </a:cubicBezTo>
                  <a:cubicBezTo>
                    <a:pt x="406" y="805"/>
                    <a:pt x="742" y="432"/>
                    <a:pt x="1050" y="42"/>
                  </a:cubicBezTo>
                  <a:cubicBezTo>
                    <a:pt x="1058" y="31"/>
                    <a:pt x="1057" y="15"/>
                    <a:pt x="1045" y="6"/>
                  </a:cubicBezTo>
                  <a:cubicBezTo>
                    <a:pt x="1040" y="2"/>
                    <a:pt x="1035" y="0"/>
                    <a:pt x="10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5" name="Google Shape;8995;p30"/>
            <p:cNvSpPr/>
            <p:nvPr/>
          </p:nvSpPr>
          <p:spPr>
            <a:xfrm>
              <a:off x="5362025" y="4161525"/>
              <a:ext cx="5600" cy="7075"/>
            </a:xfrm>
            <a:custGeom>
              <a:avLst/>
              <a:gdLst/>
              <a:ahLst/>
              <a:cxnLst/>
              <a:rect l="l" t="t" r="r" b="b"/>
              <a:pathLst>
                <a:path w="224" h="283" extrusionOk="0">
                  <a:moveTo>
                    <a:pt x="195" y="1"/>
                  </a:moveTo>
                  <a:cubicBezTo>
                    <a:pt x="187" y="1"/>
                    <a:pt x="179" y="4"/>
                    <a:pt x="174" y="11"/>
                  </a:cubicBezTo>
                  <a:lnTo>
                    <a:pt x="8" y="242"/>
                  </a:lnTo>
                  <a:cubicBezTo>
                    <a:pt x="0" y="253"/>
                    <a:pt x="3" y="269"/>
                    <a:pt x="15" y="277"/>
                  </a:cubicBezTo>
                  <a:cubicBezTo>
                    <a:pt x="19" y="281"/>
                    <a:pt x="25" y="282"/>
                    <a:pt x="30" y="282"/>
                  </a:cubicBezTo>
                  <a:cubicBezTo>
                    <a:pt x="38" y="282"/>
                    <a:pt x="46" y="278"/>
                    <a:pt x="52" y="272"/>
                  </a:cubicBezTo>
                  <a:lnTo>
                    <a:pt x="216" y="42"/>
                  </a:lnTo>
                  <a:cubicBezTo>
                    <a:pt x="224" y="29"/>
                    <a:pt x="222" y="13"/>
                    <a:pt x="210" y="5"/>
                  </a:cubicBezTo>
                  <a:cubicBezTo>
                    <a:pt x="205" y="2"/>
                    <a:pt x="200" y="1"/>
                    <a:pt x="19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6" name="Google Shape;8996;p30"/>
            <p:cNvSpPr/>
            <p:nvPr/>
          </p:nvSpPr>
          <p:spPr>
            <a:xfrm>
              <a:off x="5380800" y="4130575"/>
              <a:ext cx="18075" cy="31300"/>
            </a:xfrm>
            <a:custGeom>
              <a:avLst/>
              <a:gdLst/>
              <a:ahLst/>
              <a:cxnLst/>
              <a:rect l="l" t="t" r="r" b="b"/>
              <a:pathLst>
                <a:path w="723" h="1252" extrusionOk="0">
                  <a:moveTo>
                    <a:pt x="694" y="1"/>
                  </a:moveTo>
                  <a:cubicBezTo>
                    <a:pt x="684" y="1"/>
                    <a:pt x="674" y="6"/>
                    <a:pt x="670" y="16"/>
                  </a:cubicBezTo>
                  <a:cubicBezTo>
                    <a:pt x="479" y="428"/>
                    <a:pt x="256" y="830"/>
                    <a:pt x="8" y="1211"/>
                  </a:cubicBezTo>
                  <a:cubicBezTo>
                    <a:pt x="0" y="1223"/>
                    <a:pt x="4" y="1239"/>
                    <a:pt x="16" y="1247"/>
                  </a:cubicBezTo>
                  <a:cubicBezTo>
                    <a:pt x="20" y="1250"/>
                    <a:pt x="26" y="1251"/>
                    <a:pt x="30" y="1251"/>
                  </a:cubicBezTo>
                  <a:cubicBezTo>
                    <a:pt x="39" y="1251"/>
                    <a:pt x="47" y="1247"/>
                    <a:pt x="53" y="1239"/>
                  </a:cubicBezTo>
                  <a:cubicBezTo>
                    <a:pt x="301" y="857"/>
                    <a:pt x="525" y="452"/>
                    <a:pt x="717" y="38"/>
                  </a:cubicBezTo>
                  <a:cubicBezTo>
                    <a:pt x="723" y="24"/>
                    <a:pt x="717" y="10"/>
                    <a:pt x="705" y="3"/>
                  </a:cubicBezTo>
                  <a:cubicBezTo>
                    <a:pt x="702" y="1"/>
                    <a:pt x="698" y="1"/>
                    <a:pt x="69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7" name="Google Shape;8997;p30"/>
            <p:cNvSpPr/>
            <p:nvPr/>
          </p:nvSpPr>
          <p:spPr>
            <a:xfrm>
              <a:off x="5287400" y="4199100"/>
              <a:ext cx="22250" cy="29025"/>
            </a:xfrm>
            <a:custGeom>
              <a:avLst/>
              <a:gdLst/>
              <a:ahLst/>
              <a:cxnLst/>
              <a:rect l="l" t="t" r="r" b="b"/>
              <a:pathLst>
                <a:path w="890" h="1161" extrusionOk="0">
                  <a:moveTo>
                    <a:pt x="860" y="0"/>
                  </a:moveTo>
                  <a:cubicBezTo>
                    <a:pt x="852" y="0"/>
                    <a:pt x="845" y="3"/>
                    <a:pt x="840" y="10"/>
                  </a:cubicBezTo>
                  <a:cubicBezTo>
                    <a:pt x="548" y="365"/>
                    <a:pt x="268" y="739"/>
                    <a:pt x="8" y="1120"/>
                  </a:cubicBezTo>
                  <a:cubicBezTo>
                    <a:pt x="0" y="1131"/>
                    <a:pt x="3" y="1147"/>
                    <a:pt x="15" y="1155"/>
                  </a:cubicBezTo>
                  <a:cubicBezTo>
                    <a:pt x="19" y="1159"/>
                    <a:pt x="24" y="1161"/>
                    <a:pt x="30" y="1161"/>
                  </a:cubicBezTo>
                  <a:cubicBezTo>
                    <a:pt x="38" y="1161"/>
                    <a:pt x="46" y="1157"/>
                    <a:pt x="50" y="1148"/>
                  </a:cubicBezTo>
                  <a:cubicBezTo>
                    <a:pt x="310" y="770"/>
                    <a:pt x="589" y="398"/>
                    <a:pt x="880" y="43"/>
                  </a:cubicBezTo>
                  <a:cubicBezTo>
                    <a:pt x="889" y="32"/>
                    <a:pt x="888" y="16"/>
                    <a:pt x="876" y="6"/>
                  </a:cubicBezTo>
                  <a:cubicBezTo>
                    <a:pt x="871" y="2"/>
                    <a:pt x="865" y="0"/>
                    <a:pt x="86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8" name="Google Shape;8998;p30"/>
            <p:cNvSpPr/>
            <p:nvPr/>
          </p:nvSpPr>
          <p:spPr>
            <a:xfrm>
              <a:off x="5311850" y="4191900"/>
              <a:ext cx="3775" cy="4250"/>
            </a:xfrm>
            <a:custGeom>
              <a:avLst/>
              <a:gdLst/>
              <a:ahLst/>
              <a:cxnLst/>
              <a:rect l="l" t="t" r="r" b="b"/>
              <a:pathLst>
                <a:path w="151" h="170" extrusionOk="0">
                  <a:moveTo>
                    <a:pt x="122" y="0"/>
                  </a:moveTo>
                  <a:cubicBezTo>
                    <a:pt x="114" y="0"/>
                    <a:pt x="107" y="4"/>
                    <a:pt x="102" y="10"/>
                  </a:cubicBezTo>
                  <a:lnTo>
                    <a:pt x="10" y="127"/>
                  </a:lnTo>
                  <a:cubicBezTo>
                    <a:pt x="0" y="138"/>
                    <a:pt x="3" y="154"/>
                    <a:pt x="14" y="164"/>
                  </a:cubicBezTo>
                  <a:cubicBezTo>
                    <a:pt x="19" y="166"/>
                    <a:pt x="24" y="169"/>
                    <a:pt x="30" y="169"/>
                  </a:cubicBezTo>
                  <a:cubicBezTo>
                    <a:pt x="38" y="169"/>
                    <a:pt x="45" y="165"/>
                    <a:pt x="50" y="160"/>
                  </a:cubicBezTo>
                  <a:lnTo>
                    <a:pt x="143" y="43"/>
                  </a:lnTo>
                  <a:cubicBezTo>
                    <a:pt x="151" y="31"/>
                    <a:pt x="149" y="14"/>
                    <a:pt x="139" y="6"/>
                  </a:cubicBezTo>
                  <a:cubicBezTo>
                    <a:pt x="133" y="2"/>
                    <a:pt x="127" y="0"/>
                    <a:pt x="12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9" name="Google Shape;8999;p30"/>
            <p:cNvSpPr/>
            <p:nvPr/>
          </p:nvSpPr>
          <p:spPr>
            <a:xfrm>
              <a:off x="5316425" y="4210050"/>
              <a:ext cx="6575" cy="7525"/>
            </a:xfrm>
            <a:custGeom>
              <a:avLst/>
              <a:gdLst/>
              <a:ahLst/>
              <a:cxnLst/>
              <a:rect l="l" t="t" r="r" b="b"/>
              <a:pathLst>
                <a:path w="263" h="301" extrusionOk="0">
                  <a:moveTo>
                    <a:pt x="234" y="1"/>
                  </a:moveTo>
                  <a:cubicBezTo>
                    <a:pt x="227" y="1"/>
                    <a:pt x="219" y="4"/>
                    <a:pt x="214" y="11"/>
                  </a:cubicBezTo>
                  <a:lnTo>
                    <a:pt x="10" y="258"/>
                  </a:lnTo>
                  <a:cubicBezTo>
                    <a:pt x="0" y="269"/>
                    <a:pt x="1" y="285"/>
                    <a:pt x="12" y="295"/>
                  </a:cubicBezTo>
                  <a:cubicBezTo>
                    <a:pt x="18" y="299"/>
                    <a:pt x="23" y="300"/>
                    <a:pt x="28" y="300"/>
                  </a:cubicBezTo>
                  <a:cubicBezTo>
                    <a:pt x="36" y="300"/>
                    <a:pt x="43" y="297"/>
                    <a:pt x="49" y="291"/>
                  </a:cubicBezTo>
                  <a:lnTo>
                    <a:pt x="253" y="43"/>
                  </a:lnTo>
                  <a:cubicBezTo>
                    <a:pt x="262" y="32"/>
                    <a:pt x="261" y="16"/>
                    <a:pt x="250" y="7"/>
                  </a:cubicBezTo>
                  <a:cubicBezTo>
                    <a:pt x="246" y="3"/>
                    <a:pt x="240" y="1"/>
                    <a:pt x="23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0" name="Google Shape;9000;p30"/>
            <p:cNvSpPr/>
            <p:nvPr/>
          </p:nvSpPr>
          <p:spPr>
            <a:xfrm>
              <a:off x="5315075" y="4211200"/>
              <a:ext cx="29075" cy="27525"/>
            </a:xfrm>
            <a:custGeom>
              <a:avLst/>
              <a:gdLst/>
              <a:ahLst/>
              <a:cxnLst/>
              <a:rect l="l" t="t" r="r" b="b"/>
              <a:pathLst>
                <a:path w="1163" h="1101" extrusionOk="0">
                  <a:moveTo>
                    <a:pt x="1133" y="0"/>
                  </a:moveTo>
                  <a:cubicBezTo>
                    <a:pt x="1127" y="0"/>
                    <a:pt x="1121" y="2"/>
                    <a:pt x="1116" y="7"/>
                  </a:cubicBezTo>
                  <a:lnTo>
                    <a:pt x="11" y="1056"/>
                  </a:lnTo>
                  <a:cubicBezTo>
                    <a:pt x="0" y="1067"/>
                    <a:pt x="0" y="1083"/>
                    <a:pt x="10" y="1092"/>
                  </a:cubicBezTo>
                  <a:cubicBezTo>
                    <a:pt x="15" y="1098"/>
                    <a:pt x="22" y="1100"/>
                    <a:pt x="29" y="1100"/>
                  </a:cubicBezTo>
                  <a:cubicBezTo>
                    <a:pt x="35" y="1100"/>
                    <a:pt x="41" y="1099"/>
                    <a:pt x="46" y="1094"/>
                  </a:cubicBezTo>
                  <a:lnTo>
                    <a:pt x="1152" y="44"/>
                  </a:lnTo>
                  <a:cubicBezTo>
                    <a:pt x="1161" y="35"/>
                    <a:pt x="1163" y="19"/>
                    <a:pt x="1152" y="8"/>
                  </a:cubicBezTo>
                  <a:cubicBezTo>
                    <a:pt x="1147" y="3"/>
                    <a:pt x="1140" y="0"/>
                    <a:pt x="113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1" name="Google Shape;9001;p30"/>
            <p:cNvSpPr/>
            <p:nvPr/>
          </p:nvSpPr>
          <p:spPr>
            <a:xfrm>
              <a:off x="5351025" y="4135675"/>
              <a:ext cx="18375" cy="19475"/>
            </a:xfrm>
            <a:custGeom>
              <a:avLst/>
              <a:gdLst/>
              <a:ahLst/>
              <a:cxnLst/>
              <a:rect l="l" t="t" r="r" b="b"/>
              <a:pathLst>
                <a:path w="735" h="779" extrusionOk="0">
                  <a:moveTo>
                    <a:pt x="705" y="0"/>
                  </a:moveTo>
                  <a:cubicBezTo>
                    <a:pt x="698" y="0"/>
                    <a:pt x="691" y="3"/>
                    <a:pt x="687" y="9"/>
                  </a:cubicBezTo>
                  <a:lnTo>
                    <a:pt x="11" y="734"/>
                  </a:lnTo>
                  <a:cubicBezTo>
                    <a:pt x="0" y="745"/>
                    <a:pt x="2" y="761"/>
                    <a:pt x="11" y="771"/>
                  </a:cubicBezTo>
                  <a:cubicBezTo>
                    <a:pt x="17" y="776"/>
                    <a:pt x="23" y="778"/>
                    <a:pt x="29" y="778"/>
                  </a:cubicBezTo>
                  <a:cubicBezTo>
                    <a:pt x="37" y="778"/>
                    <a:pt x="44" y="776"/>
                    <a:pt x="49" y="770"/>
                  </a:cubicBezTo>
                  <a:lnTo>
                    <a:pt x="724" y="44"/>
                  </a:lnTo>
                  <a:cubicBezTo>
                    <a:pt x="735" y="34"/>
                    <a:pt x="734" y="17"/>
                    <a:pt x="723" y="7"/>
                  </a:cubicBezTo>
                  <a:cubicBezTo>
                    <a:pt x="718" y="3"/>
                    <a:pt x="711" y="0"/>
                    <a:pt x="70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2" name="Google Shape;9002;p30"/>
            <p:cNvSpPr/>
            <p:nvPr/>
          </p:nvSpPr>
          <p:spPr>
            <a:xfrm>
              <a:off x="5347125" y="4247350"/>
              <a:ext cx="30925" cy="21475"/>
            </a:xfrm>
            <a:custGeom>
              <a:avLst/>
              <a:gdLst/>
              <a:ahLst/>
              <a:cxnLst/>
              <a:rect l="l" t="t" r="r" b="b"/>
              <a:pathLst>
                <a:path w="1237" h="859" extrusionOk="0">
                  <a:moveTo>
                    <a:pt x="1207" y="1"/>
                  </a:moveTo>
                  <a:cubicBezTo>
                    <a:pt x="1202" y="1"/>
                    <a:pt x="1197" y="2"/>
                    <a:pt x="1192" y="5"/>
                  </a:cubicBezTo>
                  <a:lnTo>
                    <a:pt x="15" y="811"/>
                  </a:lnTo>
                  <a:cubicBezTo>
                    <a:pt x="3" y="819"/>
                    <a:pt x="0" y="836"/>
                    <a:pt x="8" y="846"/>
                  </a:cubicBezTo>
                  <a:cubicBezTo>
                    <a:pt x="14" y="854"/>
                    <a:pt x="22" y="858"/>
                    <a:pt x="30" y="858"/>
                  </a:cubicBezTo>
                  <a:cubicBezTo>
                    <a:pt x="35" y="858"/>
                    <a:pt x="39" y="857"/>
                    <a:pt x="45" y="853"/>
                  </a:cubicBezTo>
                  <a:lnTo>
                    <a:pt x="1222" y="49"/>
                  </a:lnTo>
                  <a:cubicBezTo>
                    <a:pt x="1233" y="40"/>
                    <a:pt x="1237" y="24"/>
                    <a:pt x="1229" y="12"/>
                  </a:cubicBezTo>
                  <a:cubicBezTo>
                    <a:pt x="1224" y="5"/>
                    <a:pt x="1216" y="1"/>
                    <a:pt x="120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3" name="Google Shape;9003;p30"/>
            <p:cNvSpPr/>
            <p:nvPr/>
          </p:nvSpPr>
          <p:spPr>
            <a:xfrm>
              <a:off x="5380525" y="4241800"/>
              <a:ext cx="5225" cy="4125"/>
            </a:xfrm>
            <a:custGeom>
              <a:avLst/>
              <a:gdLst/>
              <a:ahLst/>
              <a:cxnLst/>
              <a:rect l="l" t="t" r="r" b="b"/>
              <a:pathLst>
                <a:path w="209" h="165" extrusionOk="0">
                  <a:moveTo>
                    <a:pt x="179" y="1"/>
                  </a:moveTo>
                  <a:cubicBezTo>
                    <a:pt x="173" y="1"/>
                    <a:pt x="168" y="2"/>
                    <a:pt x="163" y="5"/>
                  </a:cubicBezTo>
                  <a:lnTo>
                    <a:pt x="14" y="117"/>
                  </a:lnTo>
                  <a:cubicBezTo>
                    <a:pt x="3" y="125"/>
                    <a:pt x="0" y="141"/>
                    <a:pt x="10" y="153"/>
                  </a:cubicBezTo>
                  <a:cubicBezTo>
                    <a:pt x="14" y="160"/>
                    <a:pt x="22" y="164"/>
                    <a:pt x="30" y="164"/>
                  </a:cubicBezTo>
                  <a:cubicBezTo>
                    <a:pt x="35" y="164"/>
                    <a:pt x="41" y="162"/>
                    <a:pt x="45" y="159"/>
                  </a:cubicBezTo>
                  <a:lnTo>
                    <a:pt x="194" y="47"/>
                  </a:lnTo>
                  <a:cubicBezTo>
                    <a:pt x="206" y="39"/>
                    <a:pt x="209" y="23"/>
                    <a:pt x="199" y="11"/>
                  </a:cubicBezTo>
                  <a:cubicBezTo>
                    <a:pt x="195" y="4"/>
                    <a:pt x="187" y="1"/>
                    <a:pt x="17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4" name="Google Shape;9004;p30"/>
            <p:cNvSpPr/>
            <p:nvPr/>
          </p:nvSpPr>
          <p:spPr>
            <a:xfrm>
              <a:off x="5401175" y="4226850"/>
              <a:ext cx="20600" cy="14875"/>
            </a:xfrm>
            <a:custGeom>
              <a:avLst/>
              <a:gdLst/>
              <a:ahLst/>
              <a:cxnLst/>
              <a:rect l="l" t="t" r="r" b="b"/>
              <a:pathLst>
                <a:path w="824" h="595" extrusionOk="0">
                  <a:moveTo>
                    <a:pt x="794" y="0"/>
                  </a:moveTo>
                  <a:cubicBezTo>
                    <a:pt x="789" y="0"/>
                    <a:pt x="783" y="2"/>
                    <a:pt x="778" y="6"/>
                  </a:cubicBezTo>
                  <a:cubicBezTo>
                    <a:pt x="538" y="203"/>
                    <a:pt x="282" y="384"/>
                    <a:pt x="16" y="547"/>
                  </a:cubicBezTo>
                  <a:cubicBezTo>
                    <a:pt x="4" y="554"/>
                    <a:pt x="0" y="570"/>
                    <a:pt x="8" y="582"/>
                  </a:cubicBezTo>
                  <a:cubicBezTo>
                    <a:pt x="12" y="590"/>
                    <a:pt x="22" y="594"/>
                    <a:pt x="30" y="594"/>
                  </a:cubicBezTo>
                  <a:cubicBezTo>
                    <a:pt x="35" y="594"/>
                    <a:pt x="39" y="593"/>
                    <a:pt x="43" y="590"/>
                  </a:cubicBezTo>
                  <a:cubicBezTo>
                    <a:pt x="311" y="427"/>
                    <a:pt x="569" y="244"/>
                    <a:pt x="812" y="47"/>
                  </a:cubicBezTo>
                  <a:cubicBezTo>
                    <a:pt x="822" y="37"/>
                    <a:pt x="824" y="21"/>
                    <a:pt x="816" y="10"/>
                  </a:cubicBezTo>
                  <a:cubicBezTo>
                    <a:pt x="810" y="4"/>
                    <a:pt x="802" y="0"/>
                    <a:pt x="79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5" name="Google Shape;9005;p30"/>
            <p:cNvSpPr/>
            <p:nvPr/>
          </p:nvSpPr>
          <p:spPr>
            <a:xfrm>
              <a:off x="5425800" y="4220325"/>
              <a:ext cx="5475" cy="4025"/>
            </a:xfrm>
            <a:custGeom>
              <a:avLst/>
              <a:gdLst/>
              <a:ahLst/>
              <a:cxnLst/>
              <a:rect l="l" t="t" r="r" b="b"/>
              <a:pathLst>
                <a:path w="219" h="161" extrusionOk="0">
                  <a:moveTo>
                    <a:pt x="189" y="0"/>
                  </a:moveTo>
                  <a:cubicBezTo>
                    <a:pt x="184" y="0"/>
                    <a:pt x="178" y="2"/>
                    <a:pt x="174" y="5"/>
                  </a:cubicBezTo>
                  <a:lnTo>
                    <a:pt x="15" y="114"/>
                  </a:lnTo>
                  <a:cubicBezTo>
                    <a:pt x="3" y="122"/>
                    <a:pt x="0" y="138"/>
                    <a:pt x="8" y="150"/>
                  </a:cubicBezTo>
                  <a:cubicBezTo>
                    <a:pt x="14" y="157"/>
                    <a:pt x="22" y="161"/>
                    <a:pt x="30" y="161"/>
                  </a:cubicBezTo>
                  <a:cubicBezTo>
                    <a:pt x="34" y="161"/>
                    <a:pt x="39" y="160"/>
                    <a:pt x="43" y="157"/>
                  </a:cubicBezTo>
                  <a:lnTo>
                    <a:pt x="203" y="48"/>
                  </a:lnTo>
                  <a:cubicBezTo>
                    <a:pt x="215" y="40"/>
                    <a:pt x="218" y="24"/>
                    <a:pt x="210" y="12"/>
                  </a:cubicBezTo>
                  <a:cubicBezTo>
                    <a:pt x="205" y="4"/>
                    <a:pt x="197" y="0"/>
                    <a:pt x="18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6" name="Google Shape;9006;p30"/>
            <p:cNvSpPr/>
            <p:nvPr/>
          </p:nvSpPr>
          <p:spPr>
            <a:xfrm>
              <a:off x="5303800" y="4264950"/>
              <a:ext cx="30125" cy="21700"/>
            </a:xfrm>
            <a:custGeom>
              <a:avLst/>
              <a:gdLst/>
              <a:ahLst/>
              <a:cxnLst/>
              <a:rect l="l" t="t" r="r" b="b"/>
              <a:pathLst>
                <a:path w="1205" h="868" extrusionOk="0">
                  <a:moveTo>
                    <a:pt x="1175" y="0"/>
                  </a:moveTo>
                  <a:cubicBezTo>
                    <a:pt x="1170" y="0"/>
                    <a:pt x="1165" y="2"/>
                    <a:pt x="1160" y="5"/>
                  </a:cubicBezTo>
                  <a:lnTo>
                    <a:pt x="15" y="822"/>
                  </a:lnTo>
                  <a:cubicBezTo>
                    <a:pt x="3" y="830"/>
                    <a:pt x="1" y="846"/>
                    <a:pt x="9" y="857"/>
                  </a:cubicBezTo>
                  <a:cubicBezTo>
                    <a:pt x="14" y="865"/>
                    <a:pt x="22" y="867"/>
                    <a:pt x="30" y="867"/>
                  </a:cubicBezTo>
                  <a:cubicBezTo>
                    <a:pt x="36" y="867"/>
                    <a:pt x="41" y="866"/>
                    <a:pt x="45" y="863"/>
                  </a:cubicBezTo>
                  <a:lnTo>
                    <a:pt x="1190" y="47"/>
                  </a:lnTo>
                  <a:cubicBezTo>
                    <a:pt x="1202" y="39"/>
                    <a:pt x="1205" y="23"/>
                    <a:pt x="1197" y="10"/>
                  </a:cubicBezTo>
                  <a:cubicBezTo>
                    <a:pt x="1191" y="4"/>
                    <a:pt x="1183" y="0"/>
                    <a:pt x="117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7" name="Google Shape;9007;p30"/>
            <p:cNvSpPr/>
            <p:nvPr/>
          </p:nvSpPr>
          <p:spPr>
            <a:xfrm>
              <a:off x="5336525" y="4259675"/>
              <a:ext cx="5475" cy="4075"/>
            </a:xfrm>
            <a:custGeom>
              <a:avLst/>
              <a:gdLst/>
              <a:ahLst/>
              <a:cxnLst/>
              <a:rect l="l" t="t" r="r" b="b"/>
              <a:pathLst>
                <a:path w="219" h="163" extrusionOk="0">
                  <a:moveTo>
                    <a:pt x="189" y="0"/>
                  </a:moveTo>
                  <a:cubicBezTo>
                    <a:pt x="184" y="0"/>
                    <a:pt x="179" y="2"/>
                    <a:pt x="174" y="5"/>
                  </a:cubicBezTo>
                  <a:lnTo>
                    <a:pt x="15" y="115"/>
                  </a:lnTo>
                  <a:cubicBezTo>
                    <a:pt x="3" y="123"/>
                    <a:pt x="1" y="139"/>
                    <a:pt x="9" y="151"/>
                  </a:cubicBezTo>
                  <a:cubicBezTo>
                    <a:pt x="14" y="158"/>
                    <a:pt x="22" y="162"/>
                    <a:pt x="30" y="162"/>
                  </a:cubicBezTo>
                  <a:cubicBezTo>
                    <a:pt x="36" y="162"/>
                    <a:pt x="41" y="161"/>
                    <a:pt x="45" y="157"/>
                  </a:cubicBezTo>
                  <a:lnTo>
                    <a:pt x="204" y="48"/>
                  </a:lnTo>
                  <a:cubicBezTo>
                    <a:pt x="216" y="40"/>
                    <a:pt x="219" y="24"/>
                    <a:pt x="210" y="12"/>
                  </a:cubicBezTo>
                  <a:cubicBezTo>
                    <a:pt x="206" y="4"/>
                    <a:pt x="197" y="0"/>
                    <a:pt x="18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8" name="Google Shape;9008;p30"/>
            <p:cNvSpPr/>
            <p:nvPr/>
          </p:nvSpPr>
          <p:spPr>
            <a:xfrm>
              <a:off x="5397750" y="4206150"/>
              <a:ext cx="27975" cy="16975"/>
            </a:xfrm>
            <a:custGeom>
              <a:avLst/>
              <a:gdLst/>
              <a:ahLst/>
              <a:cxnLst/>
              <a:rect l="l" t="t" r="r" b="b"/>
              <a:pathLst>
                <a:path w="1119" h="679" extrusionOk="0">
                  <a:moveTo>
                    <a:pt x="1088" y="1"/>
                  </a:moveTo>
                  <a:cubicBezTo>
                    <a:pt x="1083" y="1"/>
                    <a:pt x="1079" y="2"/>
                    <a:pt x="1075" y="4"/>
                  </a:cubicBezTo>
                  <a:lnTo>
                    <a:pt x="16" y="630"/>
                  </a:lnTo>
                  <a:cubicBezTo>
                    <a:pt x="4" y="636"/>
                    <a:pt x="0" y="653"/>
                    <a:pt x="7" y="665"/>
                  </a:cubicBezTo>
                  <a:cubicBezTo>
                    <a:pt x="12" y="673"/>
                    <a:pt x="20" y="678"/>
                    <a:pt x="30" y="678"/>
                  </a:cubicBezTo>
                  <a:cubicBezTo>
                    <a:pt x="34" y="678"/>
                    <a:pt x="39" y="677"/>
                    <a:pt x="43" y="674"/>
                  </a:cubicBezTo>
                  <a:lnTo>
                    <a:pt x="1101" y="48"/>
                  </a:lnTo>
                  <a:cubicBezTo>
                    <a:pt x="1114" y="42"/>
                    <a:pt x="1118" y="26"/>
                    <a:pt x="1110" y="14"/>
                  </a:cubicBezTo>
                  <a:cubicBezTo>
                    <a:pt x="1105" y="5"/>
                    <a:pt x="1097" y="1"/>
                    <a:pt x="108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9" name="Google Shape;9009;p30"/>
            <p:cNvSpPr/>
            <p:nvPr/>
          </p:nvSpPr>
          <p:spPr>
            <a:xfrm>
              <a:off x="5335025" y="4268875"/>
              <a:ext cx="32125" cy="19950"/>
            </a:xfrm>
            <a:custGeom>
              <a:avLst/>
              <a:gdLst/>
              <a:ahLst/>
              <a:cxnLst/>
              <a:rect l="l" t="t" r="r" b="b"/>
              <a:pathLst>
                <a:path w="1285" h="798" extrusionOk="0">
                  <a:moveTo>
                    <a:pt x="1257" y="1"/>
                  </a:moveTo>
                  <a:cubicBezTo>
                    <a:pt x="1252" y="1"/>
                    <a:pt x="1246" y="2"/>
                    <a:pt x="1242" y="5"/>
                  </a:cubicBezTo>
                  <a:cubicBezTo>
                    <a:pt x="846" y="269"/>
                    <a:pt x="435" y="519"/>
                    <a:pt x="18" y="749"/>
                  </a:cubicBezTo>
                  <a:cubicBezTo>
                    <a:pt x="5" y="756"/>
                    <a:pt x="0" y="772"/>
                    <a:pt x="7" y="784"/>
                  </a:cubicBezTo>
                  <a:cubicBezTo>
                    <a:pt x="12" y="792"/>
                    <a:pt x="22" y="798"/>
                    <a:pt x="30" y="798"/>
                  </a:cubicBezTo>
                  <a:cubicBezTo>
                    <a:pt x="34" y="798"/>
                    <a:pt x="38" y="797"/>
                    <a:pt x="42" y="795"/>
                  </a:cubicBezTo>
                  <a:cubicBezTo>
                    <a:pt x="460" y="564"/>
                    <a:pt x="873" y="314"/>
                    <a:pt x="1270" y="49"/>
                  </a:cubicBezTo>
                  <a:cubicBezTo>
                    <a:pt x="1282" y="40"/>
                    <a:pt x="1285" y="24"/>
                    <a:pt x="1278" y="12"/>
                  </a:cubicBezTo>
                  <a:cubicBezTo>
                    <a:pt x="1273" y="5"/>
                    <a:pt x="1265" y="1"/>
                    <a:pt x="125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0" name="Google Shape;9010;p30"/>
            <p:cNvSpPr/>
            <p:nvPr/>
          </p:nvSpPr>
          <p:spPr>
            <a:xfrm>
              <a:off x="5321900" y="4327125"/>
              <a:ext cx="32400" cy="14725"/>
            </a:xfrm>
            <a:custGeom>
              <a:avLst/>
              <a:gdLst/>
              <a:ahLst/>
              <a:cxnLst/>
              <a:rect l="l" t="t" r="r" b="b"/>
              <a:pathLst>
                <a:path w="1296" h="589" extrusionOk="0">
                  <a:moveTo>
                    <a:pt x="1267" y="0"/>
                  </a:moveTo>
                  <a:cubicBezTo>
                    <a:pt x="1263" y="0"/>
                    <a:pt x="1259" y="1"/>
                    <a:pt x="1256" y="3"/>
                  </a:cubicBezTo>
                  <a:lnTo>
                    <a:pt x="19" y="538"/>
                  </a:lnTo>
                  <a:cubicBezTo>
                    <a:pt x="6" y="544"/>
                    <a:pt x="0" y="560"/>
                    <a:pt x="6" y="572"/>
                  </a:cubicBezTo>
                  <a:cubicBezTo>
                    <a:pt x="10" y="583"/>
                    <a:pt x="19" y="588"/>
                    <a:pt x="29" y="588"/>
                  </a:cubicBezTo>
                  <a:lnTo>
                    <a:pt x="30" y="588"/>
                  </a:lnTo>
                  <a:cubicBezTo>
                    <a:pt x="33" y="588"/>
                    <a:pt x="37" y="587"/>
                    <a:pt x="39" y="585"/>
                  </a:cubicBezTo>
                  <a:lnTo>
                    <a:pt x="1277" y="50"/>
                  </a:lnTo>
                  <a:cubicBezTo>
                    <a:pt x="1291" y="45"/>
                    <a:pt x="1296" y="28"/>
                    <a:pt x="1291" y="16"/>
                  </a:cubicBezTo>
                  <a:cubicBezTo>
                    <a:pt x="1287" y="6"/>
                    <a:pt x="1277" y="0"/>
                    <a:pt x="126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1" name="Google Shape;9011;p30"/>
            <p:cNvSpPr/>
            <p:nvPr/>
          </p:nvSpPr>
          <p:spPr>
            <a:xfrm>
              <a:off x="5360750" y="4322325"/>
              <a:ext cx="5100" cy="2875"/>
            </a:xfrm>
            <a:custGeom>
              <a:avLst/>
              <a:gdLst/>
              <a:ahLst/>
              <a:cxnLst/>
              <a:rect l="l" t="t" r="r" b="b"/>
              <a:pathLst>
                <a:path w="204" h="115" extrusionOk="0">
                  <a:moveTo>
                    <a:pt x="174" y="1"/>
                  </a:moveTo>
                  <a:cubicBezTo>
                    <a:pt x="170" y="1"/>
                    <a:pt x="167" y="1"/>
                    <a:pt x="164" y="2"/>
                  </a:cubicBezTo>
                  <a:lnTo>
                    <a:pt x="19" y="64"/>
                  </a:lnTo>
                  <a:cubicBezTo>
                    <a:pt x="7" y="70"/>
                    <a:pt x="0" y="86"/>
                    <a:pt x="6" y="99"/>
                  </a:cubicBezTo>
                  <a:cubicBezTo>
                    <a:pt x="10" y="109"/>
                    <a:pt x="19" y="114"/>
                    <a:pt x="30" y="114"/>
                  </a:cubicBezTo>
                  <a:cubicBezTo>
                    <a:pt x="34" y="114"/>
                    <a:pt x="37" y="114"/>
                    <a:pt x="41" y="113"/>
                  </a:cubicBezTo>
                  <a:lnTo>
                    <a:pt x="185" y="51"/>
                  </a:lnTo>
                  <a:cubicBezTo>
                    <a:pt x="198" y="46"/>
                    <a:pt x="203" y="29"/>
                    <a:pt x="198" y="16"/>
                  </a:cubicBezTo>
                  <a:cubicBezTo>
                    <a:pt x="194" y="7"/>
                    <a:pt x="184" y="1"/>
                    <a:pt x="17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2" name="Google Shape;9012;p30"/>
            <p:cNvSpPr/>
            <p:nvPr/>
          </p:nvSpPr>
          <p:spPr>
            <a:xfrm>
              <a:off x="5379975" y="4294575"/>
              <a:ext cx="18625" cy="10650"/>
            </a:xfrm>
            <a:custGeom>
              <a:avLst/>
              <a:gdLst/>
              <a:ahLst/>
              <a:cxnLst/>
              <a:rect l="l" t="t" r="r" b="b"/>
              <a:pathLst>
                <a:path w="745" h="426" extrusionOk="0">
                  <a:moveTo>
                    <a:pt x="716" y="1"/>
                  </a:moveTo>
                  <a:cubicBezTo>
                    <a:pt x="711" y="1"/>
                    <a:pt x="707" y="2"/>
                    <a:pt x="703" y="4"/>
                  </a:cubicBezTo>
                  <a:lnTo>
                    <a:pt x="17" y="377"/>
                  </a:lnTo>
                  <a:cubicBezTo>
                    <a:pt x="5" y="383"/>
                    <a:pt x="1" y="399"/>
                    <a:pt x="8" y="412"/>
                  </a:cubicBezTo>
                  <a:cubicBezTo>
                    <a:pt x="12" y="421"/>
                    <a:pt x="21" y="425"/>
                    <a:pt x="30" y="425"/>
                  </a:cubicBezTo>
                  <a:cubicBezTo>
                    <a:pt x="34" y="425"/>
                    <a:pt x="38" y="425"/>
                    <a:pt x="42" y="422"/>
                  </a:cubicBezTo>
                  <a:lnTo>
                    <a:pt x="727" y="50"/>
                  </a:lnTo>
                  <a:cubicBezTo>
                    <a:pt x="741" y="42"/>
                    <a:pt x="745" y="27"/>
                    <a:pt x="738" y="13"/>
                  </a:cubicBezTo>
                  <a:cubicBezTo>
                    <a:pt x="733" y="5"/>
                    <a:pt x="725" y="1"/>
                    <a:pt x="71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3" name="Google Shape;9013;p30"/>
            <p:cNvSpPr/>
            <p:nvPr/>
          </p:nvSpPr>
          <p:spPr>
            <a:xfrm>
              <a:off x="5401450" y="4290050"/>
              <a:ext cx="4900" cy="3300"/>
            </a:xfrm>
            <a:custGeom>
              <a:avLst/>
              <a:gdLst/>
              <a:ahLst/>
              <a:cxnLst/>
              <a:rect l="l" t="t" r="r" b="b"/>
              <a:pathLst>
                <a:path w="196" h="132" extrusionOk="0">
                  <a:moveTo>
                    <a:pt x="166" y="1"/>
                  </a:moveTo>
                  <a:cubicBezTo>
                    <a:pt x="161" y="1"/>
                    <a:pt x="156" y="2"/>
                    <a:pt x="152" y="5"/>
                  </a:cubicBezTo>
                  <a:lnTo>
                    <a:pt x="18" y="83"/>
                  </a:lnTo>
                  <a:cubicBezTo>
                    <a:pt x="5" y="89"/>
                    <a:pt x="0" y="106"/>
                    <a:pt x="8" y="118"/>
                  </a:cubicBezTo>
                  <a:cubicBezTo>
                    <a:pt x="12" y="126"/>
                    <a:pt x="22" y="131"/>
                    <a:pt x="30" y="131"/>
                  </a:cubicBezTo>
                  <a:cubicBezTo>
                    <a:pt x="35" y="131"/>
                    <a:pt x="39" y="130"/>
                    <a:pt x="43" y="127"/>
                  </a:cubicBezTo>
                  <a:lnTo>
                    <a:pt x="179" y="49"/>
                  </a:lnTo>
                  <a:cubicBezTo>
                    <a:pt x="191" y="42"/>
                    <a:pt x="195" y="26"/>
                    <a:pt x="188" y="14"/>
                  </a:cubicBezTo>
                  <a:cubicBezTo>
                    <a:pt x="183" y="5"/>
                    <a:pt x="174" y="1"/>
                    <a:pt x="16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4" name="Google Shape;9014;p30"/>
            <p:cNvSpPr/>
            <p:nvPr/>
          </p:nvSpPr>
          <p:spPr>
            <a:xfrm>
              <a:off x="5416600" y="4284250"/>
              <a:ext cx="16300" cy="11500"/>
            </a:xfrm>
            <a:custGeom>
              <a:avLst/>
              <a:gdLst/>
              <a:ahLst/>
              <a:cxnLst/>
              <a:rect l="l" t="t" r="r" b="b"/>
              <a:pathLst>
                <a:path w="652" h="460" extrusionOk="0">
                  <a:moveTo>
                    <a:pt x="623" y="1"/>
                  </a:moveTo>
                  <a:cubicBezTo>
                    <a:pt x="617" y="1"/>
                    <a:pt x="611" y="3"/>
                    <a:pt x="606" y="7"/>
                  </a:cubicBezTo>
                  <a:cubicBezTo>
                    <a:pt x="419" y="153"/>
                    <a:pt x="221" y="289"/>
                    <a:pt x="17" y="412"/>
                  </a:cubicBezTo>
                  <a:cubicBezTo>
                    <a:pt x="5" y="420"/>
                    <a:pt x="1" y="434"/>
                    <a:pt x="9" y="448"/>
                  </a:cubicBezTo>
                  <a:cubicBezTo>
                    <a:pt x="13" y="456"/>
                    <a:pt x="22" y="460"/>
                    <a:pt x="30" y="460"/>
                  </a:cubicBezTo>
                  <a:cubicBezTo>
                    <a:pt x="36" y="460"/>
                    <a:pt x="40" y="459"/>
                    <a:pt x="44" y="456"/>
                  </a:cubicBezTo>
                  <a:cubicBezTo>
                    <a:pt x="250" y="332"/>
                    <a:pt x="450" y="195"/>
                    <a:pt x="639" y="47"/>
                  </a:cubicBezTo>
                  <a:cubicBezTo>
                    <a:pt x="649" y="39"/>
                    <a:pt x="652" y="23"/>
                    <a:pt x="643" y="11"/>
                  </a:cubicBezTo>
                  <a:cubicBezTo>
                    <a:pt x="638" y="4"/>
                    <a:pt x="630" y="1"/>
                    <a:pt x="62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5" name="Google Shape;9015;p30"/>
            <p:cNvSpPr/>
            <p:nvPr/>
          </p:nvSpPr>
          <p:spPr>
            <a:xfrm>
              <a:off x="5284700" y="4333050"/>
              <a:ext cx="29825" cy="10900"/>
            </a:xfrm>
            <a:custGeom>
              <a:avLst/>
              <a:gdLst/>
              <a:ahLst/>
              <a:cxnLst/>
              <a:rect l="l" t="t" r="r" b="b"/>
              <a:pathLst>
                <a:path w="1193" h="436" extrusionOk="0">
                  <a:moveTo>
                    <a:pt x="1163" y="0"/>
                  </a:moveTo>
                  <a:cubicBezTo>
                    <a:pt x="1160" y="0"/>
                    <a:pt x="1157" y="1"/>
                    <a:pt x="1155" y="1"/>
                  </a:cubicBezTo>
                  <a:lnTo>
                    <a:pt x="22" y="385"/>
                  </a:lnTo>
                  <a:cubicBezTo>
                    <a:pt x="9" y="390"/>
                    <a:pt x="0" y="404"/>
                    <a:pt x="6" y="418"/>
                  </a:cubicBezTo>
                  <a:cubicBezTo>
                    <a:pt x="10" y="429"/>
                    <a:pt x="19" y="436"/>
                    <a:pt x="30" y="436"/>
                  </a:cubicBezTo>
                  <a:cubicBezTo>
                    <a:pt x="33" y="436"/>
                    <a:pt x="35" y="435"/>
                    <a:pt x="38" y="435"/>
                  </a:cubicBezTo>
                  <a:lnTo>
                    <a:pt x="1171" y="51"/>
                  </a:lnTo>
                  <a:cubicBezTo>
                    <a:pt x="1184" y="46"/>
                    <a:pt x="1192" y="32"/>
                    <a:pt x="1187" y="17"/>
                  </a:cubicBezTo>
                  <a:cubicBezTo>
                    <a:pt x="1184" y="7"/>
                    <a:pt x="1174" y="0"/>
                    <a:pt x="116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16" name="Google Shape;9016;p30"/>
          <p:cNvSpPr/>
          <p:nvPr/>
        </p:nvSpPr>
        <p:spPr>
          <a:xfrm rot="-4516377">
            <a:off x="-4492950" y="2067896"/>
            <a:ext cx="8345864" cy="2323255"/>
          </a:xfrm>
          <a:custGeom>
            <a:avLst/>
            <a:gdLst/>
            <a:ahLst/>
            <a:cxnLst/>
            <a:rect l="l" t="t" r="r" b="b"/>
            <a:pathLst>
              <a:path w="90882" h="25299" extrusionOk="0">
                <a:moveTo>
                  <a:pt x="72564" y="15677"/>
                </a:moveTo>
                <a:cubicBezTo>
                  <a:pt x="73560" y="16327"/>
                  <a:pt x="74389" y="17230"/>
                  <a:pt x="74640" y="18360"/>
                </a:cubicBezTo>
                <a:cubicBezTo>
                  <a:pt x="74857" y="19342"/>
                  <a:pt x="74311" y="20275"/>
                  <a:pt x="73277" y="20275"/>
                </a:cubicBezTo>
                <a:cubicBezTo>
                  <a:pt x="73249" y="20275"/>
                  <a:pt x="73220" y="20274"/>
                  <a:pt x="73191" y="20273"/>
                </a:cubicBezTo>
                <a:cubicBezTo>
                  <a:pt x="72282" y="20229"/>
                  <a:pt x="71511" y="19593"/>
                  <a:pt x="71337" y="18697"/>
                </a:cubicBezTo>
                <a:cubicBezTo>
                  <a:pt x="71128" y="17613"/>
                  <a:pt x="71697" y="16491"/>
                  <a:pt x="72469" y="15763"/>
                </a:cubicBezTo>
                <a:cubicBezTo>
                  <a:pt x="72500" y="15733"/>
                  <a:pt x="72532" y="15705"/>
                  <a:pt x="72564" y="15677"/>
                </a:cubicBezTo>
                <a:close/>
                <a:moveTo>
                  <a:pt x="86496" y="1"/>
                </a:moveTo>
                <a:cubicBezTo>
                  <a:pt x="84950" y="1"/>
                  <a:pt x="83399" y="583"/>
                  <a:pt x="82368" y="1739"/>
                </a:cubicBezTo>
                <a:cubicBezTo>
                  <a:pt x="79628" y="4811"/>
                  <a:pt x="81773" y="10061"/>
                  <a:pt x="77968" y="12477"/>
                </a:cubicBezTo>
                <a:cubicBezTo>
                  <a:pt x="76257" y="13564"/>
                  <a:pt x="74117" y="13894"/>
                  <a:pt x="72523" y="15168"/>
                </a:cubicBezTo>
                <a:cubicBezTo>
                  <a:pt x="72284" y="15023"/>
                  <a:pt x="72044" y="14895"/>
                  <a:pt x="71813" y="14786"/>
                </a:cubicBezTo>
                <a:cubicBezTo>
                  <a:pt x="70534" y="14184"/>
                  <a:pt x="69198" y="13928"/>
                  <a:pt x="67857" y="13928"/>
                </a:cubicBezTo>
                <a:cubicBezTo>
                  <a:pt x="65238" y="13928"/>
                  <a:pt x="62601" y="14906"/>
                  <a:pt x="60334" y="16200"/>
                </a:cubicBezTo>
                <a:cubicBezTo>
                  <a:pt x="58280" y="17372"/>
                  <a:pt x="56381" y="18785"/>
                  <a:pt x="54381" y="20042"/>
                </a:cubicBezTo>
                <a:cubicBezTo>
                  <a:pt x="52283" y="21359"/>
                  <a:pt x="50056" y="22475"/>
                  <a:pt x="47721" y="23303"/>
                </a:cubicBezTo>
                <a:cubicBezTo>
                  <a:pt x="44906" y="24301"/>
                  <a:pt x="41932" y="24874"/>
                  <a:pt x="38958" y="24874"/>
                </a:cubicBezTo>
                <a:cubicBezTo>
                  <a:pt x="37191" y="24874"/>
                  <a:pt x="35424" y="24672"/>
                  <a:pt x="33691" y="24236"/>
                </a:cubicBezTo>
                <a:cubicBezTo>
                  <a:pt x="31552" y="23698"/>
                  <a:pt x="29498" y="22830"/>
                  <a:pt x="27653" y="21618"/>
                </a:cubicBezTo>
                <a:cubicBezTo>
                  <a:pt x="25858" y="20441"/>
                  <a:pt x="24433" y="18932"/>
                  <a:pt x="23054" y="17306"/>
                </a:cubicBezTo>
                <a:cubicBezTo>
                  <a:pt x="21834" y="15867"/>
                  <a:pt x="20574" y="14328"/>
                  <a:pt x="18894" y="13407"/>
                </a:cubicBezTo>
                <a:cubicBezTo>
                  <a:pt x="18022" y="12929"/>
                  <a:pt x="17102" y="12705"/>
                  <a:pt x="16175" y="12705"/>
                </a:cubicBezTo>
                <a:cubicBezTo>
                  <a:pt x="15338" y="12705"/>
                  <a:pt x="14495" y="12887"/>
                  <a:pt x="13677" y="13231"/>
                </a:cubicBezTo>
                <a:cubicBezTo>
                  <a:pt x="11765" y="14034"/>
                  <a:pt x="10141" y="15429"/>
                  <a:pt x="8159" y="16077"/>
                </a:cubicBezTo>
                <a:cubicBezTo>
                  <a:pt x="7526" y="16283"/>
                  <a:pt x="6872" y="16382"/>
                  <a:pt x="6222" y="16382"/>
                </a:cubicBezTo>
                <a:cubicBezTo>
                  <a:pt x="4884" y="16382"/>
                  <a:pt x="3557" y="15963"/>
                  <a:pt x="2434" y="15193"/>
                </a:cubicBezTo>
                <a:cubicBezTo>
                  <a:pt x="1604" y="14624"/>
                  <a:pt x="927" y="13871"/>
                  <a:pt x="448" y="12987"/>
                </a:cubicBezTo>
                <a:cubicBezTo>
                  <a:pt x="409" y="12914"/>
                  <a:pt x="347" y="12884"/>
                  <a:pt x="284" y="12884"/>
                </a:cubicBezTo>
                <a:cubicBezTo>
                  <a:pt x="144" y="12884"/>
                  <a:pt x="1" y="13034"/>
                  <a:pt x="89" y="13197"/>
                </a:cubicBezTo>
                <a:cubicBezTo>
                  <a:pt x="948" y="14781"/>
                  <a:pt x="2438" y="15947"/>
                  <a:pt x="4151" y="16486"/>
                </a:cubicBezTo>
                <a:cubicBezTo>
                  <a:pt x="4815" y="16694"/>
                  <a:pt x="5482" y="16792"/>
                  <a:pt x="6143" y="16792"/>
                </a:cubicBezTo>
                <a:cubicBezTo>
                  <a:pt x="7242" y="16792"/>
                  <a:pt x="8327" y="16522"/>
                  <a:pt x="9365" y="16037"/>
                </a:cubicBezTo>
                <a:cubicBezTo>
                  <a:pt x="11128" y="15213"/>
                  <a:pt x="12684" y="13922"/>
                  <a:pt x="14563" y="13348"/>
                </a:cubicBezTo>
                <a:cubicBezTo>
                  <a:pt x="15083" y="13189"/>
                  <a:pt x="15597" y="13114"/>
                  <a:pt x="16101" y="13114"/>
                </a:cubicBezTo>
                <a:cubicBezTo>
                  <a:pt x="17452" y="13114"/>
                  <a:pt x="18727" y="13651"/>
                  <a:pt x="19836" y="14546"/>
                </a:cubicBezTo>
                <a:cubicBezTo>
                  <a:pt x="21274" y="15705"/>
                  <a:pt x="22395" y="17203"/>
                  <a:pt x="23604" y="18586"/>
                </a:cubicBezTo>
                <a:cubicBezTo>
                  <a:pt x="24943" y="20118"/>
                  <a:pt x="26472" y="21436"/>
                  <a:pt x="28231" y="22467"/>
                </a:cubicBezTo>
                <a:cubicBezTo>
                  <a:pt x="31478" y="24371"/>
                  <a:pt x="35246" y="25299"/>
                  <a:pt x="39000" y="25299"/>
                </a:cubicBezTo>
                <a:cubicBezTo>
                  <a:pt x="39393" y="25299"/>
                  <a:pt x="39786" y="25289"/>
                  <a:pt x="40179" y="25268"/>
                </a:cubicBezTo>
                <a:cubicBezTo>
                  <a:pt x="44729" y="25034"/>
                  <a:pt x="49147" y="23524"/>
                  <a:pt x="53095" y="21293"/>
                </a:cubicBezTo>
                <a:cubicBezTo>
                  <a:pt x="56945" y="19117"/>
                  <a:pt x="60398" y="15879"/>
                  <a:pt x="64761" y="14742"/>
                </a:cubicBezTo>
                <a:cubicBezTo>
                  <a:pt x="65730" y="14489"/>
                  <a:pt x="66741" y="14348"/>
                  <a:pt x="67749" y="14348"/>
                </a:cubicBezTo>
                <a:cubicBezTo>
                  <a:pt x="68677" y="14348"/>
                  <a:pt x="69603" y="14467"/>
                  <a:pt x="70492" y="14728"/>
                </a:cubicBezTo>
                <a:cubicBezTo>
                  <a:pt x="71050" y="14891"/>
                  <a:pt x="71638" y="15135"/>
                  <a:pt x="72193" y="15451"/>
                </a:cubicBezTo>
                <a:cubicBezTo>
                  <a:pt x="72187" y="15458"/>
                  <a:pt x="72180" y="15462"/>
                  <a:pt x="72175" y="15468"/>
                </a:cubicBezTo>
                <a:cubicBezTo>
                  <a:pt x="70954" y="16621"/>
                  <a:pt x="70203" y="18944"/>
                  <a:pt x="71758" y="20157"/>
                </a:cubicBezTo>
                <a:cubicBezTo>
                  <a:pt x="72193" y="20498"/>
                  <a:pt x="72725" y="20667"/>
                  <a:pt x="73236" y="20667"/>
                </a:cubicBezTo>
                <a:cubicBezTo>
                  <a:pt x="74177" y="20667"/>
                  <a:pt x="75047" y="20091"/>
                  <a:pt x="75108" y="18943"/>
                </a:cubicBezTo>
                <a:cubicBezTo>
                  <a:pt x="75184" y="17494"/>
                  <a:pt x="74097" y="16237"/>
                  <a:pt x="72891" y="15407"/>
                </a:cubicBezTo>
                <a:cubicBezTo>
                  <a:pt x="73628" y="14850"/>
                  <a:pt x="74500" y="14479"/>
                  <a:pt x="75351" y="14139"/>
                </a:cubicBezTo>
                <a:cubicBezTo>
                  <a:pt x="77187" y="13405"/>
                  <a:pt x="79117" y="12664"/>
                  <a:pt x="80086" y="10809"/>
                </a:cubicBezTo>
                <a:cubicBezTo>
                  <a:pt x="80955" y="9147"/>
                  <a:pt x="80969" y="7205"/>
                  <a:pt x="81288" y="5397"/>
                </a:cubicBezTo>
                <a:cubicBezTo>
                  <a:pt x="81601" y="3618"/>
                  <a:pt x="82271" y="1922"/>
                  <a:pt x="83946" y="1037"/>
                </a:cubicBezTo>
                <a:cubicBezTo>
                  <a:pt x="84727" y="624"/>
                  <a:pt x="85623" y="415"/>
                  <a:pt x="86518" y="415"/>
                </a:cubicBezTo>
                <a:cubicBezTo>
                  <a:pt x="87265" y="415"/>
                  <a:pt x="88012" y="561"/>
                  <a:pt x="88690" y="857"/>
                </a:cubicBezTo>
                <a:cubicBezTo>
                  <a:pt x="89392" y="1164"/>
                  <a:pt x="89995" y="1636"/>
                  <a:pt x="90464" y="2241"/>
                </a:cubicBezTo>
                <a:cubicBezTo>
                  <a:pt x="90504" y="2292"/>
                  <a:pt x="90552" y="2313"/>
                  <a:pt x="90598" y="2313"/>
                </a:cubicBezTo>
                <a:cubicBezTo>
                  <a:pt x="90744" y="2313"/>
                  <a:pt x="90882" y="2105"/>
                  <a:pt x="90759" y="1947"/>
                </a:cubicBezTo>
                <a:cubicBezTo>
                  <a:pt x="89751" y="647"/>
                  <a:pt x="88126" y="1"/>
                  <a:pt x="8649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9017" name="Google Shape;9017;p30"/>
          <p:cNvSpPr/>
          <p:nvPr/>
        </p:nvSpPr>
        <p:spPr>
          <a:xfrm rot="-5271566">
            <a:off x="7334621" y="838094"/>
            <a:ext cx="5202714" cy="4717616"/>
          </a:xfrm>
          <a:custGeom>
            <a:avLst/>
            <a:gdLst/>
            <a:ahLst/>
            <a:cxnLst/>
            <a:rect l="l" t="t" r="r" b="b"/>
            <a:pathLst>
              <a:path w="80970" h="47327" extrusionOk="0">
                <a:moveTo>
                  <a:pt x="378" y="0"/>
                </a:moveTo>
                <a:lnTo>
                  <a:pt x="577" y="43522"/>
                </a:lnTo>
                <a:cubicBezTo>
                  <a:pt x="623" y="44844"/>
                  <a:pt x="405" y="46021"/>
                  <a:pt x="0" y="47280"/>
                </a:cubicBezTo>
                <a:lnTo>
                  <a:pt x="80946" y="47280"/>
                </a:lnTo>
                <a:lnTo>
                  <a:pt x="80946" y="2760"/>
                </a:lnTo>
                <a:cubicBezTo>
                  <a:pt x="80946" y="2755"/>
                  <a:pt x="80944" y="2753"/>
                  <a:pt x="80942" y="2753"/>
                </a:cubicBezTo>
                <a:cubicBezTo>
                  <a:pt x="80922" y="2753"/>
                  <a:pt x="80828" y="2897"/>
                  <a:pt x="80808" y="2897"/>
                </a:cubicBezTo>
                <a:cubicBezTo>
                  <a:pt x="80806" y="2897"/>
                  <a:pt x="80804" y="2895"/>
                  <a:pt x="80804" y="2890"/>
                </a:cubicBezTo>
                <a:cubicBezTo>
                  <a:pt x="78657" y="2869"/>
                  <a:pt x="76764" y="1572"/>
                  <a:pt x="74744" y="848"/>
                </a:cubicBezTo>
                <a:cubicBezTo>
                  <a:pt x="74021" y="589"/>
                  <a:pt x="73207" y="438"/>
                  <a:pt x="72414" y="438"/>
                </a:cubicBezTo>
                <a:cubicBezTo>
                  <a:pt x="70990" y="438"/>
                  <a:pt x="69635" y="926"/>
                  <a:pt x="69007" y="2154"/>
                </a:cubicBezTo>
                <a:cubicBezTo>
                  <a:pt x="68030" y="4065"/>
                  <a:pt x="69428" y="6652"/>
                  <a:pt x="68234" y="8436"/>
                </a:cubicBezTo>
                <a:cubicBezTo>
                  <a:pt x="67645" y="9315"/>
                  <a:pt x="66636" y="9667"/>
                  <a:pt x="65560" y="9667"/>
                </a:cubicBezTo>
                <a:cubicBezTo>
                  <a:pt x="64726" y="9667"/>
                  <a:pt x="63851" y="9454"/>
                  <a:pt x="63104" y="9112"/>
                </a:cubicBezTo>
                <a:cubicBezTo>
                  <a:pt x="61395" y="8329"/>
                  <a:pt x="59874" y="7044"/>
                  <a:pt x="58020" y="6735"/>
                </a:cubicBezTo>
                <a:cubicBezTo>
                  <a:pt x="57751" y="6690"/>
                  <a:pt x="57483" y="6668"/>
                  <a:pt x="57217" y="6668"/>
                </a:cubicBezTo>
                <a:cubicBezTo>
                  <a:pt x="54384" y="6668"/>
                  <a:pt x="51790" y="9126"/>
                  <a:pt x="51109" y="11948"/>
                </a:cubicBezTo>
                <a:cubicBezTo>
                  <a:pt x="50364" y="15034"/>
                  <a:pt x="51439" y="18302"/>
                  <a:pt x="53081" y="21020"/>
                </a:cubicBezTo>
                <a:cubicBezTo>
                  <a:pt x="54124" y="22744"/>
                  <a:pt x="55398" y="24331"/>
                  <a:pt x="56298" y="26133"/>
                </a:cubicBezTo>
                <a:cubicBezTo>
                  <a:pt x="57199" y="27936"/>
                  <a:pt x="57705" y="30055"/>
                  <a:pt x="57086" y="31973"/>
                </a:cubicBezTo>
                <a:cubicBezTo>
                  <a:pt x="56371" y="34191"/>
                  <a:pt x="54010" y="35574"/>
                  <a:pt x="51715" y="35574"/>
                </a:cubicBezTo>
                <a:cubicBezTo>
                  <a:pt x="50658" y="35574"/>
                  <a:pt x="49615" y="35280"/>
                  <a:pt x="48753" y="34640"/>
                </a:cubicBezTo>
                <a:cubicBezTo>
                  <a:pt x="46801" y="33189"/>
                  <a:pt x="46076" y="30663"/>
                  <a:pt x="45097" y="28436"/>
                </a:cubicBezTo>
                <a:cubicBezTo>
                  <a:pt x="44119" y="26214"/>
                  <a:pt x="42360" y="23901"/>
                  <a:pt x="39934" y="23901"/>
                </a:cubicBezTo>
                <a:cubicBezTo>
                  <a:pt x="39930" y="23901"/>
                  <a:pt x="39925" y="23901"/>
                  <a:pt x="39921" y="23901"/>
                </a:cubicBezTo>
                <a:cubicBezTo>
                  <a:pt x="38067" y="23907"/>
                  <a:pt x="36481" y="25329"/>
                  <a:pt x="35584" y="26953"/>
                </a:cubicBezTo>
                <a:cubicBezTo>
                  <a:pt x="34688" y="28575"/>
                  <a:pt x="34301" y="30423"/>
                  <a:pt x="33643" y="32158"/>
                </a:cubicBezTo>
                <a:cubicBezTo>
                  <a:pt x="32821" y="34318"/>
                  <a:pt x="31482" y="36391"/>
                  <a:pt x="29457" y="37505"/>
                </a:cubicBezTo>
                <a:cubicBezTo>
                  <a:pt x="28584" y="37986"/>
                  <a:pt x="27566" y="38241"/>
                  <a:pt x="26565" y="38241"/>
                </a:cubicBezTo>
                <a:cubicBezTo>
                  <a:pt x="25244" y="38241"/>
                  <a:pt x="23951" y="37797"/>
                  <a:pt x="23050" y="36841"/>
                </a:cubicBezTo>
                <a:cubicBezTo>
                  <a:pt x="21010" y="34679"/>
                  <a:pt x="21735" y="31155"/>
                  <a:pt x="22989" y="28461"/>
                </a:cubicBezTo>
                <a:cubicBezTo>
                  <a:pt x="24196" y="25866"/>
                  <a:pt x="25766" y="23453"/>
                  <a:pt x="26990" y="20866"/>
                </a:cubicBezTo>
                <a:cubicBezTo>
                  <a:pt x="28216" y="18281"/>
                  <a:pt x="29100" y="15431"/>
                  <a:pt x="28801" y="12585"/>
                </a:cubicBezTo>
                <a:cubicBezTo>
                  <a:pt x="28502" y="9738"/>
                  <a:pt x="26815" y="6911"/>
                  <a:pt x="24142" y="5888"/>
                </a:cubicBezTo>
                <a:cubicBezTo>
                  <a:pt x="23303" y="5566"/>
                  <a:pt x="22455" y="5436"/>
                  <a:pt x="21600" y="5436"/>
                </a:cubicBezTo>
                <a:cubicBezTo>
                  <a:pt x="18007" y="5436"/>
                  <a:pt x="14278" y="7739"/>
                  <a:pt x="10510" y="7918"/>
                </a:cubicBezTo>
                <a:cubicBezTo>
                  <a:pt x="10371" y="7924"/>
                  <a:pt x="10233" y="7927"/>
                  <a:pt x="10095" y="7927"/>
                </a:cubicBezTo>
                <a:cubicBezTo>
                  <a:pt x="5579" y="7927"/>
                  <a:pt x="1265" y="4444"/>
                  <a:pt x="378" y="0"/>
                </a:cubicBezTo>
                <a:close/>
                <a:moveTo>
                  <a:pt x="80946" y="47280"/>
                </a:moveTo>
                <a:lnTo>
                  <a:pt x="80946" y="47303"/>
                </a:lnTo>
                <a:cubicBezTo>
                  <a:pt x="80958" y="47292"/>
                  <a:pt x="80970" y="47280"/>
                  <a:pt x="80946" y="47280"/>
                </a:cubicBezTo>
                <a:close/>
                <a:moveTo>
                  <a:pt x="80946" y="47303"/>
                </a:moveTo>
                <a:lnTo>
                  <a:pt x="80946" y="47303"/>
                </a:lnTo>
                <a:cubicBezTo>
                  <a:pt x="80933" y="47315"/>
                  <a:pt x="80921" y="47326"/>
                  <a:pt x="80946" y="47326"/>
                </a:cubicBezTo>
                <a:lnTo>
                  <a:pt x="80946" y="4730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8" name="Google Shape;9018;p30"/>
          <p:cNvSpPr/>
          <p:nvPr/>
        </p:nvSpPr>
        <p:spPr>
          <a:xfrm rot="-5271332">
            <a:off x="6162586" y="697094"/>
            <a:ext cx="5975561" cy="4282739"/>
          </a:xfrm>
          <a:custGeom>
            <a:avLst/>
            <a:gdLst/>
            <a:ahLst/>
            <a:cxnLst/>
            <a:rect l="l" t="t" r="r" b="b"/>
            <a:pathLst>
              <a:path w="82815" h="53698" extrusionOk="0">
                <a:moveTo>
                  <a:pt x="1482" y="2433"/>
                </a:moveTo>
                <a:cubicBezTo>
                  <a:pt x="1475" y="2520"/>
                  <a:pt x="1472" y="2606"/>
                  <a:pt x="1474" y="2691"/>
                </a:cubicBezTo>
                <a:lnTo>
                  <a:pt x="1474" y="2691"/>
                </a:lnTo>
                <a:lnTo>
                  <a:pt x="1482" y="2433"/>
                </a:lnTo>
                <a:close/>
                <a:moveTo>
                  <a:pt x="75877" y="0"/>
                </a:moveTo>
                <a:cubicBezTo>
                  <a:pt x="74507" y="0"/>
                  <a:pt x="73139" y="248"/>
                  <a:pt x="71865" y="757"/>
                </a:cubicBezTo>
                <a:cubicBezTo>
                  <a:pt x="68294" y="2184"/>
                  <a:pt x="65600" y="5606"/>
                  <a:pt x="65052" y="9412"/>
                </a:cubicBezTo>
                <a:cubicBezTo>
                  <a:pt x="64677" y="12022"/>
                  <a:pt x="65177" y="14944"/>
                  <a:pt x="63648" y="17093"/>
                </a:cubicBezTo>
                <a:cubicBezTo>
                  <a:pt x="61912" y="19529"/>
                  <a:pt x="58451" y="19778"/>
                  <a:pt x="55798" y="21160"/>
                </a:cubicBezTo>
                <a:cubicBezTo>
                  <a:pt x="52083" y="23093"/>
                  <a:pt x="49991" y="27705"/>
                  <a:pt x="50982" y="31773"/>
                </a:cubicBezTo>
                <a:cubicBezTo>
                  <a:pt x="51396" y="33468"/>
                  <a:pt x="52269" y="35016"/>
                  <a:pt x="52765" y="36690"/>
                </a:cubicBezTo>
                <a:cubicBezTo>
                  <a:pt x="53263" y="38364"/>
                  <a:pt x="53321" y="40328"/>
                  <a:pt x="52237" y="41696"/>
                </a:cubicBezTo>
                <a:cubicBezTo>
                  <a:pt x="51470" y="42664"/>
                  <a:pt x="50268" y="43107"/>
                  <a:pt x="49028" y="43107"/>
                </a:cubicBezTo>
                <a:cubicBezTo>
                  <a:pt x="48004" y="43107"/>
                  <a:pt x="46954" y="42805"/>
                  <a:pt x="46101" y="42246"/>
                </a:cubicBezTo>
                <a:cubicBezTo>
                  <a:pt x="44215" y="41013"/>
                  <a:pt x="43126" y="38874"/>
                  <a:pt x="42388" y="36743"/>
                </a:cubicBezTo>
                <a:cubicBezTo>
                  <a:pt x="41649" y="34613"/>
                  <a:pt x="41166" y="32374"/>
                  <a:pt x="40090" y="30393"/>
                </a:cubicBezTo>
                <a:cubicBezTo>
                  <a:pt x="39014" y="28412"/>
                  <a:pt x="37169" y="26663"/>
                  <a:pt x="34924" y="26467"/>
                </a:cubicBezTo>
                <a:cubicBezTo>
                  <a:pt x="34775" y="26454"/>
                  <a:pt x="34626" y="26448"/>
                  <a:pt x="34479" y="26448"/>
                </a:cubicBezTo>
                <a:cubicBezTo>
                  <a:pt x="32553" y="26448"/>
                  <a:pt x="30757" y="27518"/>
                  <a:pt x="29030" y="28431"/>
                </a:cubicBezTo>
                <a:cubicBezTo>
                  <a:pt x="27694" y="29137"/>
                  <a:pt x="26175" y="29775"/>
                  <a:pt x="24705" y="29775"/>
                </a:cubicBezTo>
                <a:cubicBezTo>
                  <a:pt x="24131" y="29775"/>
                  <a:pt x="23565" y="29678"/>
                  <a:pt x="23020" y="29450"/>
                </a:cubicBezTo>
                <a:cubicBezTo>
                  <a:pt x="21436" y="28785"/>
                  <a:pt x="20451" y="27130"/>
                  <a:pt x="20092" y="25450"/>
                </a:cubicBezTo>
                <a:cubicBezTo>
                  <a:pt x="19732" y="23768"/>
                  <a:pt x="19891" y="22027"/>
                  <a:pt x="19966" y="20309"/>
                </a:cubicBezTo>
                <a:cubicBezTo>
                  <a:pt x="20100" y="17270"/>
                  <a:pt x="19944" y="14134"/>
                  <a:pt x="18711" y="11352"/>
                </a:cubicBezTo>
                <a:cubicBezTo>
                  <a:pt x="17479" y="8570"/>
                  <a:pt x="14987" y="6190"/>
                  <a:pt x="11970" y="5804"/>
                </a:cubicBezTo>
                <a:cubicBezTo>
                  <a:pt x="11624" y="5760"/>
                  <a:pt x="11277" y="5742"/>
                  <a:pt x="10930" y="5742"/>
                </a:cubicBezTo>
                <a:cubicBezTo>
                  <a:pt x="9380" y="5742"/>
                  <a:pt x="7823" y="6102"/>
                  <a:pt x="6267" y="6102"/>
                </a:cubicBezTo>
                <a:cubicBezTo>
                  <a:pt x="6089" y="6102"/>
                  <a:pt x="5912" y="6097"/>
                  <a:pt x="5734" y="6087"/>
                </a:cubicBezTo>
                <a:cubicBezTo>
                  <a:pt x="3741" y="5968"/>
                  <a:pt x="1513" y="4631"/>
                  <a:pt x="1474" y="2691"/>
                </a:cubicBezTo>
                <a:lnTo>
                  <a:pt x="1474" y="2691"/>
                </a:lnTo>
                <a:lnTo>
                  <a:pt x="44" y="51034"/>
                </a:lnTo>
                <a:cubicBezTo>
                  <a:pt x="1" y="51807"/>
                  <a:pt x="46" y="52838"/>
                  <a:pt x="3" y="53612"/>
                </a:cubicBezTo>
                <a:lnTo>
                  <a:pt x="82815" y="53698"/>
                </a:lnTo>
                <a:lnTo>
                  <a:pt x="82766" y="2337"/>
                </a:lnTo>
                <a:cubicBezTo>
                  <a:pt x="80824" y="805"/>
                  <a:pt x="78348" y="0"/>
                  <a:pt x="7587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19" name="Google Shape;9019;p30"/>
          <p:cNvGrpSpPr/>
          <p:nvPr/>
        </p:nvGrpSpPr>
        <p:grpSpPr>
          <a:xfrm rot="-5165841" flipH="1">
            <a:off x="7090667" y="553293"/>
            <a:ext cx="2980253" cy="2003073"/>
            <a:chOff x="5418500" y="3564000"/>
            <a:chExt cx="704550" cy="473550"/>
          </a:xfrm>
        </p:grpSpPr>
        <p:sp>
          <p:nvSpPr>
            <p:cNvPr id="9020" name="Google Shape;9020;p30"/>
            <p:cNvSpPr/>
            <p:nvPr/>
          </p:nvSpPr>
          <p:spPr>
            <a:xfrm>
              <a:off x="5598675" y="3565300"/>
              <a:ext cx="159100" cy="231550"/>
            </a:xfrm>
            <a:custGeom>
              <a:avLst/>
              <a:gdLst/>
              <a:ahLst/>
              <a:cxnLst/>
              <a:rect l="l" t="t" r="r" b="b"/>
              <a:pathLst>
                <a:path w="6364" h="9262" extrusionOk="0">
                  <a:moveTo>
                    <a:pt x="0" y="0"/>
                  </a:moveTo>
                  <a:cubicBezTo>
                    <a:pt x="914" y="3719"/>
                    <a:pt x="3219" y="7077"/>
                    <a:pt x="6363" y="9261"/>
                  </a:cubicBezTo>
                  <a:cubicBezTo>
                    <a:pt x="6143" y="5441"/>
                    <a:pt x="3413" y="1733"/>
                    <a:pt x="0" y="0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1" name="Google Shape;9021;p30"/>
            <p:cNvSpPr/>
            <p:nvPr/>
          </p:nvSpPr>
          <p:spPr>
            <a:xfrm>
              <a:off x="5597275" y="3564000"/>
              <a:ext cx="161800" cy="234150"/>
            </a:xfrm>
            <a:custGeom>
              <a:avLst/>
              <a:gdLst/>
              <a:ahLst/>
              <a:cxnLst/>
              <a:rect l="l" t="t" r="r" b="b"/>
              <a:pathLst>
                <a:path w="6472" h="9366" extrusionOk="0">
                  <a:moveTo>
                    <a:pt x="134" y="151"/>
                  </a:moveTo>
                  <a:lnTo>
                    <a:pt x="134" y="151"/>
                  </a:lnTo>
                  <a:cubicBezTo>
                    <a:pt x="3569" y="1941"/>
                    <a:pt x="6109" y="5638"/>
                    <a:pt x="6360" y="9210"/>
                  </a:cubicBezTo>
                  <a:cubicBezTo>
                    <a:pt x="3313" y="7057"/>
                    <a:pt x="1052" y="3767"/>
                    <a:pt x="134" y="151"/>
                  </a:cubicBezTo>
                  <a:close/>
                  <a:moveTo>
                    <a:pt x="55" y="0"/>
                  </a:moveTo>
                  <a:cubicBezTo>
                    <a:pt x="44" y="0"/>
                    <a:pt x="33" y="4"/>
                    <a:pt x="24" y="12"/>
                  </a:cubicBezTo>
                  <a:cubicBezTo>
                    <a:pt x="8" y="24"/>
                    <a:pt x="1" y="44"/>
                    <a:pt x="6" y="64"/>
                  </a:cubicBezTo>
                  <a:cubicBezTo>
                    <a:pt x="918" y="3784"/>
                    <a:pt x="3246" y="7170"/>
                    <a:pt x="6390" y="9357"/>
                  </a:cubicBezTo>
                  <a:cubicBezTo>
                    <a:pt x="6398" y="9362"/>
                    <a:pt x="6409" y="9366"/>
                    <a:pt x="6419" y="9366"/>
                  </a:cubicBezTo>
                  <a:cubicBezTo>
                    <a:pt x="6428" y="9366"/>
                    <a:pt x="6437" y="9363"/>
                    <a:pt x="6445" y="9359"/>
                  </a:cubicBezTo>
                  <a:cubicBezTo>
                    <a:pt x="6462" y="9350"/>
                    <a:pt x="6472" y="9331"/>
                    <a:pt x="6471" y="9311"/>
                  </a:cubicBezTo>
                  <a:cubicBezTo>
                    <a:pt x="6259" y="5637"/>
                    <a:pt x="3631" y="1811"/>
                    <a:pt x="80" y="7"/>
                  </a:cubicBezTo>
                  <a:cubicBezTo>
                    <a:pt x="72" y="3"/>
                    <a:pt x="64" y="0"/>
                    <a:pt x="5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2" name="Google Shape;9022;p30"/>
            <p:cNvSpPr/>
            <p:nvPr/>
          </p:nvSpPr>
          <p:spPr>
            <a:xfrm>
              <a:off x="5597925" y="3564650"/>
              <a:ext cx="160600" cy="232875"/>
            </a:xfrm>
            <a:custGeom>
              <a:avLst/>
              <a:gdLst/>
              <a:ahLst/>
              <a:cxnLst/>
              <a:rect l="l" t="t" r="r" b="b"/>
              <a:pathLst>
                <a:path w="6424" h="9315" extrusionOk="0">
                  <a:moveTo>
                    <a:pt x="31" y="0"/>
                  </a:moveTo>
                  <a:cubicBezTo>
                    <a:pt x="26" y="0"/>
                    <a:pt x="21" y="2"/>
                    <a:pt x="17" y="5"/>
                  </a:cubicBezTo>
                  <a:cubicBezTo>
                    <a:pt x="4" y="13"/>
                    <a:pt x="0" y="29"/>
                    <a:pt x="9" y="41"/>
                  </a:cubicBezTo>
                  <a:cubicBezTo>
                    <a:pt x="1024" y="1571"/>
                    <a:pt x="2126" y="3147"/>
                    <a:pt x="3190" y="4672"/>
                  </a:cubicBezTo>
                  <a:cubicBezTo>
                    <a:pt x="4254" y="6196"/>
                    <a:pt x="5356" y="7773"/>
                    <a:pt x="6372" y="9302"/>
                  </a:cubicBezTo>
                  <a:cubicBezTo>
                    <a:pt x="6376" y="9310"/>
                    <a:pt x="6385" y="9314"/>
                    <a:pt x="6393" y="9314"/>
                  </a:cubicBezTo>
                  <a:cubicBezTo>
                    <a:pt x="6399" y="9314"/>
                    <a:pt x="6403" y="9312"/>
                    <a:pt x="6407" y="9309"/>
                  </a:cubicBezTo>
                  <a:cubicBezTo>
                    <a:pt x="6419" y="9301"/>
                    <a:pt x="6423" y="9285"/>
                    <a:pt x="6415" y="9274"/>
                  </a:cubicBezTo>
                  <a:cubicBezTo>
                    <a:pt x="5399" y="7743"/>
                    <a:pt x="4297" y="6166"/>
                    <a:pt x="3233" y="4642"/>
                  </a:cubicBezTo>
                  <a:cubicBezTo>
                    <a:pt x="2169" y="3118"/>
                    <a:pt x="1067" y="1541"/>
                    <a:pt x="52" y="12"/>
                  </a:cubicBezTo>
                  <a:cubicBezTo>
                    <a:pt x="47" y="4"/>
                    <a:pt x="39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3" name="Google Shape;9023;p30"/>
            <p:cNvSpPr/>
            <p:nvPr/>
          </p:nvSpPr>
          <p:spPr>
            <a:xfrm>
              <a:off x="5633350" y="3654325"/>
              <a:ext cx="41425" cy="21400"/>
            </a:xfrm>
            <a:custGeom>
              <a:avLst/>
              <a:gdLst/>
              <a:ahLst/>
              <a:cxnLst/>
              <a:rect l="l" t="t" r="r" b="b"/>
              <a:pathLst>
                <a:path w="1657" h="856" extrusionOk="0">
                  <a:moveTo>
                    <a:pt x="30" y="1"/>
                  </a:moveTo>
                  <a:cubicBezTo>
                    <a:pt x="22" y="1"/>
                    <a:pt x="15" y="4"/>
                    <a:pt x="10" y="10"/>
                  </a:cubicBezTo>
                  <a:cubicBezTo>
                    <a:pt x="0" y="22"/>
                    <a:pt x="3" y="38"/>
                    <a:pt x="14" y="46"/>
                  </a:cubicBezTo>
                  <a:cubicBezTo>
                    <a:pt x="494" y="431"/>
                    <a:pt x="1004" y="688"/>
                    <a:pt x="1620" y="855"/>
                  </a:cubicBezTo>
                  <a:cubicBezTo>
                    <a:pt x="1623" y="856"/>
                    <a:pt x="1625" y="856"/>
                    <a:pt x="1627" y="856"/>
                  </a:cubicBezTo>
                  <a:cubicBezTo>
                    <a:pt x="1639" y="856"/>
                    <a:pt x="1649" y="848"/>
                    <a:pt x="1652" y="837"/>
                  </a:cubicBezTo>
                  <a:cubicBezTo>
                    <a:pt x="1656" y="824"/>
                    <a:pt x="1648" y="809"/>
                    <a:pt x="1635" y="805"/>
                  </a:cubicBezTo>
                  <a:cubicBezTo>
                    <a:pt x="1025" y="639"/>
                    <a:pt x="521" y="385"/>
                    <a:pt x="46" y="6"/>
                  </a:cubicBezTo>
                  <a:cubicBezTo>
                    <a:pt x="41" y="2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4" name="Google Shape;9024;p30"/>
            <p:cNvSpPr/>
            <p:nvPr/>
          </p:nvSpPr>
          <p:spPr>
            <a:xfrm>
              <a:off x="5687825" y="3635775"/>
              <a:ext cx="9275" cy="66425"/>
            </a:xfrm>
            <a:custGeom>
              <a:avLst/>
              <a:gdLst/>
              <a:ahLst/>
              <a:cxnLst/>
              <a:rect l="l" t="t" r="r" b="b"/>
              <a:pathLst>
                <a:path w="371" h="2657" extrusionOk="0">
                  <a:moveTo>
                    <a:pt x="30" y="0"/>
                  </a:moveTo>
                  <a:cubicBezTo>
                    <a:pt x="28" y="0"/>
                    <a:pt x="26" y="0"/>
                    <a:pt x="23" y="1"/>
                  </a:cubicBezTo>
                  <a:cubicBezTo>
                    <a:pt x="9" y="4"/>
                    <a:pt x="1" y="19"/>
                    <a:pt x="5" y="32"/>
                  </a:cubicBezTo>
                  <a:cubicBezTo>
                    <a:pt x="253" y="932"/>
                    <a:pt x="318" y="1781"/>
                    <a:pt x="204" y="2629"/>
                  </a:cubicBezTo>
                  <a:cubicBezTo>
                    <a:pt x="201" y="2642"/>
                    <a:pt x="212" y="2655"/>
                    <a:pt x="225" y="2657"/>
                  </a:cubicBezTo>
                  <a:lnTo>
                    <a:pt x="229" y="2657"/>
                  </a:lnTo>
                  <a:cubicBezTo>
                    <a:pt x="243" y="2657"/>
                    <a:pt x="253" y="2647"/>
                    <a:pt x="255" y="2635"/>
                  </a:cubicBezTo>
                  <a:cubicBezTo>
                    <a:pt x="370" y="1781"/>
                    <a:pt x="306" y="924"/>
                    <a:pt x="54" y="19"/>
                  </a:cubicBezTo>
                  <a:cubicBezTo>
                    <a:pt x="51" y="7"/>
                    <a:pt x="41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5" name="Google Shape;9025;p30"/>
            <p:cNvSpPr/>
            <p:nvPr/>
          </p:nvSpPr>
          <p:spPr>
            <a:xfrm>
              <a:off x="5673775" y="3717450"/>
              <a:ext cx="43200" cy="20650"/>
            </a:xfrm>
            <a:custGeom>
              <a:avLst/>
              <a:gdLst/>
              <a:ahLst/>
              <a:cxnLst/>
              <a:rect l="l" t="t" r="r" b="b"/>
              <a:pathLst>
                <a:path w="1728" h="826" extrusionOk="0">
                  <a:moveTo>
                    <a:pt x="29" y="1"/>
                  </a:moveTo>
                  <a:cubicBezTo>
                    <a:pt x="21" y="1"/>
                    <a:pt x="13" y="4"/>
                    <a:pt x="8" y="10"/>
                  </a:cubicBezTo>
                  <a:cubicBezTo>
                    <a:pt x="0" y="21"/>
                    <a:pt x="2" y="37"/>
                    <a:pt x="12" y="46"/>
                  </a:cubicBezTo>
                  <a:cubicBezTo>
                    <a:pt x="495" y="449"/>
                    <a:pt x="1076" y="718"/>
                    <a:pt x="1695" y="825"/>
                  </a:cubicBezTo>
                  <a:lnTo>
                    <a:pt x="1699" y="825"/>
                  </a:lnTo>
                  <a:cubicBezTo>
                    <a:pt x="1711" y="825"/>
                    <a:pt x="1722" y="816"/>
                    <a:pt x="1725" y="804"/>
                  </a:cubicBezTo>
                  <a:cubicBezTo>
                    <a:pt x="1728" y="790"/>
                    <a:pt x="1718" y="775"/>
                    <a:pt x="1703" y="774"/>
                  </a:cubicBezTo>
                  <a:cubicBezTo>
                    <a:pt x="1094" y="668"/>
                    <a:pt x="521" y="403"/>
                    <a:pt x="46" y="7"/>
                  </a:cubicBezTo>
                  <a:cubicBezTo>
                    <a:pt x="41" y="3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6" name="Google Shape;9026;p30"/>
            <p:cNvSpPr/>
            <p:nvPr/>
          </p:nvSpPr>
          <p:spPr>
            <a:xfrm>
              <a:off x="5643100" y="3593375"/>
              <a:ext cx="3075" cy="40225"/>
            </a:xfrm>
            <a:custGeom>
              <a:avLst/>
              <a:gdLst/>
              <a:ahLst/>
              <a:cxnLst/>
              <a:rect l="l" t="t" r="r" b="b"/>
              <a:pathLst>
                <a:path w="123" h="1609" extrusionOk="0">
                  <a:moveTo>
                    <a:pt x="26" y="1"/>
                  </a:moveTo>
                  <a:cubicBezTo>
                    <a:pt x="12" y="1"/>
                    <a:pt x="0" y="13"/>
                    <a:pt x="2" y="28"/>
                  </a:cubicBezTo>
                  <a:lnTo>
                    <a:pt x="70" y="1584"/>
                  </a:lnTo>
                  <a:cubicBezTo>
                    <a:pt x="70" y="1598"/>
                    <a:pt x="82" y="1608"/>
                    <a:pt x="96" y="1608"/>
                  </a:cubicBezTo>
                  <a:lnTo>
                    <a:pt x="97" y="1608"/>
                  </a:lnTo>
                  <a:cubicBezTo>
                    <a:pt x="111" y="1607"/>
                    <a:pt x="123" y="1595"/>
                    <a:pt x="121" y="1581"/>
                  </a:cubicBezTo>
                  <a:lnTo>
                    <a:pt x="53" y="25"/>
                  </a:lnTo>
                  <a:cubicBezTo>
                    <a:pt x="53" y="10"/>
                    <a:pt x="39" y="2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7" name="Google Shape;9027;p30"/>
            <p:cNvSpPr/>
            <p:nvPr/>
          </p:nvSpPr>
          <p:spPr>
            <a:xfrm>
              <a:off x="5685125" y="3667400"/>
              <a:ext cx="2725" cy="25725"/>
            </a:xfrm>
            <a:custGeom>
              <a:avLst/>
              <a:gdLst/>
              <a:ahLst/>
              <a:cxnLst/>
              <a:rect l="l" t="t" r="r" b="b"/>
              <a:pathLst>
                <a:path w="109" h="1029" extrusionOk="0">
                  <a:moveTo>
                    <a:pt x="64" y="0"/>
                  </a:moveTo>
                  <a:cubicBezTo>
                    <a:pt x="63" y="0"/>
                    <a:pt x="61" y="0"/>
                    <a:pt x="60" y="1"/>
                  </a:cubicBezTo>
                  <a:cubicBezTo>
                    <a:pt x="45" y="2"/>
                    <a:pt x="35" y="14"/>
                    <a:pt x="36" y="29"/>
                  </a:cubicBezTo>
                  <a:cubicBezTo>
                    <a:pt x="56" y="352"/>
                    <a:pt x="45" y="679"/>
                    <a:pt x="2" y="999"/>
                  </a:cubicBezTo>
                  <a:cubicBezTo>
                    <a:pt x="1" y="1012"/>
                    <a:pt x="10" y="1026"/>
                    <a:pt x="25" y="1027"/>
                  </a:cubicBezTo>
                  <a:cubicBezTo>
                    <a:pt x="25" y="1029"/>
                    <a:pt x="26" y="1029"/>
                    <a:pt x="28" y="1029"/>
                  </a:cubicBezTo>
                  <a:cubicBezTo>
                    <a:pt x="41" y="1029"/>
                    <a:pt x="52" y="1019"/>
                    <a:pt x="53" y="1006"/>
                  </a:cubicBezTo>
                  <a:cubicBezTo>
                    <a:pt x="98" y="681"/>
                    <a:pt x="109" y="352"/>
                    <a:pt x="87" y="25"/>
                  </a:cubicBezTo>
                  <a:cubicBezTo>
                    <a:pt x="86" y="13"/>
                    <a:pt x="78" y="0"/>
                    <a:pt x="6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8" name="Google Shape;9028;p30"/>
            <p:cNvSpPr/>
            <p:nvPr/>
          </p:nvSpPr>
          <p:spPr>
            <a:xfrm>
              <a:off x="5685175" y="3653550"/>
              <a:ext cx="1925" cy="8025"/>
            </a:xfrm>
            <a:custGeom>
              <a:avLst/>
              <a:gdLst/>
              <a:ahLst/>
              <a:cxnLst/>
              <a:rect l="l" t="t" r="r" b="b"/>
              <a:pathLst>
                <a:path w="77" h="321" extrusionOk="0">
                  <a:moveTo>
                    <a:pt x="27" y="0"/>
                  </a:moveTo>
                  <a:cubicBezTo>
                    <a:pt x="26" y="0"/>
                    <a:pt x="25" y="0"/>
                    <a:pt x="24" y="0"/>
                  </a:cubicBezTo>
                  <a:cubicBezTo>
                    <a:pt x="11" y="2"/>
                    <a:pt x="0" y="14"/>
                    <a:pt x="2" y="27"/>
                  </a:cubicBezTo>
                  <a:lnTo>
                    <a:pt x="24" y="296"/>
                  </a:lnTo>
                  <a:cubicBezTo>
                    <a:pt x="26" y="310"/>
                    <a:pt x="38" y="321"/>
                    <a:pt x="50" y="321"/>
                  </a:cubicBezTo>
                  <a:lnTo>
                    <a:pt x="53" y="321"/>
                  </a:lnTo>
                  <a:cubicBezTo>
                    <a:pt x="67" y="319"/>
                    <a:pt x="77" y="307"/>
                    <a:pt x="77" y="292"/>
                  </a:cubicBezTo>
                  <a:lnTo>
                    <a:pt x="53" y="23"/>
                  </a:lnTo>
                  <a:cubicBezTo>
                    <a:pt x="51" y="11"/>
                    <a:pt x="41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9" name="Google Shape;9029;p30"/>
            <p:cNvSpPr/>
            <p:nvPr/>
          </p:nvSpPr>
          <p:spPr>
            <a:xfrm>
              <a:off x="5637075" y="3611750"/>
              <a:ext cx="1525" cy="10550"/>
            </a:xfrm>
            <a:custGeom>
              <a:avLst/>
              <a:gdLst/>
              <a:ahLst/>
              <a:cxnLst/>
              <a:rect l="l" t="t" r="r" b="b"/>
              <a:pathLst>
                <a:path w="61" h="422" extrusionOk="0">
                  <a:moveTo>
                    <a:pt x="35" y="0"/>
                  </a:moveTo>
                  <a:cubicBezTo>
                    <a:pt x="23" y="2"/>
                    <a:pt x="10" y="11"/>
                    <a:pt x="8" y="24"/>
                  </a:cubicBezTo>
                  <a:lnTo>
                    <a:pt x="0" y="396"/>
                  </a:lnTo>
                  <a:cubicBezTo>
                    <a:pt x="0" y="409"/>
                    <a:pt x="11" y="421"/>
                    <a:pt x="26" y="421"/>
                  </a:cubicBezTo>
                  <a:cubicBezTo>
                    <a:pt x="41" y="421"/>
                    <a:pt x="52" y="411"/>
                    <a:pt x="53" y="397"/>
                  </a:cubicBezTo>
                  <a:lnTo>
                    <a:pt x="61" y="26"/>
                  </a:lnTo>
                  <a:cubicBezTo>
                    <a:pt x="61" y="12"/>
                    <a:pt x="50" y="0"/>
                    <a:pt x="3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0" name="Google Shape;9030;p30"/>
            <p:cNvSpPr/>
            <p:nvPr/>
          </p:nvSpPr>
          <p:spPr>
            <a:xfrm>
              <a:off x="5637400" y="3603875"/>
              <a:ext cx="1475" cy="3750"/>
            </a:xfrm>
            <a:custGeom>
              <a:avLst/>
              <a:gdLst/>
              <a:ahLst/>
              <a:cxnLst/>
              <a:rect l="l" t="t" r="r" b="b"/>
              <a:pathLst>
                <a:path w="59" h="150" extrusionOk="0">
                  <a:moveTo>
                    <a:pt x="35" y="0"/>
                  </a:moveTo>
                  <a:cubicBezTo>
                    <a:pt x="18" y="2"/>
                    <a:pt x="8" y="11"/>
                    <a:pt x="6" y="25"/>
                  </a:cubicBezTo>
                  <a:lnTo>
                    <a:pt x="2" y="121"/>
                  </a:lnTo>
                  <a:cubicBezTo>
                    <a:pt x="1" y="136"/>
                    <a:pt x="12" y="148"/>
                    <a:pt x="26" y="150"/>
                  </a:cubicBezTo>
                  <a:lnTo>
                    <a:pt x="28" y="150"/>
                  </a:lnTo>
                  <a:cubicBezTo>
                    <a:pt x="41" y="150"/>
                    <a:pt x="52" y="139"/>
                    <a:pt x="53" y="126"/>
                  </a:cubicBezTo>
                  <a:lnTo>
                    <a:pt x="59" y="29"/>
                  </a:lnTo>
                  <a:cubicBezTo>
                    <a:pt x="59" y="14"/>
                    <a:pt x="48" y="2"/>
                    <a:pt x="3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1" name="Google Shape;9031;p30"/>
            <p:cNvSpPr/>
            <p:nvPr/>
          </p:nvSpPr>
          <p:spPr>
            <a:xfrm>
              <a:off x="5626075" y="3639800"/>
              <a:ext cx="15625" cy="10400"/>
            </a:xfrm>
            <a:custGeom>
              <a:avLst/>
              <a:gdLst/>
              <a:ahLst/>
              <a:cxnLst/>
              <a:rect l="l" t="t" r="r" b="b"/>
              <a:pathLst>
                <a:path w="625" h="416" extrusionOk="0">
                  <a:moveTo>
                    <a:pt x="30" y="1"/>
                  </a:moveTo>
                  <a:cubicBezTo>
                    <a:pt x="22" y="1"/>
                    <a:pt x="14" y="4"/>
                    <a:pt x="9" y="11"/>
                  </a:cubicBezTo>
                  <a:cubicBezTo>
                    <a:pt x="0" y="23"/>
                    <a:pt x="3" y="39"/>
                    <a:pt x="14" y="47"/>
                  </a:cubicBezTo>
                  <a:cubicBezTo>
                    <a:pt x="194" y="182"/>
                    <a:pt x="387" y="304"/>
                    <a:pt x="583" y="413"/>
                  </a:cubicBezTo>
                  <a:cubicBezTo>
                    <a:pt x="587" y="416"/>
                    <a:pt x="591" y="416"/>
                    <a:pt x="595" y="416"/>
                  </a:cubicBezTo>
                  <a:cubicBezTo>
                    <a:pt x="605" y="416"/>
                    <a:pt x="614" y="412"/>
                    <a:pt x="618" y="402"/>
                  </a:cubicBezTo>
                  <a:cubicBezTo>
                    <a:pt x="625" y="390"/>
                    <a:pt x="621" y="376"/>
                    <a:pt x="609" y="367"/>
                  </a:cubicBezTo>
                  <a:cubicBezTo>
                    <a:pt x="414" y="260"/>
                    <a:pt x="224" y="139"/>
                    <a:pt x="45" y="6"/>
                  </a:cubicBezTo>
                  <a:cubicBezTo>
                    <a:pt x="41" y="2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2" name="Google Shape;9032;p30"/>
            <p:cNvSpPr/>
            <p:nvPr/>
          </p:nvSpPr>
          <p:spPr>
            <a:xfrm>
              <a:off x="5648175" y="3652750"/>
              <a:ext cx="8700" cy="4750"/>
            </a:xfrm>
            <a:custGeom>
              <a:avLst/>
              <a:gdLst/>
              <a:ahLst/>
              <a:cxnLst/>
              <a:rect l="l" t="t" r="r" b="b"/>
              <a:pathLst>
                <a:path w="348" h="190" extrusionOk="0">
                  <a:moveTo>
                    <a:pt x="29" y="0"/>
                  </a:moveTo>
                  <a:cubicBezTo>
                    <a:pt x="22" y="0"/>
                    <a:pt x="14" y="4"/>
                    <a:pt x="8" y="11"/>
                  </a:cubicBezTo>
                  <a:cubicBezTo>
                    <a:pt x="0" y="22"/>
                    <a:pt x="2" y="38"/>
                    <a:pt x="14" y="47"/>
                  </a:cubicBezTo>
                  <a:cubicBezTo>
                    <a:pt x="101" y="114"/>
                    <a:pt x="205" y="164"/>
                    <a:pt x="312" y="190"/>
                  </a:cubicBezTo>
                  <a:lnTo>
                    <a:pt x="318" y="190"/>
                  </a:lnTo>
                  <a:cubicBezTo>
                    <a:pt x="330" y="190"/>
                    <a:pt x="341" y="182"/>
                    <a:pt x="343" y="171"/>
                  </a:cubicBezTo>
                  <a:cubicBezTo>
                    <a:pt x="347" y="156"/>
                    <a:pt x="338" y="143"/>
                    <a:pt x="325" y="139"/>
                  </a:cubicBezTo>
                  <a:cubicBezTo>
                    <a:pt x="224" y="116"/>
                    <a:pt x="127" y="70"/>
                    <a:pt x="45" y="6"/>
                  </a:cubicBezTo>
                  <a:cubicBezTo>
                    <a:pt x="40" y="2"/>
                    <a:pt x="35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3" name="Google Shape;9033;p30"/>
            <p:cNvSpPr/>
            <p:nvPr/>
          </p:nvSpPr>
          <p:spPr>
            <a:xfrm>
              <a:off x="5659900" y="3698575"/>
              <a:ext cx="23400" cy="13225"/>
            </a:xfrm>
            <a:custGeom>
              <a:avLst/>
              <a:gdLst/>
              <a:ahLst/>
              <a:cxnLst/>
              <a:rect l="l" t="t" r="r" b="b"/>
              <a:pathLst>
                <a:path w="936" h="529" extrusionOk="0">
                  <a:moveTo>
                    <a:pt x="31" y="0"/>
                  </a:moveTo>
                  <a:cubicBezTo>
                    <a:pt x="22" y="0"/>
                    <a:pt x="13" y="5"/>
                    <a:pt x="9" y="13"/>
                  </a:cubicBezTo>
                  <a:cubicBezTo>
                    <a:pt x="1" y="25"/>
                    <a:pt x="5" y="41"/>
                    <a:pt x="17" y="48"/>
                  </a:cubicBezTo>
                  <a:cubicBezTo>
                    <a:pt x="301" y="221"/>
                    <a:pt x="596" y="383"/>
                    <a:pt x="894" y="525"/>
                  </a:cubicBezTo>
                  <a:cubicBezTo>
                    <a:pt x="898" y="528"/>
                    <a:pt x="902" y="528"/>
                    <a:pt x="906" y="528"/>
                  </a:cubicBezTo>
                  <a:cubicBezTo>
                    <a:pt x="916" y="528"/>
                    <a:pt x="925" y="523"/>
                    <a:pt x="929" y="513"/>
                  </a:cubicBezTo>
                  <a:cubicBezTo>
                    <a:pt x="936" y="501"/>
                    <a:pt x="929" y="485"/>
                    <a:pt x="917" y="480"/>
                  </a:cubicBezTo>
                  <a:cubicBezTo>
                    <a:pt x="620" y="336"/>
                    <a:pt x="326" y="176"/>
                    <a:pt x="44" y="4"/>
                  </a:cubicBezTo>
                  <a:cubicBezTo>
                    <a:pt x="40" y="1"/>
                    <a:pt x="3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4" name="Google Shape;9034;p30"/>
            <p:cNvSpPr/>
            <p:nvPr/>
          </p:nvSpPr>
          <p:spPr>
            <a:xfrm>
              <a:off x="5688700" y="3714100"/>
              <a:ext cx="10075" cy="4825"/>
            </a:xfrm>
            <a:custGeom>
              <a:avLst/>
              <a:gdLst/>
              <a:ahLst/>
              <a:cxnLst/>
              <a:rect l="l" t="t" r="r" b="b"/>
              <a:pathLst>
                <a:path w="403" h="193" extrusionOk="0">
                  <a:moveTo>
                    <a:pt x="30" y="1"/>
                  </a:moveTo>
                  <a:cubicBezTo>
                    <a:pt x="20" y="1"/>
                    <a:pt x="10" y="7"/>
                    <a:pt x="6" y="16"/>
                  </a:cubicBezTo>
                  <a:cubicBezTo>
                    <a:pt x="0" y="30"/>
                    <a:pt x="7" y="46"/>
                    <a:pt x="21" y="51"/>
                  </a:cubicBezTo>
                  <a:lnTo>
                    <a:pt x="364" y="191"/>
                  </a:lnTo>
                  <a:cubicBezTo>
                    <a:pt x="366" y="192"/>
                    <a:pt x="370" y="192"/>
                    <a:pt x="373" y="192"/>
                  </a:cubicBezTo>
                  <a:cubicBezTo>
                    <a:pt x="384" y="192"/>
                    <a:pt x="393" y="187"/>
                    <a:pt x="397" y="176"/>
                  </a:cubicBezTo>
                  <a:cubicBezTo>
                    <a:pt x="403" y="164"/>
                    <a:pt x="396" y="148"/>
                    <a:pt x="384" y="143"/>
                  </a:cubicBezTo>
                  <a:lnTo>
                    <a:pt x="39" y="3"/>
                  </a:ln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5" name="Google Shape;9035;p30"/>
            <p:cNvSpPr/>
            <p:nvPr/>
          </p:nvSpPr>
          <p:spPr>
            <a:xfrm>
              <a:off x="5730800" y="3730550"/>
              <a:ext cx="7225" cy="36950"/>
            </a:xfrm>
            <a:custGeom>
              <a:avLst/>
              <a:gdLst/>
              <a:ahLst/>
              <a:cxnLst/>
              <a:rect l="l" t="t" r="r" b="b"/>
              <a:pathLst>
                <a:path w="289" h="1478" extrusionOk="0">
                  <a:moveTo>
                    <a:pt x="28" y="1"/>
                  </a:moveTo>
                  <a:cubicBezTo>
                    <a:pt x="26" y="1"/>
                    <a:pt x="24" y="1"/>
                    <a:pt x="22" y="1"/>
                  </a:cubicBezTo>
                  <a:cubicBezTo>
                    <a:pt x="9" y="7"/>
                    <a:pt x="1" y="21"/>
                    <a:pt x="6" y="35"/>
                  </a:cubicBezTo>
                  <a:cubicBezTo>
                    <a:pt x="153" y="492"/>
                    <a:pt x="230" y="970"/>
                    <a:pt x="236" y="1451"/>
                  </a:cubicBezTo>
                  <a:cubicBezTo>
                    <a:pt x="236" y="1465"/>
                    <a:pt x="248" y="1477"/>
                    <a:pt x="262" y="1477"/>
                  </a:cubicBezTo>
                  <a:lnTo>
                    <a:pt x="263" y="1477"/>
                  </a:lnTo>
                  <a:cubicBezTo>
                    <a:pt x="277" y="1477"/>
                    <a:pt x="289" y="1465"/>
                    <a:pt x="289" y="1450"/>
                  </a:cubicBezTo>
                  <a:cubicBezTo>
                    <a:pt x="282" y="963"/>
                    <a:pt x="204" y="481"/>
                    <a:pt x="55" y="19"/>
                  </a:cubicBezTo>
                  <a:cubicBezTo>
                    <a:pt x="51" y="7"/>
                    <a:pt x="4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6" name="Google Shape;9036;p30"/>
            <p:cNvSpPr/>
            <p:nvPr/>
          </p:nvSpPr>
          <p:spPr>
            <a:xfrm>
              <a:off x="5728125" y="3716050"/>
              <a:ext cx="3275" cy="9250"/>
            </a:xfrm>
            <a:custGeom>
              <a:avLst/>
              <a:gdLst/>
              <a:ahLst/>
              <a:cxnLst/>
              <a:rect l="l" t="t" r="r" b="b"/>
              <a:pathLst>
                <a:path w="131" h="370" extrusionOk="0">
                  <a:moveTo>
                    <a:pt x="28" y="1"/>
                  </a:moveTo>
                  <a:cubicBezTo>
                    <a:pt x="26" y="1"/>
                    <a:pt x="25" y="1"/>
                    <a:pt x="23" y="1"/>
                  </a:cubicBezTo>
                  <a:cubicBezTo>
                    <a:pt x="10" y="5"/>
                    <a:pt x="0" y="19"/>
                    <a:pt x="4" y="32"/>
                  </a:cubicBezTo>
                  <a:lnTo>
                    <a:pt x="77" y="350"/>
                  </a:lnTo>
                  <a:cubicBezTo>
                    <a:pt x="80" y="362"/>
                    <a:pt x="90" y="370"/>
                    <a:pt x="102" y="370"/>
                  </a:cubicBezTo>
                  <a:lnTo>
                    <a:pt x="108" y="370"/>
                  </a:lnTo>
                  <a:cubicBezTo>
                    <a:pt x="121" y="366"/>
                    <a:pt x="131" y="353"/>
                    <a:pt x="127" y="339"/>
                  </a:cubicBezTo>
                  <a:lnTo>
                    <a:pt x="54" y="22"/>
                  </a:lnTo>
                  <a:cubicBezTo>
                    <a:pt x="52" y="10"/>
                    <a:pt x="4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7" name="Google Shape;9037;p30"/>
            <p:cNvSpPr/>
            <p:nvPr/>
          </p:nvSpPr>
          <p:spPr>
            <a:xfrm>
              <a:off x="5717725" y="3699500"/>
              <a:ext cx="7550" cy="47950"/>
            </a:xfrm>
            <a:custGeom>
              <a:avLst/>
              <a:gdLst/>
              <a:ahLst/>
              <a:cxnLst/>
              <a:rect l="l" t="t" r="r" b="b"/>
              <a:pathLst>
                <a:path w="302" h="1918" extrusionOk="0">
                  <a:moveTo>
                    <a:pt x="30" y="0"/>
                  </a:moveTo>
                  <a:cubicBezTo>
                    <a:pt x="28" y="0"/>
                    <a:pt x="26" y="1"/>
                    <a:pt x="23" y="1"/>
                  </a:cubicBezTo>
                  <a:cubicBezTo>
                    <a:pt x="10" y="4"/>
                    <a:pt x="0" y="19"/>
                    <a:pt x="5" y="32"/>
                  </a:cubicBezTo>
                  <a:cubicBezTo>
                    <a:pt x="159" y="639"/>
                    <a:pt x="243" y="1265"/>
                    <a:pt x="251" y="1892"/>
                  </a:cubicBezTo>
                  <a:cubicBezTo>
                    <a:pt x="251" y="1906"/>
                    <a:pt x="261" y="1917"/>
                    <a:pt x="276" y="1917"/>
                  </a:cubicBezTo>
                  <a:cubicBezTo>
                    <a:pt x="291" y="1917"/>
                    <a:pt x="302" y="1905"/>
                    <a:pt x="302" y="1892"/>
                  </a:cubicBezTo>
                  <a:cubicBezTo>
                    <a:pt x="294" y="1261"/>
                    <a:pt x="210" y="631"/>
                    <a:pt x="54" y="20"/>
                  </a:cubicBezTo>
                  <a:cubicBezTo>
                    <a:pt x="52" y="8"/>
                    <a:pt x="42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8" name="Google Shape;9038;p30"/>
            <p:cNvSpPr/>
            <p:nvPr/>
          </p:nvSpPr>
          <p:spPr>
            <a:xfrm>
              <a:off x="5716300" y="3690650"/>
              <a:ext cx="2350" cy="5975"/>
            </a:xfrm>
            <a:custGeom>
              <a:avLst/>
              <a:gdLst/>
              <a:ahLst/>
              <a:cxnLst/>
              <a:rect l="l" t="t" r="r" b="b"/>
              <a:pathLst>
                <a:path w="94" h="239" extrusionOk="0">
                  <a:moveTo>
                    <a:pt x="31" y="1"/>
                  </a:moveTo>
                  <a:cubicBezTo>
                    <a:pt x="29" y="1"/>
                    <a:pt x="27" y="1"/>
                    <a:pt x="25" y="2"/>
                  </a:cubicBezTo>
                  <a:cubicBezTo>
                    <a:pt x="10" y="4"/>
                    <a:pt x="1" y="18"/>
                    <a:pt x="4" y="31"/>
                  </a:cubicBezTo>
                  <a:lnTo>
                    <a:pt x="40" y="217"/>
                  </a:lnTo>
                  <a:cubicBezTo>
                    <a:pt x="43" y="229"/>
                    <a:pt x="53" y="238"/>
                    <a:pt x="66" y="238"/>
                  </a:cubicBezTo>
                  <a:cubicBezTo>
                    <a:pt x="67" y="238"/>
                    <a:pt x="68" y="237"/>
                    <a:pt x="71" y="237"/>
                  </a:cubicBezTo>
                  <a:cubicBezTo>
                    <a:pt x="84" y="234"/>
                    <a:pt x="94" y="221"/>
                    <a:pt x="91" y="207"/>
                  </a:cubicBezTo>
                  <a:lnTo>
                    <a:pt x="55" y="22"/>
                  </a:lnTo>
                  <a:cubicBezTo>
                    <a:pt x="53" y="10"/>
                    <a:pt x="43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9" name="Google Shape;9039;p30"/>
            <p:cNvSpPr/>
            <p:nvPr/>
          </p:nvSpPr>
          <p:spPr>
            <a:xfrm>
              <a:off x="5693175" y="3739250"/>
              <a:ext cx="14725" cy="5775"/>
            </a:xfrm>
            <a:custGeom>
              <a:avLst/>
              <a:gdLst/>
              <a:ahLst/>
              <a:cxnLst/>
              <a:rect l="l" t="t" r="r" b="b"/>
              <a:pathLst>
                <a:path w="589" h="231" extrusionOk="0">
                  <a:moveTo>
                    <a:pt x="29" y="0"/>
                  </a:moveTo>
                  <a:cubicBezTo>
                    <a:pt x="18" y="0"/>
                    <a:pt x="9" y="7"/>
                    <a:pt x="4" y="18"/>
                  </a:cubicBezTo>
                  <a:cubicBezTo>
                    <a:pt x="0" y="33"/>
                    <a:pt x="7" y="46"/>
                    <a:pt x="21" y="51"/>
                  </a:cubicBezTo>
                  <a:lnTo>
                    <a:pt x="551" y="229"/>
                  </a:lnTo>
                  <a:cubicBezTo>
                    <a:pt x="553" y="229"/>
                    <a:pt x="556" y="230"/>
                    <a:pt x="559" y="230"/>
                  </a:cubicBezTo>
                  <a:cubicBezTo>
                    <a:pt x="569" y="230"/>
                    <a:pt x="580" y="224"/>
                    <a:pt x="584" y="213"/>
                  </a:cubicBezTo>
                  <a:cubicBezTo>
                    <a:pt x="588" y="198"/>
                    <a:pt x="582" y="185"/>
                    <a:pt x="567" y="179"/>
                  </a:cubicBezTo>
                  <a:lnTo>
                    <a:pt x="37" y="2"/>
                  </a:lnTo>
                  <a:cubicBezTo>
                    <a:pt x="34" y="1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0" name="Google Shape;9040;p30"/>
            <p:cNvSpPr/>
            <p:nvPr/>
          </p:nvSpPr>
          <p:spPr>
            <a:xfrm>
              <a:off x="5659775" y="3609750"/>
              <a:ext cx="4200" cy="32800"/>
            </a:xfrm>
            <a:custGeom>
              <a:avLst/>
              <a:gdLst/>
              <a:ahLst/>
              <a:cxnLst/>
              <a:rect l="l" t="t" r="r" b="b"/>
              <a:pathLst>
                <a:path w="168" h="1312" extrusionOk="0">
                  <a:moveTo>
                    <a:pt x="29" y="0"/>
                  </a:moveTo>
                  <a:cubicBezTo>
                    <a:pt x="28" y="0"/>
                    <a:pt x="26" y="1"/>
                    <a:pt x="25" y="1"/>
                  </a:cubicBezTo>
                  <a:cubicBezTo>
                    <a:pt x="11" y="4"/>
                    <a:pt x="1" y="17"/>
                    <a:pt x="3" y="30"/>
                  </a:cubicBezTo>
                  <a:cubicBezTo>
                    <a:pt x="66" y="445"/>
                    <a:pt x="104" y="867"/>
                    <a:pt x="116" y="1286"/>
                  </a:cubicBezTo>
                  <a:cubicBezTo>
                    <a:pt x="116" y="1300"/>
                    <a:pt x="128" y="1311"/>
                    <a:pt x="142" y="1311"/>
                  </a:cubicBezTo>
                  <a:cubicBezTo>
                    <a:pt x="157" y="1311"/>
                    <a:pt x="167" y="1299"/>
                    <a:pt x="167" y="1284"/>
                  </a:cubicBezTo>
                  <a:cubicBezTo>
                    <a:pt x="155" y="863"/>
                    <a:pt x="118" y="439"/>
                    <a:pt x="54" y="22"/>
                  </a:cubicBezTo>
                  <a:cubicBezTo>
                    <a:pt x="52" y="10"/>
                    <a:pt x="4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1" name="Google Shape;9041;p30"/>
            <p:cNvSpPr/>
            <p:nvPr/>
          </p:nvSpPr>
          <p:spPr>
            <a:xfrm>
              <a:off x="5669025" y="3616475"/>
              <a:ext cx="2825" cy="19500"/>
            </a:xfrm>
            <a:custGeom>
              <a:avLst/>
              <a:gdLst/>
              <a:ahLst/>
              <a:cxnLst/>
              <a:rect l="l" t="t" r="r" b="b"/>
              <a:pathLst>
                <a:path w="113" h="780" extrusionOk="0">
                  <a:moveTo>
                    <a:pt x="27" y="1"/>
                  </a:moveTo>
                  <a:cubicBezTo>
                    <a:pt x="26" y="1"/>
                    <a:pt x="26" y="1"/>
                    <a:pt x="25" y="1"/>
                  </a:cubicBezTo>
                  <a:cubicBezTo>
                    <a:pt x="11" y="2"/>
                    <a:pt x="0" y="14"/>
                    <a:pt x="0" y="29"/>
                  </a:cubicBezTo>
                  <a:lnTo>
                    <a:pt x="60" y="757"/>
                  </a:lnTo>
                  <a:cubicBezTo>
                    <a:pt x="61" y="770"/>
                    <a:pt x="72" y="780"/>
                    <a:pt x="85" y="780"/>
                  </a:cubicBezTo>
                  <a:lnTo>
                    <a:pt x="88" y="780"/>
                  </a:lnTo>
                  <a:cubicBezTo>
                    <a:pt x="101" y="778"/>
                    <a:pt x="112" y="766"/>
                    <a:pt x="111" y="753"/>
                  </a:cubicBezTo>
                  <a:lnTo>
                    <a:pt x="53" y="25"/>
                  </a:lnTo>
                  <a:cubicBezTo>
                    <a:pt x="52" y="11"/>
                    <a:pt x="41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2" name="Google Shape;9042;p30"/>
            <p:cNvSpPr/>
            <p:nvPr/>
          </p:nvSpPr>
          <p:spPr>
            <a:xfrm>
              <a:off x="5755675" y="3636050"/>
              <a:ext cx="144075" cy="241750"/>
            </a:xfrm>
            <a:custGeom>
              <a:avLst/>
              <a:gdLst/>
              <a:ahLst/>
              <a:cxnLst/>
              <a:rect l="l" t="t" r="r" b="b"/>
              <a:pathLst>
                <a:path w="5763" h="9670" extrusionOk="0">
                  <a:moveTo>
                    <a:pt x="0" y="1"/>
                  </a:moveTo>
                  <a:lnTo>
                    <a:pt x="0" y="1"/>
                  </a:lnTo>
                  <a:cubicBezTo>
                    <a:pt x="659" y="3772"/>
                    <a:pt x="2735" y="7278"/>
                    <a:pt x="5723" y="9670"/>
                  </a:cubicBezTo>
                  <a:cubicBezTo>
                    <a:pt x="5762" y="5844"/>
                    <a:pt x="3288" y="1960"/>
                    <a:pt x="0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3" name="Google Shape;9043;p30"/>
            <p:cNvSpPr/>
            <p:nvPr/>
          </p:nvSpPr>
          <p:spPr>
            <a:xfrm>
              <a:off x="5754325" y="3634750"/>
              <a:ext cx="146650" cy="244375"/>
            </a:xfrm>
            <a:custGeom>
              <a:avLst/>
              <a:gdLst/>
              <a:ahLst/>
              <a:cxnLst/>
              <a:rect l="l" t="t" r="r" b="b"/>
              <a:pathLst>
                <a:path w="5866" h="9775" extrusionOk="0">
                  <a:moveTo>
                    <a:pt x="125" y="155"/>
                  </a:moveTo>
                  <a:cubicBezTo>
                    <a:pt x="3431" y="2174"/>
                    <a:pt x="5716" y="6034"/>
                    <a:pt x="5726" y="9614"/>
                  </a:cubicBezTo>
                  <a:cubicBezTo>
                    <a:pt x="2831" y="7262"/>
                    <a:pt x="795" y="3825"/>
                    <a:pt x="125" y="155"/>
                  </a:cubicBezTo>
                  <a:close/>
                  <a:moveTo>
                    <a:pt x="55" y="0"/>
                  </a:moveTo>
                  <a:cubicBezTo>
                    <a:pt x="44" y="0"/>
                    <a:pt x="34" y="3"/>
                    <a:pt x="24" y="10"/>
                  </a:cubicBezTo>
                  <a:cubicBezTo>
                    <a:pt x="8" y="21"/>
                    <a:pt x="0" y="41"/>
                    <a:pt x="3" y="61"/>
                  </a:cubicBezTo>
                  <a:cubicBezTo>
                    <a:pt x="663" y="3833"/>
                    <a:pt x="2755" y="7370"/>
                    <a:pt x="5745" y="9762"/>
                  </a:cubicBezTo>
                  <a:cubicBezTo>
                    <a:pt x="5754" y="9770"/>
                    <a:pt x="5766" y="9774"/>
                    <a:pt x="5777" y="9774"/>
                  </a:cubicBezTo>
                  <a:cubicBezTo>
                    <a:pt x="5785" y="9774"/>
                    <a:pt x="5792" y="9773"/>
                    <a:pt x="5800" y="9769"/>
                  </a:cubicBezTo>
                  <a:cubicBezTo>
                    <a:pt x="5817" y="9761"/>
                    <a:pt x="5829" y="9743"/>
                    <a:pt x="5829" y="9723"/>
                  </a:cubicBezTo>
                  <a:cubicBezTo>
                    <a:pt x="5866" y="6042"/>
                    <a:pt x="3502" y="2048"/>
                    <a:pt x="81" y="7"/>
                  </a:cubicBezTo>
                  <a:cubicBezTo>
                    <a:pt x="73" y="3"/>
                    <a:pt x="64" y="0"/>
                    <a:pt x="5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4" name="Google Shape;9044;p30"/>
            <p:cNvSpPr/>
            <p:nvPr/>
          </p:nvSpPr>
          <p:spPr>
            <a:xfrm>
              <a:off x="5754925" y="3635400"/>
              <a:ext cx="144575" cy="243075"/>
            </a:xfrm>
            <a:custGeom>
              <a:avLst/>
              <a:gdLst/>
              <a:ahLst/>
              <a:cxnLst/>
              <a:rect l="l" t="t" r="r" b="b"/>
              <a:pathLst>
                <a:path w="5783" h="9723" extrusionOk="0">
                  <a:moveTo>
                    <a:pt x="31" y="0"/>
                  </a:moveTo>
                  <a:cubicBezTo>
                    <a:pt x="26" y="0"/>
                    <a:pt x="22" y="1"/>
                    <a:pt x="18" y="4"/>
                  </a:cubicBezTo>
                  <a:cubicBezTo>
                    <a:pt x="4" y="11"/>
                    <a:pt x="0" y="27"/>
                    <a:pt x="7" y="39"/>
                  </a:cubicBezTo>
                  <a:cubicBezTo>
                    <a:pt x="918" y="1635"/>
                    <a:pt x="1911" y="3281"/>
                    <a:pt x="2870" y="4874"/>
                  </a:cubicBezTo>
                  <a:cubicBezTo>
                    <a:pt x="3829" y="6467"/>
                    <a:pt x="4821" y="8115"/>
                    <a:pt x="5731" y="9709"/>
                  </a:cubicBezTo>
                  <a:cubicBezTo>
                    <a:pt x="5736" y="9717"/>
                    <a:pt x="5744" y="9723"/>
                    <a:pt x="5753" y="9723"/>
                  </a:cubicBezTo>
                  <a:cubicBezTo>
                    <a:pt x="5757" y="9723"/>
                    <a:pt x="5762" y="9721"/>
                    <a:pt x="5766" y="9719"/>
                  </a:cubicBezTo>
                  <a:cubicBezTo>
                    <a:pt x="5779" y="9712"/>
                    <a:pt x="5783" y="9696"/>
                    <a:pt x="5776" y="9684"/>
                  </a:cubicBezTo>
                  <a:cubicBezTo>
                    <a:pt x="4865" y="8088"/>
                    <a:pt x="3874" y="6441"/>
                    <a:pt x="2914" y="4847"/>
                  </a:cubicBezTo>
                  <a:cubicBezTo>
                    <a:pt x="1955" y="3254"/>
                    <a:pt x="962" y="1608"/>
                    <a:pt x="53" y="13"/>
                  </a:cubicBezTo>
                  <a:cubicBezTo>
                    <a:pt x="48" y="5"/>
                    <a:pt x="40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5" name="Google Shape;9045;p30"/>
            <p:cNvSpPr/>
            <p:nvPr/>
          </p:nvSpPr>
          <p:spPr>
            <a:xfrm>
              <a:off x="5784225" y="3727275"/>
              <a:ext cx="39975" cy="24025"/>
            </a:xfrm>
            <a:custGeom>
              <a:avLst/>
              <a:gdLst/>
              <a:ahLst/>
              <a:cxnLst/>
              <a:rect l="l" t="t" r="r" b="b"/>
              <a:pathLst>
                <a:path w="1599" h="961" extrusionOk="0">
                  <a:moveTo>
                    <a:pt x="29" y="0"/>
                  </a:moveTo>
                  <a:cubicBezTo>
                    <a:pt x="22" y="0"/>
                    <a:pt x="15" y="3"/>
                    <a:pt x="10" y="8"/>
                  </a:cubicBezTo>
                  <a:cubicBezTo>
                    <a:pt x="0" y="19"/>
                    <a:pt x="2" y="35"/>
                    <a:pt x="12" y="45"/>
                  </a:cubicBezTo>
                  <a:cubicBezTo>
                    <a:pt x="464" y="460"/>
                    <a:pt x="957" y="751"/>
                    <a:pt x="1561" y="960"/>
                  </a:cubicBezTo>
                  <a:cubicBezTo>
                    <a:pt x="1563" y="961"/>
                    <a:pt x="1566" y="961"/>
                    <a:pt x="1569" y="961"/>
                  </a:cubicBezTo>
                  <a:cubicBezTo>
                    <a:pt x="1580" y="961"/>
                    <a:pt x="1589" y="954"/>
                    <a:pt x="1593" y="943"/>
                  </a:cubicBezTo>
                  <a:cubicBezTo>
                    <a:pt x="1598" y="930"/>
                    <a:pt x="1590" y="915"/>
                    <a:pt x="1577" y="911"/>
                  </a:cubicBezTo>
                  <a:cubicBezTo>
                    <a:pt x="981" y="704"/>
                    <a:pt x="494" y="417"/>
                    <a:pt x="47" y="7"/>
                  </a:cubicBezTo>
                  <a:cubicBezTo>
                    <a:pt x="42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6" name="Google Shape;9046;p30"/>
            <p:cNvSpPr/>
            <p:nvPr/>
          </p:nvSpPr>
          <p:spPr>
            <a:xfrm>
              <a:off x="5839850" y="3712400"/>
              <a:ext cx="6275" cy="66650"/>
            </a:xfrm>
            <a:custGeom>
              <a:avLst/>
              <a:gdLst/>
              <a:ahLst/>
              <a:cxnLst/>
              <a:rect l="l" t="t" r="r" b="b"/>
              <a:pathLst>
                <a:path w="251" h="2666" extrusionOk="0">
                  <a:moveTo>
                    <a:pt x="26" y="1"/>
                  </a:moveTo>
                  <a:cubicBezTo>
                    <a:pt x="25" y="1"/>
                    <a:pt x="24" y="1"/>
                    <a:pt x="23" y="1"/>
                  </a:cubicBezTo>
                  <a:cubicBezTo>
                    <a:pt x="10" y="5"/>
                    <a:pt x="0" y="18"/>
                    <a:pt x="3" y="32"/>
                  </a:cubicBezTo>
                  <a:cubicBezTo>
                    <a:pt x="190" y="947"/>
                    <a:pt x="198" y="1798"/>
                    <a:pt x="26" y="2635"/>
                  </a:cubicBezTo>
                  <a:cubicBezTo>
                    <a:pt x="23" y="2650"/>
                    <a:pt x="33" y="2663"/>
                    <a:pt x="46" y="2666"/>
                  </a:cubicBezTo>
                  <a:lnTo>
                    <a:pt x="51" y="2666"/>
                  </a:lnTo>
                  <a:cubicBezTo>
                    <a:pt x="64" y="2666"/>
                    <a:pt x="74" y="2658"/>
                    <a:pt x="77" y="2646"/>
                  </a:cubicBezTo>
                  <a:cubicBezTo>
                    <a:pt x="251" y="1801"/>
                    <a:pt x="243" y="942"/>
                    <a:pt x="54" y="22"/>
                  </a:cubicBezTo>
                  <a:cubicBezTo>
                    <a:pt x="50" y="9"/>
                    <a:pt x="39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7" name="Google Shape;9047;p30"/>
            <p:cNvSpPr/>
            <p:nvPr/>
          </p:nvSpPr>
          <p:spPr>
            <a:xfrm>
              <a:off x="5820275" y="3792975"/>
              <a:ext cx="41825" cy="23425"/>
            </a:xfrm>
            <a:custGeom>
              <a:avLst/>
              <a:gdLst/>
              <a:ahLst/>
              <a:cxnLst/>
              <a:rect l="l" t="t" r="r" b="b"/>
              <a:pathLst>
                <a:path w="1673" h="937" extrusionOk="0">
                  <a:moveTo>
                    <a:pt x="29" y="0"/>
                  </a:moveTo>
                  <a:cubicBezTo>
                    <a:pt x="23" y="0"/>
                    <a:pt x="16" y="3"/>
                    <a:pt x="11" y="8"/>
                  </a:cubicBezTo>
                  <a:cubicBezTo>
                    <a:pt x="0" y="19"/>
                    <a:pt x="0" y="35"/>
                    <a:pt x="11" y="46"/>
                  </a:cubicBezTo>
                  <a:cubicBezTo>
                    <a:pt x="466" y="479"/>
                    <a:pt x="1028" y="785"/>
                    <a:pt x="1638" y="935"/>
                  </a:cubicBezTo>
                  <a:cubicBezTo>
                    <a:pt x="1640" y="936"/>
                    <a:pt x="1642" y="936"/>
                    <a:pt x="1644" y="936"/>
                  </a:cubicBezTo>
                  <a:cubicBezTo>
                    <a:pt x="1655" y="936"/>
                    <a:pt x="1666" y="928"/>
                    <a:pt x="1670" y="916"/>
                  </a:cubicBezTo>
                  <a:cubicBezTo>
                    <a:pt x="1673" y="902"/>
                    <a:pt x="1665" y="888"/>
                    <a:pt x="1650" y="885"/>
                  </a:cubicBezTo>
                  <a:cubicBezTo>
                    <a:pt x="1050" y="738"/>
                    <a:pt x="495" y="434"/>
                    <a:pt x="47" y="8"/>
                  </a:cubicBezTo>
                  <a:cubicBezTo>
                    <a:pt x="42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8" name="Google Shape;9048;p30"/>
            <p:cNvSpPr/>
            <p:nvPr/>
          </p:nvSpPr>
          <p:spPr>
            <a:xfrm>
              <a:off x="5797125" y="3667100"/>
              <a:ext cx="2275" cy="40250"/>
            </a:xfrm>
            <a:custGeom>
              <a:avLst/>
              <a:gdLst/>
              <a:ahLst/>
              <a:cxnLst/>
              <a:rect l="l" t="t" r="r" b="b"/>
              <a:pathLst>
                <a:path w="91" h="1610" extrusionOk="0">
                  <a:moveTo>
                    <a:pt x="63" y="0"/>
                  </a:moveTo>
                  <a:cubicBezTo>
                    <a:pt x="48" y="0"/>
                    <a:pt x="38" y="12"/>
                    <a:pt x="38" y="26"/>
                  </a:cubicBezTo>
                  <a:lnTo>
                    <a:pt x="2" y="1583"/>
                  </a:lnTo>
                  <a:cubicBezTo>
                    <a:pt x="1" y="1597"/>
                    <a:pt x="13" y="1610"/>
                    <a:pt x="26" y="1610"/>
                  </a:cubicBezTo>
                  <a:lnTo>
                    <a:pt x="28" y="1610"/>
                  </a:lnTo>
                  <a:cubicBezTo>
                    <a:pt x="41" y="1610"/>
                    <a:pt x="53" y="1599"/>
                    <a:pt x="53" y="1584"/>
                  </a:cubicBezTo>
                  <a:lnTo>
                    <a:pt x="90" y="27"/>
                  </a:lnTo>
                  <a:cubicBezTo>
                    <a:pt x="91" y="13"/>
                    <a:pt x="79" y="1"/>
                    <a:pt x="65" y="1"/>
                  </a:cubicBezTo>
                  <a:cubicBezTo>
                    <a:pt x="65" y="1"/>
                    <a:pt x="64" y="0"/>
                    <a:pt x="6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9" name="Google Shape;9049;p30"/>
            <p:cNvSpPr/>
            <p:nvPr/>
          </p:nvSpPr>
          <p:spPr>
            <a:xfrm>
              <a:off x="5833325" y="3743850"/>
              <a:ext cx="3850" cy="25600"/>
            </a:xfrm>
            <a:custGeom>
              <a:avLst/>
              <a:gdLst/>
              <a:ahLst/>
              <a:cxnLst/>
              <a:rect l="l" t="t" r="r" b="b"/>
              <a:pathLst>
                <a:path w="154" h="1024" extrusionOk="0">
                  <a:moveTo>
                    <a:pt x="128" y="1"/>
                  </a:moveTo>
                  <a:cubicBezTo>
                    <a:pt x="113" y="1"/>
                    <a:pt x="101" y="13"/>
                    <a:pt x="101" y="26"/>
                  </a:cubicBezTo>
                  <a:cubicBezTo>
                    <a:pt x="101" y="350"/>
                    <a:pt x="68" y="675"/>
                    <a:pt x="3" y="992"/>
                  </a:cubicBezTo>
                  <a:cubicBezTo>
                    <a:pt x="0" y="1007"/>
                    <a:pt x="10" y="1020"/>
                    <a:pt x="23" y="1023"/>
                  </a:cubicBezTo>
                  <a:lnTo>
                    <a:pt x="29" y="1023"/>
                  </a:lnTo>
                  <a:cubicBezTo>
                    <a:pt x="41" y="1023"/>
                    <a:pt x="51" y="1015"/>
                    <a:pt x="54" y="1003"/>
                  </a:cubicBezTo>
                  <a:cubicBezTo>
                    <a:pt x="119" y="681"/>
                    <a:pt x="152" y="353"/>
                    <a:pt x="154" y="28"/>
                  </a:cubicBezTo>
                  <a:cubicBezTo>
                    <a:pt x="154" y="13"/>
                    <a:pt x="142" y="1"/>
                    <a:pt x="1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0" name="Google Shape;9050;p30"/>
            <p:cNvSpPr/>
            <p:nvPr/>
          </p:nvSpPr>
          <p:spPr>
            <a:xfrm>
              <a:off x="5835975" y="3729950"/>
              <a:ext cx="1475" cy="8075"/>
            </a:xfrm>
            <a:custGeom>
              <a:avLst/>
              <a:gdLst/>
              <a:ahLst/>
              <a:cxnLst/>
              <a:rect l="l" t="t" r="r" b="b"/>
              <a:pathLst>
                <a:path w="59" h="323" extrusionOk="0">
                  <a:moveTo>
                    <a:pt x="26" y="1"/>
                  </a:moveTo>
                  <a:cubicBezTo>
                    <a:pt x="13" y="1"/>
                    <a:pt x="1" y="13"/>
                    <a:pt x="1" y="28"/>
                  </a:cubicBezTo>
                  <a:lnTo>
                    <a:pt x="6" y="297"/>
                  </a:lnTo>
                  <a:cubicBezTo>
                    <a:pt x="6" y="312"/>
                    <a:pt x="18" y="323"/>
                    <a:pt x="32" y="323"/>
                  </a:cubicBezTo>
                  <a:lnTo>
                    <a:pt x="33" y="323"/>
                  </a:lnTo>
                  <a:cubicBezTo>
                    <a:pt x="46" y="323"/>
                    <a:pt x="58" y="310"/>
                    <a:pt x="58" y="297"/>
                  </a:cubicBezTo>
                  <a:lnTo>
                    <a:pt x="53" y="27"/>
                  </a:lnTo>
                  <a:cubicBezTo>
                    <a:pt x="53" y="12"/>
                    <a:pt x="4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1" name="Google Shape;9051;p30"/>
            <p:cNvSpPr/>
            <p:nvPr/>
          </p:nvSpPr>
          <p:spPr>
            <a:xfrm>
              <a:off x="5790125" y="3685025"/>
              <a:ext cx="2225" cy="10525"/>
            </a:xfrm>
            <a:custGeom>
              <a:avLst/>
              <a:gdLst/>
              <a:ahLst/>
              <a:cxnLst/>
              <a:rect l="l" t="t" r="r" b="b"/>
              <a:pathLst>
                <a:path w="89" h="421" extrusionOk="0">
                  <a:moveTo>
                    <a:pt x="62" y="1"/>
                  </a:moveTo>
                  <a:cubicBezTo>
                    <a:pt x="47" y="1"/>
                    <a:pt x="37" y="11"/>
                    <a:pt x="36" y="24"/>
                  </a:cubicBezTo>
                  <a:lnTo>
                    <a:pt x="2" y="393"/>
                  </a:lnTo>
                  <a:cubicBezTo>
                    <a:pt x="1" y="407"/>
                    <a:pt x="12" y="419"/>
                    <a:pt x="27" y="420"/>
                  </a:cubicBezTo>
                  <a:lnTo>
                    <a:pt x="28" y="420"/>
                  </a:lnTo>
                  <a:cubicBezTo>
                    <a:pt x="41" y="420"/>
                    <a:pt x="53" y="411"/>
                    <a:pt x="55" y="398"/>
                  </a:cubicBezTo>
                  <a:lnTo>
                    <a:pt x="87" y="29"/>
                  </a:lnTo>
                  <a:cubicBezTo>
                    <a:pt x="88" y="14"/>
                    <a:pt x="79" y="2"/>
                    <a:pt x="64" y="1"/>
                  </a:cubicBezTo>
                  <a:cubicBezTo>
                    <a:pt x="63" y="1"/>
                    <a:pt x="62" y="1"/>
                    <a:pt x="6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2" name="Google Shape;9052;p30"/>
            <p:cNvSpPr/>
            <p:nvPr/>
          </p:nvSpPr>
          <p:spPr>
            <a:xfrm>
              <a:off x="5791475" y="3677225"/>
              <a:ext cx="1725" cy="3725"/>
            </a:xfrm>
            <a:custGeom>
              <a:avLst/>
              <a:gdLst/>
              <a:ahLst/>
              <a:cxnLst/>
              <a:rect l="l" t="t" r="r" b="b"/>
              <a:pathLst>
                <a:path w="69" h="149" extrusionOk="0">
                  <a:moveTo>
                    <a:pt x="38" y="0"/>
                  </a:moveTo>
                  <a:cubicBezTo>
                    <a:pt x="26" y="0"/>
                    <a:pt x="15" y="10"/>
                    <a:pt x="14" y="23"/>
                  </a:cubicBezTo>
                  <a:lnTo>
                    <a:pt x="2" y="119"/>
                  </a:lnTo>
                  <a:cubicBezTo>
                    <a:pt x="1" y="134"/>
                    <a:pt x="10" y="146"/>
                    <a:pt x="25" y="149"/>
                  </a:cubicBezTo>
                  <a:lnTo>
                    <a:pt x="28" y="149"/>
                  </a:lnTo>
                  <a:cubicBezTo>
                    <a:pt x="41" y="149"/>
                    <a:pt x="52" y="138"/>
                    <a:pt x="53" y="126"/>
                  </a:cubicBezTo>
                  <a:lnTo>
                    <a:pt x="65" y="29"/>
                  </a:lnTo>
                  <a:cubicBezTo>
                    <a:pt x="68" y="14"/>
                    <a:pt x="57" y="2"/>
                    <a:pt x="42" y="1"/>
                  </a:cubicBezTo>
                  <a:cubicBezTo>
                    <a:pt x="41" y="0"/>
                    <a:pt x="40" y="0"/>
                    <a:pt x="3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3" name="Google Shape;9053;p30"/>
            <p:cNvSpPr/>
            <p:nvPr/>
          </p:nvSpPr>
          <p:spPr>
            <a:xfrm>
              <a:off x="5777925" y="3712275"/>
              <a:ext cx="15000" cy="11350"/>
            </a:xfrm>
            <a:custGeom>
              <a:avLst/>
              <a:gdLst/>
              <a:ahLst/>
              <a:cxnLst/>
              <a:rect l="l" t="t" r="r" b="b"/>
              <a:pathLst>
                <a:path w="600" h="454" extrusionOk="0">
                  <a:moveTo>
                    <a:pt x="30" y="1"/>
                  </a:moveTo>
                  <a:cubicBezTo>
                    <a:pt x="22" y="1"/>
                    <a:pt x="15" y="4"/>
                    <a:pt x="10" y="10"/>
                  </a:cubicBezTo>
                  <a:cubicBezTo>
                    <a:pt x="1" y="21"/>
                    <a:pt x="2" y="37"/>
                    <a:pt x="13" y="46"/>
                  </a:cubicBezTo>
                  <a:cubicBezTo>
                    <a:pt x="184" y="191"/>
                    <a:pt x="367" y="327"/>
                    <a:pt x="556" y="450"/>
                  </a:cubicBezTo>
                  <a:cubicBezTo>
                    <a:pt x="560" y="452"/>
                    <a:pt x="566" y="454"/>
                    <a:pt x="570" y="454"/>
                  </a:cubicBezTo>
                  <a:cubicBezTo>
                    <a:pt x="578" y="454"/>
                    <a:pt x="587" y="450"/>
                    <a:pt x="591" y="442"/>
                  </a:cubicBezTo>
                  <a:cubicBezTo>
                    <a:pt x="599" y="430"/>
                    <a:pt x="597" y="413"/>
                    <a:pt x="584" y="407"/>
                  </a:cubicBezTo>
                  <a:cubicBezTo>
                    <a:pt x="396" y="286"/>
                    <a:pt x="216" y="151"/>
                    <a:pt x="46" y="7"/>
                  </a:cubicBezTo>
                  <a:cubicBezTo>
                    <a:pt x="42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4" name="Google Shape;9054;p30"/>
            <p:cNvSpPr/>
            <p:nvPr/>
          </p:nvSpPr>
          <p:spPr>
            <a:xfrm>
              <a:off x="5799125" y="3726675"/>
              <a:ext cx="8425" cy="5275"/>
            </a:xfrm>
            <a:custGeom>
              <a:avLst/>
              <a:gdLst/>
              <a:ahLst/>
              <a:cxnLst/>
              <a:rect l="l" t="t" r="r" b="b"/>
              <a:pathLst>
                <a:path w="337" h="211" extrusionOk="0">
                  <a:moveTo>
                    <a:pt x="29" y="1"/>
                  </a:moveTo>
                  <a:cubicBezTo>
                    <a:pt x="22" y="1"/>
                    <a:pt x="15" y="4"/>
                    <a:pt x="10" y="10"/>
                  </a:cubicBezTo>
                  <a:cubicBezTo>
                    <a:pt x="0" y="20"/>
                    <a:pt x="2" y="36"/>
                    <a:pt x="12" y="46"/>
                  </a:cubicBezTo>
                  <a:cubicBezTo>
                    <a:pt x="94" y="120"/>
                    <a:pt x="194" y="176"/>
                    <a:pt x="300" y="209"/>
                  </a:cubicBezTo>
                  <a:cubicBezTo>
                    <a:pt x="303" y="210"/>
                    <a:pt x="306" y="210"/>
                    <a:pt x="308" y="210"/>
                  </a:cubicBezTo>
                  <a:cubicBezTo>
                    <a:pt x="319" y="210"/>
                    <a:pt x="330" y="203"/>
                    <a:pt x="332" y="191"/>
                  </a:cubicBezTo>
                  <a:cubicBezTo>
                    <a:pt x="337" y="178"/>
                    <a:pt x="328" y="163"/>
                    <a:pt x="315" y="159"/>
                  </a:cubicBezTo>
                  <a:cubicBezTo>
                    <a:pt x="217" y="129"/>
                    <a:pt x="124" y="77"/>
                    <a:pt x="46" y="8"/>
                  </a:cubicBezTo>
                  <a:cubicBezTo>
                    <a:pt x="41" y="3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5" name="Google Shape;9055;p30"/>
            <p:cNvSpPr/>
            <p:nvPr/>
          </p:nvSpPr>
          <p:spPr>
            <a:xfrm>
              <a:off x="5807725" y="3773200"/>
              <a:ext cx="22525" cy="14675"/>
            </a:xfrm>
            <a:custGeom>
              <a:avLst/>
              <a:gdLst/>
              <a:ahLst/>
              <a:cxnLst/>
              <a:rect l="l" t="t" r="r" b="b"/>
              <a:pathLst>
                <a:path w="901" h="587" extrusionOk="0">
                  <a:moveTo>
                    <a:pt x="31" y="1"/>
                  </a:moveTo>
                  <a:cubicBezTo>
                    <a:pt x="23" y="1"/>
                    <a:pt x="14" y="4"/>
                    <a:pt x="9" y="12"/>
                  </a:cubicBezTo>
                  <a:cubicBezTo>
                    <a:pt x="1" y="23"/>
                    <a:pt x="3" y="39"/>
                    <a:pt x="15" y="48"/>
                  </a:cubicBezTo>
                  <a:cubicBezTo>
                    <a:pt x="286" y="239"/>
                    <a:pt x="570" y="419"/>
                    <a:pt x="859" y="584"/>
                  </a:cubicBezTo>
                  <a:cubicBezTo>
                    <a:pt x="863" y="586"/>
                    <a:pt x="867" y="586"/>
                    <a:pt x="871" y="586"/>
                  </a:cubicBezTo>
                  <a:cubicBezTo>
                    <a:pt x="880" y="586"/>
                    <a:pt x="888" y="582"/>
                    <a:pt x="894" y="573"/>
                  </a:cubicBezTo>
                  <a:cubicBezTo>
                    <a:pt x="901" y="561"/>
                    <a:pt x="897" y="545"/>
                    <a:pt x="884" y="538"/>
                  </a:cubicBezTo>
                  <a:cubicBezTo>
                    <a:pt x="597" y="375"/>
                    <a:pt x="315" y="196"/>
                    <a:pt x="45" y="5"/>
                  </a:cubicBez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6" name="Google Shape;9056;p30"/>
            <p:cNvSpPr/>
            <p:nvPr/>
          </p:nvSpPr>
          <p:spPr>
            <a:xfrm>
              <a:off x="5835400" y="3790650"/>
              <a:ext cx="9825" cy="5400"/>
            </a:xfrm>
            <a:custGeom>
              <a:avLst/>
              <a:gdLst/>
              <a:ahLst/>
              <a:cxnLst/>
              <a:rect l="l" t="t" r="r" b="b"/>
              <a:pathLst>
                <a:path w="393" h="216" extrusionOk="0">
                  <a:moveTo>
                    <a:pt x="30" y="0"/>
                  </a:moveTo>
                  <a:cubicBezTo>
                    <a:pt x="21" y="0"/>
                    <a:pt x="11" y="5"/>
                    <a:pt x="6" y="15"/>
                  </a:cubicBezTo>
                  <a:cubicBezTo>
                    <a:pt x="1" y="27"/>
                    <a:pt x="6" y="43"/>
                    <a:pt x="18" y="50"/>
                  </a:cubicBezTo>
                  <a:lnTo>
                    <a:pt x="352" y="213"/>
                  </a:lnTo>
                  <a:cubicBezTo>
                    <a:pt x="356" y="214"/>
                    <a:pt x="359" y="215"/>
                    <a:pt x="363" y="215"/>
                  </a:cubicBezTo>
                  <a:cubicBezTo>
                    <a:pt x="372" y="215"/>
                    <a:pt x="382" y="210"/>
                    <a:pt x="387" y="200"/>
                  </a:cubicBezTo>
                  <a:cubicBezTo>
                    <a:pt x="392" y="188"/>
                    <a:pt x="387" y="172"/>
                    <a:pt x="375" y="165"/>
                  </a:cubicBezTo>
                  <a:lnTo>
                    <a:pt x="41" y="3"/>
                  </a:lnTo>
                  <a:cubicBezTo>
                    <a:pt x="38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7" name="Google Shape;9057;p30"/>
            <p:cNvSpPr/>
            <p:nvPr/>
          </p:nvSpPr>
          <p:spPr>
            <a:xfrm>
              <a:off x="5876350" y="3809875"/>
              <a:ext cx="5400" cy="37250"/>
            </a:xfrm>
            <a:custGeom>
              <a:avLst/>
              <a:gdLst/>
              <a:ahLst/>
              <a:cxnLst/>
              <a:rect l="l" t="t" r="r" b="b"/>
              <a:pathLst>
                <a:path w="216" h="1490" extrusionOk="0">
                  <a:moveTo>
                    <a:pt x="28" y="1"/>
                  </a:moveTo>
                  <a:cubicBezTo>
                    <a:pt x="26" y="1"/>
                    <a:pt x="24" y="1"/>
                    <a:pt x="22" y="2"/>
                  </a:cubicBezTo>
                  <a:cubicBezTo>
                    <a:pt x="8" y="6"/>
                    <a:pt x="0" y="19"/>
                    <a:pt x="3" y="33"/>
                  </a:cubicBezTo>
                  <a:cubicBezTo>
                    <a:pt x="118" y="501"/>
                    <a:pt x="164" y="981"/>
                    <a:pt x="137" y="1463"/>
                  </a:cubicBezTo>
                  <a:cubicBezTo>
                    <a:pt x="137" y="1476"/>
                    <a:pt x="148" y="1488"/>
                    <a:pt x="163" y="1490"/>
                  </a:cubicBezTo>
                  <a:lnTo>
                    <a:pt x="164" y="1490"/>
                  </a:lnTo>
                  <a:cubicBezTo>
                    <a:pt x="178" y="1490"/>
                    <a:pt x="188" y="1479"/>
                    <a:pt x="190" y="1466"/>
                  </a:cubicBezTo>
                  <a:cubicBezTo>
                    <a:pt x="215" y="979"/>
                    <a:pt x="170" y="493"/>
                    <a:pt x="54" y="21"/>
                  </a:cubicBezTo>
                  <a:cubicBezTo>
                    <a:pt x="50" y="9"/>
                    <a:pt x="3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8" name="Google Shape;9058;p30"/>
            <p:cNvSpPr/>
            <p:nvPr/>
          </p:nvSpPr>
          <p:spPr>
            <a:xfrm>
              <a:off x="5874625" y="3795275"/>
              <a:ext cx="2675" cy="9350"/>
            </a:xfrm>
            <a:custGeom>
              <a:avLst/>
              <a:gdLst/>
              <a:ahLst/>
              <a:cxnLst/>
              <a:rect l="l" t="t" r="r" b="b"/>
              <a:pathLst>
                <a:path w="107" h="374" extrusionOk="0">
                  <a:moveTo>
                    <a:pt x="27" y="0"/>
                  </a:moveTo>
                  <a:cubicBezTo>
                    <a:pt x="26" y="0"/>
                    <a:pt x="25" y="1"/>
                    <a:pt x="25" y="1"/>
                  </a:cubicBezTo>
                  <a:cubicBezTo>
                    <a:pt x="10" y="3"/>
                    <a:pt x="0" y="15"/>
                    <a:pt x="3" y="30"/>
                  </a:cubicBezTo>
                  <a:lnTo>
                    <a:pt x="54" y="352"/>
                  </a:lnTo>
                  <a:cubicBezTo>
                    <a:pt x="56" y="364"/>
                    <a:pt x="66" y="373"/>
                    <a:pt x="80" y="373"/>
                  </a:cubicBezTo>
                  <a:lnTo>
                    <a:pt x="84" y="373"/>
                  </a:lnTo>
                  <a:cubicBezTo>
                    <a:pt x="97" y="371"/>
                    <a:pt x="107" y="357"/>
                    <a:pt x="105" y="344"/>
                  </a:cubicBezTo>
                  <a:lnTo>
                    <a:pt x="54" y="22"/>
                  </a:lnTo>
                  <a:cubicBezTo>
                    <a:pt x="52" y="10"/>
                    <a:pt x="40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9" name="Google Shape;9059;p30"/>
            <p:cNvSpPr/>
            <p:nvPr/>
          </p:nvSpPr>
          <p:spPr>
            <a:xfrm>
              <a:off x="5865375" y="3778025"/>
              <a:ext cx="5225" cy="48250"/>
            </a:xfrm>
            <a:custGeom>
              <a:avLst/>
              <a:gdLst/>
              <a:ahLst/>
              <a:cxnLst/>
              <a:rect l="l" t="t" r="r" b="b"/>
              <a:pathLst>
                <a:path w="209" h="1930" extrusionOk="0">
                  <a:moveTo>
                    <a:pt x="29" y="0"/>
                  </a:moveTo>
                  <a:cubicBezTo>
                    <a:pt x="27" y="0"/>
                    <a:pt x="26" y="0"/>
                    <a:pt x="25" y="0"/>
                  </a:cubicBezTo>
                  <a:cubicBezTo>
                    <a:pt x="10" y="3"/>
                    <a:pt x="0" y="17"/>
                    <a:pt x="3" y="31"/>
                  </a:cubicBezTo>
                  <a:cubicBezTo>
                    <a:pt x="116" y="648"/>
                    <a:pt x="157" y="1277"/>
                    <a:pt x="123" y="1903"/>
                  </a:cubicBezTo>
                  <a:cubicBezTo>
                    <a:pt x="122" y="1916"/>
                    <a:pt x="134" y="1930"/>
                    <a:pt x="147" y="1930"/>
                  </a:cubicBezTo>
                  <a:lnTo>
                    <a:pt x="148" y="1930"/>
                  </a:lnTo>
                  <a:cubicBezTo>
                    <a:pt x="162" y="1930"/>
                    <a:pt x="174" y="1919"/>
                    <a:pt x="174" y="1905"/>
                  </a:cubicBezTo>
                  <a:cubicBezTo>
                    <a:pt x="209" y="1276"/>
                    <a:pt x="169" y="642"/>
                    <a:pt x="54" y="22"/>
                  </a:cubicBezTo>
                  <a:cubicBezTo>
                    <a:pt x="52" y="9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0" name="Google Shape;9060;p30"/>
            <p:cNvSpPr/>
            <p:nvPr/>
          </p:nvSpPr>
          <p:spPr>
            <a:xfrm>
              <a:off x="5864575" y="3769100"/>
              <a:ext cx="1975" cy="6025"/>
            </a:xfrm>
            <a:custGeom>
              <a:avLst/>
              <a:gdLst/>
              <a:ahLst/>
              <a:cxnLst/>
              <a:rect l="l" t="t" r="r" b="b"/>
              <a:pathLst>
                <a:path w="79" h="241" extrusionOk="0">
                  <a:moveTo>
                    <a:pt x="24" y="1"/>
                  </a:moveTo>
                  <a:cubicBezTo>
                    <a:pt x="10" y="4"/>
                    <a:pt x="0" y="16"/>
                    <a:pt x="2" y="31"/>
                  </a:cubicBezTo>
                  <a:lnTo>
                    <a:pt x="24" y="218"/>
                  </a:lnTo>
                  <a:cubicBezTo>
                    <a:pt x="27" y="231"/>
                    <a:pt x="38" y="240"/>
                    <a:pt x="50" y="240"/>
                  </a:cubicBezTo>
                  <a:lnTo>
                    <a:pt x="54" y="240"/>
                  </a:lnTo>
                  <a:cubicBezTo>
                    <a:pt x="67" y="238"/>
                    <a:pt x="78" y="226"/>
                    <a:pt x="77" y="211"/>
                  </a:cubicBezTo>
                  <a:lnTo>
                    <a:pt x="53" y="24"/>
                  </a:lnTo>
                  <a:cubicBezTo>
                    <a:pt x="51" y="10"/>
                    <a:pt x="41" y="1"/>
                    <a:pt x="2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1" name="Google Shape;9061;p30"/>
            <p:cNvSpPr/>
            <p:nvPr/>
          </p:nvSpPr>
          <p:spPr>
            <a:xfrm>
              <a:off x="5838125" y="3816050"/>
              <a:ext cx="14450" cy="6625"/>
            </a:xfrm>
            <a:custGeom>
              <a:avLst/>
              <a:gdLst/>
              <a:ahLst/>
              <a:cxnLst/>
              <a:rect l="l" t="t" r="r" b="b"/>
              <a:pathLst>
                <a:path w="578" h="265" extrusionOk="0">
                  <a:moveTo>
                    <a:pt x="31" y="0"/>
                  </a:moveTo>
                  <a:cubicBezTo>
                    <a:pt x="21" y="0"/>
                    <a:pt x="11" y="6"/>
                    <a:pt x="7" y="16"/>
                  </a:cubicBezTo>
                  <a:cubicBezTo>
                    <a:pt x="1" y="29"/>
                    <a:pt x="7" y="44"/>
                    <a:pt x="21" y="49"/>
                  </a:cubicBezTo>
                  <a:lnTo>
                    <a:pt x="538" y="262"/>
                  </a:lnTo>
                  <a:cubicBezTo>
                    <a:pt x="542" y="263"/>
                    <a:pt x="544" y="265"/>
                    <a:pt x="548" y="265"/>
                  </a:cubicBezTo>
                  <a:cubicBezTo>
                    <a:pt x="558" y="265"/>
                    <a:pt x="567" y="258"/>
                    <a:pt x="571" y="249"/>
                  </a:cubicBezTo>
                  <a:cubicBezTo>
                    <a:pt x="578" y="235"/>
                    <a:pt x="571" y="220"/>
                    <a:pt x="558" y="215"/>
                  </a:cubicBezTo>
                  <a:lnTo>
                    <a:pt x="41" y="2"/>
                  </a:lnTo>
                  <a:cubicBezTo>
                    <a:pt x="38" y="1"/>
                    <a:pt x="34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2" name="Google Shape;9062;p30"/>
            <p:cNvSpPr/>
            <p:nvPr/>
          </p:nvSpPr>
          <p:spPr>
            <a:xfrm>
              <a:off x="5813625" y="3684600"/>
              <a:ext cx="2425" cy="32875"/>
            </a:xfrm>
            <a:custGeom>
              <a:avLst/>
              <a:gdLst/>
              <a:ahLst/>
              <a:cxnLst/>
              <a:rect l="l" t="t" r="r" b="b"/>
              <a:pathLst>
                <a:path w="97" h="1315" extrusionOk="0">
                  <a:moveTo>
                    <a:pt x="28" y="0"/>
                  </a:moveTo>
                  <a:cubicBezTo>
                    <a:pt x="27" y="0"/>
                    <a:pt x="26" y="0"/>
                    <a:pt x="26" y="0"/>
                  </a:cubicBezTo>
                  <a:cubicBezTo>
                    <a:pt x="11" y="2"/>
                    <a:pt x="0" y="14"/>
                    <a:pt x="1" y="28"/>
                  </a:cubicBezTo>
                  <a:cubicBezTo>
                    <a:pt x="36" y="445"/>
                    <a:pt x="46" y="869"/>
                    <a:pt x="28" y="1288"/>
                  </a:cubicBezTo>
                  <a:cubicBezTo>
                    <a:pt x="28" y="1302"/>
                    <a:pt x="39" y="1315"/>
                    <a:pt x="54" y="1315"/>
                  </a:cubicBezTo>
                  <a:lnTo>
                    <a:pt x="55" y="1315"/>
                  </a:lnTo>
                  <a:cubicBezTo>
                    <a:pt x="69" y="1315"/>
                    <a:pt x="79" y="1304"/>
                    <a:pt x="81" y="1290"/>
                  </a:cubicBezTo>
                  <a:cubicBezTo>
                    <a:pt x="97" y="869"/>
                    <a:pt x="87" y="443"/>
                    <a:pt x="52" y="24"/>
                  </a:cubicBezTo>
                  <a:cubicBezTo>
                    <a:pt x="52" y="10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3" name="Google Shape;9063;p30"/>
            <p:cNvSpPr/>
            <p:nvPr/>
          </p:nvSpPr>
          <p:spPr>
            <a:xfrm>
              <a:off x="5822350" y="3691925"/>
              <a:ext cx="1575" cy="19575"/>
            </a:xfrm>
            <a:custGeom>
              <a:avLst/>
              <a:gdLst/>
              <a:ahLst/>
              <a:cxnLst/>
              <a:rect l="l" t="t" r="r" b="b"/>
              <a:pathLst>
                <a:path w="63" h="783" extrusionOk="0">
                  <a:moveTo>
                    <a:pt x="26" y="0"/>
                  </a:moveTo>
                  <a:cubicBezTo>
                    <a:pt x="13" y="0"/>
                    <a:pt x="1" y="13"/>
                    <a:pt x="1" y="26"/>
                  </a:cubicBezTo>
                  <a:lnTo>
                    <a:pt x="10" y="757"/>
                  </a:lnTo>
                  <a:cubicBezTo>
                    <a:pt x="10" y="770"/>
                    <a:pt x="22" y="782"/>
                    <a:pt x="36" y="782"/>
                  </a:cubicBezTo>
                  <a:lnTo>
                    <a:pt x="37" y="782"/>
                  </a:lnTo>
                  <a:cubicBezTo>
                    <a:pt x="51" y="781"/>
                    <a:pt x="63" y="770"/>
                    <a:pt x="63" y="755"/>
                  </a:cubicBezTo>
                  <a:lnTo>
                    <a:pt x="53" y="26"/>
                  </a:lnTo>
                  <a:cubicBezTo>
                    <a:pt x="53" y="11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4" name="Google Shape;9064;p30"/>
            <p:cNvSpPr/>
            <p:nvPr/>
          </p:nvSpPr>
          <p:spPr>
            <a:xfrm>
              <a:off x="5904800" y="3754275"/>
              <a:ext cx="124800" cy="209450"/>
            </a:xfrm>
            <a:custGeom>
              <a:avLst/>
              <a:gdLst/>
              <a:ahLst/>
              <a:cxnLst/>
              <a:rect l="l" t="t" r="r" b="b"/>
              <a:pathLst>
                <a:path w="4992" h="8378" extrusionOk="0">
                  <a:moveTo>
                    <a:pt x="0" y="1"/>
                  </a:moveTo>
                  <a:lnTo>
                    <a:pt x="0" y="1"/>
                  </a:lnTo>
                  <a:cubicBezTo>
                    <a:pt x="572" y="3268"/>
                    <a:pt x="2369" y="6306"/>
                    <a:pt x="4959" y="8378"/>
                  </a:cubicBezTo>
                  <a:cubicBezTo>
                    <a:pt x="4991" y="5063"/>
                    <a:pt x="2848" y="1698"/>
                    <a:pt x="0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5" name="Google Shape;9065;p30"/>
            <p:cNvSpPr/>
            <p:nvPr/>
          </p:nvSpPr>
          <p:spPr>
            <a:xfrm>
              <a:off x="5903425" y="3752975"/>
              <a:ext cx="127450" cy="212075"/>
            </a:xfrm>
            <a:custGeom>
              <a:avLst/>
              <a:gdLst/>
              <a:ahLst/>
              <a:cxnLst/>
              <a:rect l="l" t="t" r="r" b="b"/>
              <a:pathLst>
                <a:path w="5098" h="8483" extrusionOk="0">
                  <a:moveTo>
                    <a:pt x="126" y="156"/>
                  </a:moveTo>
                  <a:cubicBezTo>
                    <a:pt x="2977" y="1904"/>
                    <a:pt x="4947" y="5231"/>
                    <a:pt x="4962" y="8322"/>
                  </a:cubicBezTo>
                  <a:cubicBezTo>
                    <a:pt x="2465" y="6288"/>
                    <a:pt x="709" y="3323"/>
                    <a:pt x="126" y="156"/>
                  </a:cubicBezTo>
                  <a:close/>
                  <a:moveTo>
                    <a:pt x="56" y="1"/>
                  </a:moveTo>
                  <a:cubicBezTo>
                    <a:pt x="45" y="1"/>
                    <a:pt x="35" y="4"/>
                    <a:pt x="26" y="10"/>
                  </a:cubicBezTo>
                  <a:cubicBezTo>
                    <a:pt x="9" y="22"/>
                    <a:pt x="0" y="42"/>
                    <a:pt x="4" y="62"/>
                  </a:cubicBezTo>
                  <a:cubicBezTo>
                    <a:pt x="576" y="3331"/>
                    <a:pt x="2389" y="6396"/>
                    <a:pt x="4982" y="8470"/>
                  </a:cubicBezTo>
                  <a:cubicBezTo>
                    <a:pt x="4991" y="8478"/>
                    <a:pt x="5002" y="8482"/>
                    <a:pt x="5014" y="8482"/>
                  </a:cubicBezTo>
                  <a:cubicBezTo>
                    <a:pt x="5021" y="8482"/>
                    <a:pt x="5029" y="8481"/>
                    <a:pt x="5036" y="8477"/>
                  </a:cubicBezTo>
                  <a:cubicBezTo>
                    <a:pt x="5053" y="8469"/>
                    <a:pt x="5065" y="8450"/>
                    <a:pt x="5065" y="8431"/>
                  </a:cubicBezTo>
                  <a:cubicBezTo>
                    <a:pt x="5097" y="5240"/>
                    <a:pt x="3047" y="1776"/>
                    <a:pt x="82" y="8"/>
                  </a:cubicBezTo>
                  <a:cubicBezTo>
                    <a:pt x="74" y="3"/>
                    <a:pt x="65" y="1"/>
                    <a:pt x="5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6" name="Google Shape;9066;p30"/>
            <p:cNvSpPr/>
            <p:nvPr/>
          </p:nvSpPr>
          <p:spPr>
            <a:xfrm>
              <a:off x="5904050" y="3753625"/>
              <a:ext cx="125475" cy="210775"/>
            </a:xfrm>
            <a:custGeom>
              <a:avLst/>
              <a:gdLst/>
              <a:ahLst/>
              <a:cxnLst/>
              <a:rect l="l" t="t" r="r" b="b"/>
              <a:pathLst>
                <a:path w="5019" h="8431" extrusionOk="0">
                  <a:moveTo>
                    <a:pt x="30" y="1"/>
                  </a:moveTo>
                  <a:cubicBezTo>
                    <a:pt x="26" y="1"/>
                    <a:pt x="21" y="2"/>
                    <a:pt x="17" y="4"/>
                  </a:cubicBezTo>
                  <a:cubicBezTo>
                    <a:pt x="5" y="11"/>
                    <a:pt x="1" y="27"/>
                    <a:pt x="7" y="39"/>
                  </a:cubicBezTo>
                  <a:cubicBezTo>
                    <a:pt x="797" y="1422"/>
                    <a:pt x="1657" y="2849"/>
                    <a:pt x="2488" y="4229"/>
                  </a:cubicBezTo>
                  <a:cubicBezTo>
                    <a:pt x="3318" y="5610"/>
                    <a:pt x="4178" y="7036"/>
                    <a:pt x="4966" y="8417"/>
                  </a:cubicBezTo>
                  <a:cubicBezTo>
                    <a:pt x="4972" y="8426"/>
                    <a:pt x="4980" y="8431"/>
                    <a:pt x="4989" y="8431"/>
                  </a:cubicBezTo>
                  <a:lnTo>
                    <a:pt x="4989" y="8430"/>
                  </a:lnTo>
                  <a:cubicBezTo>
                    <a:pt x="4993" y="8430"/>
                    <a:pt x="4997" y="8430"/>
                    <a:pt x="5001" y="8427"/>
                  </a:cubicBezTo>
                  <a:cubicBezTo>
                    <a:pt x="5013" y="8420"/>
                    <a:pt x="5019" y="8404"/>
                    <a:pt x="5011" y="8392"/>
                  </a:cubicBezTo>
                  <a:cubicBezTo>
                    <a:pt x="4222" y="7010"/>
                    <a:pt x="3363" y="5583"/>
                    <a:pt x="2532" y="4203"/>
                  </a:cubicBezTo>
                  <a:cubicBezTo>
                    <a:pt x="1701" y="2822"/>
                    <a:pt x="841" y="1395"/>
                    <a:pt x="53" y="13"/>
                  </a:cubicBezTo>
                  <a:cubicBezTo>
                    <a:pt x="48" y="5"/>
                    <a:pt x="39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7" name="Google Shape;9067;p30"/>
            <p:cNvSpPr/>
            <p:nvPr/>
          </p:nvSpPr>
          <p:spPr>
            <a:xfrm>
              <a:off x="5929450" y="3833225"/>
              <a:ext cx="34800" cy="21000"/>
            </a:xfrm>
            <a:custGeom>
              <a:avLst/>
              <a:gdLst/>
              <a:ahLst/>
              <a:cxnLst/>
              <a:rect l="l" t="t" r="r" b="b"/>
              <a:pathLst>
                <a:path w="1392" h="840" extrusionOk="0">
                  <a:moveTo>
                    <a:pt x="29" y="0"/>
                  </a:moveTo>
                  <a:cubicBezTo>
                    <a:pt x="22" y="0"/>
                    <a:pt x="15" y="3"/>
                    <a:pt x="10" y="8"/>
                  </a:cubicBezTo>
                  <a:cubicBezTo>
                    <a:pt x="0" y="19"/>
                    <a:pt x="0" y="35"/>
                    <a:pt x="11" y="46"/>
                  </a:cubicBezTo>
                  <a:cubicBezTo>
                    <a:pt x="404" y="406"/>
                    <a:pt x="830" y="658"/>
                    <a:pt x="1354" y="838"/>
                  </a:cubicBezTo>
                  <a:cubicBezTo>
                    <a:pt x="1356" y="839"/>
                    <a:pt x="1359" y="840"/>
                    <a:pt x="1362" y="840"/>
                  </a:cubicBezTo>
                  <a:lnTo>
                    <a:pt x="1362" y="840"/>
                  </a:lnTo>
                  <a:cubicBezTo>
                    <a:pt x="1373" y="840"/>
                    <a:pt x="1383" y="833"/>
                    <a:pt x="1387" y="822"/>
                  </a:cubicBezTo>
                  <a:cubicBezTo>
                    <a:pt x="1391" y="809"/>
                    <a:pt x="1385" y="794"/>
                    <a:pt x="1371" y="790"/>
                  </a:cubicBezTo>
                  <a:cubicBezTo>
                    <a:pt x="855" y="611"/>
                    <a:pt x="433" y="362"/>
                    <a:pt x="46" y="7"/>
                  </a:cubicBezTo>
                  <a:cubicBezTo>
                    <a:pt x="41" y="2"/>
                    <a:pt x="35" y="0"/>
                    <a:pt x="29" y="0"/>
                  </a:cubicBezTo>
                  <a:close/>
                  <a:moveTo>
                    <a:pt x="1362" y="840"/>
                  </a:moveTo>
                  <a:cubicBezTo>
                    <a:pt x="1362" y="840"/>
                    <a:pt x="1362" y="840"/>
                    <a:pt x="1362" y="840"/>
                  </a:cubicBezTo>
                  <a:lnTo>
                    <a:pt x="1363" y="840"/>
                  </a:lnTo>
                  <a:cubicBezTo>
                    <a:pt x="1363" y="840"/>
                    <a:pt x="1362" y="840"/>
                    <a:pt x="1362" y="84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8" name="Google Shape;9068;p30"/>
            <p:cNvSpPr/>
            <p:nvPr/>
          </p:nvSpPr>
          <p:spPr>
            <a:xfrm>
              <a:off x="5977600" y="3820350"/>
              <a:ext cx="5650" cy="57925"/>
            </a:xfrm>
            <a:custGeom>
              <a:avLst/>
              <a:gdLst/>
              <a:ahLst/>
              <a:cxnLst/>
              <a:rect l="l" t="t" r="r" b="b"/>
              <a:pathLst>
                <a:path w="226" h="2317" extrusionOk="0">
                  <a:moveTo>
                    <a:pt x="30" y="1"/>
                  </a:moveTo>
                  <a:cubicBezTo>
                    <a:pt x="28" y="1"/>
                    <a:pt x="27" y="1"/>
                    <a:pt x="25" y="1"/>
                  </a:cubicBezTo>
                  <a:cubicBezTo>
                    <a:pt x="10" y="4"/>
                    <a:pt x="1" y="17"/>
                    <a:pt x="3" y="32"/>
                  </a:cubicBezTo>
                  <a:cubicBezTo>
                    <a:pt x="166" y="823"/>
                    <a:pt x="173" y="1560"/>
                    <a:pt x="25" y="2286"/>
                  </a:cubicBezTo>
                  <a:cubicBezTo>
                    <a:pt x="21" y="2299"/>
                    <a:pt x="30" y="2314"/>
                    <a:pt x="45" y="2317"/>
                  </a:cubicBezTo>
                  <a:lnTo>
                    <a:pt x="49" y="2317"/>
                  </a:lnTo>
                  <a:cubicBezTo>
                    <a:pt x="61" y="2317"/>
                    <a:pt x="72" y="2308"/>
                    <a:pt x="75" y="2296"/>
                  </a:cubicBezTo>
                  <a:cubicBezTo>
                    <a:pt x="225" y="1563"/>
                    <a:pt x="219" y="819"/>
                    <a:pt x="55" y="21"/>
                  </a:cubicBezTo>
                  <a:cubicBezTo>
                    <a:pt x="52" y="10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9" name="Google Shape;9069;p30"/>
            <p:cNvSpPr/>
            <p:nvPr/>
          </p:nvSpPr>
          <p:spPr>
            <a:xfrm>
              <a:off x="5960650" y="3890150"/>
              <a:ext cx="36450" cy="20450"/>
            </a:xfrm>
            <a:custGeom>
              <a:avLst/>
              <a:gdLst/>
              <a:ahLst/>
              <a:cxnLst/>
              <a:rect l="l" t="t" r="r" b="b"/>
              <a:pathLst>
                <a:path w="1458" h="818" extrusionOk="0">
                  <a:moveTo>
                    <a:pt x="30" y="1"/>
                  </a:moveTo>
                  <a:cubicBezTo>
                    <a:pt x="23" y="1"/>
                    <a:pt x="16" y="3"/>
                    <a:pt x="12" y="9"/>
                  </a:cubicBezTo>
                  <a:cubicBezTo>
                    <a:pt x="1" y="18"/>
                    <a:pt x="2" y="36"/>
                    <a:pt x="12" y="45"/>
                  </a:cubicBezTo>
                  <a:cubicBezTo>
                    <a:pt x="406" y="421"/>
                    <a:pt x="894" y="688"/>
                    <a:pt x="1423" y="817"/>
                  </a:cubicBezTo>
                  <a:lnTo>
                    <a:pt x="1429" y="817"/>
                  </a:lnTo>
                  <a:cubicBezTo>
                    <a:pt x="1440" y="817"/>
                    <a:pt x="1451" y="811"/>
                    <a:pt x="1454" y="799"/>
                  </a:cubicBezTo>
                  <a:cubicBezTo>
                    <a:pt x="1458" y="784"/>
                    <a:pt x="1450" y="770"/>
                    <a:pt x="1435" y="766"/>
                  </a:cubicBezTo>
                  <a:cubicBezTo>
                    <a:pt x="916" y="640"/>
                    <a:pt x="435" y="377"/>
                    <a:pt x="48" y="7"/>
                  </a:cubicBezTo>
                  <a:cubicBezTo>
                    <a:pt x="43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0" name="Google Shape;9070;p30"/>
            <p:cNvSpPr/>
            <p:nvPr/>
          </p:nvSpPr>
          <p:spPr>
            <a:xfrm>
              <a:off x="5940650" y="3781075"/>
              <a:ext cx="2100" cy="35075"/>
            </a:xfrm>
            <a:custGeom>
              <a:avLst/>
              <a:gdLst/>
              <a:ahLst/>
              <a:cxnLst/>
              <a:rect l="l" t="t" r="r" b="b"/>
              <a:pathLst>
                <a:path w="84" h="1403" extrusionOk="0">
                  <a:moveTo>
                    <a:pt x="56" y="1"/>
                  </a:moveTo>
                  <a:cubicBezTo>
                    <a:pt x="44" y="1"/>
                    <a:pt x="33" y="14"/>
                    <a:pt x="33" y="26"/>
                  </a:cubicBezTo>
                  <a:lnTo>
                    <a:pt x="0" y="1376"/>
                  </a:lnTo>
                  <a:cubicBezTo>
                    <a:pt x="0" y="1391"/>
                    <a:pt x="11" y="1401"/>
                    <a:pt x="26" y="1403"/>
                  </a:cubicBezTo>
                  <a:cubicBezTo>
                    <a:pt x="41" y="1403"/>
                    <a:pt x="51" y="1391"/>
                    <a:pt x="53" y="1377"/>
                  </a:cubicBezTo>
                  <a:lnTo>
                    <a:pt x="84" y="28"/>
                  </a:lnTo>
                  <a:cubicBezTo>
                    <a:pt x="84" y="14"/>
                    <a:pt x="73" y="2"/>
                    <a:pt x="58" y="1"/>
                  </a:cubicBezTo>
                  <a:cubicBezTo>
                    <a:pt x="58" y="1"/>
                    <a:pt x="57" y="1"/>
                    <a:pt x="5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1" name="Google Shape;9071;p30"/>
            <p:cNvSpPr/>
            <p:nvPr/>
          </p:nvSpPr>
          <p:spPr>
            <a:xfrm>
              <a:off x="5971950" y="3847600"/>
              <a:ext cx="3525" cy="22375"/>
            </a:xfrm>
            <a:custGeom>
              <a:avLst/>
              <a:gdLst/>
              <a:ahLst/>
              <a:cxnLst/>
              <a:rect l="l" t="t" r="r" b="b"/>
              <a:pathLst>
                <a:path w="141" h="895" extrusionOk="0">
                  <a:moveTo>
                    <a:pt x="115" y="1"/>
                  </a:moveTo>
                  <a:cubicBezTo>
                    <a:pt x="102" y="1"/>
                    <a:pt x="90" y="12"/>
                    <a:pt x="90" y="26"/>
                  </a:cubicBezTo>
                  <a:cubicBezTo>
                    <a:pt x="88" y="306"/>
                    <a:pt x="60" y="587"/>
                    <a:pt x="5" y="862"/>
                  </a:cubicBezTo>
                  <a:cubicBezTo>
                    <a:pt x="1" y="877"/>
                    <a:pt x="10" y="890"/>
                    <a:pt x="25" y="893"/>
                  </a:cubicBezTo>
                  <a:cubicBezTo>
                    <a:pt x="26" y="893"/>
                    <a:pt x="28" y="894"/>
                    <a:pt x="29" y="894"/>
                  </a:cubicBezTo>
                  <a:lnTo>
                    <a:pt x="29" y="893"/>
                  </a:lnTo>
                  <a:cubicBezTo>
                    <a:pt x="41" y="893"/>
                    <a:pt x="52" y="885"/>
                    <a:pt x="55" y="873"/>
                  </a:cubicBezTo>
                  <a:cubicBezTo>
                    <a:pt x="111" y="596"/>
                    <a:pt x="141" y="310"/>
                    <a:pt x="141" y="26"/>
                  </a:cubicBezTo>
                  <a:cubicBezTo>
                    <a:pt x="141" y="13"/>
                    <a:pt x="130" y="1"/>
                    <a:pt x="11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2" name="Google Shape;9072;p30"/>
            <p:cNvSpPr/>
            <p:nvPr/>
          </p:nvSpPr>
          <p:spPr>
            <a:xfrm>
              <a:off x="5974275" y="3835575"/>
              <a:ext cx="1475" cy="7150"/>
            </a:xfrm>
            <a:custGeom>
              <a:avLst/>
              <a:gdLst/>
              <a:ahLst/>
              <a:cxnLst/>
              <a:rect l="l" t="t" r="r" b="b"/>
              <a:pathLst>
                <a:path w="59" h="286" extrusionOk="0">
                  <a:moveTo>
                    <a:pt x="26" y="0"/>
                  </a:moveTo>
                  <a:cubicBezTo>
                    <a:pt x="13" y="0"/>
                    <a:pt x="1" y="12"/>
                    <a:pt x="1" y="27"/>
                  </a:cubicBezTo>
                  <a:lnTo>
                    <a:pt x="6" y="260"/>
                  </a:lnTo>
                  <a:cubicBezTo>
                    <a:pt x="6" y="275"/>
                    <a:pt x="18" y="286"/>
                    <a:pt x="32" y="286"/>
                  </a:cubicBezTo>
                  <a:cubicBezTo>
                    <a:pt x="46" y="286"/>
                    <a:pt x="58" y="273"/>
                    <a:pt x="57" y="260"/>
                  </a:cubicBezTo>
                  <a:lnTo>
                    <a:pt x="53" y="26"/>
                  </a:lnTo>
                  <a:cubicBezTo>
                    <a:pt x="53" y="11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3" name="Google Shape;9073;p30"/>
            <p:cNvSpPr/>
            <p:nvPr/>
          </p:nvSpPr>
          <p:spPr>
            <a:xfrm>
              <a:off x="5934600" y="3796625"/>
              <a:ext cx="2075" cy="9300"/>
            </a:xfrm>
            <a:custGeom>
              <a:avLst/>
              <a:gdLst/>
              <a:ahLst/>
              <a:cxnLst/>
              <a:rect l="l" t="t" r="r" b="b"/>
              <a:pathLst>
                <a:path w="83" h="372" extrusionOk="0">
                  <a:moveTo>
                    <a:pt x="54" y="0"/>
                  </a:moveTo>
                  <a:cubicBezTo>
                    <a:pt x="40" y="0"/>
                    <a:pt x="31" y="11"/>
                    <a:pt x="30" y="25"/>
                  </a:cubicBezTo>
                  <a:lnTo>
                    <a:pt x="0" y="343"/>
                  </a:lnTo>
                  <a:cubicBezTo>
                    <a:pt x="0" y="358"/>
                    <a:pt x="10" y="370"/>
                    <a:pt x="24" y="372"/>
                  </a:cubicBezTo>
                  <a:lnTo>
                    <a:pt x="27" y="372"/>
                  </a:lnTo>
                  <a:cubicBezTo>
                    <a:pt x="39" y="372"/>
                    <a:pt x="51" y="362"/>
                    <a:pt x="53" y="349"/>
                  </a:cubicBezTo>
                  <a:lnTo>
                    <a:pt x="81" y="29"/>
                  </a:lnTo>
                  <a:cubicBezTo>
                    <a:pt x="82" y="15"/>
                    <a:pt x="71" y="2"/>
                    <a:pt x="58" y="0"/>
                  </a:cubicBezTo>
                  <a:cubicBezTo>
                    <a:pt x="56" y="0"/>
                    <a:pt x="55" y="0"/>
                    <a:pt x="5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4" name="Google Shape;9074;p30"/>
            <p:cNvSpPr/>
            <p:nvPr/>
          </p:nvSpPr>
          <p:spPr>
            <a:xfrm>
              <a:off x="5935725" y="3789850"/>
              <a:ext cx="1650" cy="3425"/>
            </a:xfrm>
            <a:custGeom>
              <a:avLst/>
              <a:gdLst/>
              <a:ahLst/>
              <a:cxnLst/>
              <a:rect l="l" t="t" r="r" b="b"/>
              <a:pathLst>
                <a:path w="66" h="137" extrusionOk="0">
                  <a:moveTo>
                    <a:pt x="39" y="1"/>
                  </a:moveTo>
                  <a:cubicBezTo>
                    <a:pt x="26" y="1"/>
                    <a:pt x="14" y="10"/>
                    <a:pt x="13" y="24"/>
                  </a:cubicBezTo>
                  <a:lnTo>
                    <a:pt x="2" y="107"/>
                  </a:lnTo>
                  <a:cubicBezTo>
                    <a:pt x="1" y="122"/>
                    <a:pt x="10" y="134"/>
                    <a:pt x="25" y="136"/>
                  </a:cubicBezTo>
                  <a:cubicBezTo>
                    <a:pt x="26" y="137"/>
                    <a:pt x="26" y="137"/>
                    <a:pt x="28" y="137"/>
                  </a:cubicBezTo>
                  <a:lnTo>
                    <a:pt x="28" y="136"/>
                  </a:lnTo>
                  <a:cubicBezTo>
                    <a:pt x="41" y="136"/>
                    <a:pt x="52" y="126"/>
                    <a:pt x="53" y="114"/>
                  </a:cubicBezTo>
                  <a:lnTo>
                    <a:pt x="64" y="31"/>
                  </a:lnTo>
                  <a:cubicBezTo>
                    <a:pt x="65" y="16"/>
                    <a:pt x="56" y="2"/>
                    <a:pt x="41" y="1"/>
                  </a:cubicBezTo>
                  <a:cubicBezTo>
                    <a:pt x="40" y="1"/>
                    <a:pt x="40" y="1"/>
                    <a:pt x="3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5" name="Google Shape;9075;p30"/>
            <p:cNvSpPr/>
            <p:nvPr/>
          </p:nvSpPr>
          <p:spPr>
            <a:xfrm>
              <a:off x="5924000" y="3820250"/>
              <a:ext cx="13175" cy="10000"/>
            </a:xfrm>
            <a:custGeom>
              <a:avLst/>
              <a:gdLst/>
              <a:ahLst/>
              <a:cxnLst/>
              <a:rect l="l" t="t" r="r" b="b"/>
              <a:pathLst>
                <a:path w="527" h="400" extrusionOk="0">
                  <a:moveTo>
                    <a:pt x="29" y="0"/>
                  </a:moveTo>
                  <a:cubicBezTo>
                    <a:pt x="22" y="0"/>
                    <a:pt x="15" y="3"/>
                    <a:pt x="10" y="9"/>
                  </a:cubicBezTo>
                  <a:cubicBezTo>
                    <a:pt x="0" y="20"/>
                    <a:pt x="2" y="36"/>
                    <a:pt x="12" y="46"/>
                  </a:cubicBezTo>
                  <a:cubicBezTo>
                    <a:pt x="160" y="172"/>
                    <a:pt x="319" y="289"/>
                    <a:pt x="483" y="395"/>
                  </a:cubicBezTo>
                  <a:cubicBezTo>
                    <a:pt x="487" y="398"/>
                    <a:pt x="491" y="399"/>
                    <a:pt x="497" y="399"/>
                  </a:cubicBezTo>
                  <a:cubicBezTo>
                    <a:pt x="505" y="399"/>
                    <a:pt x="514" y="395"/>
                    <a:pt x="518" y="387"/>
                  </a:cubicBezTo>
                  <a:cubicBezTo>
                    <a:pt x="526" y="375"/>
                    <a:pt x="524" y="359"/>
                    <a:pt x="512" y="352"/>
                  </a:cubicBezTo>
                  <a:cubicBezTo>
                    <a:pt x="349" y="247"/>
                    <a:pt x="193" y="130"/>
                    <a:pt x="46" y="7"/>
                  </a:cubicBezTo>
                  <a:cubicBezTo>
                    <a:pt x="41" y="2"/>
                    <a:pt x="35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6" name="Google Shape;9076;p30"/>
            <p:cNvSpPr/>
            <p:nvPr/>
          </p:nvSpPr>
          <p:spPr>
            <a:xfrm>
              <a:off x="5942325" y="3832725"/>
              <a:ext cx="7525" cy="4725"/>
            </a:xfrm>
            <a:custGeom>
              <a:avLst/>
              <a:gdLst/>
              <a:ahLst/>
              <a:cxnLst/>
              <a:rect l="l" t="t" r="r" b="b"/>
              <a:pathLst>
                <a:path w="301" h="189" extrusionOk="0">
                  <a:moveTo>
                    <a:pt x="31" y="0"/>
                  </a:moveTo>
                  <a:cubicBezTo>
                    <a:pt x="23" y="0"/>
                    <a:pt x="16" y="3"/>
                    <a:pt x="10" y="9"/>
                  </a:cubicBezTo>
                  <a:cubicBezTo>
                    <a:pt x="1" y="20"/>
                    <a:pt x="2" y="36"/>
                    <a:pt x="13" y="46"/>
                  </a:cubicBezTo>
                  <a:cubicBezTo>
                    <a:pt x="85" y="110"/>
                    <a:pt x="171" y="159"/>
                    <a:pt x="264" y="187"/>
                  </a:cubicBezTo>
                  <a:cubicBezTo>
                    <a:pt x="267" y="188"/>
                    <a:pt x="270" y="188"/>
                    <a:pt x="271" y="188"/>
                  </a:cubicBezTo>
                  <a:cubicBezTo>
                    <a:pt x="283" y="188"/>
                    <a:pt x="292" y="182"/>
                    <a:pt x="297" y="171"/>
                  </a:cubicBezTo>
                  <a:cubicBezTo>
                    <a:pt x="301" y="156"/>
                    <a:pt x="292" y="143"/>
                    <a:pt x="279" y="137"/>
                  </a:cubicBezTo>
                  <a:cubicBezTo>
                    <a:pt x="194" y="112"/>
                    <a:pt x="114" y="67"/>
                    <a:pt x="48" y="7"/>
                  </a:cubicBezTo>
                  <a:cubicBezTo>
                    <a:pt x="43" y="2"/>
                    <a:pt x="37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7" name="Google Shape;9077;p30"/>
            <p:cNvSpPr/>
            <p:nvPr/>
          </p:nvSpPr>
          <p:spPr>
            <a:xfrm>
              <a:off x="5949800" y="3873025"/>
              <a:ext cx="19725" cy="12875"/>
            </a:xfrm>
            <a:custGeom>
              <a:avLst/>
              <a:gdLst/>
              <a:ahLst/>
              <a:cxnLst/>
              <a:rect l="l" t="t" r="r" b="b"/>
              <a:pathLst>
                <a:path w="789" h="515" extrusionOk="0">
                  <a:moveTo>
                    <a:pt x="30" y="0"/>
                  </a:moveTo>
                  <a:cubicBezTo>
                    <a:pt x="21" y="0"/>
                    <a:pt x="13" y="4"/>
                    <a:pt x="8" y="12"/>
                  </a:cubicBezTo>
                  <a:cubicBezTo>
                    <a:pt x="0" y="23"/>
                    <a:pt x="3" y="39"/>
                    <a:pt x="15" y="48"/>
                  </a:cubicBezTo>
                  <a:cubicBezTo>
                    <a:pt x="249" y="214"/>
                    <a:pt x="495" y="370"/>
                    <a:pt x="746" y="512"/>
                  </a:cubicBezTo>
                  <a:cubicBezTo>
                    <a:pt x="750" y="514"/>
                    <a:pt x="754" y="515"/>
                    <a:pt x="759" y="515"/>
                  </a:cubicBezTo>
                  <a:cubicBezTo>
                    <a:pt x="767" y="515"/>
                    <a:pt x="776" y="511"/>
                    <a:pt x="781" y="501"/>
                  </a:cubicBezTo>
                  <a:cubicBezTo>
                    <a:pt x="789" y="489"/>
                    <a:pt x="783" y="473"/>
                    <a:pt x="771" y="466"/>
                  </a:cubicBezTo>
                  <a:cubicBezTo>
                    <a:pt x="522" y="325"/>
                    <a:pt x="279" y="171"/>
                    <a:pt x="45" y="5"/>
                  </a:cubicBezTo>
                  <a:cubicBezTo>
                    <a:pt x="40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8" name="Google Shape;9078;p30"/>
            <p:cNvSpPr/>
            <p:nvPr/>
          </p:nvSpPr>
          <p:spPr>
            <a:xfrm>
              <a:off x="5973775" y="3888125"/>
              <a:ext cx="8700" cy="4875"/>
            </a:xfrm>
            <a:custGeom>
              <a:avLst/>
              <a:gdLst/>
              <a:ahLst/>
              <a:cxnLst/>
              <a:rect l="l" t="t" r="r" b="b"/>
              <a:pathLst>
                <a:path w="348" h="195" extrusionOk="0">
                  <a:moveTo>
                    <a:pt x="30" y="1"/>
                  </a:moveTo>
                  <a:cubicBezTo>
                    <a:pt x="20" y="1"/>
                    <a:pt x="11" y="6"/>
                    <a:pt x="7" y="16"/>
                  </a:cubicBezTo>
                  <a:cubicBezTo>
                    <a:pt x="0" y="28"/>
                    <a:pt x="6" y="44"/>
                    <a:pt x="18" y="49"/>
                  </a:cubicBezTo>
                  <a:lnTo>
                    <a:pt x="307" y="192"/>
                  </a:lnTo>
                  <a:cubicBezTo>
                    <a:pt x="311" y="193"/>
                    <a:pt x="314" y="195"/>
                    <a:pt x="318" y="195"/>
                  </a:cubicBezTo>
                  <a:cubicBezTo>
                    <a:pt x="327" y="195"/>
                    <a:pt x="337" y="189"/>
                    <a:pt x="342" y="180"/>
                  </a:cubicBezTo>
                  <a:cubicBezTo>
                    <a:pt x="348" y="167"/>
                    <a:pt x="342" y="152"/>
                    <a:pt x="330" y="145"/>
                  </a:cubicBezTo>
                  <a:lnTo>
                    <a:pt x="41" y="4"/>
                  </a:lnTo>
                  <a:cubicBezTo>
                    <a:pt x="37" y="2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9" name="Google Shape;9079;p30"/>
            <p:cNvSpPr/>
            <p:nvPr/>
          </p:nvSpPr>
          <p:spPr>
            <a:xfrm>
              <a:off x="6009225" y="3904800"/>
              <a:ext cx="4900" cy="32425"/>
            </a:xfrm>
            <a:custGeom>
              <a:avLst/>
              <a:gdLst/>
              <a:ahLst/>
              <a:cxnLst/>
              <a:rect l="l" t="t" r="r" b="b"/>
              <a:pathLst>
                <a:path w="196" h="1297" extrusionOk="0">
                  <a:moveTo>
                    <a:pt x="30" y="0"/>
                  </a:moveTo>
                  <a:cubicBezTo>
                    <a:pt x="28" y="0"/>
                    <a:pt x="25" y="1"/>
                    <a:pt x="23" y="1"/>
                  </a:cubicBezTo>
                  <a:cubicBezTo>
                    <a:pt x="10" y="5"/>
                    <a:pt x="0" y="19"/>
                    <a:pt x="4" y="32"/>
                  </a:cubicBezTo>
                  <a:cubicBezTo>
                    <a:pt x="104" y="437"/>
                    <a:pt x="143" y="854"/>
                    <a:pt x="120" y="1270"/>
                  </a:cubicBezTo>
                  <a:cubicBezTo>
                    <a:pt x="120" y="1285"/>
                    <a:pt x="131" y="1297"/>
                    <a:pt x="146" y="1297"/>
                  </a:cubicBezTo>
                  <a:lnTo>
                    <a:pt x="147" y="1297"/>
                  </a:lnTo>
                  <a:cubicBezTo>
                    <a:pt x="160" y="1297"/>
                    <a:pt x="171" y="1286"/>
                    <a:pt x="173" y="1273"/>
                  </a:cubicBezTo>
                  <a:cubicBezTo>
                    <a:pt x="195" y="852"/>
                    <a:pt x="155" y="430"/>
                    <a:pt x="54" y="20"/>
                  </a:cubicBezTo>
                  <a:cubicBezTo>
                    <a:pt x="52" y="9"/>
                    <a:pt x="41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0" name="Google Shape;9080;p30"/>
            <p:cNvSpPr/>
            <p:nvPr/>
          </p:nvSpPr>
          <p:spPr>
            <a:xfrm>
              <a:off x="6007750" y="3892150"/>
              <a:ext cx="2550" cy="8250"/>
            </a:xfrm>
            <a:custGeom>
              <a:avLst/>
              <a:gdLst/>
              <a:ahLst/>
              <a:cxnLst/>
              <a:rect l="l" t="t" r="r" b="b"/>
              <a:pathLst>
                <a:path w="102" h="330" extrusionOk="0">
                  <a:moveTo>
                    <a:pt x="27" y="0"/>
                  </a:moveTo>
                  <a:cubicBezTo>
                    <a:pt x="26" y="0"/>
                    <a:pt x="25" y="0"/>
                    <a:pt x="24" y="0"/>
                  </a:cubicBezTo>
                  <a:cubicBezTo>
                    <a:pt x="11" y="3"/>
                    <a:pt x="0" y="16"/>
                    <a:pt x="3" y="30"/>
                  </a:cubicBezTo>
                  <a:lnTo>
                    <a:pt x="47" y="308"/>
                  </a:lnTo>
                  <a:cubicBezTo>
                    <a:pt x="50" y="320"/>
                    <a:pt x="61" y="330"/>
                    <a:pt x="73" y="330"/>
                  </a:cubicBezTo>
                  <a:lnTo>
                    <a:pt x="77" y="330"/>
                  </a:lnTo>
                  <a:cubicBezTo>
                    <a:pt x="92" y="327"/>
                    <a:pt x="101" y="314"/>
                    <a:pt x="98" y="300"/>
                  </a:cubicBezTo>
                  <a:lnTo>
                    <a:pt x="54" y="22"/>
                  </a:lnTo>
                  <a:cubicBezTo>
                    <a:pt x="53" y="9"/>
                    <a:pt x="42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1" name="Google Shape;9081;p30"/>
            <p:cNvSpPr/>
            <p:nvPr/>
          </p:nvSpPr>
          <p:spPr>
            <a:xfrm>
              <a:off x="5999750" y="3877200"/>
              <a:ext cx="4725" cy="41975"/>
            </a:xfrm>
            <a:custGeom>
              <a:avLst/>
              <a:gdLst/>
              <a:ahLst/>
              <a:cxnLst/>
              <a:rect l="l" t="t" r="r" b="b"/>
              <a:pathLst>
                <a:path w="189" h="1679" extrusionOk="0">
                  <a:moveTo>
                    <a:pt x="29" y="0"/>
                  </a:moveTo>
                  <a:cubicBezTo>
                    <a:pt x="27" y="0"/>
                    <a:pt x="26" y="1"/>
                    <a:pt x="24" y="1"/>
                  </a:cubicBezTo>
                  <a:cubicBezTo>
                    <a:pt x="9" y="4"/>
                    <a:pt x="0" y="17"/>
                    <a:pt x="3" y="30"/>
                  </a:cubicBezTo>
                  <a:cubicBezTo>
                    <a:pt x="101" y="565"/>
                    <a:pt x="136" y="1111"/>
                    <a:pt x="106" y="1652"/>
                  </a:cubicBezTo>
                  <a:cubicBezTo>
                    <a:pt x="106" y="1666"/>
                    <a:pt x="117" y="1678"/>
                    <a:pt x="131" y="1678"/>
                  </a:cubicBezTo>
                  <a:lnTo>
                    <a:pt x="132" y="1678"/>
                  </a:lnTo>
                  <a:cubicBezTo>
                    <a:pt x="145" y="1678"/>
                    <a:pt x="157" y="1669"/>
                    <a:pt x="157" y="1654"/>
                  </a:cubicBezTo>
                  <a:cubicBezTo>
                    <a:pt x="188" y="1109"/>
                    <a:pt x="153" y="559"/>
                    <a:pt x="54" y="22"/>
                  </a:cubicBezTo>
                  <a:cubicBezTo>
                    <a:pt x="51" y="9"/>
                    <a:pt x="4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2" name="Google Shape;9082;p30"/>
            <p:cNvSpPr/>
            <p:nvPr/>
          </p:nvSpPr>
          <p:spPr>
            <a:xfrm>
              <a:off x="5999025" y="3869475"/>
              <a:ext cx="1925" cy="5375"/>
            </a:xfrm>
            <a:custGeom>
              <a:avLst/>
              <a:gdLst/>
              <a:ahLst/>
              <a:cxnLst/>
              <a:rect l="l" t="t" r="r" b="b"/>
              <a:pathLst>
                <a:path w="77" h="215" extrusionOk="0">
                  <a:moveTo>
                    <a:pt x="28" y="0"/>
                  </a:moveTo>
                  <a:cubicBezTo>
                    <a:pt x="27" y="0"/>
                    <a:pt x="26" y="0"/>
                    <a:pt x="25" y="0"/>
                  </a:cubicBezTo>
                  <a:cubicBezTo>
                    <a:pt x="12" y="3"/>
                    <a:pt x="1" y="15"/>
                    <a:pt x="2" y="30"/>
                  </a:cubicBezTo>
                  <a:lnTo>
                    <a:pt x="22" y="191"/>
                  </a:lnTo>
                  <a:cubicBezTo>
                    <a:pt x="25" y="205"/>
                    <a:pt x="36" y="214"/>
                    <a:pt x="49" y="214"/>
                  </a:cubicBezTo>
                  <a:lnTo>
                    <a:pt x="52" y="214"/>
                  </a:lnTo>
                  <a:cubicBezTo>
                    <a:pt x="67" y="212"/>
                    <a:pt x="76" y="200"/>
                    <a:pt x="75" y="185"/>
                  </a:cubicBezTo>
                  <a:lnTo>
                    <a:pt x="55" y="23"/>
                  </a:lnTo>
                  <a:cubicBezTo>
                    <a:pt x="52" y="9"/>
                    <a:pt x="4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3" name="Google Shape;9083;p30"/>
            <p:cNvSpPr/>
            <p:nvPr/>
          </p:nvSpPr>
          <p:spPr>
            <a:xfrm>
              <a:off x="5976150" y="3910150"/>
              <a:ext cx="12675" cy="5925"/>
            </a:xfrm>
            <a:custGeom>
              <a:avLst/>
              <a:gdLst/>
              <a:ahLst/>
              <a:cxnLst/>
              <a:rect l="l" t="t" r="r" b="b"/>
              <a:pathLst>
                <a:path w="507" h="237" extrusionOk="0">
                  <a:moveTo>
                    <a:pt x="29" y="1"/>
                  </a:moveTo>
                  <a:cubicBezTo>
                    <a:pt x="19" y="1"/>
                    <a:pt x="10" y="6"/>
                    <a:pt x="6" y="16"/>
                  </a:cubicBezTo>
                  <a:cubicBezTo>
                    <a:pt x="1" y="29"/>
                    <a:pt x="6" y="44"/>
                    <a:pt x="20" y="50"/>
                  </a:cubicBezTo>
                  <a:lnTo>
                    <a:pt x="468" y="234"/>
                  </a:lnTo>
                  <a:cubicBezTo>
                    <a:pt x="470" y="235"/>
                    <a:pt x="474" y="237"/>
                    <a:pt x="477" y="237"/>
                  </a:cubicBezTo>
                  <a:cubicBezTo>
                    <a:pt x="488" y="237"/>
                    <a:pt x="497" y="230"/>
                    <a:pt x="501" y="221"/>
                  </a:cubicBezTo>
                  <a:cubicBezTo>
                    <a:pt x="507" y="207"/>
                    <a:pt x="501" y="192"/>
                    <a:pt x="488" y="187"/>
                  </a:cubicBezTo>
                  <a:lnTo>
                    <a:pt x="40" y="3"/>
                  </a:lnTo>
                  <a:cubicBezTo>
                    <a:pt x="36" y="1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4" name="Google Shape;9084;p30"/>
            <p:cNvSpPr/>
            <p:nvPr/>
          </p:nvSpPr>
          <p:spPr>
            <a:xfrm>
              <a:off x="5954900" y="3796250"/>
              <a:ext cx="2325" cy="28675"/>
            </a:xfrm>
            <a:custGeom>
              <a:avLst/>
              <a:gdLst/>
              <a:ahLst/>
              <a:cxnLst/>
              <a:rect l="l" t="t" r="r" b="b"/>
              <a:pathLst>
                <a:path w="93" h="1147" extrusionOk="0">
                  <a:moveTo>
                    <a:pt x="30" y="0"/>
                  </a:moveTo>
                  <a:cubicBezTo>
                    <a:pt x="29" y="0"/>
                    <a:pt x="28" y="0"/>
                    <a:pt x="26" y="1"/>
                  </a:cubicBezTo>
                  <a:cubicBezTo>
                    <a:pt x="11" y="2"/>
                    <a:pt x="1" y="14"/>
                    <a:pt x="2" y="29"/>
                  </a:cubicBezTo>
                  <a:cubicBezTo>
                    <a:pt x="32" y="389"/>
                    <a:pt x="40" y="757"/>
                    <a:pt x="26" y="1120"/>
                  </a:cubicBezTo>
                  <a:cubicBezTo>
                    <a:pt x="25" y="1135"/>
                    <a:pt x="36" y="1145"/>
                    <a:pt x="50" y="1147"/>
                  </a:cubicBezTo>
                  <a:lnTo>
                    <a:pt x="52" y="1147"/>
                  </a:lnTo>
                  <a:cubicBezTo>
                    <a:pt x="65" y="1147"/>
                    <a:pt x="77" y="1136"/>
                    <a:pt x="77" y="1121"/>
                  </a:cubicBezTo>
                  <a:cubicBezTo>
                    <a:pt x="92" y="757"/>
                    <a:pt x="84" y="387"/>
                    <a:pt x="53" y="23"/>
                  </a:cubicBezTo>
                  <a:cubicBezTo>
                    <a:pt x="52" y="11"/>
                    <a:pt x="4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5" name="Google Shape;9085;p30"/>
            <p:cNvSpPr/>
            <p:nvPr/>
          </p:nvSpPr>
          <p:spPr>
            <a:xfrm>
              <a:off x="5962475" y="3802600"/>
              <a:ext cx="1525" cy="17125"/>
            </a:xfrm>
            <a:custGeom>
              <a:avLst/>
              <a:gdLst/>
              <a:ahLst/>
              <a:cxnLst/>
              <a:rect l="l" t="t" r="r" b="b"/>
              <a:pathLst>
                <a:path w="61" h="685" extrusionOk="0">
                  <a:moveTo>
                    <a:pt x="26" y="1"/>
                  </a:moveTo>
                  <a:cubicBezTo>
                    <a:pt x="13" y="1"/>
                    <a:pt x="0" y="13"/>
                    <a:pt x="0" y="26"/>
                  </a:cubicBezTo>
                  <a:lnTo>
                    <a:pt x="8" y="659"/>
                  </a:lnTo>
                  <a:cubicBezTo>
                    <a:pt x="10" y="674"/>
                    <a:pt x="21" y="684"/>
                    <a:pt x="35" y="684"/>
                  </a:cubicBezTo>
                  <a:cubicBezTo>
                    <a:pt x="50" y="684"/>
                    <a:pt x="61" y="672"/>
                    <a:pt x="61" y="659"/>
                  </a:cubicBezTo>
                  <a:lnTo>
                    <a:pt x="53" y="26"/>
                  </a:lnTo>
                  <a:cubicBezTo>
                    <a:pt x="53" y="12"/>
                    <a:pt x="41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6" name="Google Shape;9086;p30"/>
            <p:cNvSpPr/>
            <p:nvPr/>
          </p:nvSpPr>
          <p:spPr>
            <a:xfrm>
              <a:off x="5530750" y="3809575"/>
              <a:ext cx="276150" cy="72750"/>
            </a:xfrm>
            <a:custGeom>
              <a:avLst/>
              <a:gdLst/>
              <a:ahLst/>
              <a:cxnLst/>
              <a:rect l="l" t="t" r="r" b="b"/>
              <a:pathLst>
                <a:path w="11046" h="2910" extrusionOk="0">
                  <a:moveTo>
                    <a:pt x="7568" y="1"/>
                  </a:moveTo>
                  <a:cubicBezTo>
                    <a:pt x="4854" y="1"/>
                    <a:pt x="2060" y="992"/>
                    <a:pt x="1" y="2668"/>
                  </a:cubicBezTo>
                  <a:cubicBezTo>
                    <a:pt x="908" y="2830"/>
                    <a:pt x="1828" y="2910"/>
                    <a:pt x="2749" y="2910"/>
                  </a:cubicBezTo>
                  <a:cubicBezTo>
                    <a:pt x="5654" y="2910"/>
                    <a:pt x="8561" y="2116"/>
                    <a:pt x="11046" y="607"/>
                  </a:cubicBezTo>
                  <a:cubicBezTo>
                    <a:pt x="9949" y="194"/>
                    <a:pt x="8766" y="1"/>
                    <a:pt x="7568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7" name="Google Shape;9087;p30"/>
            <p:cNvSpPr/>
            <p:nvPr/>
          </p:nvSpPr>
          <p:spPr>
            <a:xfrm>
              <a:off x="5529375" y="3808500"/>
              <a:ext cx="278875" cy="75100"/>
            </a:xfrm>
            <a:custGeom>
              <a:avLst/>
              <a:gdLst/>
              <a:ahLst/>
              <a:cxnLst/>
              <a:rect l="l" t="t" r="r" b="b"/>
              <a:pathLst>
                <a:path w="11155" h="3004" extrusionOk="0">
                  <a:moveTo>
                    <a:pt x="7636" y="103"/>
                  </a:moveTo>
                  <a:cubicBezTo>
                    <a:pt x="8803" y="103"/>
                    <a:pt x="9943" y="285"/>
                    <a:pt x="10983" y="661"/>
                  </a:cubicBezTo>
                  <a:cubicBezTo>
                    <a:pt x="8531" y="2126"/>
                    <a:pt x="5656" y="2899"/>
                    <a:pt x="2794" y="2899"/>
                  </a:cubicBezTo>
                  <a:cubicBezTo>
                    <a:pt x="1916" y="2899"/>
                    <a:pt x="1040" y="2827"/>
                    <a:pt x="177" y="2679"/>
                  </a:cubicBezTo>
                  <a:cubicBezTo>
                    <a:pt x="2271" y="1012"/>
                    <a:pt x="5024" y="103"/>
                    <a:pt x="7636" y="103"/>
                  </a:cubicBezTo>
                  <a:close/>
                  <a:moveTo>
                    <a:pt x="7637" y="0"/>
                  </a:moveTo>
                  <a:cubicBezTo>
                    <a:pt x="4963" y="0"/>
                    <a:pt x="2145" y="943"/>
                    <a:pt x="22" y="2671"/>
                  </a:cubicBezTo>
                  <a:cubicBezTo>
                    <a:pt x="7" y="2683"/>
                    <a:pt x="1" y="2704"/>
                    <a:pt x="5" y="2723"/>
                  </a:cubicBezTo>
                  <a:cubicBezTo>
                    <a:pt x="10" y="2743"/>
                    <a:pt x="26" y="2758"/>
                    <a:pt x="46" y="2762"/>
                  </a:cubicBezTo>
                  <a:cubicBezTo>
                    <a:pt x="950" y="2924"/>
                    <a:pt x="1871" y="3003"/>
                    <a:pt x="2791" y="3003"/>
                  </a:cubicBezTo>
                  <a:cubicBezTo>
                    <a:pt x="5710" y="3003"/>
                    <a:pt x="8640" y="2205"/>
                    <a:pt x="11128" y="695"/>
                  </a:cubicBezTo>
                  <a:cubicBezTo>
                    <a:pt x="11145" y="684"/>
                    <a:pt x="11155" y="665"/>
                    <a:pt x="11153" y="645"/>
                  </a:cubicBezTo>
                  <a:cubicBezTo>
                    <a:pt x="11151" y="626"/>
                    <a:pt x="11139" y="608"/>
                    <a:pt x="11120" y="602"/>
                  </a:cubicBezTo>
                  <a:cubicBezTo>
                    <a:pt x="10042" y="196"/>
                    <a:pt x="8854" y="0"/>
                    <a:pt x="763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8" name="Google Shape;9088;p30"/>
            <p:cNvSpPr/>
            <p:nvPr/>
          </p:nvSpPr>
          <p:spPr>
            <a:xfrm>
              <a:off x="5530050" y="3824075"/>
              <a:ext cx="277575" cy="52850"/>
            </a:xfrm>
            <a:custGeom>
              <a:avLst/>
              <a:gdLst/>
              <a:ahLst/>
              <a:cxnLst/>
              <a:rect l="l" t="t" r="r" b="b"/>
              <a:pathLst>
                <a:path w="11103" h="2114" extrusionOk="0">
                  <a:moveTo>
                    <a:pt x="11076" y="1"/>
                  </a:moveTo>
                  <a:cubicBezTo>
                    <a:pt x="11074" y="1"/>
                    <a:pt x="11072" y="1"/>
                    <a:pt x="11070" y="2"/>
                  </a:cubicBezTo>
                  <a:cubicBezTo>
                    <a:pt x="9259" y="310"/>
                    <a:pt x="7370" y="677"/>
                    <a:pt x="5545" y="1032"/>
                  </a:cubicBezTo>
                  <a:cubicBezTo>
                    <a:pt x="3720" y="1387"/>
                    <a:pt x="1833" y="1753"/>
                    <a:pt x="23" y="2063"/>
                  </a:cubicBezTo>
                  <a:cubicBezTo>
                    <a:pt x="10" y="2064"/>
                    <a:pt x="1" y="2077"/>
                    <a:pt x="3" y="2092"/>
                  </a:cubicBezTo>
                  <a:cubicBezTo>
                    <a:pt x="5" y="2104"/>
                    <a:pt x="15" y="2114"/>
                    <a:pt x="29" y="2114"/>
                  </a:cubicBezTo>
                  <a:lnTo>
                    <a:pt x="33" y="2114"/>
                  </a:lnTo>
                  <a:cubicBezTo>
                    <a:pt x="1842" y="1806"/>
                    <a:pt x="3730" y="1438"/>
                    <a:pt x="5554" y="1083"/>
                  </a:cubicBezTo>
                  <a:cubicBezTo>
                    <a:pt x="7380" y="728"/>
                    <a:pt x="9269" y="361"/>
                    <a:pt x="11078" y="53"/>
                  </a:cubicBezTo>
                  <a:cubicBezTo>
                    <a:pt x="11093" y="50"/>
                    <a:pt x="11102" y="37"/>
                    <a:pt x="11100" y="22"/>
                  </a:cubicBezTo>
                  <a:cubicBezTo>
                    <a:pt x="11097" y="10"/>
                    <a:pt x="11088" y="1"/>
                    <a:pt x="1107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9" name="Google Shape;9089;p30"/>
            <p:cNvSpPr/>
            <p:nvPr/>
          </p:nvSpPr>
          <p:spPr>
            <a:xfrm>
              <a:off x="5626350" y="3851250"/>
              <a:ext cx="36050" cy="29675"/>
            </a:xfrm>
            <a:custGeom>
              <a:avLst/>
              <a:gdLst/>
              <a:ahLst/>
              <a:cxnLst/>
              <a:rect l="l" t="t" r="r" b="b"/>
              <a:pathLst>
                <a:path w="1442" h="1187" extrusionOk="0">
                  <a:moveTo>
                    <a:pt x="1412" y="0"/>
                  </a:moveTo>
                  <a:cubicBezTo>
                    <a:pt x="1404" y="0"/>
                    <a:pt x="1397" y="3"/>
                    <a:pt x="1391" y="10"/>
                  </a:cubicBezTo>
                  <a:cubicBezTo>
                    <a:pt x="993" y="499"/>
                    <a:pt x="557" y="857"/>
                    <a:pt x="18" y="1137"/>
                  </a:cubicBezTo>
                  <a:cubicBezTo>
                    <a:pt x="6" y="1144"/>
                    <a:pt x="0" y="1160"/>
                    <a:pt x="7" y="1172"/>
                  </a:cubicBezTo>
                  <a:cubicBezTo>
                    <a:pt x="11" y="1181"/>
                    <a:pt x="20" y="1187"/>
                    <a:pt x="30" y="1187"/>
                  </a:cubicBezTo>
                  <a:cubicBezTo>
                    <a:pt x="34" y="1187"/>
                    <a:pt x="38" y="1185"/>
                    <a:pt x="42" y="1184"/>
                  </a:cubicBezTo>
                  <a:cubicBezTo>
                    <a:pt x="587" y="900"/>
                    <a:pt x="1029" y="537"/>
                    <a:pt x="1432" y="42"/>
                  </a:cubicBezTo>
                  <a:cubicBezTo>
                    <a:pt x="1441" y="31"/>
                    <a:pt x="1440" y="15"/>
                    <a:pt x="1429" y="6"/>
                  </a:cubicBezTo>
                  <a:cubicBezTo>
                    <a:pt x="1424" y="2"/>
                    <a:pt x="1418" y="0"/>
                    <a:pt x="141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0" name="Google Shape;9090;p30"/>
            <p:cNvSpPr/>
            <p:nvPr/>
          </p:nvSpPr>
          <p:spPr>
            <a:xfrm>
              <a:off x="5631500" y="3822275"/>
              <a:ext cx="63050" cy="23175"/>
            </a:xfrm>
            <a:custGeom>
              <a:avLst/>
              <a:gdLst/>
              <a:ahLst/>
              <a:cxnLst/>
              <a:rect l="l" t="t" r="r" b="b"/>
              <a:pathLst>
                <a:path w="2522" h="927" extrusionOk="0">
                  <a:moveTo>
                    <a:pt x="28" y="0"/>
                  </a:moveTo>
                  <a:cubicBezTo>
                    <a:pt x="14" y="0"/>
                    <a:pt x="5" y="10"/>
                    <a:pt x="3" y="22"/>
                  </a:cubicBezTo>
                  <a:cubicBezTo>
                    <a:pt x="0" y="37"/>
                    <a:pt x="11" y="51"/>
                    <a:pt x="24" y="52"/>
                  </a:cubicBezTo>
                  <a:cubicBezTo>
                    <a:pt x="947" y="189"/>
                    <a:pt x="1749" y="474"/>
                    <a:pt x="2478" y="922"/>
                  </a:cubicBezTo>
                  <a:cubicBezTo>
                    <a:pt x="2482" y="925"/>
                    <a:pt x="2486" y="926"/>
                    <a:pt x="2492" y="926"/>
                  </a:cubicBezTo>
                  <a:cubicBezTo>
                    <a:pt x="2500" y="926"/>
                    <a:pt x="2509" y="922"/>
                    <a:pt x="2513" y="914"/>
                  </a:cubicBezTo>
                  <a:cubicBezTo>
                    <a:pt x="2521" y="902"/>
                    <a:pt x="2517" y="886"/>
                    <a:pt x="2505" y="878"/>
                  </a:cubicBezTo>
                  <a:cubicBezTo>
                    <a:pt x="1771" y="426"/>
                    <a:pt x="962" y="139"/>
                    <a:pt x="32" y="1"/>
                  </a:cubicBezTo>
                  <a:cubicBezTo>
                    <a:pt x="31" y="1"/>
                    <a:pt x="29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1" name="Google Shape;9091;p30"/>
            <p:cNvSpPr/>
            <p:nvPr/>
          </p:nvSpPr>
          <p:spPr>
            <a:xfrm>
              <a:off x="5700450" y="3837925"/>
              <a:ext cx="36075" cy="31675"/>
            </a:xfrm>
            <a:custGeom>
              <a:avLst/>
              <a:gdLst/>
              <a:ahLst/>
              <a:cxnLst/>
              <a:rect l="l" t="t" r="r" b="b"/>
              <a:pathLst>
                <a:path w="1443" h="1267" extrusionOk="0">
                  <a:moveTo>
                    <a:pt x="1413" y="0"/>
                  </a:moveTo>
                  <a:cubicBezTo>
                    <a:pt x="1405" y="0"/>
                    <a:pt x="1396" y="4"/>
                    <a:pt x="1391" y="11"/>
                  </a:cubicBezTo>
                  <a:cubicBezTo>
                    <a:pt x="1048" y="525"/>
                    <a:pt x="572" y="942"/>
                    <a:pt x="17" y="1217"/>
                  </a:cubicBezTo>
                  <a:cubicBezTo>
                    <a:pt x="5" y="1223"/>
                    <a:pt x="0" y="1238"/>
                    <a:pt x="7" y="1252"/>
                  </a:cubicBezTo>
                  <a:cubicBezTo>
                    <a:pt x="11" y="1261"/>
                    <a:pt x="20" y="1266"/>
                    <a:pt x="30" y="1266"/>
                  </a:cubicBezTo>
                  <a:cubicBezTo>
                    <a:pt x="34" y="1266"/>
                    <a:pt x="38" y="1265"/>
                    <a:pt x="40" y="1264"/>
                  </a:cubicBezTo>
                  <a:cubicBezTo>
                    <a:pt x="604" y="985"/>
                    <a:pt x="1086" y="561"/>
                    <a:pt x="1434" y="41"/>
                  </a:cubicBezTo>
                  <a:cubicBezTo>
                    <a:pt x="1442" y="29"/>
                    <a:pt x="1439" y="13"/>
                    <a:pt x="1427" y="5"/>
                  </a:cubicBezTo>
                  <a:cubicBezTo>
                    <a:pt x="1423" y="2"/>
                    <a:pt x="1418" y="0"/>
                    <a:pt x="141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2" name="Google Shape;9092;p30"/>
            <p:cNvSpPr/>
            <p:nvPr/>
          </p:nvSpPr>
          <p:spPr>
            <a:xfrm>
              <a:off x="5574550" y="3846050"/>
              <a:ext cx="37750" cy="15500"/>
            </a:xfrm>
            <a:custGeom>
              <a:avLst/>
              <a:gdLst/>
              <a:ahLst/>
              <a:cxnLst/>
              <a:rect l="l" t="t" r="r" b="b"/>
              <a:pathLst>
                <a:path w="1510" h="620" extrusionOk="0">
                  <a:moveTo>
                    <a:pt x="30" y="1"/>
                  </a:moveTo>
                  <a:cubicBezTo>
                    <a:pt x="20" y="1"/>
                    <a:pt x="10" y="7"/>
                    <a:pt x="6" y="16"/>
                  </a:cubicBezTo>
                  <a:cubicBezTo>
                    <a:pt x="0" y="29"/>
                    <a:pt x="7" y="44"/>
                    <a:pt x="21" y="49"/>
                  </a:cubicBezTo>
                  <a:lnTo>
                    <a:pt x="1471" y="619"/>
                  </a:lnTo>
                  <a:cubicBezTo>
                    <a:pt x="1474" y="620"/>
                    <a:pt x="1478" y="620"/>
                    <a:pt x="1480" y="620"/>
                  </a:cubicBezTo>
                  <a:cubicBezTo>
                    <a:pt x="1491" y="620"/>
                    <a:pt x="1500" y="613"/>
                    <a:pt x="1505" y="604"/>
                  </a:cubicBezTo>
                  <a:cubicBezTo>
                    <a:pt x="1510" y="590"/>
                    <a:pt x="1503" y="576"/>
                    <a:pt x="1490" y="570"/>
                  </a:cubicBezTo>
                  <a:lnTo>
                    <a:pt x="39" y="2"/>
                  </a:ln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3" name="Google Shape;9093;p30"/>
            <p:cNvSpPr/>
            <p:nvPr/>
          </p:nvSpPr>
          <p:spPr>
            <a:xfrm>
              <a:off x="5659650" y="3836875"/>
              <a:ext cx="23425" cy="11975"/>
            </a:xfrm>
            <a:custGeom>
              <a:avLst/>
              <a:gdLst/>
              <a:ahLst/>
              <a:cxnLst/>
              <a:rect l="l" t="t" r="r" b="b"/>
              <a:pathLst>
                <a:path w="937" h="479" extrusionOk="0">
                  <a:moveTo>
                    <a:pt x="28" y="0"/>
                  </a:moveTo>
                  <a:cubicBezTo>
                    <a:pt x="18" y="0"/>
                    <a:pt x="8" y="7"/>
                    <a:pt x="4" y="17"/>
                  </a:cubicBezTo>
                  <a:cubicBezTo>
                    <a:pt x="0" y="30"/>
                    <a:pt x="7" y="45"/>
                    <a:pt x="20" y="51"/>
                  </a:cubicBezTo>
                  <a:cubicBezTo>
                    <a:pt x="323" y="162"/>
                    <a:pt x="618" y="305"/>
                    <a:pt x="893" y="474"/>
                  </a:cubicBezTo>
                  <a:cubicBezTo>
                    <a:pt x="897" y="477"/>
                    <a:pt x="901" y="478"/>
                    <a:pt x="907" y="478"/>
                  </a:cubicBezTo>
                  <a:cubicBezTo>
                    <a:pt x="915" y="478"/>
                    <a:pt x="924" y="473"/>
                    <a:pt x="928" y="465"/>
                  </a:cubicBezTo>
                  <a:cubicBezTo>
                    <a:pt x="936" y="453"/>
                    <a:pt x="932" y="437"/>
                    <a:pt x="920" y="430"/>
                  </a:cubicBezTo>
                  <a:cubicBezTo>
                    <a:pt x="642" y="259"/>
                    <a:pt x="345" y="115"/>
                    <a:pt x="38" y="2"/>
                  </a:cubicBezTo>
                  <a:cubicBezTo>
                    <a:pt x="35" y="1"/>
                    <a:pt x="3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4" name="Google Shape;9094;p30"/>
            <p:cNvSpPr/>
            <p:nvPr/>
          </p:nvSpPr>
          <p:spPr>
            <a:xfrm>
              <a:off x="5646625" y="3831975"/>
              <a:ext cx="7850" cy="3525"/>
            </a:xfrm>
            <a:custGeom>
              <a:avLst/>
              <a:gdLst/>
              <a:ahLst/>
              <a:cxnLst/>
              <a:rect l="l" t="t" r="r" b="b"/>
              <a:pathLst>
                <a:path w="314" h="141" extrusionOk="0">
                  <a:moveTo>
                    <a:pt x="29" y="0"/>
                  </a:moveTo>
                  <a:cubicBezTo>
                    <a:pt x="19" y="0"/>
                    <a:pt x="9" y="7"/>
                    <a:pt x="5" y="18"/>
                  </a:cubicBezTo>
                  <a:cubicBezTo>
                    <a:pt x="0" y="31"/>
                    <a:pt x="7" y="46"/>
                    <a:pt x="21" y="50"/>
                  </a:cubicBezTo>
                  <a:lnTo>
                    <a:pt x="276" y="139"/>
                  </a:lnTo>
                  <a:cubicBezTo>
                    <a:pt x="279" y="139"/>
                    <a:pt x="282" y="140"/>
                    <a:pt x="284" y="140"/>
                  </a:cubicBezTo>
                  <a:cubicBezTo>
                    <a:pt x="295" y="140"/>
                    <a:pt x="306" y="134"/>
                    <a:pt x="309" y="123"/>
                  </a:cubicBezTo>
                  <a:cubicBezTo>
                    <a:pt x="314" y="108"/>
                    <a:pt x="307" y="95"/>
                    <a:pt x="292" y="89"/>
                  </a:cubicBezTo>
                  <a:lnTo>
                    <a:pt x="38" y="2"/>
                  </a:lnTo>
                  <a:cubicBezTo>
                    <a:pt x="35" y="1"/>
                    <a:pt x="3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5" name="Google Shape;9095;p30"/>
            <p:cNvSpPr/>
            <p:nvPr/>
          </p:nvSpPr>
          <p:spPr>
            <a:xfrm>
              <a:off x="5588975" y="3858825"/>
              <a:ext cx="9875" cy="5250"/>
            </a:xfrm>
            <a:custGeom>
              <a:avLst/>
              <a:gdLst/>
              <a:ahLst/>
              <a:cxnLst/>
              <a:rect l="l" t="t" r="r" b="b"/>
              <a:pathLst>
                <a:path w="395" h="210" extrusionOk="0">
                  <a:moveTo>
                    <a:pt x="30" y="1"/>
                  </a:moveTo>
                  <a:cubicBezTo>
                    <a:pt x="20" y="1"/>
                    <a:pt x="11" y="6"/>
                    <a:pt x="6" y="15"/>
                  </a:cubicBezTo>
                  <a:cubicBezTo>
                    <a:pt x="1" y="28"/>
                    <a:pt x="6" y="43"/>
                    <a:pt x="18" y="50"/>
                  </a:cubicBezTo>
                  <a:lnTo>
                    <a:pt x="354" y="207"/>
                  </a:lnTo>
                  <a:cubicBezTo>
                    <a:pt x="357" y="208"/>
                    <a:pt x="361" y="210"/>
                    <a:pt x="365" y="210"/>
                  </a:cubicBezTo>
                  <a:cubicBezTo>
                    <a:pt x="375" y="210"/>
                    <a:pt x="384" y="204"/>
                    <a:pt x="388" y="195"/>
                  </a:cubicBezTo>
                  <a:cubicBezTo>
                    <a:pt x="395" y="182"/>
                    <a:pt x="389" y="167"/>
                    <a:pt x="376" y="160"/>
                  </a:cubicBezTo>
                  <a:lnTo>
                    <a:pt x="41" y="3"/>
                  </a:lnTo>
                  <a:cubicBezTo>
                    <a:pt x="37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6" name="Google Shape;9096;p30"/>
            <p:cNvSpPr/>
            <p:nvPr/>
          </p:nvSpPr>
          <p:spPr>
            <a:xfrm>
              <a:off x="5581925" y="3855375"/>
              <a:ext cx="3650" cy="2450"/>
            </a:xfrm>
            <a:custGeom>
              <a:avLst/>
              <a:gdLst/>
              <a:ahLst/>
              <a:cxnLst/>
              <a:rect l="l" t="t" r="r" b="b"/>
              <a:pathLst>
                <a:path w="146" h="98" extrusionOk="0">
                  <a:moveTo>
                    <a:pt x="29" y="0"/>
                  </a:moveTo>
                  <a:cubicBezTo>
                    <a:pt x="20" y="0"/>
                    <a:pt x="11" y="6"/>
                    <a:pt x="7" y="16"/>
                  </a:cubicBezTo>
                  <a:cubicBezTo>
                    <a:pt x="0" y="28"/>
                    <a:pt x="4" y="44"/>
                    <a:pt x="18" y="50"/>
                  </a:cubicBezTo>
                  <a:lnTo>
                    <a:pt x="104" y="94"/>
                  </a:lnTo>
                  <a:cubicBezTo>
                    <a:pt x="108" y="96"/>
                    <a:pt x="112" y="96"/>
                    <a:pt x="116" y="96"/>
                  </a:cubicBezTo>
                  <a:lnTo>
                    <a:pt x="116" y="98"/>
                  </a:lnTo>
                  <a:cubicBezTo>
                    <a:pt x="125" y="98"/>
                    <a:pt x="135" y="92"/>
                    <a:pt x="139" y="83"/>
                  </a:cubicBezTo>
                  <a:cubicBezTo>
                    <a:pt x="145" y="71"/>
                    <a:pt x="140" y="55"/>
                    <a:pt x="128" y="48"/>
                  </a:cubicBezTo>
                  <a:lnTo>
                    <a:pt x="40" y="3"/>
                  </a:lnTo>
                  <a:cubicBezTo>
                    <a:pt x="37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7" name="Google Shape;9097;p30"/>
            <p:cNvSpPr/>
            <p:nvPr/>
          </p:nvSpPr>
          <p:spPr>
            <a:xfrm>
              <a:off x="5610125" y="3871125"/>
              <a:ext cx="15525" cy="10550"/>
            </a:xfrm>
            <a:custGeom>
              <a:avLst/>
              <a:gdLst/>
              <a:ahLst/>
              <a:cxnLst/>
              <a:rect l="l" t="t" r="r" b="b"/>
              <a:pathLst>
                <a:path w="621" h="422" extrusionOk="0">
                  <a:moveTo>
                    <a:pt x="592" y="1"/>
                  </a:moveTo>
                  <a:cubicBezTo>
                    <a:pt x="587" y="1"/>
                    <a:pt x="581" y="2"/>
                    <a:pt x="577" y="6"/>
                  </a:cubicBezTo>
                  <a:cubicBezTo>
                    <a:pt x="399" y="140"/>
                    <a:pt x="211" y="264"/>
                    <a:pt x="17" y="373"/>
                  </a:cubicBezTo>
                  <a:cubicBezTo>
                    <a:pt x="5" y="381"/>
                    <a:pt x="1" y="396"/>
                    <a:pt x="8" y="409"/>
                  </a:cubicBezTo>
                  <a:cubicBezTo>
                    <a:pt x="12" y="417"/>
                    <a:pt x="21" y="421"/>
                    <a:pt x="29" y="421"/>
                  </a:cubicBezTo>
                  <a:lnTo>
                    <a:pt x="30" y="421"/>
                  </a:lnTo>
                  <a:cubicBezTo>
                    <a:pt x="34" y="421"/>
                    <a:pt x="38" y="420"/>
                    <a:pt x="43" y="419"/>
                  </a:cubicBezTo>
                  <a:cubicBezTo>
                    <a:pt x="239" y="307"/>
                    <a:pt x="429" y="182"/>
                    <a:pt x="608" y="47"/>
                  </a:cubicBezTo>
                  <a:cubicBezTo>
                    <a:pt x="618" y="38"/>
                    <a:pt x="621" y="22"/>
                    <a:pt x="613" y="11"/>
                  </a:cubicBezTo>
                  <a:cubicBezTo>
                    <a:pt x="607" y="4"/>
                    <a:pt x="600" y="1"/>
                    <a:pt x="5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8" name="Google Shape;9098;p30"/>
            <p:cNvSpPr/>
            <p:nvPr/>
          </p:nvSpPr>
          <p:spPr>
            <a:xfrm>
              <a:off x="5630925" y="3860225"/>
              <a:ext cx="7550" cy="6525"/>
            </a:xfrm>
            <a:custGeom>
              <a:avLst/>
              <a:gdLst/>
              <a:ahLst/>
              <a:cxnLst/>
              <a:rect l="l" t="t" r="r" b="b"/>
              <a:pathLst>
                <a:path w="302" h="261" extrusionOk="0">
                  <a:moveTo>
                    <a:pt x="273" y="0"/>
                  </a:moveTo>
                  <a:cubicBezTo>
                    <a:pt x="265" y="0"/>
                    <a:pt x="257" y="4"/>
                    <a:pt x="252" y="10"/>
                  </a:cubicBezTo>
                  <a:cubicBezTo>
                    <a:pt x="190" y="93"/>
                    <a:pt x="108" y="162"/>
                    <a:pt x="18" y="212"/>
                  </a:cubicBezTo>
                  <a:cubicBezTo>
                    <a:pt x="4" y="218"/>
                    <a:pt x="0" y="233"/>
                    <a:pt x="7" y="247"/>
                  </a:cubicBezTo>
                  <a:cubicBezTo>
                    <a:pt x="11" y="255"/>
                    <a:pt x="20" y="260"/>
                    <a:pt x="30" y="260"/>
                  </a:cubicBezTo>
                  <a:cubicBezTo>
                    <a:pt x="34" y="260"/>
                    <a:pt x="38" y="259"/>
                    <a:pt x="42" y="257"/>
                  </a:cubicBezTo>
                  <a:cubicBezTo>
                    <a:pt x="139" y="205"/>
                    <a:pt x="226" y="130"/>
                    <a:pt x="294" y="41"/>
                  </a:cubicBezTo>
                  <a:cubicBezTo>
                    <a:pt x="302" y="30"/>
                    <a:pt x="300" y="14"/>
                    <a:pt x="288" y="6"/>
                  </a:cubicBezTo>
                  <a:cubicBezTo>
                    <a:pt x="284" y="2"/>
                    <a:pt x="278" y="0"/>
                    <a:pt x="27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9" name="Google Shape;9099;p30"/>
            <p:cNvSpPr/>
            <p:nvPr/>
          </p:nvSpPr>
          <p:spPr>
            <a:xfrm>
              <a:off x="5677575" y="3858075"/>
              <a:ext cx="21250" cy="16500"/>
            </a:xfrm>
            <a:custGeom>
              <a:avLst/>
              <a:gdLst/>
              <a:ahLst/>
              <a:cxnLst/>
              <a:rect l="l" t="t" r="r" b="b"/>
              <a:pathLst>
                <a:path w="850" h="660" extrusionOk="0">
                  <a:moveTo>
                    <a:pt x="820" y="1"/>
                  </a:moveTo>
                  <a:cubicBezTo>
                    <a:pt x="814" y="1"/>
                    <a:pt x="808" y="3"/>
                    <a:pt x="803" y="7"/>
                  </a:cubicBezTo>
                  <a:cubicBezTo>
                    <a:pt x="552" y="221"/>
                    <a:pt x="287" y="424"/>
                    <a:pt x="15" y="612"/>
                  </a:cubicBezTo>
                  <a:cubicBezTo>
                    <a:pt x="3" y="621"/>
                    <a:pt x="0" y="637"/>
                    <a:pt x="8" y="649"/>
                  </a:cubicBezTo>
                  <a:cubicBezTo>
                    <a:pt x="14" y="656"/>
                    <a:pt x="22" y="660"/>
                    <a:pt x="30" y="660"/>
                  </a:cubicBezTo>
                  <a:cubicBezTo>
                    <a:pt x="35" y="660"/>
                    <a:pt x="41" y="658"/>
                    <a:pt x="45" y="656"/>
                  </a:cubicBezTo>
                  <a:cubicBezTo>
                    <a:pt x="318" y="466"/>
                    <a:pt x="584" y="261"/>
                    <a:pt x="837" y="46"/>
                  </a:cubicBezTo>
                  <a:cubicBezTo>
                    <a:pt x="848" y="37"/>
                    <a:pt x="849" y="21"/>
                    <a:pt x="840" y="10"/>
                  </a:cubicBezTo>
                  <a:cubicBezTo>
                    <a:pt x="834" y="4"/>
                    <a:pt x="827" y="1"/>
                    <a:pt x="82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0" name="Google Shape;9100;p30"/>
            <p:cNvSpPr/>
            <p:nvPr/>
          </p:nvSpPr>
          <p:spPr>
            <a:xfrm>
              <a:off x="5703475" y="3846825"/>
              <a:ext cx="8125" cy="7750"/>
            </a:xfrm>
            <a:custGeom>
              <a:avLst/>
              <a:gdLst/>
              <a:ahLst/>
              <a:cxnLst/>
              <a:rect l="l" t="t" r="r" b="b"/>
              <a:pathLst>
                <a:path w="325" h="310" extrusionOk="0">
                  <a:moveTo>
                    <a:pt x="296" y="1"/>
                  </a:moveTo>
                  <a:cubicBezTo>
                    <a:pt x="290" y="1"/>
                    <a:pt x="283" y="3"/>
                    <a:pt x="279" y="8"/>
                  </a:cubicBezTo>
                  <a:lnTo>
                    <a:pt x="11" y="265"/>
                  </a:lnTo>
                  <a:cubicBezTo>
                    <a:pt x="0" y="274"/>
                    <a:pt x="0" y="290"/>
                    <a:pt x="9" y="301"/>
                  </a:cubicBezTo>
                  <a:cubicBezTo>
                    <a:pt x="15" y="306"/>
                    <a:pt x="22" y="309"/>
                    <a:pt x="28" y="309"/>
                  </a:cubicBezTo>
                  <a:cubicBezTo>
                    <a:pt x="35" y="309"/>
                    <a:pt x="42" y="306"/>
                    <a:pt x="46" y="302"/>
                  </a:cubicBezTo>
                  <a:lnTo>
                    <a:pt x="314" y="45"/>
                  </a:lnTo>
                  <a:cubicBezTo>
                    <a:pt x="324" y="35"/>
                    <a:pt x="324" y="18"/>
                    <a:pt x="315" y="8"/>
                  </a:cubicBezTo>
                  <a:cubicBezTo>
                    <a:pt x="310" y="3"/>
                    <a:pt x="303" y="1"/>
                    <a:pt x="29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1" name="Google Shape;9101;p30"/>
            <p:cNvSpPr/>
            <p:nvPr/>
          </p:nvSpPr>
          <p:spPr>
            <a:xfrm>
              <a:off x="5735575" y="3821400"/>
              <a:ext cx="36350" cy="10450"/>
            </a:xfrm>
            <a:custGeom>
              <a:avLst/>
              <a:gdLst/>
              <a:ahLst/>
              <a:cxnLst/>
              <a:rect l="l" t="t" r="r" b="b"/>
              <a:pathLst>
                <a:path w="1454" h="418" extrusionOk="0">
                  <a:moveTo>
                    <a:pt x="28" y="1"/>
                  </a:moveTo>
                  <a:cubicBezTo>
                    <a:pt x="14" y="1"/>
                    <a:pt x="3" y="11"/>
                    <a:pt x="2" y="24"/>
                  </a:cubicBezTo>
                  <a:cubicBezTo>
                    <a:pt x="1" y="39"/>
                    <a:pt x="12" y="51"/>
                    <a:pt x="25" y="53"/>
                  </a:cubicBezTo>
                  <a:cubicBezTo>
                    <a:pt x="504" y="105"/>
                    <a:pt x="971" y="227"/>
                    <a:pt x="1415" y="417"/>
                  </a:cubicBezTo>
                  <a:cubicBezTo>
                    <a:pt x="1417" y="418"/>
                    <a:pt x="1422" y="418"/>
                    <a:pt x="1424" y="418"/>
                  </a:cubicBezTo>
                  <a:cubicBezTo>
                    <a:pt x="1435" y="418"/>
                    <a:pt x="1444" y="413"/>
                    <a:pt x="1448" y="403"/>
                  </a:cubicBezTo>
                  <a:cubicBezTo>
                    <a:pt x="1454" y="390"/>
                    <a:pt x="1448" y="374"/>
                    <a:pt x="1435" y="368"/>
                  </a:cubicBezTo>
                  <a:cubicBezTo>
                    <a:pt x="987" y="177"/>
                    <a:pt x="515" y="53"/>
                    <a:pt x="30" y="1"/>
                  </a:cubicBezTo>
                  <a:cubicBezTo>
                    <a:pt x="30" y="1"/>
                    <a:pt x="2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2" name="Google Shape;9102;p30"/>
            <p:cNvSpPr/>
            <p:nvPr/>
          </p:nvSpPr>
          <p:spPr>
            <a:xfrm>
              <a:off x="5721250" y="3818025"/>
              <a:ext cx="9425" cy="2875"/>
            </a:xfrm>
            <a:custGeom>
              <a:avLst/>
              <a:gdLst/>
              <a:ahLst/>
              <a:cxnLst/>
              <a:rect l="l" t="t" r="r" b="b"/>
              <a:pathLst>
                <a:path w="377" h="115" extrusionOk="0">
                  <a:moveTo>
                    <a:pt x="26" y="0"/>
                  </a:moveTo>
                  <a:cubicBezTo>
                    <a:pt x="15" y="0"/>
                    <a:pt x="6" y="9"/>
                    <a:pt x="3" y="22"/>
                  </a:cubicBezTo>
                  <a:cubicBezTo>
                    <a:pt x="1" y="35"/>
                    <a:pt x="9" y="48"/>
                    <a:pt x="24" y="51"/>
                  </a:cubicBezTo>
                  <a:lnTo>
                    <a:pt x="342" y="113"/>
                  </a:lnTo>
                  <a:cubicBezTo>
                    <a:pt x="345" y="114"/>
                    <a:pt x="347" y="114"/>
                    <a:pt x="348" y="114"/>
                  </a:cubicBezTo>
                  <a:cubicBezTo>
                    <a:pt x="360" y="114"/>
                    <a:pt x="371" y="105"/>
                    <a:pt x="373" y="93"/>
                  </a:cubicBezTo>
                  <a:cubicBezTo>
                    <a:pt x="376" y="79"/>
                    <a:pt x="367" y="66"/>
                    <a:pt x="353" y="63"/>
                  </a:cubicBezTo>
                  <a:lnTo>
                    <a:pt x="33" y="1"/>
                  </a:lnTo>
                  <a:cubicBezTo>
                    <a:pt x="31" y="1"/>
                    <a:pt x="28" y="0"/>
                    <a:pt x="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3" name="Google Shape;9103;p30"/>
            <p:cNvSpPr/>
            <p:nvPr/>
          </p:nvSpPr>
          <p:spPr>
            <a:xfrm>
              <a:off x="5701875" y="3820800"/>
              <a:ext cx="46575" cy="14600"/>
            </a:xfrm>
            <a:custGeom>
              <a:avLst/>
              <a:gdLst/>
              <a:ahLst/>
              <a:cxnLst/>
              <a:rect l="l" t="t" r="r" b="b"/>
              <a:pathLst>
                <a:path w="1863" h="584" extrusionOk="0">
                  <a:moveTo>
                    <a:pt x="28" y="0"/>
                  </a:moveTo>
                  <a:cubicBezTo>
                    <a:pt x="15" y="0"/>
                    <a:pt x="5" y="9"/>
                    <a:pt x="4" y="22"/>
                  </a:cubicBezTo>
                  <a:cubicBezTo>
                    <a:pt x="1" y="36"/>
                    <a:pt x="10" y="49"/>
                    <a:pt x="25" y="52"/>
                  </a:cubicBezTo>
                  <a:cubicBezTo>
                    <a:pt x="643" y="157"/>
                    <a:pt x="1248" y="334"/>
                    <a:pt x="1824" y="581"/>
                  </a:cubicBezTo>
                  <a:cubicBezTo>
                    <a:pt x="1826" y="582"/>
                    <a:pt x="1830" y="583"/>
                    <a:pt x="1835" y="583"/>
                  </a:cubicBezTo>
                  <a:cubicBezTo>
                    <a:pt x="1844" y="583"/>
                    <a:pt x="1853" y="577"/>
                    <a:pt x="1857" y="567"/>
                  </a:cubicBezTo>
                  <a:cubicBezTo>
                    <a:pt x="1863" y="554"/>
                    <a:pt x="1857" y="539"/>
                    <a:pt x="1844" y="533"/>
                  </a:cubicBezTo>
                  <a:cubicBezTo>
                    <a:pt x="1264" y="285"/>
                    <a:pt x="655" y="106"/>
                    <a:pt x="33" y="1"/>
                  </a:cubicBezTo>
                  <a:cubicBezTo>
                    <a:pt x="31" y="0"/>
                    <a:pt x="3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4" name="Google Shape;9104;p30"/>
            <p:cNvSpPr/>
            <p:nvPr/>
          </p:nvSpPr>
          <p:spPr>
            <a:xfrm>
              <a:off x="5693200" y="3818500"/>
              <a:ext cx="6050" cy="2400"/>
            </a:xfrm>
            <a:custGeom>
              <a:avLst/>
              <a:gdLst/>
              <a:ahLst/>
              <a:cxnLst/>
              <a:rect l="l" t="t" r="r" b="b"/>
              <a:pathLst>
                <a:path w="242" h="96" extrusionOk="0">
                  <a:moveTo>
                    <a:pt x="30" y="1"/>
                  </a:moveTo>
                  <a:cubicBezTo>
                    <a:pt x="18" y="1"/>
                    <a:pt x="7" y="9"/>
                    <a:pt x="5" y="21"/>
                  </a:cubicBezTo>
                  <a:cubicBezTo>
                    <a:pt x="1" y="35"/>
                    <a:pt x="10" y="48"/>
                    <a:pt x="24" y="52"/>
                  </a:cubicBezTo>
                  <a:lnTo>
                    <a:pt x="208" y="94"/>
                  </a:lnTo>
                  <a:cubicBezTo>
                    <a:pt x="209" y="95"/>
                    <a:pt x="212" y="95"/>
                    <a:pt x="213" y="95"/>
                  </a:cubicBezTo>
                  <a:cubicBezTo>
                    <a:pt x="225" y="95"/>
                    <a:pt x="236" y="87"/>
                    <a:pt x="239" y="75"/>
                  </a:cubicBezTo>
                  <a:cubicBezTo>
                    <a:pt x="242" y="60"/>
                    <a:pt x="233" y="47"/>
                    <a:pt x="219" y="44"/>
                  </a:cubicBezTo>
                  <a:lnTo>
                    <a:pt x="36" y="1"/>
                  </a:lnTo>
                  <a:cubicBezTo>
                    <a:pt x="34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5" name="Google Shape;9105;p30"/>
            <p:cNvSpPr/>
            <p:nvPr/>
          </p:nvSpPr>
          <p:spPr>
            <a:xfrm>
              <a:off x="5728250" y="3849050"/>
              <a:ext cx="10900" cy="11625"/>
            </a:xfrm>
            <a:custGeom>
              <a:avLst/>
              <a:gdLst/>
              <a:ahLst/>
              <a:cxnLst/>
              <a:rect l="l" t="t" r="r" b="b"/>
              <a:pathLst>
                <a:path w="436" h="465" extrusionOk="0">
                  <a:moveTo>
                    <a:pt x="406" y="1"/>
                  </a:moveTo>
                  <a:cubicBezTo>
                    <a:pt x="399" y="1"/>
                    <a:pt x="392" y="3"/>
                    <a:pt x="387" y="9"/>
                  </a:cubicBezTo>
                  <a:lnTo>
                    <a:pt x="10" y="422"/>
                  </a:lnTo>
                  <a:cubicBezTo>
                    <a:pt x="1" y="433"/>
                    <a:pt x="1" y="449"/>
                    <a:pt x="11" y="458"/>
                  </a:cubicBezTo>
                  <a:cubicBezTo>
                    <a:pt x="17" y="464"/>
                    <a:pt x="23" y="465"/>
                    <a:pt x="29" y="465"/>
                  </a:cubicBezTo>
                  <a:cubicBezTo>
                    <a:pt x="37" y="465"/>
                    <a:pt x="44" y="462"/>
                    <a:pt x="48" y="457"/>
                  </a:cubicBezTo>
                  <a:lnTo>
                    <a:pt x="426" y="44"/>
                  </a:lnTo>
                  <a:cubicBezTo>
                    <a:pt x="435" y="33"/>
                    <a:pt x="434" y="17"/>
                    <a:pt x="423" y="8"/>
                  </a:cubicBezTo>
                  <a:cubicBezTo>
                    <a:pt x="418" y="3"/>
                    <a:pt x="412" y="1"/>
                    <a:pt x="40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6" name="Google Shape;9106;p30"/>
            <p:cNvSpPr/>
            <p:nvPr/>
          </p:nvSpPr>
          <p:spPr>
            <a:xfrm>
              <a:off x="5596350" y="3837400"/>
              <a:ext cx="31375" cy="11525"/>
            </a:xfrm>
            <a:custGeom>
              <a:avLst/>
              <a:gdLst/>
              <a:ahLst/>
              <a:cxnLst/>
              <a:rect l="l" t="t" r="r" b="b"/>
              <a:pathLst>
                <a:path w="1255" h="461" extrusionOk="0">
                  <a:moveTo>
                    <a:pt x="30" y="1"/>
                  </a:moveTo>
                  <a:cubicBezTo>
                    <a:pt x="18" y="1"/>
                    <a:pt x="7" y="8"/>
                    <a:pt x="4" y="20"/>
                  </a:cubicBezTo>
                  <a:cubicBezTo>
                    <a:pt x="0" y="34"/>
                    <a:pt x="8" y="48"/>
                    <a:pt x="22" y="51"/>
                  </a:cubicBezTo>
                  <a:cubicBezTo>
                    <a:pt x="427" y="163"/>
                    <a:pt x="828" y="299"/>
                    <a:pt x="1215" y="457"/>
                  </a:cubicBezTo>
                  <a:cubicBezTo>
                    <a:pt x="1218" y="459"/>
                    <a:pt x="1222" y="460"/>
                    <a:pt x="1224" y="460"/>
                  </a:cubicBezTo>
                  <a:cubicBezTo>
                    <a:pt x="1235" y="460"/>
                    <a:pt x="1245" y="453"/>
                    <a:pt x="1249" y="444"/>
                  </a:cubicBezTo>
                  <a:cubicBezTo>
                    <a:pt x="1254" y="430"/>
                    <a:pt x="1249" y="416"/>
                    <a:pt x="1235" y="410"/>
                  </a:cubicBezTo>
                  <a:cubicBezTo>
                    <a:pt x="845" y="250"/>
                    <a:pt x="441" y="113"/>
                    <a:pt x="35" y="1"/>
                  </a:cubicBezTo>
                  <a:cubicBezTo>
                    <a:pt x="33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7" name="Google Shape;9107;p30"/>
            <p:cNvSpPr/>
            <p:nvPr/>
          </p:nvSpPr>
          <p:spPr>
            <a:xfrm>
              <a:off x="5606200" y="3831725"/>
              <a:ext cx="18700" cy="7375"/>
            </a:xfrm>
            <a:custGeom>
              <a:avLst/>
              <a:gdLst/>
              <a:ahLst/>
              <a:cxnLst/>
              <a:rect l="l" t="t" r="r" b="b"/>
              <a:pathLst>
                <a:path w="748" h="295" extrusionOk="0">
                  <a:moveTo>
                    <a:pt x="29" y="0"/>
                  </a:moveTo>
                  <a:cubicBezTo>
                    <a:pt x="18" y="0"/>
                    <a:pt x="9" y="7"/>
                    <a:pt x="4" y="17"/>
                  </a:cubicBezTo>
                  <a:cubicBezTo>
                    <a:pt x="0" y="32"/>
                    <a:pt x="7" y="45"/>
                    <a:pt x="21" y="51"/>
                  </a:cubicBezTo>
                  <a:lnTo>
                    <a:pt x="709" y="293"/>
                  </a:lnTo>
                  <a:cubicBezTo>
                    <a:pt x="712" y="293"/>
                    <a:pt x="714" y="294"/>
                    <a:pt x="718" y="294"/>
                  </a:cubicBezTo>
                  <a:lnTo>
                    <a:pt x="718" y="294"/>
                  </a:lnTo>
                  <a:cubicBezTo>
                    <a:pt x="729" y="294"/>
                    <a:pt x="739" y="287"/>
                    <a:pt x="743" y="277"/>
                  </a:cubicBezTo>
                  <a:cubicBezTo>
                    <a:pt x="747" y="263"/>
                    <a:pt x="740" y="248"/>
                    <a:pt x="727" y="243"/>
                  </a:cubicBezTo>
                  <a:lnTo>
                    <a:pt x="38" y="2"/>
                  </a:lnTo>
                  <a:cubicBezTo>
                    <a:pt x="35" y="1"/>
                    <a:pt x="32" y="0"/>
                    <a:pt x="29" y="0"/>
                  </a:cubicBezTo>
                  <a:close/>
                  <a:moveTo>
                    <a:pt x="718" y="294"/>
                  </a:moveTo>
                  <a:cubicBezTo>
                    <a:pt x="718" y="294"/>
                    <a:pt x="718" y="294"/>
                    <a:pt x="717" y="294"/>
                  </a:cubicBezTo>
                  <a:lnTo>
                    <a:pt x="719" y="294"/>
                  </a:lnTo>
                  <a:cubicBezTo>
                    <a:pt x="719" y="294"/>
                    <a:pt x="718" y="294"/>
                    <a:pt x="718" y="294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8" name="Google Shape;9108;p30"/>
            <p:cNvSpPr/>
            <p:nvPr/>
          </p:nvSpPr>
          <p:spPr>
            <a:xfrm>
              <a:off x="5671650" y="3871225"/>
              <a:ext cx="280700" cy="61550"/>
            </a:xfrm>
            <a:custGeom>
              <a:avLst/>
              <a:gdLst/>
              <a:ahLst/>
              <a:cxnLst/>
              <a:rect l="l" t="t" r="r" b="b"/>
              <a:pathLst>
                <a:path w="11228" h="2462" extrusionOk="0">
                  <a:moveTo>
                    <a:pt x="5312" y="1"/>
                  </a:moveTo>
                  <a:cubicBezTo>
                    <a:pt x="3461" y="1"/>
                    <a:pt x="1603" y="413"/>
                    <a:pt x="0" y="1202"/>
                  </a:cubicBezTo>
                  <a:cubicBezTo>
                    <a:pt x="1967" y="2039"/>
                    <a:pt x="4105" y="2462"/>
                    <a:pt x="6242" y="2462"/>
                  </a:cubicBezTo>
                  <a:cubicBezTo>
                    <a:pt x="7933" y="2462"/>
                    <a:pt x="9622" y="2198"/>
                    <a:pt x="11227" y="1666"/>
                  </a:cubicBezTo>
                  <a:cubicBezTo>
                    <a:pt x="9527" y="538"/>
                    <a:pt x="7425" y="1"/>
                    <a:pt x="5312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9" name="Google Shape;9109;p30"/>
            <p:cNvSpPr/>
            <p:nvPr/>
          </p:nvSpPr>
          <p:spPr>
            <a:xfrm>
              <a:off x="5670325" y="3870100"/>
              <a:ext cx="283350" cy="63900"/>
            </a:xfrm>
            <a:custGeom>
              <a:avLst/>
              <a:gdLst/>
              <a:ahLst/>
              <a:cxnLst/>
              <a:rect l="l" t="t" r="r" b="b"/>
              <a:pathLst>
                <a:path w="11334" h="2556" extrusionOk="0">
                  <a:moveTo>
                    <a:pt x="5342" y="104"/>
                  </a:moveTo>
                  <a:cubicBezTo>
                    <a:pt x="7453" y="104"/>
                    <a:pt x="9526" y="640"/>
                    <a:pt x="11162" y="1695"/>
                  </a:cubicBezTo>
                  <a:cubicBezTo>
                    <a:pt x="9598" y="2201"/>
                    <a:pt x="7949" y="2452"/>
                    <a:pt x="6298" y="2452"/>
                  </a:cubicBezTo>
                  <a:cubicBezTo>
                    <a:pt x="4203" y="2452"/>
                    <a:pt x="2105" y="2047"/>
                    <a:pt x="179" y="1244"/>
                  </a:cubicBezTo>
                  <a:cubicBezTo>
                    <a:pt x="1772" y="481"/>
                    <a:pt x="3570" y="104"/>
                    <a:pt x="5342" y="104"/>
                  </a:cubicBezTo>
                  <a:close/>
                  <a:moveTo>
                    <a:pt x="5341" y="1"/>
                  </a:moveTo>
                  <a:cubicBezTo>
                    <a:pt x="3516" y="1"/>
                    <a:pt x="1662" y="397"/>
                    <a:pt x="31" y="1201"/>
                  </a:cubicBezTo>
                  <a:cubicBezTo>
                    <a:pt x="12" y="1209"/>
                    <a:pt x="1" y="1228"/>
                    <a:pt x="2" y="1248"/>
                  </a:cubicBezTo>
                  <a:cubicBezTo>
                    <a:pt x="2" y="1268"/>
                    <a:pt x="14" y="1287"/>
                    <a:pt x="33" y="1295"/>
                  </a:cubicBezTo>
                  <a:cubicBezTo>
                    <a:pt x="2001" y="2133"/>
                    <a:pt x="4151" y="2556"/>
                    <a:pt x="6298" y="2556"/>
                  </a:cubicBezTo>
                  <a:lnTo>
                    <a:pt x="6300" y="2556"/>
                  </a:lnTo>
                  <a:cubicBezTo>
                    <a:pt x="7996" y="2556"/>
                    <a:pt x="9693" y="2292"/>
                    <a:pt x="11298" y="1761"/>
                  </a:cubicBezTo>
                  <a:cubicBezTo>
                    <a:pt x="11316" y="1754"/>
                    <a:pt x="11330" y="1738"/>
                    <a:pt x="11333" y="1718"/>
                  </a:cubicBezTo>
                  <a:cubicBezTo>
                    <a:pt x="11334" y="1697"/>
                    <a:pt x="11326" y="1679"/>
                    <a:pt x="11310" y="1668"/>
                  </a:cubicBezTo>
                  <a:cubicBezTo>
                    <a:pt x="9643" y="562"/>
                    <a:pt x="7512" y="1"/>
                    <a:pt x="534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0" name="Google Shape;9110;p30"/>
            <p:cNvSpPr/>
            <p:nvPr/>
          </p:nvSpPr>
          <p:spPr>
            <a:xfrm>
              <a:off x="5670975" y="3900625"/>
              <a:ext cx="282050" cy="12900"/>
            </a:xfrm>
            <a:custGeom>
              <a:avLst/>
              <a:gdLst/>
              <a:ahLst/>
              <a:cxnLst/>
              <a:rect l="l" t="t" r="r" b="b"/>
              <a:pathLst>
                <a:path w="11282" h="516" extrusionOk="0">
                  <a:moveTo>
                    <a:pt x="29" y="0"/>
                  </a:moveTo>
                  <a:cubicBezTo>
                    <a:pt x="14" y="0"/>
                    <a:pt x="2" y="11"/>
                    <a:pt x="2" y="24"/>
                  </a:cubicBezTo>
                  <a:cubicBezTo>
                    <a:pt x="1" y="39"/>
                    <a:pt x="11" y="51"/>
                    <a:pt x="26" y="53"/>
                  </a:cubicBezTo>
                  <a:cubicBezTo>
                    <a:pt x="1860" y="156"/>
                    <a:pt x="3782" y="222"/>
                    <a:pt x="5640" y="284"/>
                  </a:cubicBezTo>
                  <a:cubicBezTo>
                    <a:pt x="7498" y="346"/>
                    <a:pt x="9420" y="412"/>
                    <a:pt x="11253" y="515"/>
                  </a:cubicBezTo>
                  <a:lnTo>
                    <a:pt x="11254" y="515"/>
                  </a:lnTo>
                  <a:cubicBezTo>
                    <a:pt x="11268" y="515"/>
                    <a:pt x="11280" y="505"/>
                    <a:pt x="11281" y="491"/>
                  </a:cubicBezTo>
                  <a:cubicBezTo>
                    <a:pt x="11281" y="478"/>
                    <a:pt x="11270" y="464"/>
                    <a:pt x="11255" y="464"/>
                  </a:cubicBezTo>
                  <a:cubicBezTo>
                    <a:pt x="9422" y="359"/>
                    <a:pt x="7501" y="295"/>
                    <a:pt x="5641" y="233"/>
                  </a:cubicBezTo>
                  <a:cubicBezTo>
                    <a:pt x="3784" y="170"/>
                    <a:pt x="1862" y="105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1" name="Google Shape;9111;p30"/>
            <p:cNvSpPr/>
            <p:nvPr/>
          </p:nvSpPr>
          <p:spPr>
            <a:xfrm>
              <a:off x="5763925" y="3906175"/>
              <a:ext cx="41500" cy="21250"/>
            </a:xfrm>
            <a:custGeom>
              <a:avLst/>
              <a:gdLst/>
              <a:ahLst/>
              <a:cxnLst/>
              <a:rect l="l" t="t" r="r" b="b"/>
              <a:pathLst>
                <a:path w="1660" h="850" extrusionOk="0">
                  <a:moveTo>
                    <a:pt x="1630" y="0"/>
                  </a:moveTo>
                  <a:cubicBezTo>
                    <a:pt x="1625" y="0"/>
                    <a:pt x="1619" y="2"/>
                    <a:pt x="1614" y="6"/>
                  </a:cubicBezTo>
                  <a:cubicBezTo>
                    <a:pt x="1116" y="394"/>
                    <a:pt x="610" y="646"/>
                    <a:pt x="22" y="798"/>
                  </a:cubicBezTo>
                  <a:cubicBezTo>
                    <a:pt x="9" y="801"/>
                    <a:pt x="1" y="815"/>
                    <a:pt x="4" y="829"/>
                  </a:cubicBezTo>
                  <a:cubicBezTo>
                    <a:pt x="8" y="841"/>
                    <a:pt x="17" y="849"/>
                    <a:pt x="29" y="849"/>
                  </a:cubicBezTo>
                  <a:cubicBezTo>
                    <a:pt x="32" y="849"/>
                    <a:pt x="33" y="848"/>
                    <a:pt x="36" y="848"/>
                  </a:cubicBezTo>
                  <a:cubicBezTo>
                    <a:pt x="631" y="693"/>
                    <a:pt x="1143" y="439"/>
                    <a:pt x="1646" y="47"/>
                  </a:cubicBezTo>
                  <a:cubicBezTo>
                    <a:pt x="1657" y="38"/>
                    <a:pt x="1660" y="22"/>
                    <a:pt x="1650" y="11"/>
                  </a:cubicBezTo>
                  <a:cubicBezTo>
                    <a:pt x="1646" y="4"/>
                    <a:pt x="1638" y="0"/>
                    <a:pt x="16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2" name="Google Shape;9112;p30"/>
            <p:cNvSpPr/>
            <p:nvPr/>
          </p:nvSpPr>
          <p:spPr>
            <a:xfrm>
              <a:off x="5781725" y="3871350"/>
              <a:ext cx="56600" cy="36400"/>
            </a:xfrm>
            <a:custGeom>
              <a:avLst/>
              <a:gdLst/>
              <a:ahLst/>
              <a:cxnLst/>
              <a:rect l="l" t="t" r="r" b="b"/>
              <a:pathLst>
                <a:path w="2264" h="1456" extrusionOk="0">
                  <a:moveTo>
                    <a:pt x="30" y="0"/>
                  </a:moveTo>
                  <a:cubicBezTo>
                    <a:pt x="20" y="0"/>
                    <a:pt x="10" y="7"/>
                    <a:pt x="6" y="17"/>
                  </a:cubicBezTo>
                  <a:cubicBezTo>
                    <a:pt x="1" y="30"/>
                    <a:pt x="7" y="45"/>
                    <a:pt x="21" y="51"/>
                  </a:cubicBezTo>
                  <a:cubicBezTo>
                    <a:pt x="889" y="391"/>
                    <a:pt x="1607" y="848"/>
                    <a:pt x="2216" y="1448"/>
                  </a:cubicBezTo>
                  <a:cubicBezTo>
                    <a:pt x="2222" y="1454"/>
                    <a:pt x="2228" y="1455"/>
                    <a:pt x="2235" y="1455"/>
                  </a:cubicBezTo>
                  <a:cubicBezTo>
                    <a:pt x="2242" y="1455"/>
                    <a:pt x="2249" y="1454"/>
                    <a:pt x="2253" y="1448"/>
                  </a:cubicBezTo>
                  <a:cubicBezTo>
                    <a:pt x="2263" y="1438"/>
                    <a:pt x="2263" y="1421"/>
                    <a:pt x="2253" y="1411"/>
                  </a:cubicBezTo>
                  <a:cubicBezTo>
                    <a:pt x="1638" y="807"/>
                    <a:pt x="914" y="345"/>
                    <a:pt x="40" y="2"/>
                  </a:cubicBezTo>
                  <a:cubicBezTo>
                    <a:pt x="37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3" name="Google Shape;9113;p30"/>
            <p:cNvSpPr/>
            <p:nvPr/>
          </p:nvSpPr>
          <p:spPr>
            <a:xfrm>
              <a:off x="5838675" y="3909775"/>
              <a:ext cx="41950" cy="23150"/>
            </a:xfrm>
            <a:custGeom>
              <a:avLst/>
              <a:gdLst/>
              <a:ahLst/>
              <a:cxnLst/>
              <a:rect l="l" t="t" r="r" b="b"/>
              <a:pathLst>
                <a:path w="1678" h="926" extrusionOk="0">
                  <a:moveTo>
                    <a:pt x="1648" y="0"/>
                  </a:moveTo>
                  <a:cubicBezTo>
                    <a:pt x="1642" y="0"/>
                    <a:pt x="1637" y="2"/>
                    <a:pt x="1632" y="7"/>
                  </a:cubicBezTo>
                  <a:cubicBezTo>
                    <a:pt x="1181" y="432"/>
                    <a:pt x="625" y="732"/>
                    <a:pt x="23" y="875"/>
                  </a:cubicBezTo>
                  <a:cubicBezTo>
                    <a:pt x="10" y="879"/>
                    <a:pt x="0" y="892"/>
                    <a:pt x="4" y="905"/>
                  </a:cubicBezTo>
                  <a:cubicBezTo>
                    <a:pt x="7" y="918"/>
                    <a:pt x="18" y="926"/>
                    <a:pt x="30" y="926"/>
                  </a:cubicBezTo>
                  <a:lnTo>
                    <a:pt x="35" y="926"/>
                  </a:lnTo>
                  <a:cubicBezTo>
                    <a:pt x="646" y="780"/>
                    <a:pt x="1210" y="475"/>
                    <a:pt x="1667" y="44"/>
                  </a:cubicBezTo>
                  <a:cubicBezTo>
                    <a:pt x="1678" y="35"/>
                    <a:pt x="1678" y="19"/>
                    <a:pt x="1668" y="8"/>
                  </a:cubicBezTo>
                  <a:cubicBezTo>
                    <a:pt x="1663" y="3"/>
                    <a:pt x="1655" y="0"/>
                    <a:pt x="164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4" name="Google Shape;9114;p30"/>
            <p:cNvSpPr/>
            <p:nvPr/>
          </p:nvSpPr>
          <p:spPr>
            <a:xfrm>
              <a:off x="5720950" y="3881775"/>
              <a:ext cx="33650" cy="23275"/>
            </a:xfrm>
            <a:custGeom>
              <a:avLst/>
              <a:gdLst/>
              <a:ahLst/>
              <a:cxnLst/>
              <a:rect l="l" t="t" r="r" b="b"/>
              <a:pathLst>
                <a:path w="1346" h="931" extrusionOk="0">
                  <a:moveTo>
                    <a:pt x="30" y="0"/>
                  </a:moveTo>
                  <a:cubicBezTo>
                    <a:pt x="22" y="0"/>
                    <a:pt x="14" y="4"/>
                    <a:pt x="9" y="12"/>
                  </a:cubicBezTo>
                  <a:cubicBezTo>
                    <a:pt x="1" y="24"/>
                    <a:pt x="3" y="40"/>
                    <a:pt x="15" y="48"/>
                  </a:cubicBezTo>
                  <a:lnTo>
                    <a:pt x="1302" y="926"/>
                  </a:lnTo>
                  <a:cubicBezTo>
                    <a:pt x="1306" y="929"/>
                    <a:pt x="1311" y="930"/>
                    <a:pt x="1316" y="930"/>
                  </a:cubicBezTo>
                  <a:cubicBezTo>
                    <a:pt x="1324" y="930"/>
                    <a:pt x="1333" y="926"/>
                    <a:pt x="1338" y="920"/>
                  </a:cubicBezTo>
                  <a:cubicBezTo>
                    <a:pt x="1346" y="908"/>
                    <a:pt x="1342" y="891"/>
                    <a:pt x="1331" y="883"/>
                  </a:cubicBezTo>
                  <a:lnTo>
                    <a:pt x="44" y="5"/>
                  </a:lnTo>
                  <a:cubicBezTo>
                    <a:pt x="40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5" name="Google Shape;9115;p30"/>
            <p:cNvSpPr/>
            <p:nvPr/>
          </p:nvSpPr>
          <p:spPr>
            <a:xfrm>
              <a:off x="5805900" y="3891875"/>
              <a:ext cx="20475" cy="16600"/>
            </a:xfrm>
            <a:custGeom>
              <a:avLst/>
              <a:gdLst/>
              <a:ahLst/>
              <a:cxnLst/>
              <a:rect l="l" t="t" r="r" b="b"/>
              <a:pathLst>
                <a:path w="819" h="664" extrusionOk="0">
                  <a:moveTo>
                    <a:pt x="30" y="0"/>
                  </a:moveTo>
                  <a:cubicBezTo>
                    <a:pt x="22" y="0"/>
                    <a:pt x="13" y="5"/>
                    <a:pt x="9" y="12"/>
                  </a:cubicBezTo>
                  <a:cubicBezTo>
                    <a:pt x="1" y="25"/>
                    <a:pt x="4" y="41"/>
                    <a:pt x="16" y="47"/>
                  </a:cubicBezTo>
                  <a:cubicBezTo>
                    <a:pt x="287" y="225"/>
                    <a:pt x="542" y="430"/>
                    <a:pt x="772" y="656"/>
                  </a:cubicBezTo>
                  <a:cubicBezTo>
                    <a:pt x="777" y="661"/>
                    <a:pt x="784" y="664"/>
                    <a:pt x="791" y="664"/>
                  </a:cubicBezTo>
                  <a:cubicBezTo>
                    <a:pt x="797" y="664"/>
                    <a:pt x="804" y="661"/>
                    <a:pt x="809" y="656"/>
                  </a:cubicBezTo>
                  <a:cubicBezTo>
                    <a:pt x="819" y="646"/>
                    <a:pt x="819" y="629"/>
                    <a:pt x="808" y="619"/>
                  </a:cubicBezTo>
                  <a:cubicBezTo>
                    <a:pt x="575" y="391"/>
                    <a:pt x="318" y="183"/>
                    <a:pt x="44" y="4"/>
                  </a:cubicBezTo>
                  <a:cubicBezTo>
                    <a:pt x="40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6" name="Google Shape;9116;p30"/>
            <p:cNvSpPr/>
            <p:nvPr/>
          </p:nvSpPr>
          <p:spPr>
            <a:xfrm>
              <a:off x="5794300" y="3884200"/>
              <a:ext cx="7275" cy="4875"/>
            </a:xfrm>
            <a:custGeom>
              <a:avLst/>
              <a:gdLst/>
              <a:ahLst/>
              <a:cxnLst/>
              <a:rect l="l" t="t" r="r" b="b"/>
              <a:pathLst>
                <a:path w="291" h="195" extrusionOk="0">
                  <a:moveTo>
                    <a:pt x="30" y="0"/>
                  </a:moveTo>
                  <a:cubicBezTo>
                    <a:pt x="21" y="0"/>
                    <a:pt x="13" y="5"/>
                    <a:pt x="9" y="13"/>
                  </a:cubicBezTo>
                  <a:cubicBezTo>
                    <a:pt x="1" y="25"/>
                    <a:pt x="5" y="41"/>
                    <a:pt x="17" y="48"/>
                  </a:cubicBezTo>
                  <a:lnTo>
                    <a:pt x="246" y="190"/>
                  </a:lnTo>
                  <a:cubicBezTo>
                    <a:pt x="251" y="193"/>
                    <a:pt x="255" y="194"/>
                    <a:pt x="260" y="194"/>
                  </a:cubicBezTo>
                  <a:lnTo>
                    <a:pt x="260" y="194"/>
                  </a:lnTo>
                  <a:cubicBezTo>
                    <a:pt x="269" y="194"/>
                    <a:pt x="277" y="190"/>
                    <a:pt x="282" y="182"/>
                  </a:cubicBezTo>
                  <a:cubicBezTo>
                    <a:pt x="290" y="170"/>
                    <a:pt x="286" y="154"/>
                    <a:pt x="274" y="147"/>
                  </a:cubicBezTo>
                  <a:lnTo>
                    <a:pt x="44" y="5"/>
                  </a:lnTo>
                  <a:cubicBezTo>
                    <a:pt x="40" y="2"/>
                    <a:pt x="35" y="0"/>
                    <a:pt x="30" y="0"/>
                  </a:cubicBezTo>
                  <a:close/>
                  <a:moveTo>
                    <a:pt x="260" y="194"/>
                  </a:moveTo>
                  <a:lnTo>
                    <a:pt x="260" y="194"/>
                  </a:lnTo>
                  <a:cubicBezTo>
                    <a:pt x="260" y="194"/>
                    <a:pt x="259" y="194"/>
                    <a:pt x="259" y="194"/>
                  </a:cubicBezTo>
                  <a:lnTo>
                    <a:pt x="260" y="194"/>
                  </a:lnTo>
                  <a:cubicBezTo>
                    <a:pt x="260" y="194"/>
                    <a:pt x="260" y="194"/>
                    <a:pt x="260" y="194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7" name="Google Shape;9117;p30"/>
            <p:cNvSpPr/>
            <p:nvPr/>
          </p:nvSpPr>
          <p:spPr>
            <a:xfrm>
              <a:off x="5732125" y="3897450"/>
              <a:ext cx="8800" cy="7025"/>
            </a:xfrm>
            <a:custGeom>
              <a:avLst/>
              <a:gdLst/>
              <a:ahLst/>
              <a:cxnLst/>
              <a:rect l="l" t="t" r="r" b="b"/>
              <a:pathLst>
                <a:path w="352" h="281" extrusionOk="0">
                  <a:moveTo>
                    <a:pt x="31" y="0"/>
                  </a:moveTo>
                  <a:cubicBezTo>
                    <a:pt x="23" y="0"/>
                    <a:pt x="15" y="4"/>
                    <a:pt x="10" y="10"/>
                  </a:cubicBezTo>
                  <a:cubicBezTo>
                    <a:pt x="0" y="22"/>
                    <a:pt x="3" y="38"/>
                    <a:pt x="14" y="46"/>
                  </a:cubicBezTo>
                  <a:lnTo>
                    <a:pt x="306" y="275"/>
                  </a:lnTo>
                  <a:cubicBezTo>
                    <a:pt x="310" y="279"/>
                    <a:pt x="316" y="281"/>
                    <a:pt x="322" y="281"/>
                  </a:cubicBezTo>
                  <a:cubicBezTo>
                    <a:pt x="330" y="281"/>
                    <a:pt x="337" y="278"/>
                    <a:pt x="342" y="271"/>
                  </a:cubicBezTo>
                  <a:cubicBezTo>
                    <a:pt x="351" y="260"/>
                    <a:pt x="349" y="244"/>
                    <a:pt x="338" y="235"/>
                  </a:cubicBezTo>
                  <a:lnTo>
                    <a:pt x="46" y="6"/>
                  </a:lnTo>
                  <a:cubicBezTo>
                    <a:pt x="42" y="2"/>
                    <a:pt x="3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8" name="Google Shape;9118;p30"/>
            <p:cNvSpPr/>
            <p:nvPr/>
          </p:nvSpPr>
          <p:spPr>
            <a:xfrm>
              <a:off x="5726025" y="3892525"/>
              <a:ext cx="3350" cy="2875"/>
            </a:xfrm>
            <a:custGeom>
              <a:avLst/>
              <a:gdLst/>
              <a:ahLst/>
              <a:cxnLst/>
              <a:rect l="l" t="t" r="r" b="b"/>
              <a:pathLst>
                <a:path w="134" h="115" extrusionOk="0">
                  <a:moveTo>
                    <a:pt x="30" y="0"/>
                  </a:moveTo>
                  <a:cubicBezTo>
                    <a:pt x="23" y="0"/>
                    <a:pt x="15" y="3"/>
                    <a:pt x="10" y="9"/>
                  </a:cubicBezTo>
                  <a:cubicBezTo>
                    <a:pt x="1" y="20"/>
                    <a:pt x="2" y="38"/>
                    <a:pt x="13" y="46"/>
                  </a:cubicBezTo>
                  <a:lnTo>
                    <a:pt x="87" y="109"/>
                  </a:lnTo>
                  <a:cubicBezTo>
                    <a:pt x="92" y="113"/>
                    <a:pt x="98" y="114"/>
                    <a:pt x="104" y="114"/>
                  </a:cubicBezTo>
                  <a:cubicBezTo>
                    <a:pt x="112" y="114"/>
                    <a:pt x="119" y="112"/>
                    <a:pt x="125" y="105"/>
                  </a:cubicBezTo>
                  <a:cubicBezTo>
                    <a:pt x="134" y="94"/>
                    <a:pt x="133" y="78"/>
                    <a:pt x="121" y="69"/>
                  </a:cubicBezTo>
                  <a:lnTo>
                    <a:pt x="47" y="7"/>
                  </a:ln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9" name="Google Shape;9119;p30"/>
            <p:cNvSpPr/>
            <p:nvPr/>
          </p:nvSpPr>
          <p:spPr>
            <a:xfrm>
              <a:off x="5747925" y="3917325"/>
              <a:ext cx="17275" cy="7200"/>
            </a:xfrm>
            <a:custGeom>
              <a:avLst/>
              <a:gdLst/>
              <a:ahLst/>
              <a:cxnLst/>
              <a:rect l="l" t="t" r="r" b="b"/>
              <a:pathLst>
                <a:path w="691" h="288" extrusionOk="0">
                  <a:moveTo>
                    <a:pt x="661" y="1"/>
                  </a:moveTo>
                  <a:cubicBezTo>
                    <a:pt x="657" y="1"/>
                    <a:pt x="654" y="2"/>
                    <a:pt x="650" y="3"/>
                  </a:cubicBezTo>
                  <a:cubicBezTo>
                    <a:pt x="447" y="94"/>
                    <a:pt x="236" y="173"/>
                    <a:pt x="22" y="236"/>
                  </a:cubicBezTo>
                  <a:cubicBezTo>
                    <a:pt x="9" y="240"/>
                    <a:pt x="1" y="255"/>
                    <a:pt x="5" y="269"/>
                  </a:cubicBezTo>
                  <a:cubicBezTo>
                    <a:pt x="9" y="279"/>
                    <a:pt x="19" y="287"/>
                    <a:pt x="30" y="287"/>
                  </a:cubicBezTo>
                  <a:cubicBezTo>
                    <a:pt x="33" y="287"/>
                    <a:pt x="36" y="287"/>
                    <a:pt x="37" y="286"/>
                  </a:cubicBezTo>
                  <a:cubicBezTo>
                    <a:pt x="254" y="221"/>
                    <a:pt x="466" y="142"/>
                    <a:pt x="672" y="51"/>
                  </a:cubicBezTo>
                  <a:cubicBezTo>
                    <a:pt x="684" y="44"/>
                    <a:pt x="691" y="29"/>
                    <a:pt x="684" y="16"/>
                  </a:cubicBezTo>
                  <a:cubicBezTo>
                    <a:pt x="680" y="7"/>
                    <a:pt x="670" y="1"/>
                    <a:pt x="66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0" name="Google Shape;9120;p30"/>
            <p:cNvSpPr/>
            <p:nvPr/>
          </p:nvSpPr>
          <p:spPr>
            <a:xfrm>
              <a:off x="5771575" y="3909575"/>
              <a:ext cx="8525" cy="5025"/>
            </a:xfrm>
            <a:custGeom>
              <a:avLst/>
              <a:gdLst/>
              <a:ahLst/>
              <a:cxnLst/>
              <a:rect l="l" t="t" r="r" b="b"/>
              <a:pathLst>
                <a:path w="341" h="201" extrusionOk="0">
                  <a:moveTo>
                    <a:pt x="312" y="0"/>
                  </a:moveTo>
                  <a:cubicBezTo>
                    <a:pt x="306" y="0"/>
                    <a:pt x="300" y="3"/>
                    <a:pt x="295" y="7"/>
                  </a:cubicBezTo>
                  <a:cubicBezTo>
                    <a:pt x="216" y="73"/>
                    <a:pt x="121" y="122"/>
                    <a:pt x="22" y="149"/>
                  </a:cubicBezTo>
                  <a:cubicBezTo>
                    <a:pt x="8" y="153"/>
                    <a:pt x="0" y="167"/>
                    <a:pt x="3" y="182"/>
                  </a:cubicBezTo>
                  <a:cubicBezTo>
                    <a:pt x="7" y="192"/>
                    <a:pt x="17" y="200"/>
                    <a:pt x="29" y="200"/>
                  </a:cubicBezTo>
                  <a:cubicBezTo>
                    <a:pt x="30" y="200"/>
                    <a:pt x="33" y="200"/>
                    <a:pt x="35" y="199"/>
                  </a:cubicBezTo>
                  <a:cubicBezTo>
                    <a:pt x="142" y="171"/>
                    <a:pt x="244" y="117"/>
                    <a:pt x="329" y="46"/>
                  </a:cubicBezTo>
                  <a:cubicBezTo>
                    <a:pt x="339" y="36"/>
                    <a:pt x="341" y="20"/>
                    <a:pt x="331" y="9"/>
                  </a:cubicBezTo>
                  <a:cubicBezTo>
                    <a:pt x="327" y="4"/>
                    <a:pt x="320" y="0"/>
                    <a:pt x="31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1" name="Google Shape;9121;p30"/>
            <p:cNvSpPr/>
            <p:nvPr/>
          </p:nvSpPr>
          <p:spPr>
            <a:xfrm>
              <a:off x="5815250" y="3921000"/>
              <a:ext cx="24150" cy="11700"/>
            </a:xfrm>
            <a:custGeom>
              <a:avLst/>
              <a:gdLst/>
              <a:ahLst/>
              <a:cxnLst/>
              <a:rect l="l" t="t" r="r" b="b"/>
              <a:pathLst>
                <a:path w="966" h="468" extrusionOk="0">
                  <a:moveTo>
                    <a:pt x="936" y="0"/>
                  </a:moveTo>
                  <a:cubicBezTo>
                    <a:pt x="932" y="0"/>
                    <a:pt x="928" y="1"/>
                    <a:pt x="924" y="3"/>
                  </a:cubicBezTo>
                  <a:cubicBezTo>
                    <a:pt x="632" y="155"/>
                    <a:pt x="328" y="294"/>
                    <a:pt x="21" y="416"/>
                  </a:cubicBezTo>
                  <a:cubicBezTo>
                    <a:pt x="8" y="422"/>
                    <a:pt x="1" y="436"/>
                    <a:pt x="6" y="450"/>
                  </a:cubicBezTo>
                  <a:cubicBezTo>
                    <a:pt x="10" y="461"/>
                    <a:pt x="20" y="466"/>
                    <a:pt x="31" y="466"/>
                  </a:cubicBezTo>
                  <a:lnTo>
                    <a:pt x="31" y="467"/>
                  </a:lnTo>
                  <a:cubicBezTo>
                    <a:pt x="33" y="467"/>
                    <a:pt x="36" y="466"/>
                    <a:pt x="40" y="465"/>
                  </a:cubicBezTo>
                  <a:cubicBezTo>
                    <a:pt x="348" y="342"/>
                    <a:pt x="653" y="202"/>
                    <a:pt x="948" y="49"/>
                  </a:cubicBezTo>
                  <a:cubicBezTo>
                    <a:pt x="961" y="42"/>
                    <a:pt x="966" y="27"/>
                    <a:pt x="959" y="14"/>
                  </a:cubicBezTo>
                  <a:cubicBezTo>
                    <a:pt x="954" y="5"/>
                    <a:pt x="945" y="0"/>
                    <a:pt x="93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2" name="Google Shape;9122;p30"/>
            <p:cNvSpPr/>
            <p:nvPr/>
          </p:nvSpPr>
          <p:spPr>
            <a:xfrm>
              <a:off x="5844950" y="3912875"/>
              <a:ext cx="9450" cy="6100"/>
            </a:xfrm>
            <a:custGeom>
              <a:avLst/>
              <a:gdLst/>
              <a:ahLst/>
              <a:cxnLst/>
              <a:rect l="l" t="t" r="r" b="b"/>
              <a:pathLst>
                <a:path w="378" h="244" extrusionOk="0">
                  <a:moveTo>
                    <a:pt x="347" y="1"/>
                  </a:moveTo>
                  <a:cubicBezTo>
                    <a:pt x="343" y="1"/>
                    <a:pt x="338" y="2"/>
                    <a:pt x="334" y="4"/>
                  </a:cubicBezTo>
                  <a:lnTo>
                    <a:pt x="17" y="195"/>
                  </a:lnTo>
                  <a:cubicBezTo>
                    <a:pt x="4" y="202"/>
                    <a:pt x="1" y="218"/>
                    <a:pt x="8" y="230"/>
                  </a:cubicBezTo>
                  <a:cubicBezTo>
                    <a:pt x="13" y="238"/>
                    <a:pt x="21" y="243"/>
                    <a:pt x="29" y="243"/>
                  </a:cubicBezTo>
                  <a:cubicBezTo>
                    <a:pt x="34" y="243"/>
                    <a:pt x="39" y="242"/>
                    <a:pt x="43" y="239"/>
                  </a:cubicBezTo>
                  <a:lnTo>
                    <a:pt x="361" y="48"/>
                  </a:lnTo>
                  <a:cubicBezTo>
                    <a:pt x="374" y="42"/>
                    <a:pt x="378" y="25"/>
                    <a:pt x="371" y="13"/>
                  </a:cubicBezTo>
                  <a:cubicBezTo>
                    <a:pt x="365" y="5"/>
                    <a:pt x="356" y="1"/>
                    <a:pt x="34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3" name="Google Shape;9123;p30"/>
            <p:cNvSpPr/>
            <p:nvPr/>
          </p:nvSpPr>
          <p:spPr>
            <a:xfrm>
              <a:off x="5883375" y="3893825"/>
              <a:ext cx="33450" cy="18025"/>
            </a:xfrm>
            <a:custGeom>
              <a:avLst/>
              <a:gdLst/>
              <a:ahLst/>
              <a:cxnLst/>
              <a:rect l="l" t="t" r="r" b="b"/>
              <a:pathLst>
                <a:path w="1338" h="721" extrusionOk="0">
                  <a:moveTo>
                    <a:pt x="29" y="0"/>
                  </a:moveTo>
                  <a:cubicBezTo>
                    <a:pt x="19" y="0"/>
                    <a:pt x="8" y="7"/>
                    <a:pt x="4" y="18"/>
                  </a:cubicBezTo>
                  <a:cubicBezTo>
                    <a:pt x="0" y="31"/>
                    <a:pt x="7" y="46"/>
                    <a:pt x="20" y="50"/>
                  </a:cubicBezTo>
                  <a:cubicBezTo>
                    <a:pt x="475" y="208"/>
                    <a:pt x="904" y="432"/>
                    <a:pt x="1293" y="715"/>
                  </a:cubicBezTo>
                  <a:cubicBezTo>
                    <a:pt x="1297" y="719"/>
                    <a:pt x="1302" y="720"/>
                    <a:pt x="1308" y="720"/>
                  </a:cubicBezTo>
                  <a:cubicBezTo>
                    <a:pt x="1316" y="720"/>
                    <a:pt x="1324" y="716"/>
                    <a:pt x="1329" y="709"/>
                  </a:cubicBezTo>
                  <a:cubicBezTo>
                    <a:pt x="1337" y="699"/>
                    <a:pt x="1335" y="682"/>
                    <a:pt x="1324" y="673"/>
                  </a:cubicBezTo>
                  <a:cubicBezTo>
                    <a:pt x="930" y="387"/>
                    <a:pt x="498" y="160"/>
                    <a:pt x="38" y="2"/>
                  </a:cubicBezTo>
                  <a:cubicBezTo>
                    <a:pt x="35" y="1"/>
                    <a:pt x="3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4" name="Google Shape;9124;p30"/>
            <p:cNvSpPr/>
            <p:nvPr/>
          </p:nvSpPr>
          <p:spPr>
            <a:xfrm>
              <a:off x="5870150" y="3887275"/>
              <a:ext cx="8925" cy="4625"/>
            </a:xfrm>
            <a:custGeom>
              <a:avLst/>
              <a:gdLst/>
              <a:ahLst/>
              <a:cxnLst/>
              <a:rect l="l" t="t" r="r" b="b"/>
              <a:pathLst>
                <a:path w="357" h="185" extrusionOk="0">
                  <a:moveTo>
                    <a:pt x="30" y="1"/>
                  </a:moveTo>
                  <a:cubicBezTo>
                    <a:pt x="20" y="1"/>
                    <a:pt x="11" y="6"/>
                    <a:pt x="6" y="16"/>
                  </a:cubicBezTo>
                  <a:cubicBezTo>
                    <a:pt x="0" y="30"/>
                    <a:pt x="6" y="44"/>
                    <a:pt x="19" y="51"/>
                  </a:cubicBezTo>
                  <a:lnTo>
                    <a:pt x="317" y="183"/>
                  </a:lnTo>
                  <a:cubicBezTo>
                    <a:pt x="321" y="184"/>
                    <a:pt x="323" y="184"/>
                    <a:pt x="327" y="184"/>
                  </a:cubicBezTo>
                  <a:cubicBezTo>
                    <a:pt x="337" y="184"/>
                    <a:pt x="346" y="179"/>
                    <a:pt x="352" y="170"/>
                  </a:cubicBezTo>
                  <a:cubicBezTo>
                    <a:pt x="357" y="156"/>
                    <a:pt x="352" y="141"/>
                    <a:pt x="338" y="135"/>
                  </a:cubicBezTo>
                  <a:lnTo>
                    <a:pt x="41" y="3"/>
                  </a:lnTo>
                  <a:cubicBezTo>
                    <a:pt x="37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5" name="Google Shape;9125;p30"/>
            <p:cNvSpPr/>
            <p:nvPr/>
          </p:nvSpPr>
          <p:spPr>
            <a:xfrm>
              <a:off x="5850650" y="3885650"/>
              <a:ext cx="42525" cy="24375"/>
            </a:xfrm>
            <a:custGeom>
              <a:avLst/>
              <a:gdLst/>
              <a:ahLst/>
              <a:cxnLst/>
              <a:rect l="l" t="t" r="r" b="b"/>
              <a:pathLst>
                <a:path w="1701" h="975" extrusionOk="0">
                  <a:moveTo>
                    <a:pt x="30" y="1"/>
                  </a:moveTo>
                  <a:cubicBezTo>
                    <a:pt x="20" y="1"/>
                    <a:pt x="11" y="7"/>
                    <a:pt x="7" y="17"/>
                  </a:cubicBezTo>
                  <a:cubicBezTo>
                    <a:pt x="0" y="30"/>
                    <a:pt x="7" y="45"/>
                    <a:pt x="20" y="50"/>
                  </a:cubicBezTo>
                  <a:cubicBezTo>
                    <a:pt x="599" y="291"/>
                    <a:pt x="1149" y="599"/>
                    <a:pt x="1655" y="969"/>
                  </a:cubicBezTo>
                  <a:cubicBezTo>
                    <a:pt x="1660" y="972"/>
                    <a:pt x="1666" y="975"/>
                    <a:pt x="1671" y="975"/>
                  </a:cubicBezTo>
                  <a:lnTo>
                    <a:pt x="1671" y="973"/>
                  </a:lnTo>
                  <a:cubicBezTo>
                    <a:pt x="1679" y="973"/>
                    <a:pt x="1687" y="970"/>
                    <a:pt x="1691" y="964"/>
                  </a:cubicBezTo>
                  <a:cubicBezTo>
                    <a:pt x="1701" y="952"/>
                    <a:pt x="1698" y="935"/>
                    <a:pt x="1686" y="927"/>
                  </a:cubicBezTo>
                  <a:cubicBezTo>
                    <a:pt x="1176" y="555"/>
                    <a:pt x="623" y="244"/>
                    <a:pt x="41" y="3"/>
                  </a:cubicBezTo>
                  <a:cubicBezTo>
                    <a:pt x="37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6" name="Google Shape;9126;p30"/>
            <p:cNvSpPr/>
            <p:nvPr/>
          </p:nvSpPr>
          <p:spPr>
            <a:xfrm>
              <a:off x="5842750" y="3881500"/>
              <a:ext cx="5725" cy="3375"/>
            </a:xfrm>
            <a:custGeom>
              <a:avLst/>
              <a:gdLst/>
              <a:ahLst/>
              <a:cxnLst/>
              <a:rect l="l" t="t" r="r" b="b"/>
              <a:pathLst>
                <a:path w="229" h="135" extrusionOk="0">
                  <a:moveTo>
                    <a:pt x="29" y="1"/>
                  </a:moveTo>
                  <a:cubicBezTo>
                    <a:pt x="20" y="1"/>
                    <a:pt x="11" y="6"/>
                    <a:pt x="7" y="16"/>
                  </a:cubicBezTo>
                  <a:cubicBezTo>
                    <a:pt x="0" y="28"/>
                    <a:pt x="5" y="44"/>
                    <a:pt x="18" y="49"/>
                  </a:cubicBezTo>
                  <a:lnTo>
                    <a:pt x="187" y="132"/>
                  </a:lnTo>
                  <a:cubicBezTo>
                    <a:pt x="191" y="134"/>
                    <a:pt x="195" y="134"/>
                    <a:pt x="199" y="134"/>
                  </a:cubicBezTo>
                  <a:cubicBezTo>
                    <a:pt x="209" y="134"/>
                    <a:pt x="218" y="129"/>
                    <a:pt x="222" y="121"/>
                  </a:cubicBezTo>
                  <a:cubicBezTo>
                    <a:pt x="229" y="107"/>
                    <a:pt x="223" y="91"/>
                    <a:pt x="210" y="86"/>
                  </a:cubicBezTo>
                  <a:lnTo>
                    <a:pt x="40" y="4"/>
                  </a:lnTo>
                  <a:cubicBezTo>
                    <a:pt x="37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7" name="Google Shape;9127;p30"/>
            <p:cNvSpPr/>
            <p:nvPr/>
          </p:nvSpPr>
          <p:spPr>
            <a:xfrm>
              <a:off x="5867725" y="3921225"/>
              <a:ext cx="13000" cy="9250"/>
            </a:xfrm>
            <a:custGeom>
              <a:avLst/>
              <a:gdLst/>
              <a:ahLst/>
              <a:cxnLst/>
              <a:rect l="l" t="t" r="r" b="b"/>
              <a:pathLst>
                <a:path w="520" h="370" extrusionOk="0">
                  <a:moveTo>
                    <a:pt x="491" y="0"/>
                  </a:moveTo>
                  <a:cubicBezTo>
                    <a:pt x="485" y="0"/>
                    <a:pt x="480" y="2"/>
                    <a:pt x="476" y="5"/>
                  </a:cubicBezTo>
                  <a:lnTo>
                    <a:pt x="15" y="322"/>
                  </a:lnTo>
                  <a:cubicBezTo>
                    <a:pt x="3" y="330"/>
                    <a:pt x="1" y="347"/>
                    <a:pt x="9" y="359"/>
                  </a:cubicBezTo>
                  <a:cubicBezTo>
                    <a:pt x="14" y="365"/>
                    <a:pt x="22" y="369"/>
                    <a:pt x="30" y="369"/>
                  </a:cubicBezTo>
                  <a:cubicBezTo>
                    <a:pt x="36" y="369"/>
                    <a:pt x="41" y="368"/>
                    <a:pt x="45" y="365"/>
                  </a:cubicBezTo>
                  <a:lnTo>
                    <a:pt x="505" y="48"/>
                  </a:lnTo>
                  <a:cubicBezTo>
                    <a:pt x="517" y="40"/>
                    <a:pt x="520" y="24"/>
                    <a:pt x="512" y="12"/>
                  </a:cubicBezTo>
                  <a:cubicBezTo>
                    <a:pt x="507" y="4"/>
                    <a:pt x="499" y="0"/>
                    <a:pt x="49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8" name="Google Shape;9128;p30"/>
            <p:cNvSpPr/>
            <p:nvPr/>
          </p:nvSpPr>
          <p:spPr>
            <a:xfrm>
              <a:off x="5744100" y="3878200"/>
              <a:ext cx="28375" cy="17975"/>
            </a:xfrm>
            <a:custGeom>
              <a:avLst/>
              <a:gdLst/>
              <a:ahLst/>
              <a:cxnLst/>
              <a:rect l="l" t="t" r="r" b="b"/>
              <a:pathLst>
                <a:path w="1135" h="719" extrusionOk="0">
                  <a:moveTo>
                    <a:pt x="30" y="1"/>
                  </a:moveTo>
                  <a:cubicBezTo>
                    <a:pt x="21" y="1"/>
                    <a:pt x="12" y="6"/>
                    <a:pt x="7" y="15"/>
                  </a:cubicBezTo>
                  <a:cubicBezTo>
                    <a:pt x="0" y="28"/>
                    <a:pt x="4" y="43"/>
                    <a:pt x="18" y="50"/>
                  </a:cubicBezTo>
                  <a:cubicBezTo>
                    <a:pt x="386" y="249"/>
                    <a:pt x="747" y="471"/>
                    <a:pt x="1090" y="713"/>
                  </a:cubicBezTo>
                  <a:cubicBezTo>
                    <a:pt x="1094" y="717"/>
                    <a:pt x="1099" y="718"/>
                    <a:pt x="1105" y="718"/>
                  </a:cubicBezTo>
                  <a:cubicBezTo>
                    <a:pt x="1113" y="718"/>
                    <a:pt x="1121" y="714"/>
                    <a:pt x="1126" y="707"/>
                  </a:cubicBezTo>
                  <a:cubicBezTo>
                    <a:pt x="1134" y="695"/>
                    <a:pt x="1132" y="679"/>
                    <a:pt x="1120" y="671"/>
                  </a:cubicBezTo>
                  <a:cubicBezTo>
                    <a:pt x="775" y="428"/>
                    <a:pt x="412" y="203"/>
                    <a:pt x="42" y="4"/>
                  </a:cubicBezTo>
                  <a:cubicBezTo>
                    <a:pt x="38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9" name="Google Shape;9129;p30"/>
            <p:cNvSpPr/>
            <p:nvPr/>
          </p:nvSpPr>
          <p:spPr>
            <a:xfrm>
              <a:off x="5755000" y="3874900"/>
              <a:ext cx="16900" cy="11050"/>
            </a:xfrm>
            <a:custGeom>
              <a:avLst/>
              <a:gdLst/>
              <a:ahLst/>
              <a:cxnLst/>
              <a:rect l="l" t="t" r="r" b="b"/>
              <a:pathLst>
                <a:path w="676" h="442" extrusionOk="0">
                  <a:moveTo>
                    <a:pt x="29" y="0"/>
                  </a:moveTo>
                  <a:cubicBezTo>
                    <a:pt x="21" y="0"/>
                    <a:pt x="13" y="4"/>
                    <a:pt x="8" y="12"/>
                  </a:cubicBezTo>
                  <a:cubicBezTo>
                    <a:pt x="0" y="24"/>
                    <a:pt x="4" y="40"/>
                    <a:pt x="16" y="48"/>
                  </a:cubicBezTo>
                  <a:lnTo>
                    <a:pt x="632" y="437"/>
                  </a:lnTo>
                  <a:cubicBezTo>
                    <a:pt x="636" y="440"/>
                    <a:pt x="642" y="441"/>
                    <a:pt x="646" y="441"/>
                  </a:cubicBezTo>
                  <a:cubicBezTo>
                    <a:pt x="655" y="441"/>
                    <a:pt x="663" y="437"/>
                    <a:pt x="669" y="429"/>
                  </a:cubicBezTo>
                  <a:cubicBezTo>
                    <a:pt x="675" y="417"/>
                    <a:pt x="673" y="402"/>
                    <a:pt x="661" y="394"/>
                  </a:cubicBezTo>
                  <a:lnTo>
                    <a:pt x="43" y="4"/>
                  </a:lnTo>
                  <a:cubicBezTo>
                    <a:pt x="39" y="2"/>
                    <a:pt x="34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0" name="Google Shape;9130;p30"/>
            <p:cNvSpPr/>
            <p:nvPr/>
          </p:nvSpPr>
          <p:spPr>
            <a:xfrm>
              <a:off x="5835975" y="3952275"/>
              <a:ext cx="218900" cy="48025"/>
            </a:xfrm>
            <a:custGeom>
              <a:avLst/>
              <a:gdLst/>
              <a:ahLst/>
              <a:cxnLst/>
              <a:rect l="l" t="t" r="r" b="b"/>
              <a:pathLst>
                <a:path w="8756" h="1921" extrusionOk="0">
                  <a:moveTo>
                    <a:pt x="4144" y="1"/>
                  </a:moveTo>
                  <a:cubicBezTo>
                    <a:pt x="2701" y="1"/>
                    <a:pt x="1251" y="323"/>
                    <a:pt x="1" y="938"/>
                  </a:cubicBezTo>
                  <a:cubicBezTo>
                    <a:pt x="1534" y="1591"/>
                    <a:pt x="3200" y="1920"/>
                    <a:pt x="4867" y="1920"/>
                  </a:cubicBezTo>
                  <a:cubicBezTo>
                    <a:pt x="6186" y="1920"/>
                    <a:pt x="7504" y="1714"/>
                    <a:pt x="8756" y="1299"/>
                  </a:cubicBezTo>
                  <a:cubicBezTo>
                    <a:pt x="7430" y="420"/>
                    <a:pt x="5791" y="1"/>
                    <a:pt x="4144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1" name="Google Shape;9131;p30"/>
            <p:cNvSpPr/>
            <p:nvPr/>
          </p:nvSpPr>
          <p:spPr>
            <a:xfrm>
              <a:off x="5834675" y="3951125"/>
              <a:ext cx="221550" cy="50425"/>
            </a:xfrm>
            <a:custGeom>
              <a:avLst/>
              <a:gdLst/>
              <a:ahLst/>
              <a:cxnLst/>
              <a:rect l="l" t="t" r="r" b="b"/>
              <a:pathLst>
                <a:path w="8862" h="2017" extrusionOk="0">
                  <a:moveTo>
                    <a:pt x="4175" y="104"/>
                  </a:moveTo>
                  <a:cubicBezTo>
                    <a:pt x="5812" y="104"/>
                    <a:pt x="7417" y="517"/>
                    <a:pt x="8688" y="1330"/>
                  </a:cubicBezTo>
                  <a:cubicBezTo>
                    <a:pt x="7477" y="1719"/>
                    <a:pt x="6200" y="1912"/>
                    <a:pt x="4923" y="1912"/>
                  </a:cubicBezTo>
                  <a:cubicBezTo>
                    <a:pt x="3298" y="1912"/>
                    <a:pt x="1673" y="1600"/>
                    <a:pt x="178" y="980"/>
                  </a:cubicBezTo>
                  <a:cubicBezTo>
                    <a:pt x="1413" y="393"/>
                    <a:pt x="2805" y="104"/>
                    <a:pt x="4175" y="104"/>
                  </a:cubicBezTo>
                  <a:close/>
                  <a:moveTo>
                    <a:pt x="4177" y="0"/>
                  </a:moveTo>
                  <a:cubicBezTo>
                    <a:pt x="2752" y="0"/>
                    <a:pt x="1304" y="310"/>
                    <a:pt x="30" y="937"/>
                  </a:cubicBezTo>
                  <a:cubicBezTo>
                    <a:pt x="11" y="947"/>
                    <a:pt x="0" y="965"/>
                    <a:pt x="0" y="986"/>
                  </a:cubicBezTo>
                  <a:cubicBezTo>
                    <a:pt x="2" y="1006"/>
                    <a:pt x="14" y="1023"/>
                    <a:pt x="32" y="1031"/>
                  </a:cubicBezTo>
                  <a:cubicBezTo>
                    <a:pt x="1569" y="1685"/>
                    <a:pt x="3246" y="2016"/>
                    <a:pt x="4923" y="2016"/>
                  </a:cubicBezTo>
                  <a:cubicBezTo>
                    <a:pt x="6248" y="2016"/>
                    <a:pt x="7572" y="1810"/>
                    <a:pt x="8824" y="1395"/>
                  </a:cubicBezTo>
                  <a:cubicBezTo>
                    <a:pt x="8843" y="1388"/>
                    <a:pt x="8856" y="1372"/>
                    <a:pt x="8859" y="1353"/>
                  </a:cubicBezTo>
                  <a:cubicBezTo>
                    <a:pt x="8862" y="1333"/>
                    <a:pt x="8852" y="1314"/>
                    <a:pt x="8836" y="1302"/>
                  </a:cubicBezTo>
                  <a:cubicBezTo>
                    <a:pt x="7535" y="439"/>
                    <a:pt x="5872" y="0"/>
                    <a:pt x="417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2" name="Google Shape;9132;p30"/>
            <p:cNvSpPr/>
            <p:nvPr/>
          </p:nvSpPr>
          <p:spPr>
            <a:xfrm>
              <a:off x="5835300" y="3975050"/>
              <a:ext cx="220250" cy="10375"/>
            </a:xfrm>
            <a:custGeom>
              <a:avLst/>
              <a:gdLst/>
              <a:ahLst/>
              <a:cxnLst/>
              <a:rect l="l" t="t" r="r" b="b"/>
              <a:pathLst>
                <a:path w="8810" h="415" extrusionOk="0">
                  <a:moveTo>
                    <a:pt x="29" y="0"/>
                  </a:moveTo>
                  <a:cubicBezTo>
                    <a:pt x="14" y="2"/>
                    <a:pt x="2" y="11"/>
                    <a:pt x="1" y="26"/>
                  </a:cubicBezTo>
                  <a:cubicBezTo>
                    <a:pt x="1" y="39"/>
                    <a:pt x="12" y="51"/>
                    <a:pt x="25" y="53"/>
                  </a:cubicBezTo>
                  <a:cubicBezTo>
                    <a:pt x="1455" y="135"/>
                    <a:pt x="2955" y="185"/>
                    <a:pt x="4404" y="233"/>
                  </a:cubicBezTo>
                  <a:cubicBezTo>
                    <a:pt x="5853" y="283"/>
                    <a:pt x="7352" y="333"/>
                    <a:pt x="8782" y="415"/>
                  </a:cubicBezTo>
                  <a:lnTo>
                    <a:pt x="8783" y="415"/>
                  </a:lnTo>
                  <a:cubicBezTo>
                    <a:pt x="8796" y="415"/>
                    <a:pt x="8809" y="404"/>
                    <a:pt x="8809" y="389"/>
                  </a:cubicBezTo>
                  <a:cubicBezTo>
                    <a:pt x="8810" y="376"/>
                    <a:pt x="8799" y="364"/>
                    <a:pt x="8784" y="362"/>
                  </a:cubicBezTo>
                  <a:cubicBezTo>
                    <a:pt x="7354" y="282"/>
                    <a:pt x="5856" y="230"/>
                    <a:pt x="4405" y="182"/>
                  </a:cubicBezTo>
                  <a:cubicBezTo>
                    <a:pt x="2956" y="134"/>
                    <a:pt x="1458" y="82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3" name="Google Shape;9133;p30"/>
            <p:cNvSpPr/>
            <p:nvPr/>
          </p:nvSpPr>
          <p:spPr>
            <a:xfrm>
              <a:off x="5907775" y="3979400"/>
              <a:ext cx="32700" cy="16825"/>
            </a:xfrm>
            <a:custGeom>
              <a:avLst/>
              <a:gdLst/>
              <a:ahLst/>
              <a:cxnLst/>
              <a:rect l="l" t="t" r="r" b="b"/>
              <a:pathLst>
                <a:path w="1308" h="673" extrusionOk="0">
                  <a:moveTo>
                    <a:pt x="1278" y="0"/>
                  </a:moveTo>
                  <a:cubicBezTo>
                    <a:pt x="1272" y="0"/>
                    <a:pt x="1267" y="2"/>
                    <a:pt x="1261" y="5"/>
                  </a:cubicBezTo>
                  <a:cubicBezTo>
                    <a:pt x="874" y="308"/>
                    <a:pt x="481" y="503"/>
                    <a:pt x="22" y="621"/>
                  </a:cubicBezTo>
                  <a:cubicBezTo>
                    <a:pt x="9" y="625"/>
                    <a:pt x="1" y="639"/>
                    <a:pt x="4" y="654"/>
                  </a:cubicBezTo>
                  <a:cubicBezTo>
                    <a:pt x="8" y="664"/>
                    <a:pt x="17" y="673"/>
                    <a:pt x="29" y="673"/>
                  </a:cubicBezTo>
                  <a:lnTo>
                    <a:pt x="36" y="673"/>
                  </a:lnTo>
                  <a:cubicBezTo>
                    <a:pt x="500" y="551"/>
                    <a:pt x="901" y="352"/>
                    <a:pt x="1294" y="47"/>
                  </a:cubicBezTo>
                  <a:cubicBezTo>
                    <a:pt x="1305" y="38"/>
                    <a:pt x="1307" y="21"/>
                    <a:pt x="1298" y="11"/>
                  </a:cubicBezTo>
                  <a:cubicBezTo>
                    <a:pt x="1293" y="4"/>
                    <a:pt x="1286" y="0"/>
                    <a:pt x="127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4" name="Google Shape;9134;p30"/>
            <p:cNvSpPr/>
            <p:nvPr/>
          </p:nvSpPr>
          <p:spPr>
            <a:xfrm>
              <a:off x="5921650" y="3952225"/>
              <a:ext cx="44450" cy="28700"/>
            </a:xfrm>
            <a:custGeom>
              <a:avLst/>
              <a:gdLst/>
              <a:ahLst/>
              <a:cxnLst/>
              <a:rect l="l" t="t" r="r" b="b"/>
              <a:pathLst>
                <a:path w="1778" h="1148" extrusionOk="0">
                  <a:moveTo>
                    <a:pt x="30" y="1"/>
                  </a:moveTo>
                  <a:cubicBezTo>
                    <a:pt x="19" y="1"/>
                    <a:pt x="10" y="7"/>
                    <a:pt x="6" y="17"/>
                  </a:cubicBezTo>
                  <a:cubicBezTo>
                    <a:pt x="0" y="31"/>
                    <a:pt x="7" y="46"/>
                    <a:pt x="20" y="51"/>
                  </a:cubicBezTo>
                  <a:cubicBezTo>
                    <a:pt x="697" y="316"/>
                    <a:pt x="1257" y="673"/>
                    <a:pt x="1732" y="1139"/>
                  </a:cubicBezTo>
                  <a:cubicBezTo>
                    <a:pt x="1736" y="1145"/>
                    <a:pt x="1742" y="1147"/>
                    <a:pt x="1749" y="1147"/>
                  </a:cubicBezTo>
                  <a:cubicBezTo>
                    <a:pt x="1756" y="1147"/>
                    <a:pt x="1763" y="1145"/>
                    <a:pt x="1768" y="1139"/>
                  </a:cubicBezTo>
                  <a:cubicBezTo>
                    <a:pt x="1777" y="1130"/>
                    <a:pt x="1777" y="1112"/>
                    <a:pt x="1768" y="1103"/>
                  </a:cubicBezTo>
                  <a:cubicBezTo>
                    <a:pt x="1288" y="631"/>
                    <a:pt x="723" y="270"/>
                    <a:pt x="39" y="3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5" name="Google Shape;9135;p30"/>
            <p:cNvSpPr/>
            <p:nvPr/>
          </p:nvSpPr>
          <p:spPr>
            <a:xfrm>
              <a:off x="5966075" y="3982200"/>
              <a:ext cx="33050" cy="18375"/>
            </a:xfrm>
            <a:custGeom>
              <a:avLst/>
              <a:gdLst/>
              <a:ahLst/>
              <a:cxnLst/>
              <a:rect l="l" t="t" r="r" b="b"/>
              <a:pathLst>
                <a:path w="1322" h="735" extrusionOk="0">
                  <a:moveTo>
                    <a:pt x="1292" y="0"/>
                  </a:moveTo>
                  <a:cubicBezTo>
                    <a:pt x="1286" y="0"/>
                    <a:pt x="1279" y="3"/>
                    <a:pt x="1274" y="8"/>
                  </a:cubicBezTo>
                  <a:cubicBezTo>
                    <a:pt x="925" y="337"/>
                    <a:pt x="491" y="571"/>
                    <a:pt x="23" y="682"/>
                  </a:cubicBezTo>
                  <a:cubicBezTo>
                    <a:pt x="8" y="686"/>
                    <a:pt x="0" y="699"/>
                    <a:pt x="4" y="714"/>
                  </a:cubicBezTo>
                  <a:cubicBezTo>
                    <a:pt x="7" y="726"/>
                    <a:pt x="18" y="734"/>
                    <a:pt x="29" y="734"/>
                  </a:cubicBezTo>
                  <a:lnTo>
                    <a:pt x="29" y="733"/>
                  </a:lnTo>
                  <a:lnTo>
                    <a:pt x="35" y="733"/>
                  </a:lnTo>
                  <a:cubicBezTo>
                    <a:pt x="512" y="618"/>
                    <a:pt x="953" y="382"/>
                    <a:pt x="1311" y="45"/>
                  </a:cubicBezTo>
                  <a:cubicBezTo>
                    <a:pt x="1320" y="35"/>
                    <a:pt x="1321" y="18"/>
                    <a:pt x="1311" y="9"/>
                  </a:cubicBezTo>
                  <a:cubicBezTo>
                    <a:pt x="1306" y="3"/>
                    <a:pt x="1299" y="0"/>
                    <a:pt x="129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6" name="Google Shape;9136;p30"/>
            <p:cNvSpPr/>
            <p:nvPr/>
          </p:nvSpPr>
          <p:spPr>
            <a:xfrm>
              <a:off x="5874250" y="3960350"/>
              <a:ext cx="26575" cy="18450"/>
            </a:xfrm>
            <a:custGeom>
              <a:avLst/>
              <a:gdLst/>
              <a:ahLst/>
              <a:cxnLst/>
              <a:rect l="l" t="t" r="r" b="b"/>
              <a:pathLst>
                <a:path w="1063" h="738" extrusionOk="0">
                  <a:moveTo>
                    <a:pt x="30" y="1"/>
                  </a:moveTo>
                  <a:cubicBezTo>
                    <a:pt x="22" y="1"/>
                    <a:pt x="14" y="5"/>
                    <a:pt x="9" y="13"/>
                  </a:cubicBezTo>
                  <a:cubicBezTo>
                    <a:pt x="1" y="23"/>
                    <a:pt x="3" y="39"/>
                    <a:pt x="15" y="48"/>
                  </a:cubicBezTo>
                  <a:lnTo>
                    <a:pt x="1018" y="734"/>
                  </a:lnTo>
                  <a:cubicBezTo>
                    <a:pt x="1023" y="736"/>
                    <a:pt x="1028" y="738"/>
                    <a:pt x="1032" y="738"/>
                  </a:cubicBezTo>
                  <a:cubicBezTo>
                    <a:pt x="1041" y="738"/>
                    <a:pt x="1049" y="734"/>
                    <a:pt x="1054" y="727"/>
                  </a:cubicBezTo>
                  <a:cubicBezTo>
                    <a:pt x="1062" y="715"/>
                    <a:pt x="1059" y="699"/>
                    <a:pt x="1047" y="691"/>
                  </a:cubicBezTo>
                  <a:lnTo>
                    <a:pt x="45" y="6"/>
                  </a:lnTo>
                  <a:cubicBezTo>
                    <a:pt x="40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7" name="Google Shape;9137;p30"/>
            <p:cNvSpPr/>
            <p:nvPr/>
          </p:nvSpPr>
          <p:spPr>
            <a:xfrm>
              <a:off x="5940500" y="3968250"/>
              <a:ext cx="16325" cy="13200"/>
            </a:xfrm>
            <a:custGeom>
              <a:avLst/>
              <a:gdLst/>
              <a:ahLst/>
              <a:cxnLst/>
              <a:rect l="l" t="t" r="r" b="b"/>
              <a:pathLst>
                <a:path w="653" h="528" extrusionOk="0">
                  <a:moveTo>
                    <a:pt x="29" y="0"/>
                  </a:moveTo>
                  <a:cubicBezTo>
                    <a:pt x="21" y="0"/>
                    <a:pt x="13" y="4"/>
                    <a:pt x="8" y="11"/>
                  </a:cubicBezTo>
                  <a:cubicBezTo>
                    <a:pt x="1" y="23"/>
                    <a:pt x="4" y="40"/>
                    <a:pt x="16" y="48"/>
                  </a:cubicBezTo>
                  <a:cubicBezTo>
                    <a:pt x="227" y="185"/>
                    <a:pt x="426" y="345"/>
                    <a:pt x="605" y="521"/>
                  </a:cubicBezTo>
                  <a:cubicBezTo>
                    <a:pt x="610" y="526"/>
                    <a:pt x="617" y="528"/>
                    <a:pt x="623" y="528"/>
                  </a:cubicBezTo>
                  <a:lnTo>
                    <a:pt x="623" y="528"/>
                  </a:lnTo>
                  <a:cubicBezTo>
                    <a:pt x="630" y="528"/>
                    <a:pt x="636" y="526"/>
                    <a:pt x="641" y="521"/>
                  </a:cubicBezTo>
                  <a:cubicBezTo>
                    <a:pt x="652" y="510"/>
                    <a:pt x="651" y="494"/>
                    <a:pt x="641" y="484"/>
                  </a:cubicBezTo>
                  <a:cubicBezTo>
                    <a:pt x="458" y="305"/>
                    <a:pt x="258" y="143"/>
                    <a:pt x="44" y="5"/>
                  </a:cubicBezTo>
                  <a:cubicBezTo>
                    <a:pt x="39" y="2"/>
                    <a:pt x="34" y="0"/>
                    <a:pt x="29" y="0"/>
                  </a:cubicBezTo>
                  <a:close/>
                  <a:moveTo>
                    <a:pt x="623" y="528"/>
                  </a:moveTo>
                  <a:cubicBezTo>
                    <a:pt x="623" y="528"/>
                    <a:pt x="623" y="528"/>
                    <a:pt x="622" y="528"/>
                  </a:cubicBezTo>
                  <a:lnTo>
                    <a:pt x="624" y="528"/>
                  </a:lnTo>
                  <a:cubicBezTo>
                    <a:pt x="624" y="528"/>
                    <a:pt x="623" y="528"/>
                    <a:pt x="623" y="528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8" name="Google Shape;9138;p30"/>
            <p:cNvSpPr/>
            <p:nvPr/>
          </p:nvSpPr>
          <p:spPr>
            <a:xfrm>
              <a:off x="5931475" y="3962225"/>
              <a:ext cx="5975" cy="4125"/>
            </a:xfrm>
            <a:custGeom>
              <a:avLst/>
              <a:gdLst/>
              <a:ahLst/>
              <a:cxnLst/>
              <a:rect l="l" t="t" r="r" b="b"/>
              <a:pathLst>
                <a:path w="239" h="165" extrusionOk="0">
                  <a:moveTo>
                    <a:pt x="29" y="1"/>
                  </a:moveTo>
                  <a:cubicBezTo>
                    <a:pt x="21" y="1"/>
                    <a:pt x="12" y="5"/>
                    <a:pt x="8" y="13"/>
                  </a:cubicBezTo>
                  <a:cubicBezTo>
                    <a:pt x="0" y="25"/>
                    <a:pt x="4" y="41"/>
                    <a:pt x="16" y="49"/>
                  </a:cubicBezTo>
                  <a:lnTo>
                    <a:pt x="195" y="161"/>
                  </a:lnTo>
                  <a:cubicBezTo>
                    <a:pt x="199" y="164"/>
                    <a:pt x="205" y="164"/>
                    <a:pt x="209" y="164"/>
                  </a:cubicBezTo>
                  <a:lnTo>
                    <a:pt x="209" y="165"/>
                  </a:lnTo>
                  <a:cubicBezTo>
                    <a:pt x="218" y="165"/>
                    <a:pt x="226" y="160"/>
                    <a:pt x="230" y="153"/>
                  </a:cubicBezTo>
                  <a:cubicBezTo>
                    <a:pt x="238" y="139"/>
                    <a:pt x="234" y="125"/>
                    <a:pt x="222" y="116"/>
                  </a:cubicBezTo>
                  <a:lnTo>
                    <a:pt x="43" y="5"/>
                  </a:lnTo>
                  <a:cubicBezTo>
                    <a:pt x="39" y="2"/>
                    <a:pt x="34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9" name="Google Shape;9139;p30"/>
            <p:cNvSpPr/>
            <p:nvPr/>
          </p:nvSpPr>
          <p:spPr>
            <a:xfrm>
              <a:off x="5882975" y="3972575"/>
              <a:ext cx="7175" cy="5800"/>
            </a:xfrm>
            <a:custGeom>
              <a:avLst/>
              <a:gdLst/>
              <a:ahLst/>
              <a:cxnLst/>
              <a:rect l="l" t="t" r="r" b="b"/>
              <a:pathLst>
                <a:path w="287" h="232" extrusionOk="0">
                  <a:moveTo>
                    <a:pt x="30" y="1"/>
                  </a:moveTo>
                  <a:cubicBezTo>
                    <a:pt x="22" y="1"/>
                    <a:pt x="14" y="4"/>
                    <a:pt x="9" y="11"/>
                  </a:cubicBezTo>
                  <a:cubicBezTo>
                    <a:pt x="0" y="23"/>
                    <a:pt x="3" y="39"/>
                    <a:pt x="14" y="47"/>
                  </a:cubicBezTo>
                  <a:lnTo>
                    <a:pt x="241" y="226"/>
                  </a:lnTo>
                  <a:cubicBezTo>
                    <a:pt x="246" y="230"/>
                    <a:pt x="252" y="231"/>
                    <a:pt x="257" y="231"/>
                  </a:cubicBezTo>
                  <a:cubicBezTo>
                    <a:pt x="265" y="231"/>
                    <a:pt x="273" y="227"/>
                    <a:pt x="277" y="222"/>
                  </a:cubicBezTo>
                  <a:cubicBezTo>
                    <a:pt x="287" y="210"/>
                    <a:pt x="284" y="194"/>
                    <a:pt x="273" y="185"/>
                  </a:cubicBezTo>
                  <a:lnTo>
                    <a:pt x="46" y="7"/>
                  </a:lnTo>
                  <a:cubicBezTo>
                    <a:pt x="41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0" name="Google Shape;9140;p30"/>
            <p:cNvSpPr/>
            <p:nvPr/>
          </p:nvSpPr>
          <p:spPr>
            <a:xfrm>
              <a:off x="5878225" y="3968725"/>
              <a:ext cx="2925" cy="2550"/>
            </a:xfrm>
            <a:custGeom>
              <a:avLst/>
              <a:gdLst/>
              <a:ahLst/>
              <a:cxnLst/>
              <a:rect l="l" t="t" r="r" b="b"/>
              <a:pathLst>
                <a:path w="117" h="102" extrusionOk="0">
                  <a:moveTo>
                    <a:pt x="29" y="1"/>
                  </a:moveTo>
                  <a:cubicBezTo>
                    <a:pt x="22" y="1"/>
                    <a:pt x="14" y="4"/>
                    <a:pt x="10" y="11"/>
                  </a:cubicBezTo>
                  <a:cubicBezTo>
                    <a:pt x="0" y="22"/>
                    <a:pt x="2" y="38"/>
                    <a:pt x="12" y="48"/>
                  </a:cubicBezTo>
                  <a:lnTo>
                    <a:pt x="70" y="96"/>
                  </a:lnTo>
                  <a:cubicBezTo>
                    <a:pt x="76" y="100"/>
                    <a:pt x="81" y="101"/>
                    <a:pt x="88" y="101"/>
                  </a:cubicBezTo>
                  <a:cubicBezTo>
                    <a:pt x="95" y="101"/>
                    <a:pt x="103" y="99"/>
                    <a:pt x="107" y="92"/>
                  </a:cubicBezTo>
                  <a:cubicBezTo>
                    <a:pt x="116" y="81"/>
                    <a:pt x="115" y="65"/>
                    <a:pt x="104" y="56"/>
                  </a:cubicBezTo>
                  <a:lnTo>
                    <a:pt x="46" y="7"/>
                  </a:lnTo>
                  <a:cubicBezTo>
                    <a:pt x="41" y="3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1" name="Google Shape;9141;p30"/>
            <p:cNvSpPr/>
            <p:nvPr/>
          </p:nvSpPr>
          <p:spPr>
            <a:xfrm>
              <a:off x="5895300" y="3988100"/>
              <a:ext cx="13800" cy="5875"/>
            </a:xfrm>
            <a:custGeom>
              <a:avLst/>
              <a:gdLst/>
              <a:ahLst/>
              <a:cxnLst/>
              <a:rect l="l" t="t" r="r" b="b"/>
              <a:pathLst>
                <a:path w="552" h="235" extrusionOk="0">
                  <a:moveTo>
                    <a:pt x="522" y="0"/>
                  </a:moveTo>
                  <a:cubicBezTo>
                    <a:pt x="518" y="0"/>
                    <a:pt x="514" y="1"/>
                    <a:pt x="511" y="3"/>
                  </a:cubicBezTo>
                  <a:cubicBezTo>
                    <a:pt x="353" y="73"/>
                    <a:pt x="188" y="135"/>
                    <a:pt x="22" y="185"/>
                  </a:cubicBezTo>
                  <a:cubicBezTo>
                    <a:pt x="9" y="189"/>
                    <a:pt x="1" y="202"/>
                    <a:pt x="5" y="216"/>
                  </a:cubicBezTo>
                  <a:cubicBezTo>
                    <a:pt x="8" y="228"/>
                    <a:pt x="18" y="234"/>
                    <a:pt x="29" y="234"/>
                  </a:cubicBezTo>
                  <a:cubicBezTo>
                    <a:pt x="32" y="234"/>
                    <a:pt x="34" y="234"/>
                    <a:pt x="37" y="233"/>
                  </a:cubicBezTo>
                  <a:cubicBezTo>
                    <a:pt x="205" y="183"/>
                    <a:pt x="372" y="121"/>
                    <a:pt x="532" y="50"/>
                  </a:cubicBezTo>
                  <a:cubicBezTo>
                    <a:pt x="546" y="43"/>
                    <a:pt x="551" y="29"/>
                    <a:pt x="546" y="15"/>
                  </a:cubicBezTo>
                  <a:cubicBezTo>
                    <a:pt x="541" y="6"/>
                    <a:pt x="532" y="0"/>
                    <a:pt x="52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2" name="Google Shape;9142;p30"/>
            <p:cNvSpPr/>
            <p:nvPr/>
          </p:nvSpPr>
          <p:spPr>
            <a:xfrm>
              <a:off x="5913750" y="3982025"/>
              <a:ext cx="6975" cy="4200"/>
            </a:xfrm>
            <a:custGeom>
              <a:avLst/>
              <a:gdLst/>
              <a:ahLst/>
              <a:cxnLst/>
              <a:rect l="l" t="t" r="r" b="b"/>
              <a:pathLst>
                <a:path w="279" h="168" extrusionOk="0">
                  <a:moveTo>
                    <a:pt x="249" y="0"/>
                  </a:moveTo>
                  <a:cubicBezTo>
                    <a:pt x="243" y="0"/>
                    <a:pt x="237" y="2"/>
                    <a:pt x="233" y="7"/>
                  </a:cubicBezTo>
                  <a:cubicBezTo>
                    <a:pt x="171" y="58"/>
                    <a:pt x="98" y="97"/>
                    <a:pt x="22" y="117"/>
                  </a:cubicBezTo>
                  <a:cubicBezTo>
                    <a:pt x="8" y="121"/>
                    <a:pt x="0" y="136"/>
                    <a:pt x="3" y="149"/>
                  </a:cubicBezTo>
                  <a:cubicBezTo>
                    <a:pt x="7" y="161"/>
                    <a:pt x="16" y="168"/>
                    <a:pt x="28" y="168"/>
                  </a:cubicBezTo>
                  <a:lnTo>
                    <a:pt x="35" y="168"/>
                  </a:lnTo>
                  <a:cubicBezTo>
                    <a:pt x="120" y="145"/>
                    <a:pt x="199" y="102"/>
                    <a:pt x="266" y="47"/>
                  </a:cubicBezTo>
                  <a:cubicBezTo>
                    <a:pt x="277" y="38"/>
                    <a:pt x="279" y="21"/>
                    <a:pt x="269" y="11"/>
                  </a:cubicBezTo>
                  <a:cubicBezTo>
                    <a:pt x="264" y="4"/>
                    <a:pt x="256" y="0"/>
                    <a:pt x="24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3" name="Google Shape;9143;p30"/>
            <p:cNvSpPr/>
            <p:nvPr/>
          </p:nvSpPr>
          <p:spPr>
            <a:xfrm>
              <a:off x="5947800" y="3990950"/>
              <a:ext cx="19175" cy="9425"/>
            </a:xfrm>
            <a:custGeom>
              <a:avLst/>
              <a:gdLst/>
              <a:ahLst/>
              <a:cxnLst/>
              <a:rect l="l" t="t" r="r" b="b"/>
              <a:pathLst>
                <a:path w="767" h="377" extrusionOk="0">
                  <a:moveTo>
                    <a:pt x="736" y="0"/>
                  </a:moveTo>
                  <a:cubicBezTo>
                    <a:pt x="732" y="0"/>
                    <a:pt x="728" y="1"/>
                    <a:pt x="725" y="3"/>
                  </a:cubicBezTo>
                  <a:cubicBezTo>
                    <a:pt x="496" y="122"/>
                    <a:pt x="259" y="231"/>
                    <a:pt x="21" y="325"/>
                  </a:cubicBezTo>
                  <a:cubicBezTo>
                    <a:pt x="8" y="330"/>
                    <a:pt x="1" y="346"/>
                    <a:pt x="6" y="359"/>
                  </a:cubicBezTo>
                  <a:cubicBezTo>
                    <a:pt x="10" y="369"/>
                    <a:pt x="20" y="376"/>
                    <a:pt x="30" y="376"/>
                  </a:cubicBezTo>
                  <a:cubicBezTo>
                    <a:pt x="33" y="376"/>
                    <a:pt x="36" y="375"/>
                    <a:pt x="40" y="373"/>
                  </a:cubicBezTo>
                  <a:cubicBezTo>
                    <a:pt x="281" y="278"/>
                    <a:pt x="519" y="169"/>
                    <a:pt x="749" y="49"/>
                  </a:cubicBezTo>
                  <a:cubicBezTo>
                    <a:pt x="761" y="42"/>
                    <a:pt x="766" y="28"/>
                    <a:pt x="760" y="14"/>
                  </a:cubicBezTo>
                  <a:cubicBezTo>
                    <a:pt x="755" y="6"/>
                    <a:pt x="746" y="0"/>
                    <a:pt x="73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4" name="Google Shape;9144;p30"/>
            <p:cNvSpPr/>
            <p:nvPr/>
          </p:nvSpPr>
          <p:spPr>
            <a:xfrm>
              <a:off x="5970950" y="3984625"/>
              <a:ext cx="7725" cy="5050"/>
            </a:xfrm>
            <a:custGeom>
              <a:avLst/>
              <a:gdLst/>
              <a:ahLst/>
              <a:cxnLst/>
              <a:rect l="l" t="t" r="r" b="b"/>
              <a:pathLst>
                <a:path w="309" h="202" extrusionOk="0">
                  <a:moveTo>
                    <a:pt x="278" y="0"/>
                  </a:moveTo>
                  <a:cubicBezTo>
                    <a:pt x="274" y="0"/>
                    <a:pt x="269" y="1"/>
                    <a:pt x="265" y="3"/>
                  </a:cubicBezTo>
                  <a:lnTo>
                    <a:pt x="17" y="153"/>
                  </a:lnTo>
                  <a:cubicBezTo>
                    <a:pt x="4" y="160"/>
                    <a:pt x="0" y="176"/>
                    <a:pt x="7" y="188"/>
                  </a:cubicBezTo>
                  <a:cubicBezTo>
                    <a:pt x="13" y="196"/>
                    <a:pt x="21" y="201"/>
                    <a:pt x="30" y="201"/>
                  </a:cubicBezTo>
                  <a:cubicBezTo>
                    <a:pt x="34" y="201"/>
                    <a:pt x="39" y="200"/>
                    <a:pt x="43" y="197"/>
                  </a:cubicBezTo>
                  <a:lnTo>
                    <a:pt x="291" y="49"/>
                  </a:lnTo>
                  <a:cubicBezTo>
                    <a:pt x="304" y="41"/>
                    <a:pt x="308" y="25"/>
                    <a:pt x="300" y="13"/>
                  </a:cubicBezTo>
                  <a:cubicBezTo>
                    <a:pt x="296" y="5"/>
                    <a:pt x="287" y="0"/>
                    <a:pt x="27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5" name="Google Shape;9145;p30"/>
            <p:cNvSpPr/>
            <p:nvPr/>
          </p:nvSpPr>
          <p:spPr>
            <a:xfrm>
              <a:off x="6000925" y="3969750"/>
              <a:ext cx="26425" cy="14375"/>
            </a:xfrm>
            <a:custGeom>
              <a:avLst/>
              <a:gdLst/>
              <a:ahLst/>
              <a:cxnLst/>
              <a:rect l="l" t="t" r="r" b="b"/>
              <a:pathLst>
                <a:path w="1057" h="575" extrusionOk="0">
                  <a:moveTo>
                    <a:pt x="28" y="1"/>
                  </a:moveTo>
                  <a:cubicBezTo>
                    <a:pt x="18" y="1"/>
                    <a:pt x="8" y="7"/>
                    <a:pt x="4" y="17"/>
                  </a:cubicBezTo>
                  <a:cubicBezTo>
                    <a:pt x="0" y="31"/>
                    <a:pt x="7" y="46"/>
                    <a:pt x="20" y="51"/>
                  </a:cubicBezTo>
                  <a:cubicBezTo>
                    <a:pt x="375" y="173"/>
                    <a:pt x="708" y="348"/>
                    <a:pt x="1012" y="569"/>
                  </a:cubicBezTo>
                  <a:cubicBezTo>
                    <a:pt x="1016" y="572"/>
                    <a:pt x="1021" y="574"/>
                    <a:pt x="1027" y="574"/>
                  </a:cubicBezTo>
                  <a:cubicBezTo>
                    <a:pt x="1035" y="573"/>
                    <a:pt x="1043" y="570"/>
                    <a:pt x="1048" y="563"/>
                  </a:cubicBezTo>
                  <a:cubicBezTo>
                    <a:pt x="1056" y="551"/>
                    <a:pt x="1053" y="535"/>
                    <a:pt x="1041" y="527"/>
                  </a:cubicBezTo>
                  <a:cubicBezTo>
                    <a:pt x="735" y="302"/>
                    <a:pt x="397" y="126"/>
                    <a:pt x="38" y="2"/>
                  </a:cubicBezTo>
                  <a:cubicBezTo>
                    <a:pt x="35" y="1"/>
                    <a:pt x="3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6" name="Google Shape;9146;p30"/>
            <p:cNvSpPr/>
            <p:nvPr/>
          </p:nvSpPr>
          <p:spPr>
            <a:xfrm>
              <a:off x="5990625" y="3964675"/>
              <a:ext cx="7300" cy="3875"/>
            </a:xfrm>
            <a:custGeom>
              <a:avLst/>
              <a:gdLst/>
              <a:ahLst/>
              <a:cxnLst/>
              <a:rect l="l" t="t" r="r" b="b"/>
              <a:pathLst>
                <a:path w="292" h="155" extrusionOk="0">
                  <a:moveTo>
                    <a:pt x="30" y="0"/>
                  </a:moveTo>
                  <a:cubicBezTo>
                    <a:pt x="20" y="0"/>
                    <a:pt x="10" y="6"/>
                    <a:pt x="6" y="16"/>
                  </a:cubicBezTo>
                  <a:cubicBezTo>
                    <a:pt x="0" y="29"/>
                    <a:pt x="6" y="44"/>
                    <a:pt x="19" y="49"/>
                  </a:cubicBezTo>
                  <a:lnTo>
                    <a:pt x="251" y="153"/>
                  </a:lnTo>
                  <a:cubicBezTo>
                    <a:pt x="255" y="154"/>
                    <a:pt x="257" y="154"/>
                    <a:pt x="261" y="154"/>
                  </a:cubicBezTo>
                  <a:cubicBezTo>
                    <a:pt x="271" y="154"/>
                    <a:pt x="280" y="149"/>
                    <a:pt x="284" y="140"/>
                  </a:cubicBezTo>
                  <a:cubicBezTo>
                    <a:pt x="291" y="126"/>
                    <a:pt x="284" y="111"/>
                    <a:pt x="272" y="105"/>
                  </a:cubicBezTo>
                  <a:lnTo>
                    <a:pt x="39" y="2"/>
                  </a:lnTo>
                  <a:cubicBezTo>
                    <a:pt x="36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7" name="Google Shape;9147;p30"/>
            <p:cNvSpPr/>
            <p:nvPr/>
          </p:nvSpPr>
          <p:spPr>
            <a:xfrm>
              <a:off x="5975425" y="3963375"/>
              <a:ext cx="33450" cy="19300"/>
            </a:xfrm>
            <a:custGeom>
              <a:avLst/>
              <a:gdLst/>
              <a:ahLst/>
              <a:cxnLst/>
              <a:rect l="l" t="t" r="r" b="b"/>
              <a:pathLst>
                <a:path w="1338" h="772" extrusionOk="0">
                  <a:moveTo>
                    <a:pt x="28" y="1"/>
                  </a:moveTo>
                  <a:cubicBezTo>
                    <a:pt x="19" y="1"/>
                    <a:pt x="10" y="7"/>
                    <a:pt x="6" y="17"/>
                  </a:cubicBezTo>
                  <a:cubicBezTo>
                    <a:pt x="0" y="30"/>
                    <a:pt x="6" y="45"/>
                    <a:pt x="19" y="50"/>
                  </a:cubicBezTo>
                  <a:cubicBezTo>
                    <a:pt x="470" y="239"/>
                    <a:pt x="899" y="479"/>
                    <a:pt x="1293" y="766"/>
                  </a:cubicBezTo>
                  <a:cubicBezTo>
                    <a:pt x="1299" y="770"/>
                    <a:pt x="1303" y="771"/>
                    <a:pt x="1308" y="771"/>
                  </a:cubicBezTo>
                  <a:cubicBezTo>
                    <a:pt x="1316" y="771"/>
                    <a:pt x="1324" y="767"/>
                    <a:pt x="1330" y="761"/>
                  </a:cubicBezTo>
                  <a:cubicBezTo>
                    <a:pt x="1338" y="750"/>
                    <a:pt x="1335" y="734"/>
                    <a:pt x="1324" y="724"/>
                  </a:cubicBezTo>
                  <a:cubicBezTo>
                    <a:pt x="926" y="435"/>
                    <a:pt x="494" y="192"/>
                    <a:pt x="39" y="3"/>
                  </a:cubicBezTo>
                  <a:cubicBezTo>
                    <a:pt x="36" y="1"/>
                    <a:pt x="32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8" name="Google Shape;9148;p30"/>
            <p:cNvSpPr/>
            <p:nvPr/>
          </p:nvSpPr>
          <p:spPr>
            <a:xfrm>
              <a:off x="5969225" y="3960150"/>
              <a:ext cx="4800" cy="2925"/>
            </a:xfrm>
            <a:custGeom>
              <a:avLst/>
              <a:gdLst/>
              <a:ahLst/>
              <a:cxnLst/>
              <a:rect l="l" t="t" r="r" b="b"/>
              <a:pathLst>
                <a:path w="192" h="117" extrusionOk="0">
                  <a:moveTo>
                    <a:pt x="30" y="0"/>
                  </a:moveTo>
                  <a:cubicBezTo>
                    <a:pt x="20" y="0"/>
                    <a:pt x="11" y="6"/>
                    <a:pt x="6" y="15"/>
                  </a:cubicBezTo>
                  <a:cubicBezTo>
                    <a:pt x="1" y="29"/>
                    <a:pt x="6" y="43"/>
                    <a:pt x="18" y="50"/>
                  </a:cubicBezTo>
                  <a:lnTo>
                    <a:pt x="151" y="113"/>
                  </a:lnTo>
                  <a:cubicBezTo>
                    <a:pt x="154" y="116"/>
                    <a:pt x="158" y="116"/>
                    <a:pt x="162" y="116"/>
                  </a:cubicBezTo>
                  <a:cubicBezTo>
                    <a:pt x="172" y="116"/>
                    <a:pt x="181" y="111"/>
                    <a:pt x="185" y="101"/>
                  </a:cubicBezTo>
                  <a:cubicBezTo>
                    <a:pt x="192" y="89"/>
                    <a:pt x="186" y="73"/>
                    <a:pt x="173" y="68"/>
                  </a:cubicBezTo>
                  <a:lnTo>
                    <a:pt x="41" y="3"/>
                  </a:lnTo>
                  <a:cubicBezTo>
                    <a:pt x="38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9" name="Google Shape;9149;p30"/>
            <p:cNvSpPr/>
            <p:nvPr/>
          </p:nvSpPr>
          <p:spPr>
            <a:xfrm>
              <a:off x="5988750" y="3991125"/>
              <a:ext cx="10450" cy="7525"/>
            </a:xfrm>
            <a:custGeom>
              <a:avLst/>
              <a:gdLst/>
              <a:ahLst/>
              <a:cxnLst/>
              <a:rect l="l" t="t" r="r" b="b"/>
              <a:pathLst>
                <a:path w="418" h="301" extrusionOk="0">
                  <a:moveTo>
                    <a:pt x="387" y="1"/>
                  </a:moveTo>
                  <a:cubicBezTo>
                    <a:pt x="382" y="1"/>
                    <a:pt x="377" y="2"/>
                    <a:pt x="373" y="4"/>
                  </a:cubicBezTo>
                  <a:lnTo>
                    <a:pt x="15" y="253"/>
                  </a:lnTo>
                  <a:cubicBezTo>
                    <a:pt x="3" y="261"/>
                    <a:pt x="0" y="278"/>
                    <a:pt x="8" y="290"/>
                  </a:cubicBezTo>
                  <a:cubicBezTo>
                    <a:pt x="12" y="296"/>
                    <a:pt x="20" y="300"/>
                    <a:pt x="30" y="300"/>
                  </a:cubicBezTo>
                  <a:cubicBezTo>
                    <a:pt x="34" y="300"/>
                    <a:pt x="39" y="299"/>
                    <a:pt x="44" y="295"/>
                  </a:cubicBezTo>
                  <a:lnTo>
                    <a:pt x="402" y="48"/>
                  </a:lnTo>
                  <a:cubicBezTo>
                    <a:pt x="414" y="39"/>
                    <a:pt x="417" y="23"/>
                    <a:pt x="409" y="11"/>
                  </a:cubicBezTo>
                  <a:cubicBezTo>
                    <a:pt x="404" y="4"/>
                    <a:pt x="396" y="1"/>
                    <a:pt x="38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0" name="Google Shape;9150;p30"/>
            <p:cNvSpPr/>
            <p:nvPr/>
          </p:nvSpPr>
          <p:spPr>
            <a:xfrm>
              <a:off x="5892275" y="3957600"/>
              <a:ext cx="22475" cy="14275"/>
            </a:xfrm>
            <a:custGeom>
              <a:avLst/>
              <a:gdLst/>
              <a:ahLst/>
              <a:cxnLst/>
              <a:rect l="l" t="t" r="r" b="b"/>
              <a:pathLst>
                <a:path w="899" h="571" extrusionOk="0">
                  <a:moveTo>
                    <a:pt x="32" y="0"/>
                  </a:moveTo>
                  <a:cubicBezTo>
                    <a:pt x="22" y="0"/>
                    <a:pt x="13" y="5"/>
                    <a:pt x="7" y="14"/>
                  </a:cubicBezTo>
                  <a:cubicBezTo>
                    <a:pt x="1" y="27"/>
                    <a:pt x="6" y="42"/>
                    <a:pt x="18" y="49"/>
                  </a:cubicBezTo>
                  <a:cubicBezTo>
                    <a:pt x="306" y="203"/>
                    <a:pt x="587" y="377"/>
                    <a:pt x="854" y="565"/>
                  </a:cubicBezTo>
                  <a:cubicBezTo>
                    <a:pt x="859" y="569"/>
                    <a:pt x="864" y="571"/>
                    <a:pt x="868" y="571"/>
                  </a:cubicBezTo>
                  <a:lnTo>
                    <a:pt x="870" y="571"/>
                  </a:lnTo>
                  <a:cubicBezTo>
                    <a:pt x="878" y="571"/>
                    <a:pt x="886" y="567"/>
                    <a:pt x="890" y="560"/>
                  </a:cubicBezTo>
                  <a:cubicBezTo>
                    <a:pt x="898" y="548"/>
                    <a:pt x="895" y="532"/>
                    <a:pt x="885" y="523"/>
                  </a:cubicBezTo>
                  <a:cubicBezTo>
                    <a:pt x="616" y="334"/>
                    <a:pt x="332" y="159"/>
                    <a:pt x="44" y="3"/>
                  </a:cubicBezTo>
                  <a:cubicBezTo>
                    <a:pt x="40" y="1"/>
                    <a:pt x="36" y="0"/>
                    <a:pt x="3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1" name="Google Shape;9151;p30"/>
            <p:cNvSpPr/>
            <p:nvPr/>
          </p:nvSpPr>
          <p:spPr>
            <a:xfrm>
              <a:off x="5900800" y="3955000"/>
              <a:ext cx="13525" cy="8900"/>
            </a:xfrm>
            <a:custGeom>
              <a:avLst/>
              <a:gdLst/>
              <a:ahLst/>
              <a:cxnLst/>
              <a:rect l="l" t="t" r="r" b="b"/>
              <a:pathLst>
                <a:path w="541" h="356" extrusionOk="0">
                  <a:moveTo>
                    <a:pt x="30" y="0"/>
                  </a:moveTo>
                  <a:cubicBezTo>
                    <a:pt x="22" y="0"/>
                    <a:pt x="13" y="5"/>
                    <a:pt x="8" y="13"/>
                  </a:cubicBezTo>
                  <a:cubicBezTo>
                    <a:pt x="0" y="25"/>
                    <a:pt x="4" y="41"/>
                    <a:pt x="16" y="49"/>
                  </a:cubicBezTo>
                  <a:lnTo>
                    <a:pt x="498" y="352"/>
                  </a:lnTo>
                  <a:cubicBezTo>
                    <a:pt x="502" y="354"/>
                    <a:pt x="506" y="356"/>
                    <a:pt x="511" y="356"/>
                  </a:cubicBezTo>
                  <a:cubicBezTo>
                    <a:pt x="519" y="356"/>
                    <a:pt x="527" y="352"/>
                    <a:pt x="533" y="344"/>
                  </a:cubicBezTo>
                  <a:cubicBezTo>
                    <a:pt x="541" y="331"/>
                    <a:pt x="537" y="315"/>
                    <a:pt x="525" y="309"/>
                  </a:cubicBezTo>
                  <a:lnTo>
                    <a:pt x="43" y="5"/>
                  </a:lnTo>
                  <a:cubicBezTo>
                    <a:pt x="39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2" name="Google Shape;9152;p30"/>
            <p:cNvSpPr/>
            <p:nvPr/>
          </p:nvSpPr>
          <p:spPr>
            <a:xfrm>
              <a:off x="5632050" y="3735500"/>
              <a:ext cx="491000" cy="302050"/>
            </a:xfrm>
            <a:custGeom>
              <a:avLst/>
              <a:gdLst/>
              <a:ahLst/>
              <a:cxnLst/>
              <a:rect l="l" t="t" r="r" b="b"/>
              <a:pathLst>
                <a:path w="19640" h="12082" extrusionOk="0">
                  <a:moveTo>
                    <a:pt x="60" y="0"/>
                  </a:moveTo>
                  <a:cubicBezTo>
                    <a:pt x="40" y="0"/>
                    <a:pt x="21" y="12"/>
                    <a:pt x="13" y="31"/>
                  </a:cubicBezTo>
                  <a:cubicBezTo>
                    <a:pt x="1" y="57"/>
                    <a:pt x="13" y="87"/>
                    <a:pt x="39" y="99"/>
                  </a:cubicBezTo>
                  <a:cubicBezTo>
                    <a:pt x="7024" y="3238"/>
                    <a:pt x="13587" y="7266"/>
                    <a:pt x="19548" y="12071"/>
                  </a:cubicBezTo>
                  <a:cubicBezTo>
                    <a:pt x="19558" y="12079"/>
                    <a:pt x="19570" y="12082"/>
                    <a:pt x="19582" y="12082"/>
                  </a:cubicBezTo>
                  <a:cubicBezTo>
                    <a:pt x="19597" y="12082"/>
                    <a:pt x="19612" y="12075"/>
                    <a:pt x="19622" y="12063"/>
                  </a:cubicBezTo>
                  <a:cubicBezTo>
                    <a:pt x="19640" y="12040"/>
                    <a:pt x="19636" y="12008"/>
                    <a:pt x="19614" y="11990"/>
                  </a:cubicBezTo>
                  <a:cubicBezTo>
                    <a:pt x="13645" y="7180"/>
                    <a:pt x="7073" y="3148"/>
                    <a:pt x="82" y="5"/>
                  </a:cubicBezTo>
                  <a:cubicBezTo>
                    <a:pt x="75" y="2"/>
                    <a:pt x="67" y="0"/>
                    <a:pt x="6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3" name="Google Shape;9153;p30"/>
            <p:cNvSpPr/>
            <p:nvPr/>
          </p:nvSpPr>
          <p:spPr>
            <a:xfrm>
              <a:off x="5419875" y="3672775"/>
              <a:ext cx="268000" cy="90200"/>
            </a:xfrm>
            <a:custGeom>
              <a:avLst/>
              <a:gdLst/>
              <a:ahLst/>
              <a:cxnLst/>
              <a:rect l="l" t="t" r="r" b="b"/>
              <a:pathLst>
                <a:path w="10720" h="3608" extrusionOk="0">
                  <a:moveTo>
                    <a:pt x="2194" y="1"/>
                  </a:moveTo>
                  <a:cubicBezTo>
                    <a:pt x="1450" y="1"/>
                    <a:pt x="713" y="70"/>
                    <a:pt x="0" y="209"/>
                  </a:cubicBezTo>
                  <a:cubicBezTo>
                    <a:pt x="2784" y="2397"/>
                    <a:pt x="6317" y="3608"/>
                    <a:pt x="9854" y="3608"/>
                  </a:cubicBezTo>
                  <a:cubicBezTo>
                    <a:pt x="10143" y="3608"/>
                    <a:pt x="10432" y="3600"/>
                    <a:pt x="10720" y="3584"/>
                  </a:cubicBezTo>
                  <a:cubicBezTo>
                    <a:pt x="8672" y="1255"/>
                    <a:pt x="5371" y="1"/>
                    <a:pt x="2194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4" name="Google Shape;9154;p30"/>
            <p:cNvSpPr/>
            <p:nvPr/>
          </p:nvSpPr>
          <p:spPr>
            <a:xfrm>
              <a:off x="5418500" y="3671500"/>
              <a:ext cx="270750" cy="92750"/>
            </a:xfrm>
            <a:custGeom>
              <a:avLst/>
              <a:gdLst/>
              <a:ahLst/>
              <a:cxnLst/>
              <a:rect l="l" t="t" r="r" b="b"/>
              <a:pathLst>
                <a:path w="10830" h="3710" extrusionOk="0">
                  <a:moveTo>
                    <a:pt x="2238" y="104"/>
                  </a:moveTo>
                  <a:cubicBezTo>
                    <a:pt x="5447" y="104"/>
                    <a:pt x="8691" y="1402"/>
                    <a:pt x="10665" y="3587"/>
                  </a:cubicBezTo>
                  <a:cubicBezTo>
                    <a:pt x="10414" y="3600"/>
                    <a:pt x="10164" y="3606"/>
                    <a:pt x="9913" y="3606"/>
                  </a:cubicBezTo>
                  <a:cubicBezTo>
                    <a:pt x="6429" y="3606"/>
                    <a:pt x="2930" y="2420"/>
                    <a:pt x="178" y="290"/>
                  </a:cubicBezTo>
                  <a:cubicBezTo>
                    <a:pt x="854" y="165"/>
                    <a:pt x="1545" y="104"/>
                    <a:pt x="2238" y="104"/>
                  </a:cubicBezTo>
                  <a:close/>
                  <a:moveTo>
                    <a:pt x="2236" y="1"/>
                  </a:moveTo>
                  <a:cubicBezTo>
                    <a:pt x="1499" y="1"/>
                    <a:pt x="764" y="69"/>
                    <a:pt x="46" y="209"/>
                  </a:cubicBezTo>
                  <a:cubicBezTo>
                    <a:pt x="26" y="213"/>
                    <a:pt x="10" y="228"/>
                    <a:pt x="6" y="248"/>
                  </a:cubicBezTo>
                  <a:cubicBezTo>
                    <a:pt x="0" y="269"/>
                    <a:pt x="8" y="289"/>
                    <a:pt x="24" y="301"/>
                  </a:cubicBezTo>
                  <a:cubicBezTo>
                    <a:pt x="2808" y="2490"/>
                    <a:pt x="6370" y="3710"/>
                    <a:pt x="9915" y="3710"/>
                  </a:cubicBezTo>
                  <a:lnTo>
                    <a:pt x="9915" y="3710"/>
                  </a:lnTo>
                  <a:cubicBezTo>
                    <a:pt x="10202" y="3710"/>
                    <a:pt x="10490" y="3702"/>
                    <a:pt x="10778" y="3686"/>
                  </a:cubicBezTo>
                  <a:cubicBezTo>
                    <a:pt x="10796" y="3684"/>
                    <a:pt x="10814" y="3672"/>
                    <a:pt x="10822" y="3653"/>
                  </a:cubicBezTo>
                  <a:cubicBezTo>
                    <a:pt x="10830" y="3636"/>
                    <a:pt x="10826" y="3614"/>
                    <a:pt x="10813" y="3600"/>
                  </a:cubicBezTo>
                  <a:cubicBezTo>
                    <a:pt x="8828" y="1344"/>
                    <a:pt x="5513" y="1"/>
                    <a:pt x="2236" y="1"/>
                  </a:cubicBezTo>
                  <a:close/>
                  <a:moveTo>
                    <a:pt x="9915" y="3710"/>
                  </a:moveTo>
                  <a:lnTo>
                    <a:pt x="9915" y="3710"/>
                  </a:lnTo>
                  <a:cubicBezTo>
                    <a:pt x="9914" y="3710"/>
                    <a:pt x="9914" y="3710"/>
                    <a:pt x="9914" y="3710"/>
                  </a:cubicBezTo>
                  <a:lnTo>
                    <a:pt x="9915" y="3710"/>
                  </a:lnTo>
                  <a:cubicBezTo>
                    <a:pt x="9915" y="3710"/>
                    <a:pt x="9915" y="3710"/>
                    <a:pt x="9915" y="371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5" name="Google Shape;9155;p30"/>
            <p:cNvSpPr/>
            <p:nvPr/>
          </p:nvSpPr>
          <p:spPr>
            <a:xfrm>
              <a:off x="5419175" y="3677375"/>
              <a:ext cx="269425" cy="85650"/>
            </a:xfrm>
            <a:custGeom>
              <a:avLst/>
              <a:gdLst/>
              <a:ahLst/>
              <a:cxnLst/>
              <a:rect l="l" t="t" r="r" b="b"/>
              <a:pathLst>
                <a:path w="10777" h="3426" extrusionOk="0">
                  <a:moveTo>
                    <a:pt x="29" y="0"/>
                  </a:moveTo>
                  <a:cubicBezTo>
                    <a:pt x="18" y="0"/>
                    <a:pt x="8" y="7"/>
                    <a:pt x="4" y="17"/>
                  </a:cubicBezTo>
                  <a:cubicBezTo>
                    <a:pt x="0" y="31"/>
                    <a:pt x="7" y="46"/>
                    <a:pt x="20" y="50"/>
                  </a:cubicBezTo>
                  <a:cubicBezTo>
                    <a:pt x="1764" y="630"/>
                    <a:pt x="3603" y="1192"/>
                    <a:pt x="5380" y="1737"/>
                  </a:cubicBezTo>
                  <a:cubicBezTo>
                    <a:pt x="7159" y="2282"/>
                    <a:pt x="8996" y="2845"/>
                    <a:pt x="10738" y="3424"/>
                  </a:cubicBezTo>
                  <a:cubicBezTo>
                    <a:pt x="10742" y="3424"/>
                    <a:pt x="10745" y="3425"/>
                    <a:pt x="10748" y="3425"/>
                  </a:cubicBezTo>
                  <a:cubicBezTo>
                    <a:pt x="10759" y="3425"/>
                    <a:pt x="10768" y="3418"/>
                    <a:pt x="10772" y="3408"/>
                  </a:cubicBezTo>
                  <a:cubicBezTo>
                    <a:pt x="10776" y="3393"/>
                    <a:pt x="10769" y="3379"/>
                    <a:pt x="10756" y="3374"/>
                  </a:cubicBezTo>
                  <a:cubicBezTo>
                    <a:pt x="9012" y="2795"/>
                    <a:pt x="7173" y="2232"/>
                    <a:pt x="5396" y="1687"/>
                  </a:cubicBezTo>
                  <a:cubicBezTo>
                    <a:pt x="3618" y="1143"/>
                    <a:pt x="1780" y="580"/>
                    <a:pt x="38" y="1"/>
                  </a:cubicBezTo>
                  <a:cubicBezTo>
                    <a:pt x="35" y="0"/>
                    <a:pt x="3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6" name="Google Shape;9156;p30"/>
            <p:cNvSpPr/>
            <p:nvPr/>
          </p:nvSpPr>
          <p:spPr>
            <a:xfrm>
              <a:off x="5502375" y="3717375"/>
              <a:ext cx="45250" cy="10125"/>
            </a:xfrm>
            <a:custGeom>
              <a:avLst/>
              <a:gdLst/>
              <a:ahLst/>
              <a:cxnLst/>
              <a:rect l="l" t="t" r="r" b="b"/>
              <a:pathLst>
                <a:path w="1810" h="405" extrusionOk="0">
                  <a:moveTo>
                    <a:pt x="1780" y="0"/>
                  </a:moveTo>
                  <a:cubicBezTo>
                    <a:pt x="1777" y="0"/>
                    <a:pt x="1774" y="1"/>
                    <a:pt x="1771" y="2"/>
                  </a:cubicBezTo>
                  <a:cubicBezTo>
                    <a:pt x="1208" y="239"/>
                    <a:pt x="672" y="352"/>
                    <a:pt x="88" y="352"/>
                  </a:cubicBezTo>
                  <a:cubicBezTo>
                    <a:pt x="68" y="352"/>
                    <a:pt x="48" y="352"/>
                    <a:pt x="27" y="352"/>
                  </a:cubicBezTo>
                  <a:cubicBezTo>
                    <a:pt x="13" y="352"/>
                    <a:pt x="2" y="364"/>
                    <a:pt x="0" y="378"/>
                  </a:cubicBezTo>
                  <a:cubicBezTo>
                    <a:pt x="0" y="392"/>
                    <a:pt x="13" y="403"/>
                    <a:pt x="26" y="403"/>
                  </a:cubicBezTo>
                  <a:cubicBezTo>
                    <a:pt x="43" y="404"/>
                    <a:pt x="60" y="404"/>
                    <a:pt x="77" y="404"/>
                  </a:cubicBezTo>
                  <a:cubicBezTo>
                    <a:pt x="672" y="404"/>
                    <a:pt x="1218" y="291"/>
                    <a:pt x="1791" y="51"/>
                  </a:cubicBezTo>
                  <a:cubicBezTo>
                    <a:pt x="1803" y="45"/>
                    <a:pt x="1810" y="29"/>
                    <a:pt x="1804" y="16"/>
                  </a:cubicBezTo>
                  <a:cubicBezTo>
                    <a:pt x="1800" y="6"/>
                    <a:pt x="1790" y="0"/>
                    <a:pt x="178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7" name="Google Shape;9157;p30"/>
            <p:cNvSpPr/>
            <p:nvPr/>
          </p:nvSpPr>
          <p:spPr>
            <a:xfrm>
              <a:off x="5533750" y="3677975"/>
              <a:ext cx="45600" cy="49550"/>
            </a:xfrm>
            <a:custGeom>
              <a:avLst/>
              <a:gdLst/>
              <a:ahLst/>
              <a:cxnLst/>
              <a:rect l="l" t="t" r="r" b="b"/>
              <a:pathLst>
                <a:path w="1824" h="1982" extrusionOk="0">
                  <a:moveTo>
                    <a:pt x="31" y="1"/>
                  </a:moveTo>
                  <a:cubicBezTo>
                    <a:pt x="23" y="1"/>
                    <a:pt x="15" y="4"/>
                    <a:pt x="10" y="11"/>
                  </a:cubicBezTo>
                  <a:cubicBezTo>
                    <a:pt x="1" y="23"/>
                    <a:pt x="3" y="39"/>
                    <a:pt x="15" y="47"/>
                  </a:cubicBezTo>
                  <a:cubicBezTo>
                    <a:pt x="765" y="601"/>
                    <a:pt x="1339" y="1231"/>
                    <a:pt x="1771" y="1968"/>
                  </a:cubicBezTo>
                  <a:cubicBezTo>
                    <a:pt x="1775" y="1976"/>
                    <a:pt x="1784" y="1982"/>
                    <a:pt x="1794" y="1982"/>
                  </a:cubicBezTo>
                  <a:cubicBezTo>
                    <a:pt x="1798" y="1982"/>
                    <a:pt x="1802" y="1980"/>
                    <a:pt x="1806" y="1978"/>
                  </a:cubicBezTo>
                  <a:cubicBezTo>
                    <a:pt x="1818" y="1971"/>
                    <a:pt x="1823" y="1955"/>
                    <a:pt x="1815" y="1943"/>
                  </a:cubicBezTo>
                  <a:cubicBezTo>
                    <a:pt x="1380" y="1199"/>
                    <a:pt x="801" y="565"/>
                    <a:pt x="45" y="6"/>
                  </a:cubicBez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8" name="Google Shape;9158;p30"/>
            <p:cNvSpPr/>
            <p:nvPr/>
          </p:nvSpPr>
          <p:spPr>
            <a:xfrm>
              <a:off x="5573100" y="3740475"/>
              <a:ext cx="46250" cy="11875"/>
            </a:xfrm>
            <a:custGeom>
              <a:avLst/>
              <a:gdLst/>
              <a:ahLst/>
              <a:cxnLst/>
              <a:rect l="l" t="t" r="r" b="b"/>
              <a:pathLst>
                <a:path w="1850" h="475" extrusionOk="0">
                  <a:moveTo>
                    <a:pt x="1818" y="0"/>
                  </a:moveTo>
                  <a:cubicBezTo>
                    <a:pt x="1814" y="0"/>
                    <a:pt x="1810" y="1"/>
                    <a:pt x="1806" y="2"/>
                  </a:cubicBezTo>
                  <a:cubicBezTo>
                    <a:pt x="1293" y="279"/>
                    <a:pt x="717" y="422"/>
                    <a:pt x="135" y="422"/>
                  </a:cubicBezTo>
                  <a:cubicBezTo>
                    <a:pt x="99" y="422"/>
                    <a:pt x="63" y="422"/>
                    <a:pt x="28" y="421"/>
                  </a:cubicBezTo>
                  <a:lnTo>
                    <a:pt x="26" y="421"/>
                  </a:lnTo>
                  <a:cubicBezTo>
                    <a:pt x="13" y="421"/>
                    <a:pt x="1" y="432"/>
                    <a:pt x="1" y="446"/>
                  </a:cubicBezTo>
                  <a:cubicBezTo>
                    <a:pt x="1" y="461"/>
                    <a:pt x="11" y="472"/>
                    <a:pt x="26" y="473"/>
                  </a:cubicBezTo>
                  <a:cubicBezTo>
                    <a:pt x="62" y="473"/>
                    <a:pt x="97" y="475"/>
                    <a:pt x="134" y="475"/>
                  </a:cubicBezTo>
                  <a:cubicBezTo>
                    <a:pt x="724" y="475"/>
                    <a:pt x="1310" y="328"/>
                    <a:pt x="1832" y="48"/>
                  </a:cubicBezTo>
                  <a:cubicBezTo>
                    <a:pt x="1844" y="41"/>
                    <a:pt x="1849" y="27"/>
                    <a:pt x="1842" y="13"/>
                  </a:cubicBezTo>
                  <a:cubicBezTo>
                    <a:pt x="1837" y="5"/>
                    <a:pt x="1828" y="0"/>
                    <a:pt x="181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9" name="Google Shape;9159;p30"/>
            <p:cNvSpPr/>
            <p:nvPr/>
          </p:nvSpPr>
          <p:spPr>
            <a:xfrm>
              <a:off x="5472375" y="3672200"/>
              <a:ext cx="26800" cy="30875"/>
            </a:xfrm>
            <a:custGeom>
              <a:avLst/>
              <a:gdLst/>
              <a:ahLst/>
              <a:cxnLst/>
              <a:rect l="l" t="t" r="r" b="b"/>
              <a:pathLst>
                <a:path w="1072" h="1235" extrusionOk="0">
                  <a:moveTo>
                    <a:pt x="29" y="0"/>
                  </a:moveTo>
                  <a:cubicBezTo>
                    <a:pt x="23" y="0"/>
                    <a:pt x="17" y="2"/>
                    <a:pt x="12" y="6"/>
                  </a:cubicBezTo>
                  <a:cubicBezTo>
                    <a:pt x="2" y="16"/>
                    <a:pt x="0" y="32"/>
                    <a:pt x="10" y="43"/>
                  </a:cubicBezTo>
                  <a:lnTo>
                    <a:pt x="1023" y="1227"/>
                  </a:lnTo>
                  <a:cubicBezTo>
                    <a:pt x="1028" y="1232"/>
                    <a:pt x="1035" y="1235"/>
                    <a:pt x="1043" y="1235"/>
                  </a:cubicBezTo>
                  <a:cubicBezTo>
                    <a:pt x="1048" y="1235"/>
                    <a:pt x="1054" y="1233"/>
                    <a:pt x="1059" y="1229"/>
                  </a:cubicBezTo>
                  <a:cubicBezTo>
                    <a:pt x="1070" y="1220"/>
                    <a:pt x="1071" y="1204"/>
                    <a:pt x="1062" y="1193"/>
                  </a:cubicBezTo>
                  <a:lnTo>
                    <a:pt x="49" y="9"/>
                  </a:lnTo>
                  <a:cubicBezTo>
                    <a:pt x="44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0" name="Google Shape;9160;p30"/>
            <p:cNvSpPr/>
            <p:nvPr/>
          </p:nvSpPr>
          <p:spPr>
            <a:xfrm>
              <a:off x="5551775" y="3704075"/>
              <a:ext cx="15875" cy="21025"/>
            </a:xfrm>
            <a:custGeom>
              <a:avLst/>
              <a:gdLst/>
              <a:ahLst/>
              <a:cxnLst/>
              <a:rect l="l" t="t" r="r" b="b"/>
              <a:pathLst>
                <a:path w="635" h="841" extrusionOk="0">
                  <a:moveTo>
                    <a:pt x="28" y="1"/>
                  </a:moveTo>
                  <a:cubicBezTo>
                    <a:pt x="22" y="1"/>
                    <a:pt x="16" y="3"/>
                    <a:pt x="11" y="7"/>
                  </a:cubicBezTo>
                  <a:cubicBezTo>
                    <a:pt x="2" y="18"/>
                    <a:pt x="1" y="34"/>
                    <a:pt x="10" y="44"/>
                  </a:cubicBezTo>
                  <a:cubicBezTo>
                    <a:pt x="225" y="285"/>
                    <a:pt x="418" y="549"/>
                    <a:pt x="582" y="829"/>
                  </a:cubicBezTo>
                  <a:cubicBezTo>
                    <a:pt x="586" y="837"/>
                    <a:pt x="595" y="841"/>
                    <a:pt x="605" y="841"/>
                  </a:cubicBezTo>
                  <a:cubicBezTo>
                    <a:pt x="609" y="841"/>
                    <a:pt x="613" y="840"/>
                    <a:pt x="617" y="837"/>
                  </a:cubicBezTo>
                  <a:cubicBezTo>
                    <a:pt x="630" y="830"/>
                    <a:pt x="634" y="814"/>
                    <a:pt x="626" y="802"/>
                  </a:cubicBezTo>
                  <a:cubicBezTo>
                    <a:pt x="461" y="519"/>
                    <a:pt x="267" y="253"/>
                    <a:pt x="49" y="10"/>
                  </a:cubicBezTo>
                  <a:cubicBezTo>
                    <a:pt x="43" y="4"/>
                    <a:pt x="36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1" name="Google Shape;9161;p30"/>
            <p:cNvSpPr/>
            <p:nvPr/>
          </p:nvSpPr>
          <p:spPr>
            <a:xfrm>
              <a:off x="5542600" y="3693625"/>
              <a:ext cx="6050" cy="6250"/>
            </a:xfrm>
            <a:custGeom>
              <a:avLst/>
              <a:gdLst/>
              <a:ahLst/>
              <a:cxnLst/>
              <a:rect l="l" t="t" r="r" b="b"/>
              <a:pathLst>
                <a:path w="242" h="250" extrusionOk="0">
                  <a:moveTo>
                    <a:pt x="29" y="1"/>
                  </a:moveTo>
                  <a:cubicBezTo>
                    <a:pt x="23" y="1"/>
                    <a:pt x="16" y="3"/>
                    <a:pt x="11" y="8"/>
                  </a:cubicBezTo>
                  <a:cubicBezTo>
                    <a:pt x="0" y="19"/>
                    <a:pt x="0" y="35"/>
                    <a:pt x="10" y="45"/>
                  </a:cubicBezTo>
                  <a:lnTo>
                    <a:pt x="194" y="242"/>
                  </a:lnTo>
                  <a:cubicBezTo>
                    <a:pt x="200" y="247"/>
                    <a:pt x="206" y="250"/>
                    <a:pt x="213" y="250"/>
                  </a:cubicBezTo>
                  <a:cubicBezTo>
                    <a:pt x="220" y="250"/>
                    <a:pt x="225" y="249"/>
                    <a:pt x="230" y="243"/>
                  </a:cubicBezTo>
                  <a:cubicBezTo>
                    <a:pt x="241" y="234"/>
                    <a:pt x="241" y="218"/>
                    <a:pt x="232" y="207"/>
                  </a:cubicBezTo>
                  <a:lnTo>
                    <a:pt x="47" y="9"/>
                  </a:lnTo>
                  <a:cubicBezTo>
                    <a:pt x="43" y="4"/>
                    <a:pt x="36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2" name="Google Shape;9162;p30"/>
            <p:cNvSpPr/>
            <p:nvPr/>
          </p:nvSpPr>
          <p:spPr>
            <a:xfrm>
              <a:off x="5479100" y="3690250"/>
              <a:ext cx="7025" cy="8725"/>
            </a:xfrm>
            <a:custGeom>
              <a:avLst/>
              <a:gdLst/>
              <a:ahLst/>
              <a:cxnLst/>
              <a:rect l="l" t="t" r="r" b="b"/>
              <a:pathLst>
                <a:path w="281" h="349" extrusionOk="0">
                  <a:moveTo>
                    <a:pt x="30" y="0"/>
                  </a:moveTo>
                  <a:cubicBezTo>
                    <a:pt x="25" y="0"/>
                    <a:pt x="19" y="2"/>
                    <a:pt x="14" y="6"/>
                  </a:cubicBezTo>
                  <a:cubicBezTo>
                    <a:pt x="2" y="14"/>
                    <a:pt x="0" y="30"/>
                    <a:pt x="9" y="42"/>
                  </a:cubicBezTo>
                  <a:lnTo>
                    <a:pt x="230" y="339"/>
                  </a:lnTo>
                  <a:cubicBezTo>
                    <a:pt x="236" y="346"/>
                    <a:pt x="243" y="349"/>
                    <a:pt x="251" y="349"/>
                  </a:cubicBezTo>
                  <a:cubicBezTo>
                    <a:pt x="256" y="349"/>
                    <a:pt x="261" y="347"/>
                    <a:pt x="267" y="343"/>
                  </a:cubicBezTo>
                  <a:cubicBezTo>
                    <a:pt x="278" y="335"/>
                    <a:pt x="280" y="319"/>
                    <a:pt x="272" y="308"/>
                  </a:cubicBezTo>
                  <a:lnTo>
                    <a:pt x="50" y="11"/>
                  </a:lnTo>
                  <a:cubicBezTo>
                    <a:pt x="46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3" name="Google Shape;9163;p30"/>
            <p:cNvSpPr/>
            <p:nvPr/>
          </p:nvSpPr>
          <p:spPr>
            <a:xfrm>
              <a:off x="5474450" y="3683900"/>
              <a:ext cx="2900" cy="3300"/>
            </a:xfrm>
            <a:custGeom>
              <a:avLst/>
              <a:gdLst/>
              <a:ahLst/>
              <a:cxnLst/>
              <a:rect l="l" t="t" r="r" b="b"/>
              <a:pathLst>
                <a:path w="116" h="132" extrusionOk="0">
                  <a:moveTo>
                    <a:pt x="31" y="1"/>
                  </a:moveTo>
                  <a:cubicBezTo>
                    <a:pt x="25" y="1"/>
                    <a:pt x="20" y="2"/>
                    <a:pt x="16" y="5"/>
                  </a:cubicBezTo>
                  <a:cubicBezTo>
                    <a:pt x="3" y="13"/>
                    <a:pt x="1" y="30"/>
                    <a:pt x="9" y="42"/>
                  </a:cubicBezTo>
                  <a:lnTo>
                    <a:pt x="65" y="121"/>
                  </a:lnTo>
                  <a:cubicBezTo>
                    <a:pt x="69" y="128"/>
                    <a:pt x="77" y="132"/>
                    <a:pt x="86" y="132"/>
                  </a:cubicBezTo>
                  <a:cubicBezTo>
                    <a:pt x="91" y="132"/>
                    <a:pt x="96" y="130"/>
                    <a:pt x="100" y="126"/>
                  </a:cubicBezTo>
                  <a:cubicBezTo>
                    <a:pt x="112" y="118"/>
                    <a:pt x="115" y="102"/>
                    <a:pt x="107" y="91"/>
                  </a:cubicBezTo>
                  <a:lnTo>
                    <a:pt x="52" y="12"/>
                  </a:lnTo>
                  <a:cubicBezTo>
                    <a:pt x="47" y="5"/>
                    <a:pt x="39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4" name="Google Shape;9164;p30"/>
            <p:cNvSpPr/>
            <p:nvPr/>
          </p:nvSpPr>
          <p:spPr>
            <a:xfrm>
              <a:off x="5487700" y="3717675"/>
              <a:ext cx="18125" cy="2850"/>
            </a:xfrm>
            <a:custGeom>
              <a:avLst/>
              <a:gdLst/>
              <a:ahLst/>
              <a:cxnLst/>
              <a:rect l="l" t="t" r="r" b="b"/>
              <a:pathLst>
                <a:path w="725" h="114" extrusionOk="0">
                  <a:moveTo>
                    <a:pt x="697" y="0"/>
                  </a:moveTo>
                  <a:cubicBezTo>
                    <a:pt x="696" y="0"/>
                    <a:pt x="694" y="1"/>
                    <a:pt x="692" y="1"/>
                  </a:cubicBezTo>
                  <a:cubicBezTo>
                    <a:pt x="473" y="36"/>
                    <a:pt x="248" y="56"/>
                    <a:pt x="26" y="61"/>
                  </a:cubicBezTo>
                  <a:cubicBezTo>
                    <a:pt x="12" y="63"/>
                    <a:pt x="1" y="75"/>
                    <a:pt x="1" y="88"/>
                  </a:cubicBezTo>
                  <a:cubicBezTo>
                    <a:pt x="1" y="103"/>
                    <a:pt x="13" y="114"/>
                    <a:pt x="26" y="114"/>
                  </a:cubicBezTo>
                  <a:lnTo>
                    <a:pt x="28" y="114"/>
                  </a:lnTo>
                  <a:cubicBezTo>
                    <a:pt x="252" y="109"/>
                    <a:pt x="478" y="87"/>
                    <a:pt x="700" y="52"/>
                  </a:cubicBezTo>
                  <a:cubicBezTo>
                    <a:pt x="715" y="49"/>
                    <a:pt x="725" y="36"/>
                    <a:pt x="722" y="22"/>
                  </a:cubicBezTo>
                  <a:cubicBezTo>
                    <a:pt x="720" y="9"/>
                    <a:pt x="710" y="0"/>
                    <a:pt x="69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5" name="Google Shape;9165;p30"/>
            <p:cNvSpPr/>
            <p:nvPr/>
          </p:nvSpPr>
          <p:spPr>
            <a:xfrm>
              <a:off x="5513100" y="3714050"/>
              <a:ext cx="9200" cy="3050"/>
            </a:xfrm>
            <a:custGeom>
              <a:avLst/>
              <a:gdLst/>
              <a:ahLst/>
              <a:cxnLst/>
              <a:rect l="l" t="t" r="r" b="b"/>
              <a:pathLst>
                <a:path w="368" h="122" extrusionOk="0">
                  <a:moveTo>
                    <a:pt x="339" y="1"/>
                  </a:moveTo>
                  <a:cubicBezTo>
                    <a:pt x="335" y="1"/>
                    <a:pt x="331" y="2"/>
                    <a:pt x="327" y="3"/>
                  </a:cubicBezTo>
                  <a:cubicBezTo>
                    <a:pt x="233" y="46"/>
                    <a:pt x="130" y="69"/>
                    <a:pt x="26" y="71"/>
                  </a:cubicBezTo>
                  <a:cubicBezTo>
                    <a:pt x="11" y="71"/>
                    <a:pt x="1" y="83"/>
                    <a:pt x="1" y="96"/>
                  </a:cubicBezTo>
                  <a:cubicBezTo>
                    <a:pt x="1" y="111"/>
                    <a:pt x="11" y="122"/>
                    <a:pt x="26" y="122"/>
                  </a:cubicBezTo>
                  <a:cubicBezTo>
                    <a:pt x="136" y="122"/>
                    <a:pt x="249" y="98"/>
                    <a:pt x="349" y="50"/>
                  </a:cubicBezTo>
                  <a:cubicBezTo>
                    <a:pt x="362" y="45"/>
                    <a:pt x="368" y="29"/>
                    <a:pt x="362" y="15"/>
                  </a:cubicBezTo>
                  <a:cubicBezTo>
                    <a:pt x="358" y="7"/>
                    <a:pt x="348" y="1"/>
                    <a:pt x="33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6" name="Google Shape;9166;p30"/>
            <p:cNvSpPr/>
            <p:nvPr/>
          </p:nvSpPr>
          <p:spPr>
            <a:xfrm>
              <a:off x="5550525" y="3740550"/>
              <a:ext cx="26000" cy="5425"/>
            </a:xfrm>
            <a:custGeom>
              <a:avLst/>
              <a:gdLst/>
              <a:ahLst/>
              <a:cxnLst/>
              <a:rect l="l" t="t" r="r" b="b"/>
              <a:pathLst>
                <a:path w="1040" h="217" extrusionOk="0">
                  <a:moveTo>
                    <a:pt x="1012" y="0"/>
                  </a:moveTo>
                  <a:cubicBezTo>
                    <a:pt x="1010" y="0"/>
                    <a:pt x="1008" y="0"/>
                    <a:pt x="1006" y="1"/>
                  </a:cubicBezTo>
                  <a:cubicBezTo>
                    <a:pt x="683" y="71"/>
                    <a:pt x="353" y="126"/>
                    <a:pt x="26" y="164"/>
                  </a:cubicBezTo>
                  <a:cubicBezTo>
                    <a:pt x="12" y="166"/>
                    <a:pt x="1" y="178"/>
                    <a:pt x="4" y="193"/>
                  </a:cubicBezTo>
                  <a:cubicBezTo>
                    <a:pt x="5" y="207"/>
                    <a:pt x="16" y="216"/>
                    <a:pt x="29" y="216"/>
                  </a:cubicBezTo>
                  <a:lnTo>
                    <a:pt x="32" y="216"/>
                  </a:lnTo>
                  <a:cubicBezTo>
                    <a:pt x="361" y="177"/>
                    <a:pt x="692" y="122"/>
                    <a:pt x="1017" y="51"/>
                  </a:cubicBezTo>
                  <a:cubicBezTo>
                    <a:pt x="1031" y="48"/>
                    <a:pt x="1039" y="34"/>
                    <a:pt x="1037" y="20"/>
                  </a:cubicBezTo>
                  <a:cubicBezTo>
                    <a:pt x="1034" y="8"/>
                    <a:pt x="1024" y="0"/>
                    <a:pt x="101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7" name="Google Shape;9167;p30"/>
            <p:cNvSpPr/>
            <p:nvPr/>
          </p:nvSpPr>
          <p:spPr>
            <a:xfrm>
              <a:off x="5582750" y="3736600"/>
              <a:ext cx="10400" cy="3850"/>
            </a:xfrm>
            <a:custGeom>
              <a:avLst/>
              <a:gdLst/>
              <a:ahLst/>
              <a:cxnLst/>
              <a:rect l="l" t="t" r="r" b="b"/>
              <a:pathLst>
                <a:path w="416" h="154" extrusionOk="0">
                  <a:moveTo>
                    <a:pt x="385" y="1"/>
                  </a:moveTo>
                  <a:cubicBezTo>
                    <a:pt x="383" y="1"/>
                    <a:pt x="381" y="1"/>
                    <a:pt x="379" y="1"/>
                  </a:cubicBezTo>
                  <a:lnTo>
                    <a:pt x="22" y="102"/>
                  </a:lnTo>
                  <a:cubicBezTo>
                    <a:pt x="9" y="106"/>
                    <a:pt x="1" y="121"/>
                    <a:pt x="5" y="135"/>
                  </a:cubicBezTo>
                  <a:cubicBezTo>
                    <a:pt x="7" y="145"/>
                    <a:pt x="18" y="153"/>
                    <a:pt x="29" y="153"/>
                  </a:cubicBezTo>
                  <a:cubicBezTo>
                    <a:pt x="32" y="153"/>
                    <a:pt x="34" y="153"/>
                    <a:pt x="37" y="152"/>
                  </a:cubicBezTo>
                  <a:lnTo>
                    <a:pt x="394" y="51"/>
                  </a:lnTo>
                  <a:cubicBezTo>
                    <a:pt x="407" y="47"/>
                    <a:pt x="415" y="34"/>
                    <a:pt x="411" y="20"/>
                  </a:cubicBezTo>
                  <a:cubicBezTo>
                    <a:pt x="408" y="8"/>
                    <a:pt x="397" y="1"/>
                    <a:pt x="38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8" name="Google Shape;9168;p30"/>
            <p:cNvSpPr/>
            <p:nvPr/>
          </p:nvSpPr>
          <p:spPr>
            <a:xfrm>
              <a:off x="5626050" y="3726150"/>
              <a:ext cx="28000" cy="25775"/>
            </a:xfrm>
            <a:custGeom>
              <a:avLst/>
              <a:gdLst/>
              <a:ahLst/>
              <a:cxnLst/>
              <a:rect l="l" t="t" r="r" b="b"/>
              <a:pathLst>
                <a:path w="1120" h="1031" extrusionOk="0">
                  <a:moveTo>
                    <a:pt x="29" y="0"/>
                  </a:moveTo>
                  <a:cubicBezTo>
                    <a:pt x="21" y="0"/>
                    <a:pt x="13" y="4"/>
                    <a:pt x="8" y="12"/>
                  </a:cubicBezTo>
                  <a:cubicBezTo>
                    <a:pt x="0" y="23"/>
                    <a:pt x="3" y="39"/>
                    <a:pt x="15" y="47"/>
                  </a:cubicBezTo>
                  <a:cubicBezTo>
                    <a:pt x="413" y="318"/>
                    <a:pt x="768" y="645"/>
                    <a:pt x="1070" y="1021"/>
                  </a:cubicBezTo>
                  <a:cubicBezTo>
                    <a:pt x="1075" y="1027"/>
                    <a:pt x="1082" y="1030"/>
                    <a:pt x="1090" y="1030"/>
                  </a:cubicBezTo>
                  <a:cubicBezTo>
                    <a:pt x="1095" y="1030"/>
                    <a:pt x="1101" y="1029"/>
                    <a:pt x="1106" y="1025"/>
                  </a:cubicBezTo>
                  <a:cubicBezTo>
                    <a:pt x="1117" y="1015"/>
                    <a:pt x="1119" y="999"/>
                    <a:pt x="1110" y="988"/>
                  </a:cubicBezTo>
                  <a:cubicBezTo>
                    <a:pt x="805" y="609"/>
                    <a:pt x="445" y="278"/>
                    <a:pt x="43" y="5"/>
                  </a:cubicBezTo>
                  <a:cubicBezTo>
                    <a:pt x="39" y="2"/>
                    <a:pt x="34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9" name="Google Shape;9169;p30"/>
            <p:cNvSpPr/>
            <p:nvPr/>
          </p:nvSpPr>
          <p:spPr>
            <a:xfrm>
              <a:off x="5614975" y="3716425"/>
              <a:ext cx="7800" cy="6425"/>
            </a:xfrm>
            <a:custGeom>
              <a:avLst/>
              <a:gdLst/>
              <a:ahLst/>
              <a:cxnLst/>
              <a:rect l="l" t="t" r="r" b="b"/>
              <a:pathLst>
                <a:path w="312" h="257" extrusionOk="0">
                  <a:moveTo>
                    <a:pt x="30" y="0"/>
                  </a:moveTo>
                  <a:cubicBezTo>
                    <a:pt x="23" y="0"/>
                    <a:pt x="15" y="3"/>
                    <a:pt x="10" y="9"/>
                  </a:cubicBezTo>
                  <a:cubicBezTo>
                    <a:pt x="1" y="21"/>
                    <a:pt x="3" y="36"/>
                    <a:pt x="14" y="46"/>
                  </a:cubicBezTo>
                  <a:lnTo>
                    <a:pt x="267" y="250"/>
                  </a:lnTo>
                  <a:cubicBezTo>
                    <a:pt x="271" y="254"/>
                    <a:pt x="278" y="257"/>
                    <a:pt x="283" y="257"/>
                  </a:cubicBezTo>
                  <a:cubicBezTo>
                    <a:pt x="290" y="257"/>
                    <a:pt x="298" y="253"/>
                    <a:pt x="303" y="247"/>
                  </a:cubicBezTo>
                  <a:cubicBezTo>
                    <a:pt x="311" y="235"/>
                    <a:pt x="310" y="219"/>
                    <a:pt x="299" y="210"/>
                  </a:cubicBezTo>
                  <a:lnTo>
                    <a:pt x="46" y="5"/>
                  </a:ln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0" name="Google Shape;9170;p30"/>
            <p:cNvSpPr/>
            <p:nvPr/>
          </p:nvSpPr>
          <p:spPr>
            <a:xfrm>
              <a:off x="5596575" y="3709750"/>
              <a:ext cx="35100" cy="34250"/>
            </a:xfrm>
            <a:custGeom>
              <a:avLst/>
              <a:gdLst/>
              <a:ahLst/>
              <a:cxnLst/>
              <a:rect l="l" t="t" r="r" b="b"/>
              <a:pathLst>
                <a:path w="1404" h="1370" extrusionOk="0">
                  <a:moveTo>
                    <a:pt x="31" y="0"/>
                  </a:moveTo>
                  <a:cubicBezTo>
                    <a:pt x="23" y="0"/>
                    <a:pt x="15" y="4"/>
                    <a:pt x="10" y="10"/>
                  </a:cubicBezTo>
                  <a:cubicBezTo>
                    <a:pt x="1" y="22"/>
                    <a:pt x="3" y="38"/>
                    <a:pt x="14" y="46"/>
                  </a:cubicBezTo>
                  <a:cubicBezTo>
                    <a:pt x="511" y="430"/>
                    <a:pt x="961" y="871"/>
                    <a:pt x="1354" y="1359"/>
                  </a:cubicBezTo>
                  <a:cubicBezTo>
                    <a:pt x="1359" y="1366"/>
                    <a:pt x="1366" y="1370"/>
                    <a:pt x="1374" y="1370"/>
                  </a:cubicBezTo>
                  <a:cubicBezTo>
                    <a:pt x="1380" y="1370"/>
                    <a:pt x="1385" y="1367"/>
                    <a:pt x="1390" y="1363"/>
                  </a:cubicBezTo>
                  <a:cubicBezTo>
                    <a:pt x="1401" y="1355"/>
                    <a:pt x="1404" y="1339"/>
                    <a:pt x="1394" y="1327"/>
                  </a:cubicBezTo>
                  <a:cubicBezTo>
                    <a:pt x="999" y="836"/>
                    <a:pt x="546" y="391"/>
                    <a:pt x="46" y="6"/>
                  </a:cubicBezTo>
                  <a:cubicBezTo>
                    <a:pt x="42" y="2"/>
                    <a:pt x="3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1" name="Google Shape;9171;p30"/>
            <p:cNvSpPr/>
            <p:nvPr/>
          </p:nvSpPr>
          <p:spPr>
            <a:xfrm>
              <a:off x="5590025" y="3703675"/>
              <a:ext cx="5025" cy="4425"/>
            </a:xfrm>
            <a:custGeom>
              <a:avLst/>
              <a:gdLst/>
              <a:ahLst/>
              <a:cxnLst/>
              <a:rect l="l" t="t" r="r" b="b"/>
              <a:pathLst>
                <a:path w="201" h="177" extrusionOk="0">
                  <a:moveTo>
                    <a:pt x="29" y="0"/>
                  </a:moveTo>
                  <a:cubicBezTo>
                    <a:pt x="22" y="0"/>
                    <a:pt x="15" y="3"/>
                    <a:pt x="10" y="9"/>
                  </a:cubicBezTo>
                  <a:cubicBezTo>
                    <a:pt x="0" y="20"/>
                    <a:pt x="2" y="36"/>
                    <a:pt x="12" y="46"/>
                  </a:cubicBezTo>
                  <a:lnTo>
                    <a:pt x="155" y="169"/>
                  </a:lnTo>
                  <a:cubicBezTo>
                    <a:pt x="159" y="174"/>
                    <a:pt x="166" y="176"/>
                    <a:pt x="171" y="176"/>
                  </a:cubicBezTo>
                  <a:cubicBezTo>
                    <a:pt x="179" y="176"/>
                    <a:pt x="186" y="174"/>
                    <a:pt x="191" y="167"/>
                  </a:cubicBezTo>
                  <a:cubicBezTo>
                    <a:pt x="201" y="156"/>
                    <a:pt x="199" y="140"/>
                    <a:pt x="189" y="130"/>
                  </a:cubicBezTo>
                  <a:lnTo>
                    <a:pt x="46" y="7"/>
                  </a:lnTo>
                  <a:cubicBezTo>
                    <a:pt x="41" y="2"/>
                    <a:pt x="35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2" name="Google Shape;9172;p30"/>
            <p:cNvSpPr/>
            <p:nvPr/>
          </p:nvSpPr>
          <p:spPr>
            <a:xfrm>
              <a:off x="5601725" y="3751525"/>
              <a:ext cx="14700" cy="6000"/>
            </a:xfrm>
            <a:custGeom>
              <a:avLst/>
              <a:gdLst/>
              <a:ahLst/>
              <a:cxnLst/>
              <a:rect l="l" t="t" r="r" b="b"/>
              <a:pathLst>
                <a:path w="588" h="240" extrusionOk="0">
                  <a:moveTo>
                    <a:pt x="556" y="1"/>
                  </a:moveTo>
                  <a:cubicBezTo>
                    <a:pt x="554" y="1"/>
                    <a:pt x="551" y="1"/>
                    <a:pt x="548" y="2"/>
                  </a:cubicBezTo>
                  <a:lnTo>
                    <a:pt x="22" y="189"/>
                  </a:lnTo>
                  <a:cubicBezTo>
                    <a:pt x="9" y="194"/>
                    <a:pt x="0" y="209"/>
                    <a:pt x="6" y="222"/>
                  </a:cubicBezTo>
                  <a:cubicBezTo>
                    <a:pt x="10" y="233"/>
                    <a:pt x="19" y="240"/>
                    <a:pt x="30" y="240"/>
                  </a:cubicBezTo>
                  <a:cubicBezTo>
                    <a:pt x="33" y="240"/>
                    <a:pt x="37" y="238"/>
                    <a:pt x="39" y="238"/>
                  </a:cubicBezTo>
                  <a:lnTo>
                    <a:pt x="566" y="50"/>
                  </a:lnTo>
                  <a:cubicBezTo>
                    <a:pt x="579" y="46"/>
                    <a:pt x="587" y="31"/>
                    <a:pt x="582" y="18"/>
                  </a:cubicBezTo>
                  <a:cubicBezTo>
                    <a:pt x="577" y="7"/>
                    <a:pt x="568" y="1"/>
                    <a:pt x="55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3" name="Google Shape;9173;p30"/>
            <p:cNvSpPr/>
            <p:nvPr/>
          </p:nvSpPr>
          <p:spPr>
            <a:xfrm>
              <a:off x="5495650" y="3674800"/>
              <a:ext cx="23100" cy="24375"/>
            </a:xfrm>
            <a:custGeom>
              <a:avLst/>
              <a:gdLst/>
              <a:ahLst/>
              <a:cxnLst/>
              <a:rect l="l" t="t" r="r" b="b"/>
              <a:pathLst>
                <a:path w="924" h="975" extrusionOk="0">
                  <a:moveTo>
                    <a:pt x="29" y="0"/>
                  </a:moveTo>
                  <a:cubicBezTo>
                    <a:pt x="23" y="0"/>
                    <a:pt x="16" y="3"/>
                    <a:pt x="11" y="9"/>
                  </a:cubicBezTo>
                  <a:cubicBezTo>
                    <a:pt x="0" y="20"/>
                    <a:pt x="2" y="36"/>
                    <a:pt x="11" y="45"/>
                  </a:cubicBezTo>
                  <a:cubicBezTo>
                    <a:pt x="316" y="333"/>
                    <a:pt x="607" y="642"/>
                    <a:pt x="873" y="965"/>
                  </a:cubicBezTo>
                  <a:cubicBezTo>
                    <a:pt x="879" y="971"/>
                    <a:pt x="887" y="975"/>
                    <a:pt x="894" y="975"/>
                  </a:cubicBezTo>
                  <a:cubicBezTo>
                    <a:pt x="900" y="975"/>
                    <a:pt x="906" y="972"/>
                    <a:pt x="910" y="968"/>
                  </a:cubicBezTo>
                  <a:cubicBezTo>
                    <a:pt x="922" y="959"/>
                    <a:pt x="923" y="942"/>
                    <a:pt x="914" y="932"/>
                  </a:cubicBezTo>
                  <a:cubicBezTo>
                    <a:pt x="645" y="607"/>
                    <a:pt x="354" y="297"/>
                    <a:pt x="47" y="7"/>
                  </a:cubicBezTo>
                  <a:cubicBezTo>
                    <a:pt x="42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4" name="Google Shape;9174;p30"/>
            <p:cNvSpPr/>
            <p:nvPr/>
          </p:nvSpPr>
          <p:spPr>
            <a:xfrm>
              <a:off x="5507050" y="3674425"/>
              <a:ext cx="13800" cy="14775"/>
            </a:xfrm>
            <a:custGeom>
              <a:avLst/>
              <a:gdLst/>
              <a:ahLst/>
              <a:cxnLst/>
              <a:rect l="l" t="t" r="r" b="b"/>
              <a:pathLst>
                <a:path w="552" h="591" extrusionOk="0">
                  <a:moveTo>
                    <a:pt x="29" y="1"/>
                  </a:moveTo>
                  <a:cubicBezTo>
                    <a:pt x="23" y="1"/>
                    <a:pt x="16" y="3"/>
                    <a:pt x="11" y="8"/>
                  </a:cubicBezTo>
                  <a:cubicBezTo>
                    <a:pt x="0" y="17"/>
                    <a:pt x="0" y="33"/>
                    <a:pt x="10" y="44"/>
                  </a:cubicBezTo>
                  <a:lnTo>
                    <a:pt x="504" y="581"/>
                  </a:lnTo>
                  <a:cubicBezTo>
                    <a:pt x="509" y="586"/>
                    <a:pt x="516" y="590"/>
                    <a:pt x="522" y="590"/>
                  </a:cubicBezTo>
                  <a:cubicBezTo>
                    <a:pt x="529" y="590"/>
                    <a:pt x="536" y="587"/>
                    <a:pt x="540" y="582"/>
                  </a:cubicBezTo>
                  <a:cubicBezTo>
                    <a:pt x="551" y="573"/>
                    <a:pt x="552" y="556"/>
                    <a:pt x="543" y="546"/>
                  </a:cubicBezTo>
                  <a:lnTo>
                    <a:pt x="47" y="9"/>
                  </a:lnTo>
                  <a:cubicBezTo>
                    <a:pt x="43" y="3"/>
                    <a:pt x="36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75" name="Google Shape;9175;p30"/>
          <p:cNvGrpSpPr/>
          <p:nvPr/>
        </p:nvGrpSpPr>
        <p:grpSpPr>
          <a:xfrm rot="-5400000" flipH="1">
            <a:off x="7111249" y="3276139"/>
            <a:ext cx="3426110" cy="2614909"/>
            <a:chOff x="4825550" y="4026300"/>
            <a:chExt cx="674325" cy="514675"/>
          </a:xfrm>
        </p:grpSpPr>
        <p:sp>
          <p:nvSpPr>
            <p:cNvPr id="9176" name="Google Shape;9176;p30"/>
            <p:cNvSpPr/>
            <p:nvPr/>
          </p:nvSpPr>
          <p:spPr>
            <a:xfrm>
              <a:off x="4826950" y="4027625"/>
              <a:ext cx="671500" cy="512050"/>
            </a:xfrm>
            <a:custGeom>
              <a:avLst/>
              <a:gdLst/>
              <a:ahLst/>
              <a:cxnLst/>
              <a:rect l="l" t="t" r="r" b="b"/>
              <a:pathLst>
                <a:path w="26860" h="20482" extrusionOk="0">
                  <a:moveTo>
                    <a:pt x="19054" y="0"/>
                  </a:moveTo>
                  <a:lnTo>
                    <a:pt x="19054" y="0"/>
                  </a:lnTo>
                  <a:cubicBezTo>
                    <a:pt x="18609" y="1889"/>
                    <a:pt x="17577" y="3567"/>
                    <a:pt x="16757" y="5326"/>
                  </a:cubicBezTo>
                  <a:cubicBezTo>
                    <a:pt x="15937" y="7086"/>
                    <a:pt x="15344" y="9555"/>
                    <a:pt x="15577" y="11481"/>
                  </a:cubicBezTo>
                  <a:cubicBezTo>
                    <a:pt x="15008" y="10529"/>
                    <a:pt x="15028" y="8743"/>
                    <a:pt x="15158" y="7640"/>
                  </a:cubicBezTo>
                  <a:cubicBezTo>
                    <a:pt x="15289" y="6537"/>
                    <a:pt x="15582" y="5455"/>
                    <a:pt x="15641" y="4345"/>
                  </a:cubicBezTo>
                  <a:cubicBezTo>
                    <a:pt x="15714" y="2991"/>
                    <a:pt x="15425" y="1617"/>
                    <a:pt x="14813" y="406"/>
                  </a:cubicBezTo>
                  <a:cubicBezTo>
                    <a:pt x="14466" y="2163"/>
                    <a:pt x="14058" y="3844"/>
                    <a:pt x="14003" y="5634"/>
                  </a:cubicBezTo>
                  <a:cubicBezTo>
                    <a:pt x="13949" y="7425"/>
                    <a:pt x="14214" y="9666"/>
                    <a:pt x="15012" y="11270"/>
                  </a:cubicBezTo>
                  <a:cubicBezTo>
                    <a:pt x="13216" y="8177"/>
                    <a:pt x="13618" y="3897"/>
                    <a:pt x="11584" y="1047"/>
                  </a:cubicBezTo>
                  <a:lnTo>
                    <a:pt x="11583" y="1047"/>
                  </a:lnTo>
                  <a:cubicBezTo>
                    <a:pt x="11371" y="2204"/>
                    <a:pt x="11531" y="3456"/>
                    <a:pt x="11896" y="4574"/>
                  </a:cubicBezTo>
                  <a:cubicBezTo>
                    <a:pt x="12261" y="5692"/>
                    <a:pt x="12787" y="6748"/>
                    <a:pt x="13253" y="7827"/>
                  </a:cubicBezTo>
                  <a:cubicBezTo>
                    <a:pt x="13720" y="8907"/>
                    <a:pt x="14038" y="10502"/>
                    <a:pt x="14151" y="11672"/>
                  </a:cubicBezTo>
                  <a:cubicBezTo>
                    <a:pt x="13814" y="9688"/>
                    <a:pt x="12807" y="7729"/>
                    <a:pt x="11710" y="6081"/>
                  </a:cubicBezTo>
                  <a:cubicBezTo>
                    <a:pt x="10648" y="4487"/>
                    <a:pt x="9949" y="2930"/>
                    <a:pt x="8947" y="1298"/>
                  </a:cubicBezTo>
                  <a:lnTo>
                    <a:pt x="8947" y="1298"/>
                  </a:lnTo>
                  <a:cubicBezTo>
                    <a:pt x="8732" y="2419"/>
                    <a:pt x="8981" y="3593"/>
                    <a:pt x="9462" y="4629"/>
                  </a:cubicBezTo>
                  <a:cubicBezTo>
                    <a:pt x="9943" y="5665"/>
                    <a:pt x="10643" y="6581"/>
                    <a:pt x="11370" y="7464"/>
                  </a:cubicBezTo>
                  <a:cubicBezTo>
                    <a:pt x="11884" y="8090"/>
                    <a:pt x="12417" y="8706"/>
                    <a:pt x="12840" y="9396"/>
                  </a:cubicBezTo>
                  <a:cubicBezTo>
                    <a:pt x="13263" y="10086"/>
                    <a:pt x="13462" y="11260"/>
                    <a:pt x="13492" y="12070"/>
                  </a:cubicBezTo>
                  <a:cubicBezTo>
                    <a:pt x="12609" y="10155"/>
                    <a:pt x="11242" y="8102"/>
                    <a:pt x="9425" y="7033"/>
                  </a:cubicBezTo>
                  <a:cubicBezTo>
                    <a:pt x="7828" y="6096"/>
                    <a:pt x="6026" y="5571"/>
                    <a:pt x="4439" y="4617"/>
                  </a:cubicBezTo>
                  <a:lnTo>
                    <a:pt x="4439" y="4617"/>
                  </a:lnTo>
                  <a:cubicBezTo>
                    <a:pt x="5323" y="6185"/>
                    <a:pt x="6595" y="7530"/>
                    <a:pt x="8112" y="8498"/>
                  </a:cubicBezTo>
                  <a:cubicBezTo>
                    <a:pt x="9949" y="9674"/>
                    <a:pt x="11850" y="11030"/>
                    <a:pt x="13235" y="12717"/>
                  </a:cubicBezTo>
                  <a:cubicBezTo>
                    <a:pt x="11701" y="11546"/>
                    <a:pt x="10112" y="10251"/>
                    <a:pt x="8215" y="9891"/>
                  </a:cubicBezTo>
                  <a:cubicBezTo>
                    <a:pt x="6320" y="9530"/>
                    <a:pt x="4425" y="9333"/>
                    <a:pt x="2507" y="9121"/>
                  </a:cubicBezTo>
                  <a:lnTo>
                    <a:pt x="2507" y="9121"/>
                  </a:lnTo>
                  <a:cubicBezTo>
                    <a:pt x="3570" y="10230"/>
                    <a:pt x="4919" y="11063"/>
                    <a:pt x="6386" y="11519"/>
                  </a:cubicBezTo>
                  <a:cubicBezTo>
                    <a:pt x="8652" y="12224"/>
                    <a:pt x="11116" y="12765"/>
                    <a:pt x="13337" y="13601"/>
                  </a:cubicBezTo>
                  <a:cubicBezTo>
                    <a:pt x="11816" y="13313"/>
                    <a:pt x="10238" y="13059"/>
                    <a:pt x="8680" y="13059"/>
                  </a:cubicBezTo>
                  <a:cubicBezTo>
                    <a:pt x="7987" y="13059"/>
                    <a:pt x="7299" y="13109"/>
                    <a:pt x="6621" y="13229"/>
                  </a:cubicBezTo>
                  <a:cubicBezTo>
                    <a:pt x="5305" y="13460"/>
                    <a:pt x="3968" y="13662"/>
                    <a:pt x="2645" y="13662"/>
                  </a:cubicBezTo>
                  <a:cubicBezTo>
                    <a:pt x="1754" y="13662"/>
                    <a:pt x="869" y="13570"/>
                    <a:pt x="1" y="13335"/>
                  </a:cubicBezTo>
                  <a:lnTo>
                    <a:pt x="1" y="13335"/>
                  </a:lnTo>
                  <a:cubicBezTo>
                    <a:pt x="1128" y="14404"/>
                    <a:pt x="2662" y="14976"/>
                    <a:pt x="4207" y="15147"/>
                  </a:cubicBezTo>
                  <a:cubicBezTo>
                    <a:pt x="4589" y="15189"/>
                    <a:pt x="4971" y="15208"/>
                    <a:pt x="5353" y="15208"/>
                  </a:cubicBezTo>
                  <a:cubicBezTo>
                    <a:pt x="6521" y="15208"/>
                    <a:pt x="7690" y="15031"/>
                    <a:pt x="8835" y="14788"/>
                  </a:cubicBezTo>
                  <a:cubicBezTo>
                    <a:pt x="10354" y="14465"/>
                    <a:pt x="11975" y="14477"/>
                    <a:pt x="13500" y="14174"/>
                  </a:cubicBezTo>
                  <a:lnTo>
                    <a:pt x="13500" y="14174"/>
                  </a:lnTo>
                  <a:cubicBezTo>
                    <a:pt x="9600" y="14959"/>
                    <a:pt x="6164" y="17138"/>
                    <a:pt x="2296" y="18066"/>
                  </a:cubicBezTo>
                  <a:cubicBezTo>
                    <a:pt x="2954" y="18212"/>
                    <a:pt x="3625" y="18279"/>
                    <a:pt x="4298" y="18279"/>
                  </a:cubicBezTo>
                  <a:cubicBezTo>
                    <a:pt x="5662" y="18279"/>
                    <a:pt x="7034" y="18003"/>
                    <a:pt x="8323" y="17544"/>
                  </a:cubicBezTo>
                  <a:cubicBezTo>
                    <a:pt x="10248" y="16861"/>
                    <a:pt x="12008" y="15777"/>
                    <a:pt x="13681" y="14605"/>
                  </a:cubicBezTo>
                  <a:lnTo>
                    <a:pt x="13681" y="14605"/>
                  </a:lnTo>
                  <a:cubicBezTo>
                    <a:pt x="11340" y="17368"/>
                    <a:pt x="8331" y="19447"/>
                    <a:pt x="4860" y="20481"/>
                  </a:cubicBezTo>
                  <a:cubicBezTo>
                    <a:pt x="7095" y="20275"/>
                    <a:pt x="9180" y="19456"/>
                    <a:pt x="11163" y="18404"/>
                  </a:cubicBezTo>
                  <a:cubicBezTo>
                    <a:pt x="13144" y="17353"/>
                    <a:pt x="14279" y="16238"/>
                    <a:pt x="15407" y="13804"/>
                  </a:cubicBezTo>
                  <a:cubicBezTo>
                    <a:pt x="15670" y="13851"/>
                    <a:pt x="15935" y="13874"/>
                    <a:pt x="16209" y="13874"/>
                  </a:cubicBezTo>
                  <a:cubicBezTo>
                    <a:pt x="17596" y="13874"/>
                    <a:pt x="19200" y="13276"/>
                    <a:pt x="21846" y="12029"/>
                  </a:cubicBezTo>
                  <a:cubicBezTo>
                    <a:pt x="23884" y="11068"/>
                    <a:pt x="26031" y="9588"/>
                    <a:pt x="26860" y="7494"/>
                  </a:cubicBezTo>
                  <a:lnTo>
                    <a:pt x="26860" y="7494"/>
                  </a:lnTo>
                  <a:cubicBezTo>
                    <a:pt x="23947" y="10155"/>
                    <a:pt x="20289" y="11980"/>
                    <a:pt x="16412" y="12704"/>
                  </a:cubicBezTo>
                  <a:cubicBezTo>
                    <a:pt x="18304" y="11784"/>
                    <a:pt x="20182" y="10842"/>
                    <a:pt x="21959" y="9717"/>
                  </a:cubicBezTo>
                  <a:cubicBezTo>
                    <a:pt x="23735" y="8591"/>
                    <a:pt x="25399" y="7255"/>
                    <a:pt x="26707" y="5609"/>
                  </a:cubicBezTo>
                  <a:lnTo>
                    <a:pt x="26707" y="5609"/>
                  </a:lnTo>
                  <a:cubicBezTo>
                    <a:pt x="22976" y="7229"/>
                    <a:pt x="19470" y="9611"/>
                    <a:pt x="16299" y="12158"/>
                  </a:cubicBezTo>
                  <a:cubicBezTo>
                    <a:pt x="17381" y="10521"/>
                    <a:pt x="19181" y="9177"/>
                    <a:pt x="20591" y="7811"/>
                  </a:cubicBezTo>
                  <a:cubicBezTo>
                    <a:pt x="22229" y="6225"/>
                    <a:pt x="23341" y="4105"/>
                    <a:pt x="23712" y="1855"/>
                  </a:cubicBezTo>
                  <a:lnTo>
                    <a:pt x="23712" y="1855"/>
                  </a:lnTo>
                  <a:cubicBezTo>
                    <a:pt x="22333" y="3361"/>
                    <a:pt x="20879" y="4799"/>
                    <a:pt x="19513" y="6316"/>
                  </a:cubicBezTo>
                  <a:cubicBezTo>
                    <a:pt x="18146" y="7834"/>
                    <a:pt x="16757" y="9881"/>
                    <a:pt x="15960" y="11761"/>
                  </a:cubicBezTo>
                  <a:cubicBezTo>
                    <a:pt x="15854" y="10464"/>
                    <a:pt x="16533" y="8815"/>
                    <a:pt x="17183" y="7687"/>
                  </a:cubicBezTo>
                  <a:cubicBezTo>
                    <a:pt x="17834" y="6560"/>
                    <a:pt x="18606" y="5486"/>
                    <a:pt x="19032" y="4257"/>
                  </a:cubicBezTo>
                  <a:cubicBezTo>
                    <a:pt x="19502" y="2891"/>
                    <a:pt x="19511" y="1371"/>
                    <a:pt x="19054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7" name="Google Shape;9177;p30"/>
            <p:cNvSpPr/>
            <p:nvPr/>
          </p:nvSpPr>
          <p:spPr>
            <a:xfrm>
              <a:off x="4825550" y="4026300"/>
              <a:ext cx="674325" cy="514675"/>
            </a:xfrm>
            <a:custGeom>
              <a:avLst/>
              <a:gdLst/>
              <a:ahLst/>
              <a:cxnLst/>
              <a:rect l="l" t="t" r="r" b="b"/>
              <a:pathLst>
                <a:path w="26973" h="20587" extrusionOk="0">
                  <a:moveTo>
                    <a:pt x="19117" y="244"/>
                  </a:moveTo>
                  <a:lnTo>
                    <a:pt x="19117" y="244"/>
                  </a:lnTo>
                  <a:cubicBezTo>
                    <a:pt x="19514" y="1561"/>
                    <a:pt x="19487" y="2993"/>
                    <a:pt x="19038" y="4294"/>
                  </a:cubicBezTo>
                  <a:cubicBezTo>
                    <a:pt x="18726" y="5199"/>
                    <a:pt x="18214" y="6034"/>
                    <a:pt x="17719" y="6843"/>
                  </a:cubicBezTo>
                  <a:cubicBezTo>
                    <a:pt x="17544" y="7127"/>
                    <a:pt x="17364" y="7421"/>
                    <a:pt x="17195" y="7715"/>
                  </a:cubicBezTo>
                  <a:cubicBezTo>
                    <a:pt x="16873" y="8273"/>
                    <a:pt x="15833" y="10218"/>
                    <a:pt x="15965" y="11819"/>
                  </a:cubicBezTo>
                  <a:cubicBezTo>
                    <a:pt x="15966" y="11843"/>
                    <a:pt x="15984" y="11862"/>
                    <a:pt x="16008" y="11866"/>
                  </a:cubicBezTo>
                  <a:cubicBezTo>
                    <a:pt x="16011" y="11867"/>
                    <a:pt x="16014" y="11867"/>
                    <a:pt x="16016" y="11867"/>
                  </a:cubicBezTo>
                  <a:cubicBezTo>
                    <a:pt x="16037" y="11867"/>
                    <a:pt x="16056" y="11854"/>
                    <a:pt x="16063" y="11835"/>
                  </a:cubicBezTo>
                  <a:cubicBezTo>
                    <a:pt x="16814" y="10068"/>
                    <a:pt x="18138" y="8038"/>
                    <a:pt x="19607" y="6406"/>
                  </a:cubicBezTo>
                  <a:cubicBezTo>
                    <a:pt x="20343" y="5589"/>
                    <a:pt x="21116" y="4781"/>
                    <a:pt x="21866" y="4000"/>
                  </a:cubicBezTo>
                  <a:cubicBezTo>
                    <a:pt x="22467" y="3373"/>
                    <a:pt x="23087" y="2725"/>
                    <a:pt x="23686" y="2074"/>
                  </a:cubicBezTo>
                  <a:lnTo>
                    <a:pt x="23686" y="2074"/>
                  </a:lnTo>
                  <a:cubicBezTo>
                    <a:pt x="23289" y="4250"/>
                    <a:pt x="22201" y="6287"/>
                    <a:pt x="20610" y="7828"/>
                  </a:cubicBezTo>
                  <a:cubicBezTo>
                    <a:pt x="20212" y="8212"/>
                    <a:pt x="19793" y="8589"/>
                    <a:pt x="19347" y="8987"/>
                  </a:cubicBezTo>
                  <a:cubicBezTo>
                    <a:pt x="18239" y="9978"/>
                    <a:pt x="17091" y="11004"/>
                    <a:pt x="16312" y="12184"/>
                  </a:cubicBezTo>
                  <a:cubicBezTo>
                    <a:pt x="16297" y="12204"/>
                    <a:pt x="16301" y="12234"/>
                    <a:pt x="16320" y="12250"/>
                  </a:cubicBezTo>
                  <a:cubicBezTo>
                    <a:pt x="16330" y="12259"/>
                    <a:pt x="16343" y="12264"/>
                    <a:pt x="16356" y="12264"/>
                  </a:cubicBezTo>
                  <a:cubicBezTo>
                    <a:pt x="16367" y="12264"/>
                    <a:pt x="16378" y="12260"/>
                    <a:pt x="16388" y="12252"/>
                  </a:cubicBezTo>
                  <a:cubicBezTo>
                    <a:pt x="20013" y="9340"/>
                    <a:pt x="23354" y="7226"/>
                    <a:pt x="26589" y="5795"/>
                  </a:cubicBezTo>
                  <a:lnTo>
                    <a:pt x="26589" y="5795"/>
                  </a:lnTo>
                  <a:cubicBezTo>
                    <a:pt x="25425" y="7217"/>
                    <a:pt x="23917" y="8504"/>
                    <a:pt x="21987" y="9727"/>
                  </a:cubicBezTo>
                  <a:cubicBezTo>
                    <a:pt x="20171" y="10876"/>
                    <a:pt x="18253" y="11831"/>
                    <a:pt x="16447" y="12711"/>
                  </a:cubicBezTo>
                  <a:cubicBezTo>
                    <a:pt x="16422" y="12723"/>
                    <a:pt x="16412" y="12750"/>
                    <a:pt x="16420" y="12774"/>
                  </a:cubicBezTo>
                  <a:cubicBezTo>
                    <a:pt x="16427" y="12796"/>
                    <a:pt x="16447" y="12810"/>
                    <a:pt x="16469" y="12810"/>
                  </a:cubicBezTo>
                  <a:cubicBezTo>
                    <a:pt x="16472" y="12810"/>
                    <a:pt x="16475" y="12810"/>
                    <a:pt x="16478" y="12809"/>
                  </a:cubicBezTo>
                  <a:cubicBezTo>
                    <a:pt x="20312" y="12092"/>
                    <a:pt x="23868" y="10343"/>
                    <a:pt x="26777" y="7743"/>
                  </a:cubicBezTo>
                  <a:lnTo>
                    <a:pt x="26777" y="7743"/>
                  </a:lnTo>
                  <a:cubicBezTo>
                    <a:pt x="25848" y="9816"/>
                    <a:pt x="23617" y="11217"/>
                    <a:pt x="21880" y="12036"/>
                  </a:cubicBezTo>
                  <a:cubicBezTo>
                    <a:pt x="19326" y="13239"/>
                    <a:pt x="17694" y="13875"/>
                    <a:pt x="16261" y="13875"/>
                  </a:cubicBezTo>
                  <a:cubicBezTo>
                    <a:pt x="15993" y="13875"/>
                    <a:pt x="15731" y="13853"/>
                    <a:pt x="15471" y="13808"/>
                  </a:cubicBezTo>
                  <a:cubicBezTo>
                    <a:pt x="15468" y="13807"/>
                    <a:pt x="15464" y="13806"/>
                    <a:pt x="15461" y="13806"/>
                  </a:cubicBezTo>
                  <a:cubicBezTo>
                    <a:pt x="15442" y="13806"/>
                    <a:pt x="15424" y="13819"/>
                    <a:pt x="15416" y="13836"/>
                  </a:cubicBezTo>
                  <a:cubicBezTo>
                    <a:pt x="14341" y="16154"/>
                    <a:pt x="13276" y="17308"/>
                    <a:pt x="11195" y="18413"/>
                  </a:cubicBezTo>
                  <a:cubicBezTo>
                    <a:pt x="9082" y="19532"/>
                    <a:pt x="7241" y="20178"/>
                    <a:pt x="5446" y="20423"/>
                  </a:cubicBezTo>
                  <a:cubicBezTo>
                    <a:pt x="8617" y="19368"/>
                    <a:pt x="11488" y="17396"/>
                    <a:pt x="13778" y="14693"/>
                  </a:cubicBezTo>
                  <a:cubicBezTo>
                    <a:pt x="13794" y="14673"/>
                    <a:pt x="13794" y="14643"/>
                    <a:pt x="13776" y="14624"/>
                  </a:cubicBezTo>
                  <a:cubicBezTo>
                    <a:pt x="13765" y="14612"/>
                    <a:pt x="13752" y="14607"/>
                    <a:pt x="13737" y="14607"/>
                  </a:cubicBezTo>
                  <a:cubicBezTo>
                    <a:pt x="13728" y="14607"/>
                    <a:pt x="13717" y="14609"/>
                    <a:pt x="13708" y="14616"/>
                  </a:cubicBezTo>
                  <a:cubicBezTo>
                    <a:pt x="12310" y="15594"/>
                    <a:pt x="10440" y="16810"/>
                    <a:pt x="8361" y="17550"/>
                  </a:cubicBezTo>
                  <a:cubicBezTo>
                    <a:pt x="6996" y="18035"/>
                    <a:pt x="5639" y="18280"/>
                    <a:pt x="4353" y="18280"/>
                  </a:cubicBezTo>
                  <a:cubicBezTo>
                    <a:pt x="3746" y="18280"/>
                    <a:pt x="3155" y="18225"/>
                    <a:pt x="2586" y="18115"/>
                  </a:cubicBezTo>
                  <a:cubicBezTo>
                    <a:pt x="4344" y="17670"/>
                    <a:pt x="6037" y="16966"/>
                    <a:pt x="7677" y="16286"/>
                  </a:cubicBezTo>
                  <a:cubicBezTo>
                    <a:pt x="9565" y="15501"/>
                    <a:pt x="11520" y="14690"/>
                    <a:pt x="13565" y="14279"/>
                  </a:cubicBezTo>
                  <a:cubicBezTo>
                    <a:pt x="13593" y="14273"/>
                    <a:pt x="13612" y="14246"/>
                    <a:pt x="13605" y="14218"/>
                  </a:cubicBezTo>
                  <a:cubicBezTo>
                    <a:pt x="13601" y="14194"/>
                    <a:pt x="13580" y="14176"/>
                    <a:pt x="13556" y="14176"/>
                  </a:cubicBezTo>
                  <a:cubicBezTo>
                    <a:pt x="13553" y="14176"/>
                    <a:pt x="13549" y="14177"/>
                    <a:pt x="13545" y="14178"/>
                  </a:cubicBezTo>
                  <a:cubicBezTo>
                    <a:pt x="12808" y="14324"/>
                    <a:pt x="12034" y="14398"/>
                    <a:pt x="11286" y="14470"/>
                  </a:cubicBezTo>
                  <a:cubicBezTo>
                    <a:pt x="10490" y="14546"/>
                    <a:pt x="9665" y="14624"/>
                    <a:pt x="8881" y="14791"/>
                  </a:cubicBezTo>
                  <a:cubicBezTo>
                    <a:pt x="7981" y="14982"/>
                    <a:pt x="6728" y="15209"/>
                    <a:pt x="5401" y="15209"/>
                  </a:cubicBezTo>
                  <a:cubicBezTo>
                    <a:pt x="5027" y="15209"/>
                    <a:pt x="4648" y="15191"/>
                    <a:pt x="4269" y="15149"/>
                  </a:cubicBezTo>
                  <a:cubicBezTo>
                    <a:pt x="2685" y="14974"/>
                    <a:pt x="1266" y="14387"/>
                    <a:pt x="246" y="13490"/>
                  </a:cubicBezTo>
                  <a:lnTo>
                    <a:pt x="246" y="13490"/>
                  </a:lnTo>
                  <a:cubicBezTo>
                    <a:pt x="1058" y="13690"/>
                    <a:pt x="1882" y="13768"/>
                    <a:pt x="2707" y="13768"/>
                  </a:cubicBezTo>
                  <a:cubicBezTo>
                    <a:pt x="4048" y="13768"/>
                    <a:pt x="5391" y="13561"/>
                    <a:pt x="6686" y="13334"/>
                  </a:cubicBezTo>
                  <a:cubicBezTo>
                    <a:pt x="7368" y="13214"/>
                    <a:pt x="8059" y="13165"/>
                    <a:pt x="8748" y="13165"/>
                  </a:cubicBezTo>
                  <a:cubicBezTo>
                    <a:pt x="10354" y="13165"/>
                    <a:pt x="11949" y="13434"/>
                    <a:pt x="13383" y="13707"/>
                  </a:cubicBezTo>
                  <a:cubicBezTo>
                    <a:pt x="13386" y="13707"/>
                    <a:pt x="13389" y="13707"/>
                    <a:pt x="13392" y="13707"/>
                  </a:cubicBezTo>
                  <a:cubicBezTo>
                    <a:pt x="13416" y="13707"/>
                    <a:pt x="13437" y="13693"/>
                    <a:pt x="13443" y="13669"/>
                  </a:cubicBezTo>
                  <a:cubicBezTo>
                    <a:pt x="13451" y="13644"/>
                    <a:pt x="13436" y="13617"/>
                    <a:pt x="13412" y="13607"/>
                  </a:cubicBezTo>
                  <a:cubicBezTo>
                    <a:pt x="12021" y="13083"/>
                    <a:pt x="10518" y="12670"/>
                    <a:pt x="9065" y="12270"/>
                  </a:cubicBezTo>
                  <a:cubicBezTo>
                    <a:pt x="8200" y="12032"/>
                    <a:pt x="7307" y="11787"/>
                    <a:pt x="6458" y="11523"/>
                  </a:cubicBezTo>
                  <a:cubicBezTo>
                    <a:pt x="5041" y="11082"/>
                    <a:pt x="3744" y="10295"/>
                    <a:pt x="2700" y="9242"/>
                  </a:cubicBezTo>
                  <a:lnTo>
                    <a:pt x="2700" y="9242"/>
                  </a:lnTo>
                  <a:lnTo>
                    <a:pt x="2952" y="9270"/>
                  </a:lnTo>
                  <a:cubicBezTo>
                    <a:pt x="4695" y="9462"/>
                    <a:pt x="6498" y="9660"/>
                    <a:pt x="8263" y="9995"/>
                  </a:cubicBezTo>
                  <a:cubicBezTo>
                    <a:pt x="10021" y="10330"/>
                    <a:pt x="11512" y="11472"/>
                    <a:pt x="12954" y="12578"/>
                  </a:cubicBezTo>
                  <a:lnTo>
                    <a:pt x="13260" y="12812"/>
                  </a:lnTo>
                  <a:cubicBezTo>
                    <a:pt x="13269" y="12819"/>
                    <a:pt x="13280" y="12823"/>
                    <a:pt x="13291" y="12823"/>
                  </a:cubicBezTo>
                  <a:cubicBezTo>
                    <a:pt x="13305" y="12823"/>
                    <a:pt x="13319" y="12817"/>
                    <a:pt x="13328" y="12807"/>
                  </a:cubicBezTo>
                  <a:cubicBezTo>
                    <a:pt x="13347" y="12788"/>
                    <a:pt x="13348" y="12758"/>
                    <a:pt x="13331" y="12738"/>
                  </a:cubicBezTo>
                  <a:cubicBezTo>
                    <a:pt x="11894" y="10987"/>
                    <a:pt x="9929" y="9617"/>
                    <a:pt x="8196" y="8508"/>
                  </a:cubicBezTo>
                  <a:cubicBezTo>
                    <a:pt x="6740" y="7577"/>
                    <a:pt x="5515" y="6303"/>
                    <a:pt x="4639" y="4816"/>
                  </a:cubicBezTo>
                  <a:lnTo>
                    <a:pt x="4639" y="4816"/>
                  </a:lnTo>
                  <a:cubicBezTo>
                    <a:pt x="5403" y="5255"/>
                    <a:pt x="6221" y="5611"/>
                    <a:pt x="7013" y="5954"/>
                  </a:cubicBezTo>
                  <a:cubicBezTo>
                    <a:pt x="7830" y="6307"/>
                    <a:pt x="8675" y="6673"/>
                    <a:pt x="9455" y="7132"/>
                  </a:cubicBezTo>
                  <a:cubicBezTo>
                    <a:pt x="11527" y="8350"/>
                    <a:pt x="12879" y="10795"/>
                    <a:pt x="13500" y="12145"/>
                  </a:cubicBezTo>
                  <a:cubicBezTo>
                    <a:pt x="13509" y="12164"/>
                    <a:pt x="13528" y="12174"/>
                    <a:pt x="13547" y="12174"/>
                  </a:cubicBezTo>
                  <a:cubicBezTo>
                    <a:pt x="13551" y="12174"/>
                    <a:pt x="13556" y="12174"/>
                    <a:pt x="13560" y="12173"/>
                  </a:cubicBezTo>
                  <a:cubicBezTo>
                    <a:pt x="13584" y="12168"/>
                    <a:pt x="13601" y="12146"/>
                    <a:pt x="13600" y="12122"/>
                  </a:cubicBezTo>
                  <a:cubicBezTo>
                    <a:pt x="13569" y="11262"/>
                    <a:pt x="13352" y="10096"/>
                    <a:pt x="12941" y="9422"/>
                  </a:cubicBezTo>
                  <a:cubicBezTo>
                    <a:pt x="12569" y="8817"/>
                    <a:pt x="12109" y="8262"/>
                    <a:pt x="11665" y="7724"/>
                  </a:cubicBezTo>
                  <a:lnTo>
                    <a:pt x="11466" y="7485"/>
                  </a:lnTo>
                  <a:cubicBezTo>
                    <a:pt x="10763" y="6629"/>
                    <a:pt x="10046" y="5695"/>
                    <a:pt x="9565" y="4661"/>
                  </a:cubicBezTo>
                  <a:cubicBezTo>
                    <a:pt x="9209" y="3893"/>
                    <a:pt x="8835" y="2730"/>
                    <a:pt x="9031" y="1495"/>
                  </a:cubicBezTo>
                  <a:lnTo>
                    <a:pt x="9031" y="1495"/>
                  </a:lnTo>
                  <a:cubicBezTo>
                    <a:pt x="9436" y="2164"/>
                    <a:pt x="9798" y="2827"/>
                    <a:pt x="10147" y="3470"/>
                  </a:cubicBezTo>
                  <a:cubicBezTo>
                    <a:pt x="10626" y="4350"/>
                    <a:pt x="11122" y="5259"/>
                    <a:pt x="11723" y="6164"/>
                  </a:cubicBezTo>
                  <a:cubicBezTo>
                    <a:pt x="13048" y="8152"/>
                    <a:pt x="13866" y="10026"/>
                    <a:pt x="14157" y="11735"/>
                  </a:cubicBezTo>
                  <a:cubicBezTo>
                    <a:pt x="14161" y="11761"/>
                    <a:pt x="14183" y="11778"/>
                    <a:pt x="14209" y="11778"/>
                  </a:cubicBezTo>
                  <a:cubicBezTo>
                    <a:pt x="14211" y="11778"/>
                    <a:pt x="14213" y="11778"/>
                    <a:pt x="14215" y="11778"/>
                  </a:cubicBezTo>
                  <a:cubicBezTo>
                    <a:pt x="14242" y="11774"/>
                    <a:pt x="14262" y="11748"/>
                    <a:pt x="14259" y="11721"/>
                  </a:cubicBezTo>
                  <a:cubicBezTo>
                    <a:pt x="14156" y="10664"/>
                    <a:pt x="13858" y="9018"/>
                    <a:pt x="13358" y="7861"/>
                  </a:cubicBezTo>
                  <a:cubicBezTo>
                    <a:pt x="13231" y="7568"/>
                    <a:pt x="13098" y="7273"/>
                    <a:pt x="12970" y="6988"/>
                  </a:cubicBezTo>
                  <a:cubicBezTo>
                    <a:pt x="12625" y="6219"/>
                    <a:pt x="12267" y="5424"/>
                    <a:pt x="12000" y="4611"/>
                  </a:cubicBezTo>
                  <a:cubicBezTo>
                    <a:pt x="11731" y="3785"/>
                    <a:pt x="11461" y="2539"/>
                    <a:pt x="11669" y="1234"/>
                  </a:cubicBezTo>
                  <a:lnTo>
                    <a:pt x="11669" y="1234"/>
                  </a:lnTo>
                  <a:cubicBezTo>
                    <a:pt x="12684" y="2714"/>
                    <a:pt x="13075" y="4606"/>
                    <a:pt x="13456" y="6435"/>
                  </a:cubicBezTo>
                  <a:cubicBezTo>
                    <a:pt x="13807" y="8130"/>
                    <a:pt x="14170" y="9882"/>
                    <a:pt x="15023" y="11350"/>
                  </a:cubicBezTo>
                  <a:cubicBezTo>
                    <a:pt x="15033" y="11366"/>
                    <a:pt x="15050" y="11376"/>
                    <a:pt x="15068" y="11376"/>
                  </a:cubicBezTo>
                  <a:cubicBezTo>
                    <a:pt x="15076" y="11376"/>
                    <a:pt x="15084" y="11374"/>
                    <a:pt x="15092" y="11370"/>
                  </a:cubicBezTo>
                  <a:cubicBezTo>
                    <a:pt x="15118" y="11356"/>
                    <a:pt x="15127" y="11326"/>
                    <a:pt x="15115" y="11301"/>
                  </a:cubicBezTo>
                  <a:cubicBezTo>
                    <a:pt x="14421" y="9906"/>
                    <a:pt x="14047" y="7809"/>
                    <a:pt x="14111" y="5689"/>
                  </a:cubicBezTo>
                  <a:cubicBezTo>
                    <a:pt x="14157" y="4206"/>
                    <a:pt x="14439" y="2823"/>
                    <a:pt x="14739" y="1359"/>
                  </a:cubicBezTo>
                  <a:cubicBezTo>
                    <a:pt x="14789" y="1115"/>
                    <a:pt x="14840" y="867"/>
                    <a:pt x="14889" y="619"/>
                  </a:cubicBezTo>
                  <a:cubicBezTo>
                    <a:pt x="15454" y="1793"/>
                    <a:pt x="15715" y="3096"/>
                    <a:pt x="15646" y="4397"/>
                  </a:cubicBezTo>
                  <a:cubicBezTo>
                    <a:pt x="15611" y="5048"/>
                    <a:pt x="15493" y="5702"/>
                    <a:pt x="15379" y="6336"/>
                  </a:cubicBezTo>
                  <a:cubicBezTo>
                    <a:pt x="15299" y="6777"/>
                    <a:pt x="15217" y="7234"/>
                    <a:pt x="15163" y="7688"/>
                  </a:cubicBezTo>
                  <a:cubicBezTo>
                    <a:pt x="15011" y="8963"/>
                    <a:pt x="15045" y="10650"/>
                    <a:pt x="15590" y="11562"/>
                  </a:cubicBezTo>
                  <a:cubicBezTo>
                    <a:pt x="15599" y="11578"/>
                    <a:pt x="15616" y="11587"/>
                    <a:pt x="15633" y="11587"/>
                  </a:cubicBezTo>
                  <a:cubicBezTo>
                    <a:pt x="15639" y="11587"/>
                    <a:pt x="15645" y="11586"/>
                    <a:pt x="15650" y="11584"/>
                  </a:cubicBezTo>
                  <a:cubicBezTo>
                    <a:pt x="15673" y="11576"/>
                    <a:pt x="15688" y="11553"/>
                    <a:pt x="15685" y="11529"/>
                  </a:cubicBezTo>
                  <a:cubicBezTo>
                    <a:pt x="15430" y="9417"/>
                    <a:pt x="16159" y="6908"/>
                    <a:pt x="16860" y="5402"/>
                  </a:cubicBezTo>
                  <a:cubicBezTo>
                    <a:pt x="17079" y="4931"/>
                    <a:pt x="17318" y="4458"/>
                    <a:pt x="17549" y="4000"/>
                  </a:cubicBezTo>
                  <a:cubicBezTo>
                    <a:pt x="18153" y="2803"/>
                    <a:pt x="18777" y="1565"/>
                    <a:pt x="19117" y="244"/>
                  </a:cubicBezTo>
                  <a:close/>
                  <a:moveTo>
                    <a:pt x="19113" y="0"/>
                  </a:moveTo>
                  <a:cubicBezTo>
                    <a:pt x="19111" y="0"/>
                    <a:pt x="19110" y="0"/>
                    <a:pt x="19108" y="1"/>
                  </a:cubicBezTo>
                  <a:cubicBezTo>
                    <a:pt x="19085" y="2"/>
                    <a:pt x="19066" y="18"/>
                    <a:pt x="19061" y="41"/>
                  </a:cubicBezTo>
                  <a:cubicBezTo>
                    <a:pt x="18735" y="1417"/>
                    <a:pt x="18085" y="2706"/>
                    <a:pt x="17456" y="3953"/>
                  </a:cubicBezTo>
                  <a:cubicBezTo>
                    <a:pt x="17224" y="4412"/>
                    <a:pt x="16986" y="4885"/>
                    <a:pt x="16766" y="5358"/>
                  </a:cubicBezTo>
                  <a:cubicBezTo>
                    <a:pt x="16089" y="6812"/>
                    <a:pt x="15385" y="9195"/>
                    <a:pt x="15555" y="11269"/>
                  </a:cubicBezTo>
                  <a:cubicBezTo>
                    <a:pt x="15142" y="10343"/>
                    <a:pt x="15128" y="8851"/>
                    <a:pt x="15266" y="7700"/>
                  </a:cubicBezTo>
                  <a:cubicBezTo>
                    <a:pt x="15318" y="7249"/>
                    <a:pt x="15401" y="6793"/>
                    <a:pt x="15481" y="6353"/>
                  </a:cubicBezTo>
                  <a:cubicBezTo>
                    <a:pt x="15595" y="5717"/>
                    <a:pt x="15714" y="5059"/>
                    <a:pt x="15748" y="4401"/>
                  </a:cubicBezTo>
                  <a:cubicBezTo>
                    <a:pt x="15821" y="3032"/>
                    <a:pt x="15533" y="1661"/>
                    <a:pt x="14914" y="435"/>
                  </a:cubicBezTo>
                  <a:cubicBezTo>
                    <a:pt x="14905" y="418"/>
                    <a:pt x="14887" y="408"/>
                    <a:pt x="14867" y="408"/>
                  </a:cubicBezTo>
                  <a:cubicBezTo>
                    <a:pt x="14865" y="408"/>
                    <a:pt x="14863" y="408"/>
                    <a:pt x="14861" y="408"/>
                  </a:cubicBezTo>
                  <a:cubicBezTo>
                    <a:pt x="14839" y="411"/>
                    <a:pt x="14822" y="427"/>
                    <a:pt x="14818" y="449"/>
                  </a:cubicBezTo>
                  <a:cubicBezTo>
                    <a:pt x="14758" y="747"/>
                    <a:pt x="14698" y="1043"/>
                    <a:pt x="14637" y="1338"/>
                  </a:cubicBezTo>
                  <a:cubicBezTo>
                    <a:pt x="14337" y="2807"/>
                    <a:pt x="14053" y="4194"/>
                    <a:pt x="14008" y="5685"/>
                  </a:cubicBezTo>
                  <a:cubicBezTo>
                    <a:pt x="13959" y="7251"/>
                    <a:pt x="14150" y="8804"/>
                    <a:pt x="14531" y="10078"/>
                  </a:cubicBezTo>
                  <a:cubicBezTo>
                    <a:pt x="14076" y="8917"/>
                    <a:pt x="13814" y="7650"/>
                    <a:pt x="13557" y="6414"/>
                  </a:cubicBezTo>
                  <a:cubicBezTo>
                    <a:pt x="13165" y="4530"/>
                    <a:pt x="12762" y="2584"/>
                    <a:pt x="11682" y="1070"/>
                  </a:cubicBezTo>
                  <a:cubicBezTo>
                    <a:pt x="11672" y="1056"/>
                    <a:pt x="11656" y="1048"/>
                    <a:pt x="11640" y="1048"/>
                  </a:cubicBezTo>
                  <a:cubicBezTo>
                    <a:pt x="11636" y="1048"/>
                    <a:pt x="11632" y="1049"/>
                    <a:pt x="11628" y="1050"/>
                  </a:cubicBezTo>
                  <a:cubicBezTo>
                    <a:pt x="11608" y="1054"/>
                    <a:pt x="11591" y="1070"/>
                    <a:pt x="11589" y="1090"/>
                  </a:cubicBezTo>
                  <a:cubicBezTo>
                    <a:pt x="11337" y="2463"/>
                    <a:pt x="11621" y="3780"/>
                    <a:pt x="11902" y="4643"/>
                  </a:cubicBezTo>
                  <a:cubicBezTo>
                    <a:pt x="12170" y="5461"/>
                    <a:pt x="12528" y="6259"/>
                    <a:pt x="12875" y="7030"/>
                  </a:cubicBezTo>
                  <a:cubicBezTo>
                    <a:pt x="13003" y="7315"/>
                    <a:pt x="13136" y="7610"/>
                    <a:pt x="13262" y="7902"/>
                  </a:cubicBezTo>
                  <a:cubicBezTo>
                    <a:pt x="13603" y="8689"/>
                    <a:pt x="13849" y="9706"/>
                    <a:pt x="14002" y="10604"/>
                  </a:cubicBezTo>
                  <a:cubicBezTo>
                    <a:pt x="13596" y="9192"/>
                    <a:pt x="12860" y="7684"/>
                    <a:pt x="11809" y="6106"/>
                  </a:cubicBezTo>
                  <a:cubicBezTo>
                    <a:pt x="11209" y="5206"/>
                    <a:pt x="10716" y="4298"/>
                    <a:pt x="10238" y="3420"/>
                  </a:cubicBezTo>
                  <a:cubicBezTo>
                    <a:pt x="9867" y="2738"/>
                    <a:pt x="9483" y="2035"/>
                    <a:pt x="9047" y="1324"/>
                  </a:cubicBezTo>
                  <a:cubicBezTo>
                    <a:pt x="9038" y="1308"/>
                    <a:pt x="9022" y="1299"/>
                    <a:pt x="9004" y="1299"/>
                  </a:cubicBezTo>
                  <a:cubicBezTo>
                    <a:pt x="9000" y="1299"/>
                    <a:pt x="8997" y="1300"/>
                    <a:pt x="8994" y="1300"/>
                  </a:cubicBezTo>
                  <a:cubicBezTo>
                    <a:pt x="8973" y="1304"/>
                    <a:pt x="8956" y="1320"/>
                    <a:pt x="8952" y="1341"/>
                  </a:cubicBezTo>
                  <a:cubicBezTo>
                    <a:pt x="8700" y="2654"/>
                    <a:pt x="9095" y="3894"/>
                    <a:pt x="9471" y="4704"/>
                  </a:cubicBezTo>
                  <a:cubicBezTo>
                    <a:pt x="9957" y="5749"/>
                    <a:pt x="10678" y="6690"/>
                    <a:pt x="11386" y="7549"/>
                  </a:cubicBezTo>
                  <a:lnTo>
                    <a:pt x="11585" y="7790"/>
                  </a:lnTo>
                  <a:cubicBezTo>
                    <a:pt x="12027" y="8324"/>
                    <a:pt x="12485" y="8877"/>
                    <a:pt x="12852" y="9476"/>
                  </a:cubicBezTo>
                  <a:cubicBezTo>
                    <a:pt x="13214" y="10066"/>
                    <a:pt x="13421" y="11052"/>
                    <a:pt x="13482" y="11860"/>
                  </a:cubicBezTo>
                  <a:cubicBezTo>
                    <a:pt x="12812" y="10465"/>
                    <a:pt x="11485" y="8204"/>
                    <a:pt x="9506" y="7042"/>
                  </a:cubicBezTo>
                  <a:cubicBezTo>
                    <a:pt x="8721" y="6581"/>
                    <a:pt x="7873" y="6213"/>
                    <a:pt x="7054" y="5858"/>
                  </a:cubicBezTo>
                  <a:cubicBezTo>
                    <a:pt x="6206" y="5491"/>
                    <a:pt x="5329" y="5110"/>
                    <a:pt x="4523" y="4626"/>
                  </a:cubicBezTo>
                  <a:cubicBezTo>
                    <a:pt x="4514" y="4621"/>
                    <a:pt x="4505" y="4618"/>
                    <a:pt x="4496" y="4618"/>
                  </a:cubicBezTo>
                  <a:cubicBezTo>
                    <a:pt x="4482" y="4618"/>
                    <a:pt x="4469" y="4624"/>
                    <a:pt x="4460" y="4634"/>
                  </a:cubicBezTo>
                  <a:cubicBezTo>
                    <a:pt x="4442" y="4650"/>
                    <a:pt x="4438" y="4676"/>
                    <a:pt x="4450" y="4696"/>
                  </a:cubicBezTo>
                  <a:cubicBezTo>
                    <a:pt x="5340" y="6273"/>
                    <a:pt x="6615" y="7621"/>
                    <a:pt x="8139" y="8596"/>
                  </a:cubicBezTo>
                  <a:cubicBezTo>
                    <a:pt x="9740" y="9620"/>
                    <a:pt x="11540" y="10867"/>
                    <a:pt x="12931" y="12430"/>
                  </a:cubicBezTo>
                  <a:cubicBezTo>
                    <a:pt x="11507" y="11338"/>
                    <a:pt x="10030" y="10225"/>
                    <a:pt x="8282" y="9893"/>
                  </a:cubicBezTo>
                  <a:cubicBezTo>
                    <a:pt x="6514" y="9558"/>
                    <a:pt x="4709" y="9359"/>
                    <a:pt x="2963" y="9166"/>
                  </a:cubicBezTo>
                  <a:lnTo>
                    <a:pt x="2568" y="9123"/>
                  </a:lnTo>
                  <a:cubicBezTo>
                    <a:pt x="2566" y="9123"/>
                    <a:pt x="2564" y="9123"/>
                    <a:pt x="2562" y="9123"/>
                  </a:cubicBezTo>
                  <a:cubicBezTo>
                    <a:pt x="2542" y="9123"/>
                    <a:pt x="2524" y="9133"/>
                    <a:pt x="2516" y="9152"/>
                  </a:cubicBezTo>
                  <a:cubicBezTo>
                    <a:pt x="2506" y="9170"/>
                    <a:pt x="2511" y="9195"/>
                    <a:pt x="2525" y="9211"/>
                  </a:cubicBezTo>
                  <a:cubicBezTo>
                    <a:pt x="3598" y="10327"/>
                    <a:pt x="4947" y="11161"/>
                    <a:pt x="6427" y="11622"/>
                  </a:cubicBezTo>
                  <a:cubicBezTo>
                    <a:pt x="7277" y="11887"/>
                    <a:pt x="8172" y="12131"/>
                    <a:pt x="9037" y="12370"/>
                  </a:cubicBezTo>
                  <a:cubicBezTo>
                    <a:pt x="10284" y="12713"/>
                    <a:pt x="11567" y="13065"/>
                    <a:pt x="12782" y="13489"/>
                  </a:cubicBezTo>
                  <a:cubicBezTo>
                    <a:pt x="11510" y="13259"/>
                    <a:pt x="10134" y="13061"/>
                    <a:pt x="8748" y="13061"/>
                  </a:cubicBezTo>
                  <a:cubicBezTo>
                    <a:pt x="8053" y="13061"/>
                    <a:pt x="7356" y="13111"/>
                    <a:pt x="6668" y="13232"/>
                  </a:cubicBezTo>
                  <a:cubicBezTo>
                    <a:pt x="5377" y="13458"/>
                    <a:pt x="4038" y="13664"/>
                    <a:pt x="2704" y="13664"/>
                  </a:cubicBezTo>
                  <a:cubicBezTo>
                    <a:pt x="1819" y="13664"/>
                    <a:pt x="936" y="13574"/>
                    <a:pt x="70" y="13338"/>
                  </a:cubicBezTo>
                  <a:cubicBezTo>
                    <a:pt x="66" y="13337"/>
                    <a:pt x="61" y="13336"/>
                    <a:pt x="57" y="13336"/>
                  </a:cubicBezTo>
                  <a:cubicBezTo>
                    <a:pt x="39" y="13336"/>
                    <a:pt x="21" y="13346"/>
                    <a:pt x="12" y="13362"/>
                  </a:cubicBezTo>
                  <a:cubicBezTo>
                    <a:pt x="0" y="13383"/>
                    <a:pt x="4" y="13409"/>
                    <a:pt x="22" y="13426"/>
                  </a:cubicBezTo>
                  <a:cubicBezTo>
                    <a:pt x="1066" y="14417"/>
                    <a:pt x="2570" y="15066"/>
                    <a:pt x="4257" y="15251"/>
                  </a:cubicBezTo>
                  <a:cubicBezTo>
                    <a:pt x="4640" y="15294"/>
                    <a:pt x="5024" y="15312"/>
                    <a:pt x="5402" y="15312"/>
                  </a:cubicBezTo>
                  <a:cubicBezTo>
                    <a:pt x="6738" y="15312"/>
                    <a:pt x="7997" y="15084"/>
                    <a:pt x="8902" y="14892"/>
                  </a:cubicBezTo>
                  <a:cubicBezTo>
                    <a:pt x="9681" y="14727"/>
                    <a:pt x="10502" y="14648"/>
                    <a:pt x="11295" y="14572"/>
                  </a:cubicBezTo>
                  <a:cubicBezTo>
                    <a:pt x="11640" y="14540"/>
                    <a:pt x="11990" y="14506"/>
                    <a:pt x="12339" y="14466"/>
                  </a:cubicBezTo>
                  <a:lnTo>
                    <a:pt x="12339" y="14466"/>
                  </a:lnTo>
                  <a:cubicBezTo>
                    <a:pt x="10718" y="14911"/>
                    <a:pt x="9156" y="15559"/>
                    <a:pt x="7636" y="16190"/>
                  </a:cubicBezTo>
                  <a:cubicBezTo>
                    <a:pt x="5932" y="16898"/>
                    <a:pt x="4169" y="17630"/>
                    <a:pt x="2340" y="18070"/>
                  </a:cubicBezTo>
                  <a:cubicBezTo>
                    <a:pt x="2315" y="18075"/>
                    <a:pt x="2299" y="18097"/>
                    <a:pt x="2299" y="18121"/>
                  </a:cubicBezTo>
                  <a:cubicBezTo>
                    <a:pt x="2299" y="18144"/>
                    <a:pt x="2317" y="18165"/>
                    <a:pt x="2340" y="18171"/>
                  </a:cubicBezTo>
                  <a:cubicBezTo>
                    <a:pt x="2984" y="18313"/>
                    <a:pt x="3658" y="18384"/>
                    <a:pt x="4353" y="18384"/>
                  </a:cubicBezTo>
                  <a:cubicBezTo>
                    <a:pt x="5651" y="18384"/>
                    <a:pt x="7019" y="18136"/>
                    <a:pt x="8395" y="17647"/>
                  </a:cubicBezTo>
                  <a:cubicBezTo>
                    <a:pt x="10323" y="16962"/>
                    <a:pt x="12069" y="15870"/>
                    <a:pt x="13431" y="14935"/>
                  </a:cubicBezTo>
                  <a:lnTo>
                    <a:pt x="13431" y="14935"/>
                  </a:lnTo>
                  <a:cubicBezTo>
                    <a:pt x="11073" y="17606"/>
                    <a:pt x="8133" y="19521"/>
                    <a:pt x="4901" y="20484"/>
                  </a:cubicBezTo>
                  <a:cubicBezTo>
                    <a:pt x="4876" y="20493"/>
                    <a:pt x="4859" y="20518"/>
                    <a:pt x="4865" y="20545"/>
                  </a:cubicBezTo>
                  <a:cubicBezTo>
                    <a:pt x="4870" y="20569"/>
                    <a:pt x="4892" y="20587"/>
                    <a:pt x="4916" y="20587"/>
                  </a:cubicBezTo>
                  <a:cubicBezTo>
                    <a:pt x="4917" y="20587"/>
                    <a:pt x="4919" y="20585"/>
                    <a:pt x="4920" y="20585"/>
                  </a:cubicBezTo>
                  <a:cubicBezTo>
                    <a:pt x="6900" y="20404"/>
                    <a:pt x="8909" y="19742"/>
                    <a:pt x="11243" y="18503"/>
                  </a:cubicBezTo>
                  <a:cubicBezTo>
                    <a:pt x="13336" y="17393"/>
                    <a:pt x="14413" y="16232"/>
                    <a:pt x="15493" y="13915"/>
                  </a:cubicBezTo>
                  <a:cubicBezTo>
                    <a:pt x="15746" y="13957"/>
                    <a:pt x="16002" y="13978"/>
                    <a:pt x="16264" y="13978"/>
                  </a:cubicBezTo>
                  <a:cubicBezTo>
                    <a:pt x="17714" y="13978"/>
                    <a:pt x="19357" y="13338"/>
                    <a:pt x="21924" y="12129"/>
                  </a:cubicBezTo>
                  <a:cubicBezTo>
                    <a:pt x="23737" y="11274"/>
                    <a:pt x="26083" y="9789"/>
                    <a:pt x="26963" y="7567"/>
                  </a:cubicBezTo>
                  <a:cubicBezTo>
                    <a:pt x="26973" y="7544"/>
                    <a:pt x="26964" y="7518"/>
                    <a:pt x="26944" y="7505"/>
                  </a:cubicBezTo>
                  <a:cubicBezTo>
                    <a:pt x="26935" y="7499"/>
                    <a:pt x="26925" y="7496"/>
                    <a:pt x="26915" y="7496"/>
                  </a:cubicBezTo>
                  <a:cubicBezTo>
                    <a:pt x="26902" y="7496"/>
                    <a:pt x="26890" y="7500"/>
                    <a:pt x="26880" y="7509"/>
                  </a:cubicBezTo>
                  <a:cubicBezTo>
                    <a:pt x="24050" y="10093"/>
                    <a:pt x="20589" y="11858"/>
                    <a:pt x="16848" y="12631"/>
                  </a:cubicBezTo>
                  <a:cubicBezTo>
                    <a:pt x="18552" y="11796"/>
                    <a:pt x="20340" y="10891"/>
                    <a:pt x="22042" y="9813"/>
                  </a:cubicBezTo>
                  <a:cubicBezTo>
                    <a:pt x="24056" y="8538"/>
                    <a:pt x="25614" y="7191"/>
                    <a:pt x="26803" y="5694"/>
                  </a:cubicBezTo>
                  <a:cubicBezTo>
                    <a:pt x="26818" y="5675"/>
                    <a:pt x="26818" y="5650"/>
                    <a:pt x="26803" y="5631"/>
                  </a:cubicBezTo>
                  <a:cubicBezTo>
                    <a:pt x="26794" y="5618"/>
                    <a:pt x="26778" y="5610"/>
                    <a:pt x="26763" y="5610"/>
                  </a:cubicBezTo>
                  <a:cubicBezTo>
                    <a:pt x="26756" y="5610"/>
                    <a:pt x="26749" y="5612"/>
                    <a:pt x="26742" y="5615"/>
                  </a:cubicBezTo>
                  <a:cubicBezTo>
                    <a:pt x="23519" y="7014"/>
                    <a:pt x="20197" y="9088"/>
                    <a:pt x="16599" y="11950"/>
                  </a:cubicBezTo>
                  <a:cubicBezTo>
                    <a:pt x="17360" y="10900"/>
                    <a:pt x="18404" y="9968"/>
                    <a:pt x="19416" y="9063"/>
                  </a:cubicBezTo>
                  <a:cubicBezTo>
                    <a:pt x="19861" y="8664"/>
                    <a:pt x="20284" y="8288"/>
                    <a:pt x="20683" y="7900"/>
                  </a:cubicBezTo>
                  <a:cubicBezTo>
                    <a:pt x="22331" y="6305"/>
                    <a:pt x="23445" y="4181"/>
                    <a:pt x="23819" y="1916"/>
                  </a:cubicBezTo>
                  <a:cubicBezTo>
                    <a:pt x="23822" y="1895"/>
                    <a:pt x="23811" y="1872"/>
                    <a:pt x="23791" y="1863"/>
                  </a:cubicBezTo>
                  <a:cubicBezTo>
                    <a:pt x="23783" y="1859"/>
                    <a:pt x="23775" y="1857"/>
                    <a:pt x="23767" y="1857"/>
                  </a:cubicBezTo>
                  <a:cubicBezTo>
                    <a:pt x="23753" y="1857"/>
                    <a:pt x="23739" y="1863"/>
                    <a:pt x="23729" y="1873"/>
                  </a:cubicBezTo>
                  <a:cubicBezTo>
                    <a:pt x="23094" y="2568"/>
                    <a:pt x="22431" y="3259"/>
                    <a:pt x="21790" y="3928"/>
                  </a:cubicBezTo>
                  <a:cubicBezTo>
                    <a:pt x="21041" y="4709"/>
                    <a:pt x="20266" y="5518"/>
                    <a:pt x="19530" y="6334"/>
                  </a:cubicBezTo>
                  <a:cubicBezTo>
                    <a:pt x="18110" y="7912"/>
                    <a:pt x="16823" y="9860"/>
                    <a:pt x="16057" y="11589"/>
                  </a:cubicBezTo>
                  <a:cubicBezTo>
                    <a:pt x="16032" y="10064"/>
                    <a:pt x="16981" y="8292"/>
                    <a:pt x="17284" y="7766"/>
                  </a:cubicBezTo>
                  <a:cubicBezTo>
                    <a:pt x="17453" y="7474"/>
                    <a:pt x="17633" y="7179"/>
                    <a:pt x="17807" y="6895"/>
                  </a:cubicBezTo>
                  <a:cubicBezTo>
                    <a:pt x="18305" y="6083"/>
                    <a:pt x="18820" y="5242"/>
                    <a:pt x="19136" y="4327"/>
                  </a:cubicBezTo>
                  <a:cubicBezTo>
                    <a:pt x="19612" y="2946"/>
                    <a:pt x="19620" y="1423"/>
                    <a:pt x="19160" y="37"/>
                  </a:cubicBezTo>
                  <a:cubicBezTo>
                    <a:pt x="19153" y="16"/>
                    <a:pt x="19136" y="0"/>
                    <a:pt x="1911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8" name="Google Shape;9178;p30"/>
            <p:cNvSpPr/>
            <p:nvPr/>
          </p:nvSpPr>
          <p:spPr>
            <a:xfrm>
              <a:off x="4966150" y="4352775"/>
              <a:ext cx="231825" cy="182525"/>
            </a:xfrm>
            <a:custGeom>
              <a:avLst/>
              <a:gdLst/>
              <a:ahLst/>
              <a:cxnLst/>
              <a:rect l="l" t="t" r="r" b="b"/>
              <a:pathLst>
                <a:path w="9273" h="7301" extrusionOk="0">
                  <a:moveTo>
                    <a:pt x="9244" y="0"/>
                  </a:moveTo>
                  <a:cubicBezTo>
                    <a:pt x="9231" y="0"/>
                    <a:pt x="9221" y="10"/>
                    <a:pt x="9219" y="22"/>
                  </a:cubicBezTo>
                  <a:cubicBezTo>
                    <a:pt x="9063" y="1055"/>
                    <a:pt x="8525" y="2029"/>
                    <a:pt x="7574" y="3002"/>
                  </a:cubicBezTo>
                  <a:cubicBezTo>
                    <a:pt x="6756" y="3838"/>
                    <a:pt x="5768" y="4495"/>
                    <a:pt x="4743" y="5152"/>
                  </a:cubicBezTo>
                  <a:cubicBezTo>
                    <a:pt x="3223" y="6125"/>
                    <a:pt x="1718" y="7018"/>
                    <a:pt x="25" y="7249"/>
                  </a:cubicBezTo>
                  <a:cubicBezTo>
                    <a:pt x="12" y="7251"/>
                    <a:pt x="1" y="7264"/>
                    <a:pt x="4" y="7278"/>
                  </a:cubicBezTo>
                  <a:cubicBezTo>
                    <a:pt x="5" y="7291"/>
                    <a:pt x="16" y="7300"/>
                    <a:pt x="29" y="7300"/>
                  </a:cubicBezTo>
                  <a:lnTo>
                    <a:pt x="33" y="7300"/>
                  </a:lnTo>
                  <a:cubicBezTo>
                    <a:pt x="1735" y="7068"/>
                    <a:pt x="3246" y="6172"/>
                    <a:pt x="4771" y="5195"/>
                  </a:cubicBezTo>
                  <a:cubicBezTo>
                    <a:pt x="5799" y="4537"/>
                    <a:pt x="6788" y="3878"/>
                    <a:pt x="7610" y="3038"/>
                  </a:cubicBezTo>
                  <a:cubicBezTo>
                    <a:pt x="8571" y="2058"/>
                    <a:pt x="9113" y="1074"/>
                    <a:pt x="9270" y="30"/>
                  </a:cubicBezTo>
                  <a:cubicBezTo>
                    <a:pt x="9273" y="17"/>
                    <a:pt x="9262" y="3"/>
                    <a:pt x="9249" y="1"/>
                  </a:cubicBezTo>
                  <a:cubicBezTo>
                    <a:pt x="9247" y="0"/>
                    <a:pt x="9246" y="0"/>
                    <a:pt x="924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9" name="Google Shape;9179;p30"/>
            <p:cNvSpPr/>
            <p:nvPr/>
          </p:nvSpPr>
          <p:spPr>
            <a:xfrm>
              <a:off x="4884925" y="4352425"/>
              <a:ext cx="313200" cy="126800"/>
            </a:xfrm>
            <a:custGeom>
              <a:avLst/>
              <a:gdLst/>
              <a:ahLst/>
              <a:cxnLst/>
              <a:rect l="l" t="t" r="r" b="b"/>
              <a:pathLst>
                <a:path w="12528" h="5072" extrusionOk="0">
                  <a:moveTo>
                    <a:pt x="12499" y="1"/>
                  </a:moveTo>
                  <a:cubicBezTo>
                    <a:pt x="12487" y="1"/>
                    <a:pt x="12476" y="8"/>
                    <a:pt x="12473" y="21"/>
                  </a:cubicBezTo>
                  <a:cubicBezTo>
                    <a:pt x="12360" y="542"/>
                    <a:pt x="11921" y="929"/>
                    <a:pt x="11600" y="1176"/>
                  </a:cubicBezTo>
                  <a:cubicBezTo>
                    <a:pt x="11217" y="1472"/>
                    <a:pt x="10766" y="1679"/>
                    <a:pt x="10330" y="1879"/>
                  </a:cubicBezTo>
                  <a:lnTo>
                    <a:pt x="10297" y="1895"/>
                  </a:lnTo>
                  <a:cubicBezTo>
                    <a:pt x="10001" y="2031"/>
                    <a:pt x="9705" y="2169"/>
                    <a:pt x="9409" y="2307"/>
                  </a:cubicBezTo>
                  <a:cubicBezTo>
                    <a:pt x="8088" y="2922"/>
                    <a:pt x="6721" y="3558"/>
                    <a:pt x="5326" y="4055"/>
                  </a:cubicBezTo>
                  <a:cubicBezTo>
                    <a:pt x="3504" y="4702"/>
                    <a:pt x="1874" y="5020"/>
                    <a:pt x="358" y="5020"/>
                  </a:cubicBezTo>
                  <a:cubicBezTo>
                    <a:pt x="247" y="5020"/>
                    <a:pt x="137" y="5019"/>
                    <a:pt x="28" y="5015"/>
                  </a:cubicBezTo>
                  <a:cubicBezTo>
                    <a:pt x="13" y="5015"/>
                    <a:pt x="2" y="5026"/>
                    <a:pt x="1" y="5041"/>
                  </a:cubicBezTo>
                  <a:cubicBezTo>
                    <a:pt x="1" y="5056"/>
                    <a:pt x="12" y="5066"/>
                    <a:pt x="27" y="5068"/>
                  </a:cubicBezTo>
                  <a:cubicBezTo>
                    <a:pt x="134" y="5070"/>
                    <a:pt x="242" y="5072"/>
                    <a:pt x="351" y="5072"/>
                  </a:cubicBezTo>
                  <a:cubicBezTo>
                    <a:pt x="1876" y="5072"/>
                    <a:pt x="3514" y="4754"/>
                    <a:pt x="5343" y="4103"/>
                  </a:cubicBezTo>
                  <a:cubicBezTo>
                    <a:pt x="6741" y="3607"/>
                    <a:pt x="8108" y="2969"/>
                    <a:pt x="9432" y="2353"/>
                  </a:cubicBezTo>
                  <a:cubicBezTo>
                    <a:pt x="9726" y="2216"/>
                    <a:pt x="10022" y="2078"/>
                    <a:pt x="10318" y="1941"/>
                  </a:cubicBezTo>
                  <a:lnTo>
                    <a:pt x="10352" y="1926"/>
                  </a:lnTo>
                  <a:cubicBezTo>
                    <a:pt x="10790" y="1725"/>
                    <a:pt x="11244" y="1516"/>
                    <a:pt x="11633" y="1217"/>
                  </a:cubicBezTo>
                  <a:cubicBezTo>
                    <a:pt x="11960" y="966"/>
                    <a:pt x="12408" y="569"/>
                    <a:pt x="12525" y="32"/>
                  </a:cubicBezTo>
                  <a:cubicBezTo>
                    <a:pt x="12527" y="17"/>
                    <a:pt x="12518" y="4"/>
                    <a:pt x="12504" y="1"/>
                  </a:cubicBezTo>
                  <a:cubicBezTo>
                    <a:pt x="12503" y="1"/>
                    <a:pt x="12501" y="1"/>
                    <a:pt x="1249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0" name="Google Shape;9180;p30"/>
            <p:cNvSpPr/>
            <p:nvPr/>
          </p:nvSpPr>
          <p:spPr>
            <a:xfrm>
              <a:off x="4827200" y="4352275"/>
              <a:ext cx="371025" cy="30100"/>
            </a:xfrm>
            <a:custGeom>
              <a:avLst/>
              <a:gdLst/>
              <a:ahLst/>
              <a:cxnLst/>
              <a:rect l="l" t="t" r="r" b="b"/>
              <a:pathLst>
                <a:path w="14841" h="1204" extrusionOk="0">
                  <a:moveTo>
                    <a:pt x="14811" y="0"/>
                  </a:moveTo>
                  <a:cubicBezTo>
                    <a:pt x="14803" y="0"/>
                    <a:pt x="14795" y="4"/>
                    <a:pt x="14791" y="11"/>
                  </a:cubicBezTo>
                  <a:cubicBezTo>
                    <a:pt x="14341" y="623"/>
                    <a:pt x="13573" y="794"/>
                    <a:pt x="13155" y="841"/>
                  </a:cubicBezTo>
                  <a:cubicBezTo>
                    <a:pt x="12985" y="860"/>
                    <a:pt x="12813" y="868"/>
                    <a:pt x="12641" y="868"/>
                  </a:cubicBezTo>
                  <a:cubicBezTo>
                    <a:pt x="12325" y="868"/>
                    <a:pt x="12009" y="843"/>
                    <a:pt x="11699" y="818"/>
                  </a:cubicBezTo>
                  <a:cubicBezTo>
                    <a:pt x="11551" y="806"/>
                    <a:pt x="11403" y="794"/>
                    <a:pt x="11255" y="785"/>
                  </a:cubicBezTo>
                  <a:cubicBezTo>
                    <a:pt x="10969" y="767"/>
                    <a:pt x="10681" y="760"/>
                    <a:pt x="10394" y="760"/>
                  </a:cubicBezTo>
                  <a:cubicBezTo>
                    <a:pt x="9360" y="760"/>
                    <a:pt x="8323" y="859"/>
                    <a:pt x="7312" y="956"/>
                  </a:cubicBezTo>
                  <a:cubicBezTo>
                    <a:pt x="6747" y="1009"/>
                    <a:pt x="6160" y="1066"/>
                    <a:pt x="5585" y="1104"/>
                  </a:cubicBezTo>
                  <a:cubicBezTo>
                    <a:pt x="5168" y="1131"/>
                    <a:pt x="4720" y="1151"/>
                    <a:pt x="4253" y="1151"/>
                  </a:cubicBezTo>
                  <a:cubicBezTo>
                    <a:pt x="2906" y="1151"/>
                    <a:pt x="1401" y="981"/>
                    <a:pt x="40" y="310"/>
                  </a:cubicBezTo>
                  <a:cubicBezTo>
                    <a:pt x="37" y="308"/>
                    <a:pt x="33" y="307"/>
                    <a:pt x="29" y="307"/>
                  </a:cubicBezTo>
                  <a:cubicBezTo>
                    <a:pt x="20" y="307"/>
                    <a:pt x="10" y="312"/>
                    <a:pt x="5" y="321"/>
                  </a:cubicBezTo>
                  <a:cubicBezTo>
                    <a:pt x="0" y="334"/>
                    <a:pt x="5" y="349"/>
                    <a:pt x="18" y="356"/>
                  </a:cubicBezTo>
                  <a:cubicBezTo>
                    <a:pt x="1386" y="1031"/>
                    <a:pt x="2897" y="1203"/>
                    <a:pt x="4249" y="1203"/>
                  </a:cubicBezTo>
                  <a:cubicBezTo>
                    <a:pt x="4719" y="1203"/>
                    <a:pt x="5170" y="1182"/>
                    <a:pt x="5589" y="1155"/>
                  </a:cubicBezTo>
                  <a:cubicBezTo>
                    <a:pt x="6166" y="1117"/>
                    <a:pt x="6751" y="1061"/>
                    <a:pt x="7317" y="1007"/>
                  </a:cubicBezTo>
                  <a:cubicBezTo>
                    <a:pt x="8323" y="910"/>
                    <a:pt x="9356" y="811"/>
                    <a:pt x="10383" y="811"/>
                  </a:cubicBezTo>
                  <a:cubicBezTo>
                    <a:pt x="10674" y="811"/>
                    <a:pt x="10963" y="819"/>
                    <a:pt x="11252" y="837"/>
                  </a:cubicBezTo>
                  <a:cubicBezTo>
                    <a:pt x="11399" y="847"/>
                    <a:pt x="11547" y="857"/>
                    <a:pt x="11695" y="870"/>
                  </a:cubicBezTo>
                  <a:cubicBezTo>
                    <a:pt x="12006" y="894"/>
                    <a:pt x="12324" y="919"/>
                    <a:pt x="12642" y="919"/>
                  </a:cubicBezTo>
                  <a:cubicBezTo>
                    <a:pt x="12816" y="919"/>
                    <a:pt x="12989" y="912"/>
                    <a:pt x="13161" y="892"/>
                  </a:cubicBezTo>
                  <a:cubicBezTo>
                    <a:pt x="13588" y="844"/>
                    <a:pt x="14371" y="669"/>
                    <a:pt x="14832" y="42"/>
                  </a:cubicBezTo>
                  <a:cubicBezTo>
                    <a:pt x="14840" y="30"/>
                    <a:pt x="14838" y="14"/>
                    <a:pt x="14826" y="6"/>
                  </a:cubicBezTo>
                  <a:cubicBezTo>
                    <a:pt x="14821" y="2"/>
                    <a:pt x="14816" y="0"/>
                    <a:pt x="1481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1" name="Google Shape;9181;p30"/>
            <p:cNvSpPr/>
            <p:nvPr/>
          </p:nvSpPr>
          <p:spPr>
            <a:xfrm>
              <a:off x="4889200" y="4254875"/>
              <a:ext cx="308825" cy="103725"/>
            </a:xfrm>
            <a:custGeom>
              <a:avLst/>
              <a:gdLst/>
              <a:ahLst/>
              <a:cxnLst/>
              <a:rect l="l" t="t" r="r" b="b"/>
              <a:pathLst>
                <a:path w="12353" h="4149" extrusionOk="0">
                  <a:moveTo>
                    <a:pt x="29" y="0"/>
                  </a:moveTo>
                  <a:cubicBezTo>
                    <a:pt x="20" y="0"/>
                    <a:pt x="11" y="6"/>
                    <a:pt x="8" y="15"/>
                  </a:cubicBezTo>
                  <a:cubicBezTo>
                    <a:pt x="1" y="29"/>
                    <a:pt x="6" y="43"/>
                    <a:pt x="20" y="50"/>
                  </a:cubicBezTo>
                  <a:cubicBezTo>
                    <a:pt x="1588" y="767"/>
                    <a:pt x="3235" y="1327"/>
                    <a:pt x="4915" y="1709"/>
                  </a:cubicBezTo>
                  <a:cubicBezTo>
                    <a:pt x="5166" y="1767"/>
                    <a:pt x="5422" y="1821"/>
                    <a:pt x="5671" y="1874"/>
                  </a:cubicBezTo>
                  <a:cubicBezTo>
                    <a:pt x="6827" y="2119"/>
                    <a:pt x="8023" y="2374"/>
                    <a:pt x="9047" y="2978"/>
                  </a:cubicBezTo>
                  <a:cubicBezTo>
                    <a:pt x="9235" y="3088"/>
                    <a:pt x="9421" y="3213"/>
                    <a:pt x="9601" y="3333"/>
                  </a:cubicBezTo>
                  <a:cubicBezTo>
                    <a:pt x="9904" y="3537"/>
                    <a:pt x="10217" y="3747"/>
                    <a:pt x="10558" y="3901"/>
                  </a:cubicBezTo>
                  <a:cubicBezTo>
                    <a:pt x="10724" y="3975"/>
                    <a:pt x="11160" y="4148"/>
                    <a:pt x="11622" y="4148"/>
                  </a:cubicBezTo>
                  <a:cubicBezTo>
                    <a:pt x="11864" y="4148"/>
                    <a:pt x="12114" y="4100"/>
                    <a:pt x="12336" y="3964"/>
                  </a:cubicBezTo>
                  <a:cubicBezTo>
                    <a:pt x="12348" y="3957"/>
                    <a:pt x="12352" y="3941"/>
                    <a:pt x="12344" y="3929"/>
                  </a:cubicBezTo>
                  <a:cubicBezTo>
                    <a:pt x="12340" y="3921"/>
                    <a:pt x="12332" y="3917"/>
                    <a:pt x="12323" y="3917"/>
                  </a:cubicBezTo>
                  <a:cubicBezTo>
                    <a:pt x="12318" y="3917"/>
                    <a:pt x="12313" y="3918"/>
                    <a:pt x="12309" y="3921"/>
                  </a:cubicBezTo>
                  <a:cubicBezTo>
                    <a:pt x="12097" y="4050"/>
                    <a:pt x="11856" y="4096"/>
                    <a:pt x="11622" y="4096"/>
                  </a:cubicBezTo>
                  <a:cubicBezTo>
                    <a:pt x="11171" y="4096"/>
                    <a:pt x="10742" y="3926"/>
                    <a:pt x="10578" y="3852"/>
                  </a:cubicBezTo>
                  <a:cubicBezTo>
                    <a:pt x="10243" y="3701"/>
                    <a:pt x="9931" y="3493"/>
                    <a:pt x="9629" y="3290"/>
                  </a:cubicBezTo>
                  <a:cubicBezTo>
                    <a:pt x="9449" y="3169"/>
                    <a:pt x="9263" y="3044"/>
                    <a:pt x="9074" y="2932"/>
                  </a:cubicBezTo>
                  <a:cubicBezTo>
                    <a:pt x="8042" y="2325"/>
                    <a:pt x="6842" y="2070"/>
                    <a:pt x="5682" y="1823"/>
                  </a:cubicBezTo>
                  <a:cubicBezTo>
                    <a:pt x="5433" y="1771"/>
                    <a:pt x="5178" y="1716"/>
                    <a:pt x="4927" y="1659"/>
                  </a:cubicBezTo>
                  <a:cubicBezTo>
                    <a:pt x="3250" y="1276"/>
                    <a:pt x="1606" y="719"/>
                    <a:pt x="41" y="3"/>
                  </a:cubicBezTo>
                  <a:cubicBezTo>
                    <a:pt x="37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2" name="Google Shape;9182;p30"/>
            <p:cNvSpPr/>
            <p:nvPr/>
          </p:nvSpPr>
          <p:spPr>
            <a:xfrm>
              <a:off x="4938050" y="4142950"/>
              <a:ext cx="260000" cy="210825"/>
            </a:xfrm>
            <a:custGeom>
              <a:avLst/>
              <a:gdLst/>
              <a:ahLst/>
              <a:cxnLst/>
              <a:rect l="l" t="t" r="r" b="b"/>
              <a:pathLst>
                <a:path w="10400" h="8433" extrusionOk="0">
                  <a:moveTo>
                    <a:pt x="30" y="0"/>
                  </a:moveTo>
                  <a:cubicBezTo>
                    <a:pt x="23" y="0"/>
                    <a:pt x="16" y="3"/>
                    <a:pt x="11" y="8"/>
                  </a:cubicBezTo>
                  <a:cubicBezTo>
                    <a:pt x="2" y="18"/>
                    <a:pt x="0" y="34"/>
                    <a:pt x="11" y="45"/>
                  </a:cubicBezTo>
                  <a:cubicBezTo>
                    <a:pt x="892" y="953"/>
                    <a:pt x="2018" y="1586"/>
                    <a:pt x="3107" y="2198"/>
                  </a:cubicBezTo>
                  <a:cubicBezTo>
                    <a:pt x="3801" y="2590"/>
                    <a:pt x="4519" y="2994"/>
                    <a:pt x="5169" y="3467"/>
                  </a:cubicBezTo>
                  <a:cubicBezTo>
                    <a:pt x="6206" y="4220"/>
                    <a:pt x="7118" y="5192"/>
                    <a:pt x="7807" y="6273"/>
                  </a:cubicBezTo>
                  <a:cubicBezTo>
                    <a:pt x="7884" y="6392"/>
                    <a:pt x="7958" y="6516"/>
                    <a:pt x="8030" y="6635"/>
                  </a:cubicBezTo>
                  <a:cubicBezTo>
                    <a:pt x="8256" y="7005"/>
                    <a:pt x="8489" y="7389"/>
                    <a:pt x="8788" y="7713"/>
                  </a:cubicBezTo>
                  <a:cubicBezTo>
                    <a:pt x="9198" y="8161"/>
                    <a:pt x="9779" y="8433"/>
                    <a:pt x="10318" y="8433"/>
                  </a:cubicBezTo>
                  <a:cubicBezTo>
                    <a:pt x="10336" y="8433"/>
                    <a:pt x="10355" y="8433"/>
                    <a:pt x="10374" y="8431"/>
                  </a:cubicBezTo>
                  <a:cubicBezTo>
                    <a:pt x="10389" y="8431"/>
                    <a:pt x="10400" y="8419"/>
                    <a:pt x="10400" y="8404"/>
                  </a:cubicBezTo>
                  <a:cubicBezTo>
                    <a:pt x="10400" y="8392"/>
                    <a:pt x="10391" y="8380"/>
                    <a:pt x="10375" y="8380"/>
                  </a:cubicBezTo>
                  <a:cubicBezTo>
                    <a:pt x="10374" y="8380"/>
                    <a:pt x="10374" y="8380"/>
                    <a:pt x="10373" y="8380"/>
                  </a:cubicBezTo>
                  <a:lnTo>
                    <a:pt x="10318" y="8380"/>
                  </a:lnTo>
                  <a:cubicBezTo>
                    <a:pt x="9793" y="8380"/>
                    <a:pt x="9226" y="8115"/>
                    <a:pt x="8826" y="7678"/>
                  </a:cubicBezTo>
                  <a:cubicBezTo>
                    <a:pt x="8531" y="7358"/>
                    <a:pt x="8300" y="6977"/>
                    <a:pt x="8075" y="6608"/>
                  </a:cubicBezTo>
                  <a:cubicBezTo>
                    <a:pt x="8002" y="6489"/>
                    <a:pt x="7927" y="6365"/>
                    <a:pt x="7852" y="6245"/>
                  </a:cubicBezTo>
                  <a:cubicBezTo>
                    <a:pt x="7159" y="5158"/>
                    <a:pt x="6243" y="4183"/>
                    <a:pt x="5200" y="3425"/>
                  </a:cubicBezTo>
                  <a:cubicBezTo>
                    <a:pt x="4546" y="2950"/>
                    <a:pt x="3828" y="2546"/>
                    <a:pt x="3132" y="2154"/>
                  </a:cubicBezTo>
                  <a:cubicBezTo>
                    <a:pt x="2046" y="1543"/>
                    <a:pt x="924" y="911"/>
                    <a:pt x="49" y="8"/>
                  </a:cubicBezTo>
                  <a:cubicBezTo>
                    <a:pt x="43" y="3"/>
                    <a:pt x="37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3" name="Google Shape;9183;p30"/>
            <p:cNvSpPr/>
            <p:nvPr/>
          </p:nvSpPr>
          <p:spPr>
            <a:xfrm>
              <a:off x="5049700" y="4060425"/>
              <a:ext cx="148325" cy="293425"/>
            </a:xfrm>
            <a:custGeom>
              <a:avLst/>
              <a:gdLst/>
              <a:ahLst/>
              <a:cxnLst/>
              <a:rect l="l" t="t" r="r" b="b"/>
              <a:pathLst>
                <a:path w="5933" h="11737" extrusionOk="0">
                  <a:moveTo>
                    <a:pt x="29" y="1"/>
                  </a:moveTo>
                  <a:cubicBezTo>
                    <a:pt x="27" y="1"/>
                    <a:pt x="25" y="1"/>
                    <a:pt x="24" y="1"/>
                  </a:cubicBezTo>
                  <a:cubicBezTo>
                    <a:pt x="9" y="5"/>
                    <a:pt x="1" y="19"/>
                    <a:pt x="3" y="32"/>
                  </a:cubicBezTo>
                  <a:cubicBezTo>
                    <a:pt x="379" y="1685"/>
                    <a:pt x="1045" y="3238"/>
                    <a:pt x="1986" y="4648"/>
                  </a:cubicBezTo>
                  <a:cubicBezTo>
                    <a:pt x="2216" y="4992"/>
                    <a:pt x="2468" y="5335"/>
                    <a:pt x="2710" y="5666"/>
                  </a:cubicBezTo>
                  <a:cubicBezTo>
                    <a:pt x="3373" y="6570"/>
                    <a:pt x="4058" y="7505"/>
                    <a:pt x="4389" y="8583"/>
                  </a:cubicBezTo>
                  <a:cubicBezTo>
                    <a:pt x="4467" y="8840"/>
                    <a:pt x="4526" y="9108"/>
                    <a:pt x="4584" y="9366"/>
                  </a:cubicBezTo>
                  <a:cubicBezTo>
                    <a:pt x="4650" y="9666"/>
                    <a:pt x="4719" y="9975"/>
                    <a:pt x="4818" y="10271"/>
                  </a:cubicBezTo>
                  <a:cubicBezTo>
                    <a:pt x="5050" y="10959"/>
                    <a:pt x="5449" y="11505"/>
                    <a:pt x="5891" y="11732"/>
                  </a:cubicBezTo>
                  <a:cubicBezTo>
                    <a:pt x="5893" y="11735"/>
                    <a:pt x="5897" y="11736"/>
                    <a:pt x="5901" y="11736"/>
                  </a:cubicBezTo>
                  <a:lnTo>
                    <a:pt x="5903" y="11735"/>
                  </a:lnTo>
                  <a:cubicBezTo>
                    <a:pt x="5912" y="11735"/>
                    <a:pt x="5920" y="11731"/>
                    <a:pt x="5926" y="11722"/>
                  </a:cubicBezTo>
                  <a:cubicBezTo>
                    <a:pt x="5932" y="11708"/>
                    <a:pt x="5927" y="11693"/>
                    <a:pt x="5913" y="11687"/>
                  </a:cubicBezTo>
                  <a:cubicBezTo>
                    <a:pt x="5486" y="11465"/>
                    <a:pt x="5094" y="10929"/>
                    <a:pt x="4868" y="10255"/>
                  </a:cubicBezTo>
                  <a:cubicBezTo>
                    <a:pt x="4769" y="9961"/>
                    <a:pt x="4701" y="9652"/>
                    <a:pt x="4635" y="9355"/>
                  </a:cubicBezTo>
                  <a:cubicBezTo>
                    <a:pt x="4578" y="9096"/>
                    <a:pt x="4518" y="8826"/>
                    <a:pt x="4439" y="8568"/>
                  </a:cubicBezTo>
                  <a:cubicBezTo>
                    <a:pt x="4105" y="7481"/>
                    <a:pt x="3418" y="6542"/>
                    <a:pt x="2752" y="5635"/>
                  </a:cubicBezTo>
                  <a:cubicBezTo>
                    <a:pt x="2510" y="5304"/>
                    <a:pt x="2260" y="4963"/>
                    <a:pt x="2029" y="4618"/>
                  </a:cubicBezTo>
                  <a:cubicBezTo>
                    <a:pt x="1092" y="3214"/>
                    <a:pt x="427" y="1668"/>
                    <a:pt x="55" y="21"/>
                  </a:cubicBezTo>
                  <a:cubicBezTo>
                    <a:pt x="51" y="8"/>
                    <a:pt x="40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4" name="Google Shape;9184;p30"/>
            <p:cNvSpPr/>
            <p:nvPr/>
          </p:nvSpPr>
          <p:spPr>
            <a:xfrm>
              <a:off x="5115825" y="4053125"/>
              <a:ext cx="81950" cy="300625"/>
            </a:xfrm>
            <a:custGeom>
              <a:avLst/>
              <a:gdLst/>
              <a:ahLst/>
              <a:cxnLst/>
              <a:rect l="l" t="t" r="r" b="b"/>
              <a:pathLst>
                <a:path w="3278" h="12025" extrusionOk="0">
                  <a:moveTo>
                    <a:pt x="30" y="1"/>
                  </a:moveTo>
                  <a:cubicBezTo>
                    <a:pt x="29" y="1"/>
                    <a:pt x="28" y="1"/>
                    <a:pt x="26" y="1"/>
                  </a:cubicBezTo>
                  <a:cubicBezTo>
                    <a:pt x="11" y="3"/>
                    <a:pt x="1" y="15"/>
                    <a:pt x="2" y="29"/>
                  </a:cubicBezTo>
                  <a:cubicBezTo>
                    <a:pt x="204" y="2093"/>
                    <a:pt x="928" y="4150"/>
                    <a:pt x="1627" y="6139"/>
                  </a:cubicBezTo>
                  <a:cubicBezTo>
                    <a:pt x="2300" y="8049"/>
                    <a:pt x="2995" y="10025"/>
                    <a:pt x="3224" y="12001"/>
                  </a:cubicBezTo>
                  <a:cubicBezTo>
                    <a:pt x="3225" y="12015"/>
                    <a:pt x="3236" y="12024"/>
                    <a:pt x="3250" y="12024"/>
                  </a:cubicBezTo>
                  <a:lnTo>
                    <a:pt x="3252" y="12024"/>
                  </a:lnTo>
                  <a:cubicBezTo>
                    <a:pt x="3267" y="12023"/>
                    <a:pt x="3278" y="12010"/>
                    <a:pt x="3275" y="11996"/>
                  </a:cubicBezTo>
                  <a:cubicBezTo>
                    <a:pt x="3045" y="10013"/>
                    <a:pt x="2350" y="8034"/>
                    <a:pt x="1676" y="6121"/>
                  </a:cubicBezTo>
                  <a:cubicBezTo>
                    <a:pt x="977" y="4135"/>
                    <a:pt x="255" y="2082"/>
                    <a:pt x="54" y="24"/>
                  </a:cubicBezTo>
                  <a:cubicBezTo>
                    <a:pt x="53" y="12"/>
                    <a:pt x="4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5" name="Google Shape;9185;p30"/>
            <p:cNvSpPr/>
            <p:nvPr/>
          </p:nvSpPr>
          <p:spPr>
            <a:xfrm>
              <a:off x="5186725" y="4038450"/>
              <a:ext cx="24600" cy="315125"/>
            </a:xfrm>
            <a:custGeom>
              <a:avLst/>
              <a:gdLst/>
              <a:ahLst/>
              <a:cxnLst/>
              <a:rect l="l" t="t" r="r" b="b"/>
              <a:pathLst>
                <a:path w="984" h="12605" extrusionOk="0">
                  <a:moveTo>
                    <a:pt x="393" y="0"/>
                  </a:moveTo>
                  <a:cubicBezTo>
                    <a:pt x="380" y="2"/>
                    <a:pt x="369" y="14"/>
                    <a:pt x="369" y="29"/>
                  </a:cubicBezTo>
                  <a:cubicBezTo>
                    <a:pt x="462" y="1822"/>
                    <a:pt x="430" y="3638"/>
                    <a:pt x="275" y="5426"/>
                  </a:cubicBezTo>
                  <a:cubicBezTo>
                    <a:pt x="263" y="5566"/>
                    <a:pt x="249" y="5706"/>
                    <a:pt x="237" y="5847"/>
                  </a:cubicBezTo>
                  <a:cubicBezTo>
                    <a:pt x="120" y="7114"/>
                    <a:pt x="1" y="8425"/>
                    <a:pt x="388" y="9642"/>
                  </a:cubicBezTo>
                  <a:cubicBezTo>
                    <a:pt x="440" y="9809"/>
                    <a:pt x="504" y="9976"/>
                    <a:pt x="564" y="10136"/>
                  </a:cubicBezTo>
                  <a:cubicBezTo>
                    <a:pt x="685" y="10455"/>
                    <a:pt x="810" y="10784"/>
                    <a:pt x="859" y="11125"/>
                  </a:cubicBezTo>
                  <a:cubicBezTo>
                    <a:pt x="930" y="11613"/>
                    <a:pt x="856" y="12282"/>
                    <a:pt x="416" y="12558"/>
                  </a:cubicBezTo>
                  <a:cubicBezTo>
                    <a:pt x="404" y="12566"/>
                    <a:pt x="400" y="12580"/>
                    <a:pt x="408" y="12593"/>
                  </a:cubicBezTo>
                  <a:cubicBezTo>
                    <a:pt x="412" y="12601"/>
                    <a:pt x="422" y="12605"/>
                    <a:pt x="430" y="12605"/>
                  </a:cubicBezTo>
                  <a:cubicBezTo>
                    <a:pt x="435" y="12605"/>
                    <a:pt x="439" y="12603"/>
                    <a:pt x="443" y="12601"/>
                  </a:cubicBezTo>
                  <a:cubicBezTo>
                    <a:pt x="905" y="12313"/>
                    <a:pt x="984" y="11621"/>
                    <a:pt x="911" y="11117"/>
                  </a:cubicBezTo>
                  <a:cubicBezTo>
                    <a:pt x="860" y="10771"/>
                    <a:pt x="735" y="10439"/>
                    <a:pt x="613" y="10118"/>
                  </a:cubicBezTo>
                  <a:cubicBezTo>
                    <a:pt x="552" y="9957"/>
                    <a:pt x="490" y="9792"/>
                    <a:pt x="438" y="9626"/>
                  </a:cubicBezTo>
                  <a:cubicBezTo>
                    <a:pt x="53" y="8419"/>
                    <a:pt x="173" y="7114"/>
                    <a:pt x="288" y="5851"/>
                  </a:cubicBezTo>
                  <a:cubicBezTo>
                    <a:pt x="302" y="5711"/>
                    <a:pt x="314" y="5570"/>
                    <a:pt x="326" y="5430"/>
                  </a:cubicBezTo>
                  <a:cubicBezTo>
                    <a:pt x="481" y="3639"/>
                    <a:pt x="513" y="1821"/>
                    <a:pt x="422" y="26"/>
                  </a:cubicBezTo>
                  <a:cubicBezTo>
                    <a:pt x="420" y="11"/>
                    <a:pt x="410" y="2"/>
                    <a:pt x="39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6" name="Google Shape;9186;p30"/>
            <p:cNvSpPr/>
            <p:nvPr/>
          </p:nvSpPr>
          <p:spPr>
            <a:xfrm>
              <a:off x="5196475" y="4029550"/>
              <a:ext cx="110575" cy="324300"/>
            </a:xfrm>
            <a:custGeom>
              <a:avLst/>
              <a:gdLst/>
              <a:ahLst/>
              <a:cxnLst/>
              <a:rect l="l" t="t" r="r" b="b"/>
              <a:pathLst>
                <a:path w="4423" h="12972" extrusionOk="0">
                  <a:moveTo>
                    <a:pt x="4244" y="1"/>
                  </a:moveTo>
                  <a:cubicBezTo>
                    <a:pt x="4243" y="1"/>
                    <a:pt x="4241" y="1"/>
                    <a:pt x="4240" y="1"/>
                  </a:cubicBezTo>
                  <a:cubicBezTo>
                    <a:pt x="4225" y="2"/>
                    <a:pt x="4214" y="15"/>
                    <a:pt x="4216" y="29"/>
                  </a:cubicBezTo>
                  <a:cubicBezTo>
                    <a:pt x="4370" y="1866"/>
                    <a:pt x="3586" y="3656"/>
                    <a:pt x="2839" y="5191"/>
                  </a:cubicBezTo>
                  <a:cubicBezTo>
                    <a:pt x="2772" y="5329"/>
                    <a:pt x="2705" y="5467"/>
                    <a:pt x="2636" y="5604"/>
                  </a:cubicBezTo>
                  <a:cubicBezTo>
                    <a:pt x="1910" y="7087"/>
                    <a:pt x="1158" y="8621"/>
                    <a:pt x="1018" y="10274"/>
                  </a:cubicBezTo>
                  <a:cubicBezTo>
                    <a:pt x="1006" y="10427"/>
                    <a:pt x="998" y="10582"/>
                    <a:pt x="991" y="10733"/>
                  </a:cubicBezTo>
                  <a:cubicBezTo>
                    <a:pt x="973" y="11079"/>
                    <a:pt x="956" y="11435"/>
                    <a:pt x="875" y="11775"/>
                  </a:cubicBezTo>
                  <a:cubicBezTo>
                    <a:pt x="747" y="12312"/>
                    <a:pt x="437" y="12729"/>
                    <a:pt x="20" y="12922"/>
                  </a:cubicBezTo>
                  <a:cubicBezTo>
                    <a:pt x="7" y="12927"/>
                    <a:pt x="1" y="12943"/>
                    <a:pt x="7" y="12955"/>
                  </a:cubicBezTo>
                  <a:cubicBezTo>
                    <a:pt x="11" y="12965"/>
                    <a:pt x="21" y="12971"/>
                    <a:pt x="30" y="12971"/>
                  </a:cubicBezTo>
                  <a:lnTo>
                    <a:pt x="32" y="12971"/>
                  </a:lnTo>
                  <a:cubicBezTo>
                    <a:pt x="34" y="12971"/>
                    <a:pt x="38" y="12970"/>
                    <a:pt x="42" y="12969"/>
                  </a:cubicBezTo>
                  <a:cubicBezTo>
                    <a:pt x="472" y="12770"/>
                    <a:pt x="794" y="12339"/>
                    <a:pt x="925" y="11787"/>
                  </a:cubicBezTo>
                  <a:cubicBezTo>
                    <a:pt x="1007" y="11443"/>
                    <a:pt x="1024" y="11084"/>
                    <a:pt x="1042" y="10735"/>
                  </a:cubicBezTo>
                  <a:cubicBezTo>
                    <a:pt x="1050" y="10586"/>
                    <a:pt x="1057" y="10430"/>
                    <a:pt x="1070" y="10278"/>
                  </a:cubicBezTo>
                  <a:cubicBezTo>
                    <a:pt x="1207" y="8634"/>
                    <a:pt x="1958" y="7106"/>
                    <a:pt x="2683" y="5627"/>
                  </a:cubicBezTo>
                  <a:cubicBezTo>
                    <a:pt x="2751" y="5490"/>
                    <a:pt x="2819" y="5351"/>
                    <a:pt x="2886" y="5213"/>
                  </a:cubicBezTo>
                  <a:cubicBezTo>
                    <a:pt x="3636" y="3673"/>
                    <a:pt x="4423" y="1874"/>
                    <a:pt x="4267" y="24"/>
                  </a:cubicBezTo>
                  <a:cubicBezTo>
                    <a:pt x="4266" y="12"/>
                    <a:pt x="4258" y="1"/>
                    <a:pt x="424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7" name="Google Shape;9187;p30"/>
            <p:cNvSpPr/>
            <p:nvPr/>
          </p:nvSpPr>
          <p:spPr>
            <a:xfrm>
              <a:off x="5196750" y="4075800"/>
              <a:ext cx="222675" cy="278450"/>
            </a:xfrm>
            <a:custGeom>
              <a:avLst/>
              <a:gdLst/>
              <a:ahLst/>
              <a:cxnLst/>
              <a:rect l="l" t="t" r="r" b="b"/>
              <a:pathLst>
                <a:path w="8907" h="11138" extrusionOk="0">
                  <a:moveTo>
                    <a:pt x="8876" y="1"/>
                  </a:moveTo>
                  <a:cubicBezTo>
                    <a:pt x="8867" y="1"/>
                    <a:pt x="8858" y="6"/>
                    <a:pt x="8854" y="16"/>
                  </a:cubicBezTo>
                  <a:cubicBezTo>
                    <a:pt x="7946" y="1880"/>
                    <a:pt x="6525" y="3454"/>
                    <a:pt x="5152" y="4977"/>
                  </a:cubicBezTo>
                  <a:cubicBezTo>
                    <a:pt x="4007" y="6245"/>
                    <a:pt x="2824" y="7556"/>
                    <a:pt x="1934" y="9035"/>
                  </a:cubicBezTo>
                  <a:cubicBezTo>
                    <a:pt x="1877" y="9129"/>
                    <a:pt x="1822" y="9223"/>
                    <a:pt x="1767" y="9317"/>
                  </a:cubicBezTo>
                  <a:cubicBezTo>
                    <a:pt x="1581" y="9633"/>
                    <a:pt x="1389" y="9960"/>
                    <a:pt x="1157" y="10251"/>
                  </a:cubicBezTo>
                  <a:cubicBezTo>
                    <a:pt x="813" y="10684"/>
                    <a:pt x="431" y="10965"/>
                    <a:pt x="22" y="11086"/>
                  </a:cubicBezTo>
                  <a:cubicBezTo>
                    <a:pt x="9" y="11090"/>
                    <a:pt x="0" y="11105"/>
                    <a:pt x="5" y="11119"/>
                  </a:cubicBezTo>
                  <a:cubicBezTo>
                    <a:pt x="7" y="11129"/>
                    <a:pt x="18" y="11138"/>
                    <a:pt x="29" y="11138"/>
                  </a:cubicBezTo>
                  <a:cubicBezTo>
                    <a:pt x="31" y="11138"/>
                    <a:pt x="34" y="11136"/>
                    <a:pt x="37" y="11136"/>
                  </a:cubicBezTo>
                  <a:cubicBezTo>
                    <a:pt x="457" y="11011"/>
                    <a:pt x="847" y="10725"/>
                    <a:pt x="1198" y="10283"/>
                  </a:cubicBezTo>
                  <a:cubicBezTo>
                    <a:pt x="1432" y="9990"/>
                    <a:pt x="1624" y="9662"/>
                    <a:pt x="1811" y="9343"/>
                  </a:cubicBezTo>
                  <a:cubicBezTo>
                    <a:pt x="1866" y="9249"/>
                    <a:pt x="1922" y="9155"/>
                    <a:pt x="1978" y="9062"/>
                  </a:cubicBezTo>
                  <a:cubicBezTo>
                    <a:pt x="2866" y="7587"/>
                    <a:pt x="4047" y="6278"/>
                    <a:pt x="5189" y="5012"/>
                  </a:cubicBezTo>
                  <a:cubicBezTo>
                    <a:pt x="6566" y="3487"/>
                    <a:pt x="7989" y="1910"/>
                    <a:pt x="8900" y="39"/>
                  </a:cubicBezTo>
                  <a:cubicBezTo>
                    <a:pt x="8906" y="25"/>
                    <a:pt x="8901" y="10"/>
                    <a:pt x="8888" y="4"/>
                  </a:cubicBezTo>
                  <a:cubicBezTo>
                    <a:pt x="8884" y="2"/>
                    <a:pt x="8880" y="1"/>
                    <a:pt x="887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8" name="Google Shape;9188;p30"/>
            <p:cNvSpPr/>
            <p:nvPr/>
          </p:nvSpPr>
          <p:spPr>
            <a:xfrm>
              <a:off x="5196275" y="4167200"/>
              <a:ext cx="299100" cy="186625"/>
            </a:xfrm>
            <a:custGeom>
              <a:avLst/>
              <a:gdLst/>
              <a:ahLst/>
              <a:cxnLst/>
              <a:rect l="l" t="t" r="r" b="b"/>
              <a:pathLst>
                <a:path w="11964" h="7465" extrusionOk="0">
                  <a:moveTo>
                    <a:pt x="11933" y="0"/>
                  </a:moveTo>
                  <a:cubicBezTo>
                    <a:pt x="11928" y="0"/>
                    <a:pt x="11922" y="2"/>
                    <a:pt x="11917" y="6"/>
                  </a:cubicBezTo>
                  <a:cubicBezTo>
                    <a:pt x="8432" y="2824"/>
                    <a:pt x="1471" y="7413"/>
                    <a:pt x="124" y="7413"/>
                  </a:cubicBezTo>
                  <a:cubicBezTo>
                    <a:pt x="90" y="7413"/>
                    <a:pt x="61" y="7411"/>
                    <a:pt x="34" y="7405"/>
                  </a:cubicBezTo>
                  <a:cubicBezTo>
                    <a:pt x="33" y="7404"/>
                    <a:pt x="31" y="7404"/>
                    <a:pt x="29" y="7404"/>
                  </a:cubicBezTo>
                  <a:cubicBezTo>
                    <a:pt x="17" y="7404"/>
                    <a:pt x="6" y="7412"/>
                    <a:pt x="3" y="7425"/>
                  </a:cubicBezTo>
                  <a:cubicBezTo>
                    <a:pt x="1" y="7438"/>
                    <a:pt x="9" y="7452"/>
                    <a:pt x="24" y="7456"/>
                  </a:cubicBezTo>
                  <a:cubicBezTo>
                    <a:pt x="50" y="7461"/>
                    <a:pt x="80" y="7464"/>
                    <a:pt x="115" y="7464"/>
                  </a:cubicBezTo>
                  <a:cubicBezTo>
                    <a:pt x="1478" y="7464"/>
                    <a:pt x="8459" y="2870"/>
                    <a:pt x="11950" y="46"/>
                  </a:cubicBezTo>
                  <a:cubicBezTo>
                    <a:pt x="11962" y="37"/>
                    <a:pt x="11963" y="20"/>
                    <a:pt x="11954" y="10"/>
                  </a:cubicBezTo>
                  <a:cubicBezTo>
                    <a:pt x="11948" y="3"/>
                    <a:pt x="11941" y="0"/>
                    <a:pt x="1193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9" name="Google Shape;9189;p30"/>
            <p:cNvSpPr/>
            <p:nvPr/>
          </p:nvSpPr>
          <p:spPr>
            <a:xfrm>
              <a:off x="5196950" y="4216275"/>
              <a:ext cx="300225" cy="141575"/>
            </a:xfrm>
            <a:custGeom>
              <a:avLst/>
              <a:gdLst/>
              <a:ahLst/>
              <a:cxnLst/>
              <a:rect l="l" t="t" r="r" b="b"/>
              <a:pathLst>
                <a:path w="12009" h="5663" extrusionOk="0">
                  <a:moveTo>
                    <a:pt x="11980" y="1"/>
                  </a:moveTo>
                  <a:cubicBezTo>
                    <a:pt x="11972" y="1"/>
                    <a:pt x="11964" y="5"/>
                    <a:pt x="11958" y="12"/>
                  </a:cubicBezTo>
                  <a:cubicBezTo>
                    <a:pt x="11281" y="997"/>
                    <a:pt x="10335" y="1894"/>
                    <a:pt x="9146" y="2680"/>
                  </a:cubicBezTo>
                  <a:cubicBezTo>
                    <a:pt x="7968" y="3459"/>
                    <a:pt x="6675" y="4045"/>
                    <a:pt x="5680" y="4469"/>
                  </a:cubicBezTo>
                  <a:cubicBezTo>
                    <a:pt x="4819" y="4836"/>
                    <a:pt x="3889" y="5204"/>
                    <a:pt x="2915" y="5415"/>
                  </a:cubicBezTo>
                  <a:cubicBezTo>
                    <a:pt x="2311" y="5545"/>
                    <a:pt x="1757" y="5610"/>
                    <a:pt x="1243" y="5610"/>
                  </a:cubicBezTo>
                  <a:cubicBezTo>
                    <a:pt x="814" y="5610"/>
                    <a:pt x="413" y="5565"/>
                    <a:pt x="36" y="5474"/>
                  </a:cubicBezTo>
                  <a:cubicBezTo>
                    <a:pt x="34" y="5474"/>
                    <a:pt x="32" y="5474"/>
                    <a:pt x="30" y="5474"/>
                  </a:cubicBezTo>
                  <a:cubicBezTo>
                    <a:pt x="18" y="5474"/>
                    <a:pt x="7" y="5481"/>
                    <a:pt x="5" y="5493"/>
                  </a:cubicBezTo>
                  <a:cubicBezTo>
                    <a:pt x="1" y="5508"/>
                    <a:pt x="10" y="5521"/>
                    <a:pt x="23" y="5525"/>
                  </a:cubicBezTo>
                  <a:cubicBezTo>
                    <a:pt x="405" y="5617"/>
                    <a:pt x="809" y="5662"/>
                    <a:pt x="1242" y="5662"/>
                  </a:cubicBezTo>
                  <a:cubicBezTo>
                    <a:pt x="1760" y="5662"/>
                    <a:pt x="2319" y="5597"/>
                    <a:pt x="2925" y="5466"/>
                  </a:cubicBezTo>
                  <a:cubicBezTo>
                    <a:pt x="3903" y="5253"/>
                    <a:pt x="4837" y="4885"/>
                    <a:pt x="5701" y="4516"/>
                  </a:cubicBezTo>
                  <a:cubicBezTo>
                    <a:pt x="6698" y="4092"/>
                    <a:pt x="7993" y="3505"/>
                    <a:pt x="9176" y="2723"/>
                  </a:cubicBezTo>
                  <a:cubicBezTo>
                    <a:pt x="10369" y="1935"/>
                    <a:pt x="11320" y="1032"/>
                    <a:pt x="12001" y="40"/>
                  </a:cubicBezTo>
                  <a:cubicBezTo>
                    <a:pt x="12009" y="30"/>
                    <a:pt x="12006" y="13"/>
                    <a:pt x="11994" y="5"/>
                  </a:cubicBezTo>
                  <a:cubicBezTo>
                    <a:pt x="11990" y="2"/>
                    <a:pt x="11985" y="1"/>
                    <a:pt x="1198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0" name="Google Shape;9190;p30"/>
            <p:cNvSpPr/>
            <p:nvPr/>
          </p:nvSpPr>
          <p:spPr>
            <a:xfrm>
              <a:off x="5022325" y="4208525"/>
              <a:ext cx="54975" cy="37350"/>
            </a:xfrm>
            <a:custGeom>
              <a:avLst/>
              <a:gdLst/>
              <a:ahLst/>
              <a:cxnLst/>
              <a:rect l="l" t="t" r="r" b="b"/>
              <a:pathLst>
                <a:path w="2199" h="1494" extrusionOk="0">
                  <a:moveTo>
                    <a:pt x="30" y="0"/>
                  </a:moveTo>
                  <a:cubicBezTo>
                    <a:pt x="20" y="0"/>
                    <a:pt x="11" y="6"/>
                    <a:pt x="7" y="15"/>
                  </a:cubicBezTo>
                  <a:cubicBezTo>
                    <a:pt x="1" y="27"/>
                    <a:pt x="6" y="44"/>
                    <a:pt x="18" y="49"/>
                  </a:cubicBezTo>
                  <a:cubicBezTo>
                    <a:pt x="788" y="438"/>
                    <a:pt x="1505" y="921"/>
                    <a:pt x="2153" y="1487"/>
                  </a:cubicBezTo>
                  <a:cubicBezTo>
                    <a:pt x="2157" y="1493"/>
                    <a:pt x="2164" y="1494"/>
                    <a:pt x="2169" y="1494"/>
                  </a:cubicBezTo>
                  <a:cubicBezTo>
                    <a:pt x="2177" y="1494"/>
                    <a:pt x="2184" y="1491"/>
                    <a:pt x="2189" y="1486"/>
                  </a:cubicBezTo>
                  <a:cubicBezTo>
                    <a:pt x="2199" y="1474"/>
                    <a:pt x="2198" y="1458"/>
                    <a:pt x="2187" y="1448"/>
                  </a:cubicBezTo>
                  <a:cubicBezTo>
                    <a:pt x="1536" y="879"/>
                    <a:pt x="815" y="393"/>
                    <a:pt x="42" y="3"/>
                  </a:cubicBezTo>
                  <a:cubicBezTo>
                    <a:pt x="38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1" name="Google Shape;9191;p30"/>
            <p:cNvSpPr/>
            <p:nvPr/>
          </p:nvSpPr>
          <p:spPr>
            <a:xfrm>
              <a:off x="5008500" y="4200875"/>
              <a:ext cx="9150" cy="5075"/>
            </a:xfrm>
            <a:custGeom>
              <a:avLst/>
              <a:gdLst/>
              <a:ahLst/>
              <a:cxnLst/>
              <a:rect l="l" t="t" r="r" b="b"/>
              <a:pathLst>
                <a:path w="366" h="203" extrusionOk="0">
                  <a:moveTo>
                    <a:pt x="30" y="1"/>
                  </a:moveTo>
                  <a:cubicBezTo>
                    <a:pt x="20" y="1"/>
                    <a:pt x="11" y="6"/>
                    <a:pt x="6" y="15"/>
                  </a:cubicBezTo>
                  <a:cubicBezTo>
                    <a:pt x="1" y="28"/>
                    <a:pt x="6" y="43"/>
                    <a:pt x="18" y="50"/>
                  </a:cubicBezTo>
                  <a:lnTo>
                    <a:pt x="325" y="200"/>
                  </a:lnTo>
                  <a:cubicBezTo>
                    <a:pt x="328" y="202"/>
                    <a:pt x="332" y="203"/>
                    <a:pt x="336" y="203"/>
                  </a:cubicBezTo>
                  <a:cubicBezTo>
                    <a:pt x="345" y="203"/>
                    <a:pt x="355" y="198"/>
                    <a:pt x="359" y="188"/>
                  </a:cubicBezTo>
                  <a:cubicBezTo>
                    <a:pt x="365" y="175"/>
                    <a:pt x="360" y="160"/>
                    <a:pt x="348" y="153"/>
                  </a:cubicBezTo>
                  <a:lnTo>
                    <a:pt x="41" y="4"/>
                  </a:lnTo>
                  <a:cubicBezTo>
                    <a:pt x="37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2" name="Google Shape;9192;p30"/>
            <p:cNvSpPr/>
            <p:nvPr/>
          </p:nvSpPr>
          <p:spPr>
            <a:xfrm>
              <a:off x="4986250" y="4194175"/>
              <a:ext cx="64925" cy="37925"/>
            </a:xfrm>
            <a:custGeom>
              <a:avLst/>
              <a:gdLst/>
              <a:ahLst/>
              <a:cxnLst/>
              <a:rect l="l" t="t" r="r" b="b"/>
              <a:pathLst>
                <a:path w="2597" h="1517" extrusionOk="0">
                  <a:moveTo>
                    <a:pt x="29" y="1"/>
                  </a:moveTo>
                  <a:cubicBezTo>
                    <a:pt x="20" y="1"/>
                    <a:pt x="11" y="6"/>
                    <a:pt x="7" y="15"/>
                  </a:cubicBezTo>
                  <a:cubicBezTo>
                    <a:pt x="0" y="27"/>
                    <a:pt x="4" y="43"/>
                    <a:pt x="16" y="50"/>
                  </a:cubicBezTo>
                  <a:cubicBezTo>
                    <a:pt x="872" y="511"/>
                    <a:pt x="1726" y="1004"/>
                    <a:pt x="2554" y="1512"/>
                  </a:cubicBezTo>
                  <a:cubicBezTo>
                    <a:pt x="2558" y="1515"/>
                    <a:pt x="2563" y="1516"/>
                    <a:pt x="2567" y="1516"/>
                  </a:cubicBezTo>
                  <a:cubicBezTo>
                    <a:pt x="2575" y="1516"/>
                    <a:pt x="2584" y="1512"/>
                    <a:pt x="2589" y="1504"/>
                  </a:cubicBezTo>
                  <a:cubicBezTo>
                    <a:pt x="2597" y="1492"/>
                    <a:pt x="2593" y="1476"/>
                    <a:pt x="2580" y="1469"/>
                  </a:cubicBezTo>
                  <a:cubicBezTo>
                    <a:pt x="1752" y="959"/>
                    <a:pt x="897" y="466"/>
                    <a:pt x="42" y="4"/>
                  </a:cubicBezTo>
                  <a:cubicBezTo>
                    <a:pt x="38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3" name="Google Shape;9193;p30"/>
            <p:cNvSpPr/>
            <p:nvPr/>
          </p:nvSpPr>
          <p:spPr>
            <a:xfrm>
              <a:off x="5075500" y="4220425"/>
              <a:ext cx="40325" cy="39675"/>
            </a:xfrm>
            <a:custGeom>
              <a:avLst/>
              <a:gdLst/>
              <a:ahLst/>
              <a:cxnLst/>
              <a:rect l="l" t="t" r="r" b="b"/>
              <a:pathLst>
                <a:path w="1613" h="1587" extrusionOk="0">
                  <a:moveTo>
                    <a:pt x="30" y="0"/>
                  </a:moveTo>
                  <a:cubicBezTo>
                    <a:pt x="22" y="0"/>
                    <a:pt x="14" y="4"/>
                    <a:pt x="9" y="12"/>
                  </a:cubicBezTo>
                  <a:cubicBezTo>
                    <a:pt x="1" y="24"/>
                    <a:pt x="3" y="40"/>
                    <a:pt x="15" y="48"/>
                  </a:cubicBezTo>
                  <a:cubicBezTo>
                    <a:pt x="621" y="461"/>
                    <a:pt x="1140" y="975"/>
                    <a:pt x="1561" y="1575"/>
                  </a:cubicBezTo>
                  <a:cubicBezTo>
                    <a:pt x="1567" y="1583"/>
                    <a:pt x="1575" y="1587"/>
                    <a:pt x="1583" y="1587"/>
                  </a:cubicBezTo>
                  <a:cubicBezTo>
                    <a:pt x="1588" y="1587"/>
                    <a:pt x="1593" y="1586"/>
                    <a:pt x="1597" y="1582"/>
                  </a:cubicBezTo>
                  <a:cubicBezTo>
                    <a:pt x="1610" y="1574"/>
                    <a:pt x="1612" y="1557"/>
                    <a:pt x="1604" y="1545"/>
                  </a:cubicBezTo>
                  <a:cubicBezTo>
                    <a:pt x="1179" y="940"/>
                    <a:pt x="654" y="422"/>
                    <a:pt x="45" y="5"/>
                  </a:cubicBezTo>
                  <a:cubicBezTo>
                    <a:pt x="40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4" name="Google Shape;9194;p30"/>
            <p:cNvSpPr/>
            <p:nvPr/>
          </p:nvSpPr>
          <p:spPr>
            <a:xfrm>
              <a:off x="5118625" y="4264650"/>
              <a:ext cx="5275" cy="5850"/>
            </a:xfrm>
            <a:custGeom>
              <a:avLst/>
              <a:gdLst/>
              <a:ahLst/>
              <a:cxnLst/>
              <a:rect l="l" t="t" r="r" b="b"/>
              <a:pathLst>
                <a:path w="211" h="234" extrusionOk="0">
                  <a:moveTo>
                    <a:pt x="29" y="0"/>
                  </a:moveTo>
                  <a:cubicBezTo>
                    <a:pt x="23" y="0"/>
                    <a:pt x="17" y="2"/>
                    <a:pt x="12" y="6"/>
                  </a:cubicBezTo>
                  <a:cubicBezTo>
                    <a:pt x="2" y="16"/>
                    <a:pt x="0" y="32"/>
                    <a:pt x="10" y="43"/>
                  </a:cubicBezTo>
                  <a:lnTo>
                    <a:pt x="160" y="224"/>
                  </a:lnTo>
                  <a:cubicBezTo>
                    <a:pt x="166" y="231"/>
                    <a:pt x="172" y="234"/>
                    <a:pt x="181" y="234"/>
                  </a:cubicBezTo>
                  <a:cubicBezTo>
                    <a:pt x="186" y="234"/>
                    <a:pt x="193" y="231"/>
                    <a:pt x="197" y="227"/>
                  </a:cubicBezTo>
                  <a:cubicBezTo>
                    <a:pt x="207" y="219"/>
                    <a:pt x="210" y="201"/>
                    <a:pt x="201" y="191"/>
                  </a:cubicBezTo>
                  <a:lnTo>
                    <a:pt x="49" y="10"/>
                  </a:lnTo>
                  <a:cubicBezTo>
                    <a:pt x="43" y="4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5" name="Google Shape;9195;p30"/>
            <p:cNvSpPr/>
            <p:nvPr/>
          </p:nvSpPr>
          <p:spPr>
            <a:xfrm>
              <a:off x="5087175" y="4254925"/>
              <a:ext cx="18825" cy="18225"/>
            </a:xfrm>
            <a:custGeom>
              <a:avLst/>
              <a:gdLst/>
              <a:ahLst/>
              <a:cxnLst/>
              <a:rect l="l" t="t" r="r" b="b"/>
              <a:pathLst>
                <a:path w="753" h="729" extrusionOk="0">
                  <a:moveTo>
                    <a:pt x="30" y="0"/>
                  </a:moveTo>
                  <a:cubicBezTo>
                    <a:pt x="23" y="0"/>
                    <a:pt x="15" y="3"/>
                    <a:pt x="10" y="9"/>
                  </a:cubicBezTo>
                  <a:cubicBezTo>
                    <a:pt x="0" y="20"/>
                    <a:pt x="2" y="36"/>
                    <a:pt x="13" y="46"/>
                  </a:cubicBezTo>
                  <a:cubicBezTo>
                    <a:pt x="253" y="257"/>
                    <a:pt x="487" y="484"/>
                    <a:pt x="704" y="721"/>
                  </a:cubicBezTo>
                  <a:cubicBezTo>
                    <a:pt x="709" y="726"/>
                    <a:pt x="716" y="729"/>
                    <a:pt x="724" y="729"/>
                  </a:cubicBezTo>
                  <a:cubicBezTo>
                    <a:pt x="730" y="729"/>
                    <a:pt x="736" y="728"/>
                    <a:pt x="742" y="722"/>
                  </a:cubicBezTo>
                  <a:cubicBezTo>
                    <a:pt x="751" y="713"/>
                    <a:pt x="752" y="697"/>
                    <a:pt x="743" y="686"/>
                  </a:cubicBezTo>
                  <a:cubicBezTo>
                    <a:pt x="524" y="448"/>
                    <a:pt x="290" y="219"/>
                    <a:pt x="46" y="7"/>
                  </a:cubicBez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6" name="Google Shape;9196;p30"/>
            <p:cNvSpPr/>
            <p:nvPr/>
          </p:nvSpPr>
          <p:spPr>
            <a:xfrm>
              <a:off x="4948300" y="4285000"/>
              <a:ext cx="54475" cy="16725"/>
            </a:xfrm>
            <a:custGeom>
              <a:avLst/>
              <a:gdLst/>
              <a:ahLst/>
              <a:cxnLst/>
              <a:rect l="l" t="t" r="r" b="b"/>
              <a:pathLst>
                <a:path w="2179" h="669" extrusionOk="0">
                  <a:moveTo>
                    <a:pt x="30" y="0"/>
                  </a:moveTo>
                  <a:cubicBezTo>
                    <a:pt x="20" y="0"/>
                    <a:pt x="10" y="7"/>
                    <a:pt x="6" y="17"/>
                  </a:cubicBezTo>
                  <a:cubicBezTo>
                    <a:pt x="1" y="30"/>
                    <a:pt x="7" y="45"/>
                    <a:pt x="21" y="51"/>
                  </a:cubicBezTo>
                  <a:cubicBezTo>
                    <a:pt x="710" y="310"/>
                    <a:pt x="1424" y="517"/>
                    <a:pt x="2145" y="668"/>
                  </a:cubicBezTo>
                  <a:lnTo>
                    <a:pt x="2150" y="668"/>
                  </a:lnTo>
                  <a:cubicBezTo>
                    <a:pt x="2163" y="668"/>
                    <a:pt x="2173" y="660"/>
                    <a:pt x="2176" y="648"/>
                  </a:cubicBezTo>
                  <a:cubicBezTo>
                    <a:pt x="2179" y="633"/>
                    <a:pt x="2169" y="620"/>
                    <a:pt x="2156" y="617"/>
                  </a:cubicBezTo>
                  <a:cubicBezTo>
                    <a:pt x="1437" y="468"/>
                    <a:pt x="726" y="260"/>
                    <a:pt x="40" y="2"/>
                  </a:cubicBezTo>
                  <a:cubicBezTo>
                    <a:pt x="36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7" name="Google Shape;9197;p30"/>
            <p:cNvSpPr/>
            <p:nvPr/>
          </p:nvSpPr>
          <p:spPr>
            <a:xfrm>
              <a:off x="5008650" y="4301675"/>
              <a:ext cx="7475" cy="2425"/>
            </a:xfrm>
            <a:custGeom>
              <a:avLst/>
              <a:gdLst/>
              <a:ahLst/>
              <a:cxnLst/>
              <a:rect l="l" t="t" r="r" b="b"/>
              <a:pathLst>
                <a:path w="299" h="97" extrusionOk="0">
                  <a:moveTo>
                    <a:pt x="28" y="1"/>
                  </a:moveTo>
                  <a:cubicBezTo>
                    <a:pt x="15" y="1"/>
                    <a:pt x="4" y="11"/>
                    <a:pt x="3" y="23"/>
                  </a:cubicBezTo>
                  <a:cubicBezTo>
                    <a:pt x="0" y="37"/>
                    <a:pt x="10" y="51"/>
                    <a:pt x="23" y="54"/>
                  </a:cubicBezTo>
                  <a:lnTo>
                    <a:pt x="266" y="97"/>
                  </a:lnTo>
                  <a:lnTo>
                    <a:pt x="270" y="97"/>
                  </a:lnTo>
                  <a:cubicBezTo>
                    <a:pt x="284" y="97"/>
                    <a:pt x="295" y="89"/>
                    <a:pt x="296" y="75"/>
                  </a:cubicBezTo>
                  <a:cubicBezTo>
                    <a:pt x="299" y="62"/>
                    <a:pt x="289" y="48"/>
                    <a:pt x="276" y="46"/>
                  </a:cubicBezTo>
                  <a:lnTo>
                    <a:pt x="32" y="1"/>
                  </a:lnTo>
                  <a:cubicBezTo>
                    <a:pt x="31" y="1"/>
                    <a:pt x="2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8" name="Google Shape;9198;p30"/>
            <p:cNvSpPr/>
            <p:nvPr/>
          </p:nvSpPr>
          <p:spPr>
            <a:xfrm>
              <a:off x="4984450" y="4307525"/>
              <a:ext cx="55900" cy="16175"/>
            </a:xfrm>
            <a:custGeom>
              <a:avLst/>
              <a:gdLst/>
              <a:ahLst/>
              <a:cxnLst/>
              <a:rect l="l" t="t" r="r" b="b"/>
              <a:pathLst>
                <a:path w="2236" h="647" extrusionOk="0">
                  <a:moveTo>
                    <a:pt x="30" y="1"/>
                  </a:moveTo>
                  <a:cubicBezTo>
                    <a:pt x="19" y="1"/>
                    <a:pt x="9" y="8"/>
                    <a:pt x="5" y="19"/>
                  </a:cubicBezTo>
                  <a:cubicBezTo>
                    <a:pt x="1" y="32"/>
                    <a:pt x="8" y="47"/>
                    <a:pt x="21" y="51"/>
                  </a:cubicBezTo>
                  <a:cubicBezTo>
                    <a:pt x="733" y="290"/>
                    <a:pt x="1466" y="491"/>
                    <a:pt x="2202" y="646"/>
                  </a:cubicBezTo>
                  <a:cubicBezTo>
                    <a:pt x="2203" y="647"/>
                    <a:pt x="2206" y="647"/>
                    <a:pt x="2207" y="647"/>
                  </a:cubicBezTo>
                  <a:cubicBezTo>
                    <a:pt x="2219" y="647"/>
                    <a:pt x="2230" y="639"/>
                    <a:pt x="2233" y="627"/>
                  </a:cubicBezTo>
                  <a:cubicBezTo>
                    <a:pt x="2235" y="612"/>
                    <a:pt x="2226" y="599"/>
                    <a:pt x="2213" y="596"/>
                  </a:cubicBezTo>
                  <a:cubicBezTo>
                    <a:pt x="1479" y="441"/>
                    <a:pt x="747" y="241"/>
                    <a:pt x="38" y="3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9" name="Google Shape;9199;p30"/>
            <p:cNvSpPr/>
            <p:nvPr/>
          </p:nvSpPr>
          <p:spPr>
            <a:xfrm>
              <a:off x="5044425" y="4324100"/>
              <a:ext cx="7500" cy="3300"/>
            </a:xfrm>
            <a:custGeom>
              <a:avLst/>
              <a:gdLst/>
              <a:ahLst/>
              <a:cxnLst/>
              <a:rect l="l" t="t" r="r" b="b"/>
              <a:pathLst>
                <a:path w="300" h="132" extrusionOk="0">
                  <a:moveTo>
                    <a:pt x="30" y="0"/>
                  </a:moveTo>
                  <a:cubicBezTo>
                    <a:pt x="19" y="0"/>
                    <a:pt x="9" y="7"/>
                    <a:pt x="6" y="18"/>
                  </a:cubicBezTo>
                  <a:cubicBezTo>
                    <a:pt x="1" y="31"/>
                    <a:pt x="9" y="46"/>
                    <a:pt x="22" y="50"/>
                  </a:cubicBezTo>
                  <a:lnTo>
                    <a:pt x="263" y="131"/>
                  </a:lnTo>
                  <a:cubicBezTo>
                    <a:pt x="266" y="131"/>
                    <a:pt x="268" y="132"/>
                    <a:pt x="271" y="132"/>
                  </a:cubicBezTo>
                  <a:cubicBezTo>
                    <a:pt x="282" y="132"/>
                    <a:pt x="291" y="124"/>
                    <a:pt x="295" y="113"/>
                  </a:cubicBezTo>
                  <a:cubicBezTo>
                    <a:pt x="299" y="100"/>
                    <a:pt x="292" y="85"/>
                    <a:pt x="279" y="81"/>
                  </a:cubicBezTo>
                  <a:lnTo>
                    <a:pt x="38" y="1"/>
                  </a:lnTo>
                  <a:cubicBezTo>
                    <a:pt x="36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0" name="Google Shape;9200;p30"/>
            <p:cNvSpPr/>
            <p:nvPr/>
          </p:nvSpPr>
          <p:spPr>
            <a:xfrm>
              <a:off x="5025175" y="4280800"/>
              <a:ext cx="48725" cy="16300"/>
            </a:xfrm>
            <a:custGeom>
              <a:avLst/>
              <a:gdLst/>
              <a:ahLst/>
              <a:cxnLst/>
              <a:rect l="l" t="t" r="r" b="b"/>
              <a:pathLst>
                <a:path w="1949" h="652" extrusionOk="0">
                  <a:moveTo>
                    <a:pt x="28" y="1"/>
                  </a:moveTo>
                  <a:cubicBezTo>
                    <a:pt x="15" y="1"/>
                    <a:pt x="4" y="10"/>
                    <a:pt x="2" y="24"/>
                  </a:cubicBezTo>
                  <a:cubicBezTo>
                    <a:pt x="1" y="37"/>
                    <a:pt x="10" y="50"/>
                    <a:pt x="25" y="52"/>
                  </a:cubicBezTo>
                  <a:cubicBezTo>
                    <a:pt x="686" y="134"/>
                    <a:pt x="1319" y="334"/>
                    <a:pt x="1907" y="649"/>
                  </a:cubicBezTo>
                  <a:cubicBezTo>
                    <a:pt x="1911" y="652"/>
                    <a:pt x="1915" y="652"/>
                    <a:pt x="1919" y="652"/>
                  </a:cubicBezTo>
                  <a:cubicBezTo>
                    <a:pt x="1927" y="652"/>
                    <a:pt x="1937" y="648"/>
                    <a:pt x="1942" y="638"/>
                  </a:cubicBezTo>
                  <a:cubicBezTo>
                    <a:pt x="1949" y="626"/>
                    <a:pt x="1944" y="610"/>
                    <a:pt x="1932" y="603"/>
                  </a:cubicBezTo>
                  <a:cubicBezTo>
                    <a:pt x="1338" y="286"/>
                    <a:pt x="699" y="83"/>
                    <a:pt x="31" y="1"/>
                  </a:cubicBezTo>
                  <a:cubicBezTo>
                    <a:pt x="30" y="1"/>
                    <a:pt x="2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1" name="Google Shape;9201;p30"/>
            <p:cNvSpPr/>
            <p:nvPr/>
          </p:nvSpPr>
          <p:spPr>
            <a:xfrm>
              <a:off x="5077250" y="4298900"/>
              <a:ext cx="6425" cy="3375"/>
            </a:xfrm>
            <a:custGeom>
              <a:avLst/>
              <a:gdLst/>
              <a:ahLst/>
              <a:cxnLst/>
              <a:rect l="l" t="t" r="r" b="b"/>
              <a:pathLst>
                <a:path w="257" h="135" extrusionOk="0">
                  <a:moveTo>
                    <a:pt x="29" y="1"/>
                  </a:moveTo>
                  <a:cubicBezTo>
                    <a:pt x="19" y="1"/>
                    <a:pt x="10" y="7"/>
                    <a:pt x="6" y="17"/>
                  </a:cubicBezTo>
                  <a:cubicBezTo>
                    <a:pt x="1" y="30"/>
                    <a:pt x="7" y="45"/>
                    <a:pt x="19" y="50"/>
                  </a:cubicBezTo>
                  <a:lnTo>
                    <a:pt x="216" y="132"/>
                  </a:lnTo>
                  <a:cubicBezTo>
                    <a:pt x="220" y="134"/>
                    <a:pt x="223" y="135"/>
                    <a:pt x="227" y="135"/>
                  </a:cubicBezTo>
                  <a:cubicBezTo>
                    <a:pt x="236" y="135"/>
                    <a:pt x="247" y="130"/>
                    <a:pt x="251" y="119"/>
                  </a:cubicBezTo>
                  <a:cubicBezTo>
                    <a:pt x="256" y="105"/>
                    <a:pt x="249" y="91"/>
                    <a:pt x="236" y="85"/>
                  </a:cubicBezTo>
                  <a:lnTo>
                    <a:pt x="41" y="3"/>
                  </a:lnTo>
                  <a:cubicBezTo>
                    <a:pt x="37" y="1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2" name="Google Shape;9202;p30"/>
            <p:cNvSpPr/>
            <p:nvPr/>
          </p:nvSpPr>
          <p:spPr>
            <a:xfrm>
              <a:off x="4959300" y="4268550"/>
              <a:ext cx="30875" cy="7675"/>
            </a:xfrm>
            <a:custGeom>
              <a:avLst/>
              <a:gdLst/>
              <a:ahLst/>
              <a:cxnLst/>
              <a:rect l="l" t="t" r="r" b="b"/>
              <a:pathLst>
                <a:path w="1235" h="307" extrusionOk="0">
                  <a:moveTo>
                    <a:pt x="29" y="1"/>
                  </a:moveTo>
                  <a:cubicBezTo>
                    <a:pt x="18" y="1"/>
                    <a:pt x="7" y="9"/>
                    <a:pt x="3" y="21"/>
                  </a:cubicBezTo>
                  <a:cubicBezTo>
                    <a:pt x="1" y="35"/>
                    <a:pt x="10" y="49"/>
                    <a:pt x="23" y="52"/>
                  </a:cubicBezTo>
                  <a:lnTo>
                    <a:pt x="1201" y="305"/>
                  </a:lnTo>
                  <a:cubicBezTo>
                    <a:pt x="1202" y="305"/>
                    <a:pt x="1205" y="306"/>
                    <a:pt x="1206" y="306"/>
                  </a:cubicBezTo>
                  <a:cubicBezTo>
                    <a:pt x="1218" y="305"/>
                    <a:pt x="1229" y="297"/>
                    <a:pt x="1231" y="285"/>
                  </a:cubicBezTo>
                  <a:cubicBezTo>
                    <a:pt x="1234" y="271"/>
                    <a:pt x="1226" y="257"/>
                    <a:pt x="1211" y="254"/>
                  </a:cubicBezTo>
                  <a:lnTo>
                    <a:pt x="34" y="1"/>
                  </a:lnTo>
                  <a:cubicBezTo>
                    <a:pt x="33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3" name="Google Shape;9203;p30"/>
            <p:cNvSpPr/>
            <p:nvPr/>
          </p:nvSpPr>
          <p:spPr>
            <a:xfrm>
              <a:off x="4904550" y="4385950"/>
              <a:ext cx="47350" cy="3100"/>
            </a:xfrm>
            <a:custGeom>
              <a:avLst/>
              <a:gdLst/>
              <a:ahLst/>
              <a:cxnLst/>
              <a:rect l="l" t="t" r="r" b="b"/>
              <a:pathLst>
                <a:path w="1894" h="124" extrusionOk="0">
                  <a:moveTo>
                    <a:pt x="1865" y="0"/>
                  </a:moveTo>
                  <a:cubicBezTo>
                    <a:pt x="1864" y="0"/>
                    <a:pt x="1863" y="0"/>
                    <a:pt x="1862" y="0"/>
                  </a:cubicBezTo>
                  <a:cubicBezTo>
                    <a:pt x="1556" y="48"/>
                    <a:pt x="1247" y="72"/>
                    <a:pt x="938" y="72"/>
                  </a:cubicBezTo>
                  <a:cubicBezTo>
                    <a:pt x="635" y="72"/>
                    <a:pt x="333" y="49"/>
                    <a:pt x="33" y="3"/>
                  </a:cubicBezTo>
                  <a:cubicBezTo>
                    <a:pt x="32" y="3"/>
                    <a:pt x="31" y="3"/>
                    <a:pt x="30" y="3"/>
                  </a:cubicBezTo>
                  <a:cubicBezTo>
                    <a:pt x="16" y="3"/>
                    <a:pt x="4" y="12"/>
                    <a:pt x="3" y="26"/>
                  </a:cubicBezTo>
                  <a:cubicBezTo>
                    <a:pt x="0" y="39"/>
                    <a:pt x="10" y="53"/>
                    <a:pt x="25" y="55"/>
                  </a:cubicBezTo>
                  <a:cubicBezTo>
                    <a:pt x="327" y="101"/>
                    <a:pt x="631" y="124"/>
                    <a:pt x="935" y="124"/>
                  </a:cubicBezTo>
                  <a:cubicBezTo>
                    <a:pt x="1247" y="124"/>
                    <a:pt x="1560" y="100"/>
                    <a:pt x="1870" y="51"/>
                  </a:cubicBezTo>
                  <a:cubicBezTo>
                    <a:pt x="1884" y="49"/>
                    <a:pt x="1893" y="35"/>
                    <a:pt x="1892" y="22"/>
                  </a:cubicBezTo>
                  <a:cubicBezTo>
                    <a:pt x="1889" y="9"/>
                    <a:pt x="1879" y="0"/>
                    <a:pt x="186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4" name="Google Shape;9204;p30"/>
            <p:cNvSpPr/>
            <p:nvPr/>
          </p:nvSpPr>
          <p:spPr>
            <a:xfrm>
              <a:off x="4958975" y="4385875"/>
              <a:ext cx="10250" cy="1375"/>
            </a:xfrm>
            <a:custGeom>
              <a:avLst/>
              <a:gdLst/>
              <a:ahLst/>
              <a:cxnLst/>
              <a:rect l="l" t="t" r="r" b="b"/>
              <a:pathLst>
                <a:path w="410" h="55" extrusionOk="0">
                  <a:moveTo>
                    <a:pt x="27" y="0"/>
                  </a:moveTo>
                  <a:cubicBezTo>
                    <a:pt x="12" y="0"/>
                    <a:pt x="0" y="13"/>
                    <a:pt x="0" y="26"/>
                  </a:cubicBezTo>
                  <a:cubicBezTo>
                    <a:pt x="0" y="41"/>
                    <a:pt x="12" y="52"/>
                    <a:pt x="26" y="52"/>
                  </a:cubicBezTo>
                  <a:lnTo>
                    <a:pt x="409" y="54"/>
                  </a:lnTo>
                  <a:lnTo>
                    <a:pt x="409" y="29"/>
                  </a:lnTo>
                  <a:lnTo>
                    <a:pt x="408" y="3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5" name="Google Shape;9205;p30"/>
            <p:cNvSpPr/>
            <p:nvPr/>
          </p:nvSpPr>
          <p:spPr>
            <a:xfrm>
              <a:off x="4957150" y="4397800"/>
              <a:ext cx="41100" cy="2925"/>
            </a:xfrm>
            <a:custGeom>
              <a:avLst/>
              <a:gdLst/>
              <a:ahLst/>
              <a:cxnLst/>
              <a:rect l="l" t="t" r="r" b="b"/>
              <a:pathLst>
                <a:path w="1644" h="117" extrusionOk="0">
                  <a:moveTo>
                    <a:pt x="1616" y="1"/>
                  </a:moveTo>
                  <a:cubicBezTo>
                    <a:pt x="1615" y="1"/>
                    <a:pt x="1613" y="1"/>
                    <a:pt x="1612" y="1"/>
                  </a:cubicBezTo>
                  <a:cubicBezTo>
                    <a:pt x="1326" y="43"/>
                    <a:pt x="1038" y="64"/>
                    <a:pt x="750" y="64"/>
                  </a:cubicBezTo>
                  <a:cubicBezTo>
                    <a:pt x="510" y="64"/>
                    <a:pt x="270" y="49"/>
                    <a:pt x="31" y="20"/>
                  </a:cubicBezTo>
                  <a:cubicBezTo>
                    <a:pt x="18" y="20"/>
                    <a:pt x="4" y="29"/>
                    <a:pt x="3" y="43"/>
                  </a:cubicBezTo>
                  <a:cubicBezTo>
                    <a:pt x="0" y="58"/>
                    <a:pt x="11" y="70"/>
                    <a:pt x="25" y="72"/>
                  </a:cubicBezTo>
                  <a:cubicBezTo>
                    <a:pt x="265" y="102"/>
                    <a:pt x="508" y="117"/>
                    <a:pt x="748" y="117"/>
                  </a:cubicBezTo>
                  <a:lnTo>
                    <a:pt x="750" y="117"/>
                  </a:lnTo>
                  <a:cubicBezTo>
                    <a:pt x="1040" y="117"/>
                    <a:pt x="1331" y="95"/>
                    <a:pt x="1619" y="52"/>
                  </a:cubicBezTo>
                  <a:cubicBezTo>
                    <a:pt x="1634" y="51"/>
                    <a:pt x="1643" y="37"/>
                    <a:pt x="1640" y="23"/>
                  </a:cubicBezTo>
                  <a:cubicBezTo>
                    <a:pt x="1639" y="11"/>
                    <a:pt x="1628" y="1"/>
                    <a:pt x="161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6" name="Google Shape;9206;p30"/>
            <p:cNvSpPr/>
            <p:nvPr/>
          </p:nvSpPr>
          <p:spPr>
            <a:xfrm>
              <a:off x="5004300" y="4396675"/>
              <a:ext cx="5300" cy="1375"/>
            </a:xfrm>
            <a:custGeom>
              <a:avLst/>
              <a:gdLst/>
              <a:ahLst/>
              <a:cxnLst/>
              <a:rect l="l" t="t" r="r" b="b"/>
              <a:pathLst>
                <a:path w="212" h="55" extrusionOk="0">
                  <a:moveTo>
                    <a:pt x="185" y="0"/>
                  </a:moveTo>
                  <a:lnTo>
                    <a:pt x="26" y="2"/>
                  </a:lnTo>
                  <a:cubicBezTo>
                    <a:pt x="13" y="2"/>
                    <a:pt x="1" y="14"/>
                    <a:pt x="1" y="29"/>
                  </a:cubicBezTo>
                  <a:cubicBezTo>
                    <a:pt x="2" y="42"/>
                    <a:pt x="13" y="54"/>
                    <a:pt x="27" y="54"/>
                  </a:cubicBezTo>
                  <a:lnTo>
                    <a:pt x="186" y="51"/>
                  </a:lnTo>
                  <a:cubicBezTo>
                    <a:pt x="200" y="51"/>
                    <a:pt x="212" y="39"/>
                    <a:pt x="212" y="26"/>
                  </a:cubicBezTo>
                  <a:cubicBezTo>
                    <a:pt x="210" y="11"/>
                    <a:pt x="200" y="0"/>
                    <a:pt x="18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7" name="Google Shape;9207;p30"/>
            <p:cNvSpPr/>
            <p:nvPr/>
          </p:nvSpPr>
          <p:spPr>
            <a:xfrm>
              <a:off x="5005725" y="4360100"/>
              <a:ext cx="38450" cy="3625"/>
            </a:xfrm>
            <a:custGeom>
              <a:avLst/>
              <a:gdLst/>
              <a:ahLst/>
              <a:cxnLst/>
              <a:rect l="l" t="t" r="r" b="b"/>
              <a:pathLst>
                <a:path w="1538" h="145" extrusionOk="0">
                  <a:moveTo>
                    <a:pt x="1279" y="0"/>
                  </a:moveTo>
                  <a:cubicBezTo>
                    <a:pt x="860" y="0"/>
                    <a:pt x="439" y="31"/>
                    <a:pt x="24" y="92"/>
                  </a:cubicBezTo>
                  <a:cubicBezTo>
                    <a:pt x="9" y="95"/>
                    <a:pt x="0" y="109"/>
                    <a:pt x="3" y="122"/>
                  </a:cubicBezTo>
                  <a:cubicBezTo>
                    <a:pt x="4" y="135"/>
                    <a:pt x="15" y="145"/>
                    <a:pt x="28" y="145"/>
                  </a:cubicBezTo>
                  <a:cubicBezTo>
                    <a:pt x="30" y="145"/>
                    <a:pt x="31" y="144"/>
                    <a:pt x="31" y="144"/>
                  </a:cubicBezTo>
                  <a:cubicBezTo>
                    <a:pt x="445" y="83"/>
                    <a:pt x="865" y="52"/>
                    <a:pt x="1285" y="52"/>
                  </a:cubicBezTo>
                  <a:cubicBezTo>
                    <a:pt x="1360" y="52"/>
                    <a:pt x="1436" y="53"/>
                    <a:pt x="1511" y="55"/>
                  </a:cubicBezTo>
                  <a:cubicBezTo>
                    <a:pt x="1526" y="55"/>
                    <a:pt x="1536" y="44"/>
                    <a:pt x="1536" y="29"/>
                  </a:cubicBezTo>
                  <a:cubicBezTo>
                    <a:pt x="1538" y="16"/>
                    <a:pt x="1526" y="4"/>
                    <a:pt x="1512" y="4"/>
                  </a:cubicBezTo>
                  <a:cubicBezTo>
                    <a:pt x="1435" y="2"/>
                    <a:pt x="1357" y="0"/>
                    <a:pt x="127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8" name="Google Shape;9208;p30"/>
            <p:cNvSpPr/>
            <p:nvPr/>
          </p:nvSpPr>
          <p:spPr>
            <a:xfrm>
              <a:off x="5048550" y="4360275"/>
              <a:ext cx="4700" cy="1550"/>
            </a:xfrm>
            <a:custGeom>
              <a:avLst/>
              <a:gdLst/>
              <a:ahLst/>
              <a:cxnLst/>
              <a:rect l="l" t="t" r="r" b="b"/>
              <a:pathLst>
                <a:path w="188" h="62" extrusionOk="0">
                  <a:moveTo>
                    <a:pt x="29" y="1"/>
                  </a:moveTo>
                  <a:cubicBezTo>
                    <a:pt x="17" y="2"/>
                    <a:pt x="2" y="11"/>
                    <a:pt x="2" y="26"/>
                  </a:cubicBezTo>
                  <a:cubicBezTo>
                    <a:pt x="1" y="40"/>
                    <a:pt x="12" y="52"/>
                    <a:pt x="27" y="53"/>
                  </a:cubicBezTo>
                  <a:lnTo>
                    <a:pt x="161" y="61"/>
                  </a:lnTo>
                  <a:lnTo>
                    <a:pt x="162" y="61"/>
                  </a:lnTo>
                  <a:cubicBezTo>
                    <a:pt x="176" y="61"/>
                    <a:pt x="187" y="50"/>
                    <a:pt x="188" y="36"/>
                  </a:cubicBezTo>
                  <a:cubicBezTo>
                    <a:pt x="188" y="22"/>
                    <a:pt x="177" y="10"/>
                    <a:pt x="164" y="9"/>
                  </a:cubicBezTo>
                  <a:lnTo>
                    <a:pt x="29" y="1"/>
                  </a:ln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9" name="Google Shape;9209;p30"/>
            <p:cNvSpPr/>
            <p:nvPr/>
          </p:nvSpPr>
          <p:spPr>
            <a:xfrm>
              <a:off x="5044550" y="4377100"/>
              <a:ext cx="43700" cy="3775"/>
            </a:xfrm>
            <a:custGeom>
              <a:avLst/>
              <a:gdLst/>
              <a:ahLst/>
              <a:cxnLst/>
              <a:rect l="l" t="t" r="r" b="b"/>
              <a:pathLst>
                <a:path w="1748" h="151" extrusionOk="0">
                  <a:moveTo>
                    <a:pt x="1251" y="1"/>
                  </a:moveTo>
                  <a:cubicBezTo>
                    <a:pt x="840" y="1"/>
                    <a:pt x="430" y="34"/>
                    <a:pt x="25" y="100"/>
                  </a:cubicBezTo>
                  <a:cubicBezTo>
                    <a:pt x="10" y="101"/>
                    <a:pt x="1" y="115"/>
                    <a:pt x="4" y="129"/>
                  </a:cubicBezTo>
                  <a:cubicBezTo>
                    <a:pt x="5" y="142"/>
                    <a:pt x="16" y="151"/>
                    <a:pt x="29" y="151"/>
                  </a:cubicBezTo>
                  <a:lnTo>
                    <a:pt x="33" y="151"/>
                  </a:lnTo>
                  <a:cubicBezTo>
                    <a:pt x="432" y="85"/>
                    <a:pt x="837" y="52"/>
                    <a:pt x="1242" y="52"/>
                  </a:cubicBezTo>
                  <a:cubicBezTo>
                    <a:pt x="1401" y="52"/>
                    <a:pt x="1560" y="57"/>
                    <a:pt x="1719" y="68"/>
                  </a:cubicBezTo>
                  <a:cubicBezTo>
                    <a:pt x="1734" y="68"/>
                    <a:pt x="1746" y="57"/>
                    <a:pt x="1747" y="43"/>
                  </a:cubicBezTo>
                  <a:cubicBezTo>
                    <a:pt x="1747" y="29"/>
                    <a:pt x="1736" y="16"/>
                    <a:pt x="1723" y="15"/>
                  </a:cubicBezTo>
                  <a:cubicBezTo>
                    <a:pt x="1566" y="5"/>
                    <a:pt x="1409" y="1"/>
                    <a:pt x="125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0" name="Google Shape;9210;p30"/>
            <p:cNvSpPr/>
            <p:nvPr/>
          </p:nvSpPr>
          <p:spPr>
            <a:xfrm>
              <a:off x="5000175" y="4451075"/>
              <a:ext cx="40000" cy="15000"/>
            </a:xfrm>
            <a:custGeom>
              <a:avLst/>
              <a:gdLst/>
              <a:ahLst/>
              <a:cxnLst/>
              <a:rect l="l" t="t" r="r" b="b"/>
              <a:pathLst>
                <a:path w="1600" h="600" extrusionOk="0">
                  <a:moveTo>
                    <a:pt x="1570" y="1"/>
                  </a:moveTo>
                  <a:cubicBezTo>
                    <a:pt x="1567" y="1"/>
                    <a:pt x="1563" y="1"/>
                    <a:pt x="1561" y="2"/>
                  </a:cubicBezTo>
                  <a:cubicBezTo>
                    <a:pt x="1057" y="210"/>
                    <a:pt x="540" y="394"/>
                    <a:pt x="22" y="550"/>
                  </a:cubicBezTo>
                  <a:cubicBezTo>
                    <a:pt x="7" y="554"/>
                    <a:pt x="0" y="567"/>
                    <a:pt x="4" y="582"/>
                  </a:cubicBezTo>
                  <a:cubicBezTo>
                    <a:pt x="7" y="593"/>
                    <a:pt x="18" y="600"/>
                    <a:pt x="28" y="600"/>
                  </a:cubicBezTo>
                  <a:cubicBezTo>
                    <a:pt x="31" y="600"/>
                    <a:pt x="34" y="600"/>
                    <a:pt x="36" y="598"/>
                  </a:cubicBezTo>
                  <a:cubicBezTo>
                    <a:pt x="556" y="442"/>
                    <a:pt x="1076" y="258"/>
                    <a:pt x="1579" y="51"/>
                  </a:cubicBezTo>
                  <a:cubicBezTo>
                    <a:pt x="1593" y="45"/>
                    <a:pt x="1600" y="31"/>
                    <a:pt x="1594" y="17"/>
                  </a:cubicBezTo>
                  <a:cubicBezTo>
                    <a:pt x="1590" y="7"/>
                    <a:pt x="1580" y="1"/>
                    <a:pt x="157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1" name="Google Shape;9211;p30"/>
            <p:cNvSpPr/>
            <p:nvPr/>
          </p:nvSpPr>
          <p:spPr>
            <a:xfrm>
              <a:off x="5045200" y="4446725"/>
              <a:ext cx="5375" cy="3000"/>
            </a:xfrm>
            <a:custGeom>
              <a:avLst/>
              <a:gdLst/>
              <a:ahLst/>
              <a:cxnLst/>
              <a:rect l="l" t="t" r="r" b="b"/>
              <a:pathLst>
                <a:path w="215" h="120" extrusionOk="0">
                  <a:moveTo>
                    <a:pt x="185" y="1"/>
                  </a:moveTo>
                  <a:cubicBezTo>
                    <a:pt x="181" y="1"/>
                    <a:pt x="177" y="1"/>
                    <a:pt x="174" y="3"/>
                  </a:cubicBezTo>
                  <a:lnTo>
                    <a:pt x="19" y="70"/>
                  </a:lnTo>
                  <a:cubicBezTo>
                    <a:pt x="6" y="77"/>
                    <a:pt x="0" y="92"/>
                    <a:pt x="6" y="105"/>
                  </a:cubicBezTo>
                  <a:cubicBezTo>
                    <a:pt x="10" y="115"/>
                    <a:pt x="19" y="120"/>
                    <a:pt x="30" y="120"/>
                  </a:cubicBezTo>
                  <a:cubicBezTo>
                    <a:pt x="33" y="120"/>
                    <a:pt x="37" y="119"/>
                    <a:pt x="39" y="119"/>
                  </a:cubicBezTo>
                  <a:lnTo>
                    <a:pt x="194" y="50"/>
                  </a:lnTo>
                  <a:cubicBezTo>
                    <a:pt x="208" y="45"/>
                    <a:pt x="214" y="30"/>
                    <a:pt x="208" y="16"/>
                  </a:cubicBezTo>
                  <a:cubicBezTo>
                    <a:pt x="204" y="6"/>
                    <a:pt x="194" y="1"/>
                    <a:pt x="18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2" name="Google Shape;9212;p30"/>
            <p:cNvSpPr/>
            <p:nvPr/>
          </p:nvSpPr>
          <p:spPr>
            <a:xfrm>
              <a:off x="4965525" y="4444675"/>
              <a:ext cx="39275" cy="16775"/>
            </a:xfrm>
            <a:custGeom>
              <a:avLst/>
              <a:gdLst/>
              <a:ahLst/>
              <a:cxnLst/>
              <a:rect l="l" t="t" r="r" b="b"/>
              <a:pathLst>
                <a:path w="1571" h="671" extrusionOk="0">
                  <a:moveTo>
                    <a:pt x="1542" y="1"/>
                  </a:moveTo>
                  <a:cubicBezTo>
                    <a:pt x="1538" y="1"/>
                    <a:pt x="1535" y="1"/>
                    <a:pt x="1531" y="3"/>
                  </a:cubicBezTo>
                  <a:lnTo>
                    <a:pt x="21" y="620"/>
                  </a:lnTo>
                  <a:cubicBezTo>
                    <a:pt x="7" y="626"/>
                    <a:pt x="0" y="640"/>
                    <a:pt x="6" y="654"/>
                  </a:cubicBezTo>
                  <a:cubicBezTo>
                    <a:pt x="10" y="665"/>
                    <a:pt x="19" y="670"/>
                    <a:pt x="30" y="670"/>
                  </a:cubicBezTo>
                  <a:cubicBezTo>
                    <a:pt x="33" y="670"/>
                    <a:pt x="37" y="670"/>
                    <a:pt x="39" y="669"/>
                  </a:cubicBezTo>
                  <a:lnTo>
                    <a:pt x="1552" y="50"/>
                  </a:lnTo>
                  <a:cubicBezTo>
                    <a:pt x="1564" y="44"/>
                    <a:pt x="1570" y="30"/>
                    <a:pt x="1565" y="16"/>
                  </a:cubicBezTo>
                  <a:cubicBezTo>
                    <a:pt x="1561" y="6"/>
                    <a:pt x="1552" y="1"/>
                    <a:pt x="154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3" name="Google Shape;9213;p30"/>
            <p:cNvSpPr/>
            <p:nvPr/>
          </p:nvSpPr>
          <p:spPr>
            <a:xfrm>
              <a:off x="5008575" y="4440600"/>
              <a:ext cx="7325" cy="3325"/>
            </a:xfrm>
            <a:custGeom>
              <a:avLst/>
              <a:gdLst/>
              <a:ahLst/>
              <a:cxnLst/>
              <a:rect l="l" t="t" r="r" b="b"/>
              <a:pathLst>
                <a:path w="293" h="133" extrusionOk="0">
                  <a:moveTo>
                    <a:pt x="262" y="0"/>
                  </a:moveTo>
                  <a:cubicBezTo>
                    <a:pt x="260" y="0"/>
                    <a:pt x="257" y="1"/>
                    <a:pt x="255" y="2"/>
                  </a:cubicBezTo>
                  <a:lnTo>
                    <a:pt x="22" y="82"/>
                  </a:lnTo>
                  <a:cubicBezTo>
                    <a:pt x="8" y="86"/>
                    <a:pt x="0" y="101"/>
                    <a:pt x="6" y="115"/>
                  </a:cubicBezTo>
                  <a:cubicBezTo>
                    <a:pt x="8" y="125"/>
                    <a:pt x="19" y="132"/>
                    <a:pt x="30" y="132"/>
                  </a:cubicBezTo>
                  <a:cubicBezTo>
                    <a:pt x="33" y="132"/>
                    <a:pt x="35" y="132"/>
                    <a:pt x="38" y="131"/>
                  </a:cubicBezTo>
                  <a:lnTo>
                    <a:pt x="271" y="51"/>
                  </a:lnTo>
                  <a:cubicBezTo>
                    <a:pt x="286" y="46"/>
                    <a:pt x="292" y="31"/>
                    <a:pt x="287" y="18"/>
                  </a:cubicBezTo>
                  <a:cubicBezTo>
                    <a:pt x="284" y="7"/>
                    <a:pt x="273" y="0"/>
                    <a:pt x="26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4" name="Google Shape;9214;p30"/>
            <p:cNvSpPr/>
            <p:nvPr/>
          </p:nvSpPr>
          <p:spPr>
            <a:xfrm>
              <a:off x="5064325" y="4406950"/>
              <a:ext cx="31775" cy="13050"/>
            </a:xfrm>
            <a:custGeom>
              <a:avLst/>
              <a:gdLst/>
              <a:ahLst/>
              <a:cxnLst/>
              <a:rect l="l" t="t" r="r" b="b"/>
              <a:pathLst>
                <a:path w="1271" h="522" extrusionOk="0">
                  <a:moveTo>
                    <a:pt x="1241" y="0"/>
                  </a:moveTo>
                  <a:cubicBezTo>
                    <a:pt x="1238" y="0"/>
                    <a:pt x="1235" y="1"/>
                    <a:pt x="1232" y="2"/>
                  </a:cubicBezTo>
                  <a:lnTo>
                    <a:pt x="21" y="472"/>
                  </a:lnTo>
                  <a:cubicBezTo>
                    <a:pt x="8" y="477"/>
                    <a:pt x="1" y="492"/>
                    <a:pt x="6" y="505"/>
                  </a:cubicBezTo>
                  <a:cubicBezTo>
                    <a:pt x="10" y="515"/>
                    <a:pt x="20" y="522"/>
                    <a:pt x="31" y="522"/>
                  </a:cubicBezTo>
                  <a:cubicBezTo>
                    <a:pt x="33" y="522"/>
                    <a:pt x="36" y="522"/>
                    <a:pt x="40" y="520"/>
                  </a:cubicBezTo>
                  <a:lnTo>
                    <a:pt x="1251" y="51"/>
                  </a:lnTo>
                  <a:cubicBezTo>
                    <a:pt x="1264" y="45"/>
                    <a:pt x="1271" y="31"/>
                    <a:pt x="1266" y="17"/>
                  </a:cubicBezTo>
                  <a:cubicBezTo>
                    <a:pt x="1261" y="7"/>
                    <a:pt x="1252" y="0"/>
                    <a:pt x="124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5" name="Google Shape;9215;p30"/>
            <p:cNvSpPr/>
            <p:nvPr/>
          </p:nvSpPr>
          <p:spPr>
            <a:xfrm>
              <a:off x="5078700" y="4420475"/>
              <a:ext cx="31100" cy="15600"/>
            </a:xfrm>
            <a:custGeom>
              <a:avLst/>
              <a:gdLst/>
              <a:ahLst/>
              <a:cxnLst/>
              <a:rect l="l" t="t" r="r" b="b"/>
              <a:pathLst>
                <a:path w="1244" h="624" extrusionOk="0">
                  <a:moveTo>
                    <a:pt x="1214" y="0"/>
                  </a:moveTo>
                  <a:cubicBezTo>
                    <a:pt x="1210" y="0"/>
                    <a:pt x="1206" y="1"/>
                    <a:pt x="1202" y="3"/>
                  </a:cubicBezTo>
                  <a:cubicBezTo>
                    <a:pt x="822" y="221"/>
                    <a:pt x="426" y="412"/>
                    <a:pt x="19" y="574"/>
                  </a:cubicBezTo>
                  <a:cubicBezTo>
                    <a:pt x="6" y="579"/>
                    <a:pt x="0" y="594"/>
                    <a:pt x="6" y="608"/>
                  </a:cubicBezTo>
                  <a:cubicBezTo>
                    <a:pt x="10" y="617"/>
                    <a:pt x="19" y="624"/>
                    <a:pt x="29" y="624"/>
                  </a:cubicBezTo>
                  <a:cubicBezTo>
                    <a:pt x="33" y="624"/>
                    <a:pt x="35" y="622"/>
                    <a:pt x="39" y="622"/>
                  </a:cubicBezTo>
                  <a:cubicBezTo>
                    <a:pt x="447" y="460"/>
                    <a:pt x="847" y="267"/>
                    <a:pt x="1227" y="49"/>
                  </a:cubicBezTo>
                  <a:cubicBezTo>
                    <a:pt x="1239" y="41"/>
                    <a:pt x="1243" y="25"/>
                    <a:pt x="1237" y="13"/>
                  </a:cubicBezTo>
                  <a:cubicBezTo>
                    <a:pt x="1232" y="5"/>
                    <a:pt x="1223" y="0"/>
                    <a:pt x="121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6" name="Google Shape;9216;p30"/>
            <p:cNvSpPr/>
            <p:nvPr/>
          </p:nvSpPr>
          <p:spPr>
            <a:xfrm>
              <a:off x="5112875" y="4401675"/>
              <a:ext cx="18350" cy="8875"/>
            </a:xfrm>
            <a:custGeom>
              <a:avLst/>
              <a:gdLst/>
              <a:ahLst/>
              <a:cxnLst/>
              <a:rect l="l" t="t" r="r" b="b"/>
              <a:pathLst>
                <a:path w="734" h="355" extrusionOk="0">
                  <a:moveTo>
                    <a:pt x="704" y="1"/>
                  </a:moveTo>
                  <a:cubicBezTo>
                    <a:pt x="701" y="1"/>
                    <a:pt x="697" y="2"/>
                    <a:pt x="693" y="3"/>
                  </a:cubicBezTo>
                  <a:lnTo>
                    <a:pt x="19" y="305"/>
                  </a:lnTo>
                  <a:cubicBezTo>
                    <a:pt x="6" y="312"/>
                    <a:pt x="0" y="326"/>
                    <a:pt x="6" y="340"/>
                  </a:cubicBezTo>
                  <a:cubicBezTo>
                    <a:pt x="10" y="349"/>
                    <a:pt x="19" y="355"/>
                    <a:pt x="30" y="355"/>
                  </a:cubicBezTo>
                  <a:cubicBezTo>
                    <a:pt x="33" y="355"/>
                    <a:pt x="37" y="355"/>
                    <a:pt x="39" y="353"/>
                  </a:cubicBezTo>
                  <a:lnTo>
                    <a:pt x="715" y="51"/>
                  </a:lnTo>
                  <a:cubicBezTo>
                    <a:pt x="728" y="44"/>
                    <a:pt x="733" y="29"/>
                    <a:pt x="728" y="16"/>
                  </a:cubicBezTo>
                  <a:cubicBezTo>
                    <a:pt x="723" y="7"/>
                    <a:pt x="714" y="1"/>
                    <a:pt x="70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7" name="Google Shape;9217;p30"/>
            <p:cNvSpPr/>
            <p:nvPr/>
          </p:nvSpPr>
          <p:spPr>
            <a:xfrm>
              <a:off x="5140450" y="4413750"/>
              <a:ext cx="22125" cy="22375"/>
            </a:xfrm>
            <a:custGeom>
              <a:avLst/>
              <a:gdLst/>
              <a:ahLst/>
              <a:cxnLst/>
              <a:rect l="l" t="t" r="r" b="b"/>
              <a:pathLst>
                <a:path w="885" h="895" extrusionOk="0">
                  <a:moveTo>
                    <a:pt x="855" y="0"/>
                  </a:moveTo>
                  <a:cubicBezTo>
                    <a:pt x="847" y="0"/>
                    <a:pt x="839" y="4"/>
                    <a:pt x="833" y="11"/>
                  </a:cubicBezTo>
                  <a:cubicBezTo>
                    <a:pt x="603" y="329"/>
                    <a:pt x="327" y="610"/>
                    <a:pt x="14" y="848"/>
                  </a:cubicBezTo>
                  <a:cubicBezTo>
                    <a:pt x="2" y="856"/>
                    <a:pt x="0" y="873"/>
                    <a:pt x="8" y="885"/>
                  </a:cubicBezTo>
                  <a:cubicBezTo>
                    <a:pt x="14" y="891"/>
                    <a:pt x="21" y="894"/>
                    <a:pt x="29" y="894"/>
                  </a:cubicBezTo>
                  <a:lnTo>
                    <a:pt x="29" y="894"/>
                  </a:lnTo>
                  <a:cubicBezTo>
                    <a:pt x="35" y="894"/>
                    <a:pt x="41" y="893"/>
                    <a:pt x="45" y="889"/>
                  </a:cubicBezTo>
                  <a:cubicBezTo>
                    <a:pt x="362" y="648"/>
                    <a:pt x="642" y="363"/>
                    <a:pt x="875" y="41"/>
                  </a:cubicBezTo>
                  <a:cubicBezTo>
                    <a:pt x="884" y="30"/>
                    <a:pt x="882" y="14"/>
                    <a:pt x="869" y="5"/>
                  </a:cubicBezTo>
                  <a:cubicBezTo>
                    <a:pt x="865" y="2"/>
                    <a:pt x="860" y="0"/>
                    <a:pt x="855" y="0"/>
                  </a:cubicBezTo>
                  <a:close/>
                  <a:moveTo>
                    <a:pt x="29" y="894"/>
                  </a:moveTo>
                  <a:cubicBezTo>
                    <a:pt x="29" y="894"/>
                    <a:pt x="29" y="894"/>
                    <a:pt x="29" y="894"/>
                  </a:cubicBezTo>
                  <a:lnTo>
                    <a:pt x="30" y="894"/>
                  </a:lnTo>
                  <a:cubicBezTo>
                    <a:pt x="30" y="894"/>
                    <a:pt x="30" y="894"/>
                    <a:pt x="29" y="894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8" name="Google Shape;9218;p30"/>
            <p:cNvSpPr/>
            <p:nvPr/>
          </p:nvSpPr>
          <p:spPr>
            <a:xfrm>
              <a:off x="5164125" y="4405550"/>
              <a:ext cx="4525" cy="5450"/>
            </a:xfrm>
            <a:custGeom>
              <a:avLst/>
              <a:gdLst/>
              <a:ahLst/>
              <a:cxnLst/>
              <a:rect l="l" t="t" r="r" b="b"/>
              <a:pathLst>
                <a:path w="181" h="218" extrusionOk="0">
                  <a:moveTo>
                    <a:pt x="151" y="1"/>
                  </a:moveTo>
                  <a:cubicBezTo>
                    <a:pt x="143" y="1"/>
                    <a:pt x="135" y="4"/>
                    <a:pt x="130" y="11"/>
                  </a:cubicBezTo>
                  <a:lnTo>
                    <a:pt x="9" y="175"/>
                  </a:lnTo>
                  <a:cubicBezTo>
                    <a:pt x="1" y="187"/>
                    <a:pt x="3" y="204"/>
                    <a:pt x="14" y="212"/>
                  </a:cubicBezTo>
                  <a:cubicBezTo>
                    <a:pt x="19" y="214"/>
                    <a:pt x="25" y="217"/>
                    <a:pt x="30" y="217"/>
                  </a:cubicBezTo>
                  <a:cubicBezTo>
                    <a:pt x="37" y="217"/>
                    <a:pt x="45" y="213"/>
                    <a:pt x="50" y="206"/>
                  </a:cubicBezTo>
                  <a:lnTo>
                    <a:pt x="171" y="42"/>
                  </a:lnTo>
                  <a:cubicBezTo>
                    <a:pt x="181" y="30"/>
                    <a:pt x="178" y="14"/>
                    <a:pt x="166" y="6"/>
                  </a:cubicBezTo>
                  <a:cubicBezTo>
                    <a:pt x="162" y="2"/>
                    <a:pt x="156" y="1"/>
                    <a:pt x="15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9" name="Google Shape;9219;p30"/>
            <p:cNvSpPr/>
            <p:nvPr/>
          </p:nvSpPr>
          <p:spPr>
            <a:xfrm>
              <a:off x="5098750" y="4463825"/>
              <a:ext cx="37050" cy="21200"/>
            </a:xfrm>
            <a:custGeom>
              <a:avLst/>
              <a:gdLst/>
              <a:ahLst/>
              <a:cxnLst/>
              <a:rect l="l" t="t" r="r" b="b"/>
              <a:pathLst>
                <a:path w="1482" h="848" extrusionOk="0">
                  <a:moveTo>
                    <a:pt x="1451" y="0"/>
                  </a:moveTo>
                  <a:cubicBezTo>
                    <a:pt x="1446" y="0"/>
                    <a:pt x="1441" y="1"/>
                    <a:pt x="1437" y="4"/>
                  </a:cubicBezTo>
                  <a:cubicBezTo>
                    <a:pt x="984" y="298"/>
                    <a:pt x="506" y="566"/>
                    <a:pt x="19" y="797"/>
                  </a:cubicBezTo>
                  <a:cubicBezTo>
                    <a:pt x="6" y="804"/>
                    <a:pt x="0" y="819"/>
                    <a:pt x="6" y="832"/>
                  </a:cubicBezTo>
                  <a:cubicBezTo>
                    <a:pt x="11" y="842"/>
                    <a:pt x="20" y="847"/>
                    <a:pt x="30" y="847"/>
                  </a:cubicBezTo>
                  <a:cubicBezTo>
                    <a:pt x="32" y="847"/>
                    <a:pt x="37" y="846"/>
                    <a:pt x="41" y="844"/>
                  </a:cubicBezTo>
                  <a:cubicBezTo>
                    <a:pt x="530" y="612"/>
                    <a:pt x="1011" y="344"/>
                    <a:pt x="1465" y="48"/>
                  </a:cubicBezTo>
                  <a:cubicBezTo>
                    <a:pt x="1477" y="40"/>
                    <a:pt x="1481" y="24"/>
                    <a:pt x="1473" y="12"/>
                  </a:cubicBezTo>
                  <a:cubicBezTo>
                    <a:pt x="1468" y="4"/>
                    <a:pt x="1460" y="0"/>
                    <a:pt x="145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0" name="Google Shape;9220;p30"/>
            <p:cNvSpPr/>
            <p:nvPr/>
          </p:nvSpPr>
          <p:spPr>
            <a:xfrm>
              <a:off x="5131325" y="4448700"/>
              <a:ext cx="9175" cy="7100"/>
            </a:xfrm>
            <a:custGeom>
              <a:avLst/>
              <a:gdLst/>
              <a:ahLst/>
              <a:cxnLst/>
              <a:rect l="l" t="t" r="r" b="b"/>
              <a:pathLst>
                <a:path w="367" h="284" extrusionOk="0">
                  <a:moveTo>
                    <a:pt x="338" y="1"/>
                  </a:moveTo>
                  <a:cubicBezTo>
                    <a:pt x="331" y="1"/>
                    <a:pt x="323" y="4"/>
                    <a:pt x="318" y="10"/>
                  </a:cubicBezTo>
                  <a:cubicBezTo>
                    <a:pt x="238" y="105"/>
                    <a:pt x="134" y="182"/>
                    <a:pt x="20" y="233"/>
                  </a:cubicBezTo>
                  <a:cubicBezTo>
                    <a:pt x="6" y="240"/>
                    <a:pt x="1" y="255"/>
                    <a:pt x="6" y="268"/>
                  </a:cubicBezTo>
                  <a:cubicBezTo>
                    <a:pt x="12" y="278"/>
                    <a:pt x="21" y="283"/>
                    <a:pt x="30" y="283"/>
                  </a:cubicBezTo>
                  <a:cubicBezTo>
                    <a:pt x="34" y="283"/>
                    <a:pt x="37" y="283"/>
                    <a:pt x="41" y="280"/>
                  </a:cubicBezTo>
                  <a:cubicBezTo>
                    <a:pt x="162" y="227"/>
                    <a:pt x="271" y="144"/>
                    <a:pt x="357" y="44"/>
                  </a:cubicBezTo>
                  <a:cubicBezTo>
                    <a:pt x="367" y="33"/>
                    <a:pt x="365" y="17"/>
                    <a:pt x="355" y="7"/>
                  </a:cubicBezTo>
                  <a:cubicBezTo>
                    <a:pt x="350" y="3"/>
                    <a:pt x="344" y="1"/>
                    <a:pt x="33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1" name="Google Shape;9221;p30"/>
            <p:cNvSpPr/>
            <p:nvPr/>
          </p:nvSpPr>
          <p:spPr>
            <a:xfrm>
              <a:off x="5175025" y="4386825"/>
              <a:ext cx="17575" cy="27025"/>
            </a:xfrm>
            <a:custGeom>
              <a:avLst/>
              <a:gdLst/>
              <a:ahLst/>
              <a:cxnLst/>
              <a:rect l="l" t="t" r="r" b="b"/>
              <a:pathLst>
                <a:path w="703" h="1081" extrusionOk="0">
                  <a:moveTo>
                    <a:pt x="674" y="1"/>
                  </a:moveTo>
                  <a:cubicBezTo>
                    <a:pt x="664" y="1"/>
                    <a:pt x="654" y="6"/>
                    <a:pt x="649" y="15"/>
                  </a:cubicBezTo>
                  <a:cubicBezTo>
                    <a:pt x="471" y="375"/>
                    <a:pt x="256" y="720"/>
                    <a:pt x="10" y="1039"/>
                  </a:cubicBezTo>
                  <a:cubicBezTo>
                    <a:pt x="0" y="1049"/>
                    <a:pt x="3" y="1066"/>
                    <a:pt x="14" y="1075"/>
                  </a:cubicBezTo>
                  <a:cubicBezTo>
                    <a:pt x="19" y="1078"/>
                    <a:pt x="25" y="1080"/>
                    <a:pt x="30" y="1080"/>
                  </a:cubicBezTo>
                  <a:cubicBezTo>
                    <a:pt x="38" y="1080"/>
                    <a:pt x="45" y="1076"/>
                    <a:pt x="50" y="1070"/>
                  </a:cubicBezTo>
                  <a:cubicBezTo>
                    <a:pt x="299" y="749"/>
                    <a:pt x="516" y="402"/>
                    <a:pt x="696" y="38"/>
                  </a:cubicBezTo>
                  <a:cubicBezTo>
                    <a:pt x="703" y="26"/>
                    <a:pt x="697" y="10"/>
                    <a:pt x="684" y="3"/>
                  </a:cubicBezTo>
                  <a:cubicBezTo>
                    <a:pt x="681" y="1"/>
                    <a:pt x="677" y="1"/>
                    <a:pt x="67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2" name="Google Shape;9222;p30"/>
            <p:cNvSpPr/>
            <p:nvPr/>
          </p:nvSpPr>
          <p:spPr>
            <a:xfrm>
              <a:off x="5161075" y="4430550"/>
              <a:ext cx="10075" cy="10650"/>
            </a:xfrm>
            <a:custGeom>
              <a:avLst/>
              <a:gdLst/>
              <a:ahLst/>
              <a:cxnLst/>
              <a:rect l="l" t="t" r="r" b="b"/>
              <a:pathLst>
                <a:path w="403" h="426" extrusionOk="0">
                  <a:moveTo>
                    <a:pt x="372" y="1"/>
                  </a:moveTo>
                  <a:cubicBezTo>
                    <a:pt x="364" y="1"/>
                    <a:pt x="356" y="4"/>
                    <a:pt x="351" y="11"/>
                  </a:cubicBezTo>
                  <a:cubicBezTo>
                    <a:pt x="254" y="148"/>
                    <a:pt x="141" y="272"/>
                    <a:pt x="14" y="379"/>
                  </a:cubicBezTo>
                  <a:cubicBezTo>
                    <a:pt x="3" y="389"/>
                    <a:pt x="0" y="405"/>
                    <a:pt x="10" y="416"/>
                  </a:cubicBezTo>
                  <a:cubicBezTo>
                    <a:pt x="15" y="422"/>
                    <a:pt x="22" y="425"/>
                    <a:pt x="30" y="425"/>
                  </a:cubicBezTo>
                  <a:cubicBezTo>
                    <a:pt x="36" y="425"/>
                    <a:pt x="42" y="422"/>
                    <a:pt x="47" y="418"/>
                  </a:cubicBezTo>
                  <a:cubicBezTo>
                    <a:pt x="178" y="308"/>
                    <a:pt x="295" y="182"/>
                    <a:pt x="394" y="42"/>
                  </a:cubicBezTo>
                  <a:cubicBezTo>
                    <a:pt x="402" y="30"/>
                    <a:pt x="400" y="14"/>
                    <a:pt x="388" y="5"/>
                  </a:cubicBezTo>
                  <a:cubicBezTo>
                    <a:pt x="383" y="2"/>
                    <a:pt x="377" y="1"/>
                    <a:pt x="37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3" name="Google Shape;9223;p30"/>
            <p:cNvSpPr/>
            <p:nvPr/>
          </p:nvSpPr>
          <p:spPr>
            <a:xfrm>
              <a:off x="5071500" y="4138750"/>
              <a:ext cx="21475" cy="36775"/>
            </a:xfrm>
            <a:custGeom>
              <a:avLst/>
              <a:gdLst/>
              <a:ahLst/>
              <a:cxnLst/>
              <a:rect l="l" t="t" r="r" b="b"/>
              <a:pathLst>
                <a:path w="859" h="1471" extrusionOk="0">
                  <a:moveTo>
                    <a:pt x="29" y="1"/>
                  </a:moveTo>
                  <a:cubicBezTo>
                    <a:pt x="26" y="1"/>
                    <a:pt x="22" y="1"/>
                    <a:pt x="19" y="3"/>
                  </a:cubicBezTo>
                  <a:cubicBezTo>
                    <a:pt x="6" y="8"/>
                    <a:pt x="0" y="23"/>
                    <a:pt x="6" y="36"/>
                  </a:cubicBezTo>
                  <a:cubicBezTo>
                    <a:pt x="212" y="542"/>
                    <a:pt x="482" y="1021"/>
                    <a:pt x="809" y="1460"/>
                  </a:cubicBezTo>
                  <a:cubicBezTo>
                    <a:pt x="813" y="1466"/>
                    <a:pt x="821" y="1470"/>
                    <a:pt x="829" y="1470"/>
                  </a:cubicBezTo>
                  <a:cubicBezTo>
                    <a:pt x="835" y="1470"/>
                    <a:pt x="840" y="1469"/>
                    <a:pt x="844" y="1465"/>
                  </a:cubicBezTo>
                  <a:cubicBezTo>
                    <a:pt x="856" y="1457"/>
                    <a:pt x="859" y="1441"/>
                    <a:pt x="849" y="1429"/>
                  </a:cubicBezTo>
                  <a:cubicBezTo>
                    <a:pt x="527" y="994"/>
                    <a:pt x="259" y="519"/>
                    <a:pt x="53" y="18"/>
                  </a:cubicBezTo>
                  <a:cubicBezTo>
                    <a:pt x="49" y="7"/>
                    <a:pt x="39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4" name="Google Shape;9224;p30"/>
            <p:cNvSpPr/>
            <p:nvPr/>
          </p:nvSpPr>
          <p:spPr>
            <a:xfrm>
              <a:off x="5096225" y="4180450"/>
              <a:ext cx="4550" cy="5175"/>
            </a:xfrm>
            <a:custGeom>
              <a:avLst/>
              <a:gdLst/>
              <a:ahLst/>
              <a:cxnLst/>
              <a:rect l="l" t="t" r="r" b="b"/>
              <a:pathLst>
                <a:path w="182" h="207" extrusionOk="0">
                  <a:moveTo>
                    <a:pt x="30" y="1"/>
                  </a:moveTo>
                  <a:cubicBezTo>
                    <a:pt x="24" y="1"/>
                    <a:pt x="18" y="3"/>
                    <a:pt x="14" y="7"/>
                  </a:cubicBezTo>
                  <a:cubicBezTo>
                    <a:pt x="2" y="16"/>
                    <a:pt x="0" y="33"/>
                    <a:pt x="10" y="43"/>
                  </a:cubicBezTo>
                  <a:lnTo>
                    <a:pt x="133" y="195"/>
                  </a:lnTo>
                  <a:cubicBezTo>
                    <a:pt x="139" y="202"/>
                    <a:pt x="146" y="206"/>
                    <a:pt x="154" y="206"/>
                  </a:cubicBezTo>
                  <a:cubicBezTo>
                    <a:pt x="159" y="206"/>
                    <a:pt x="164" y="203"/>
                    <a:pt x="170" y="199"/>
                  </a:cubicBezTo>
                  <a:cubicBezTo>
                    <a:pt x="181" y="190"/>
                    <a:pt x="182" y="174"/>
                    <a:pt x="174" y="163"/>
                  </a:cubicBezTo>
                  <a:lnTo>
                    <a:pt x="50" y="11"/>
                  </a:lnTo>
                  <a:cubicBezTo>
                    <a:pt x="45" y="4"/>
                    <a:pt x="37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5" name="Google Shape;9225;p30"/>
            <p:cNvSpPr/>
            <p:nvPr/>
          </p:nvSpPr>
          <p:spPr>
            <a:xfrm>
              <a:off x="5070450" y="4108025"/>
              <a:ext cx="10850" cy="20150"/>
            </a:xfrm>
            <a:custGeom>
              <a:avLst/>
              <a:gdLst/>
              <a:ahLst/>
              <a:cxnLst/>
              <a:rect l="l" t="t" r="r" b="b"/>
              <a:pathLst>
                <a:path w="434" h="806" extrusionOk="0">
                  <a:moveTo>
                    <a:pt x="31" y="1"/>
                  </a:moveTo>
                  <a:cubicBezTo>
                    <a:pt x="27" y="1"/>
                    <a:pt x="23" y="1"/>
                    <a:pt x="20" y="3"/>
                  </a:cubicBezTo>
                  <a:cubicBezTo>
                    <a:pt x="6" y="9"/>
                    <a:pt x="1" y="25"/>
                    <a:pt x="8" y="37"/>
                  </a:cubicBezTo>
                  <a:lnTo>
                    <a:pt x="382" y="792"/>
                  </a:lnTo>
                  <a:cubicBezTo>
                    <a:pt x="386" y="800"/>
                    <a:pt x="395" y="805"/>
                    <a:pt x="404" y="805"/>
                  </a:cubicBezTo>
                  <a:cubicBezTo>
                    <a:pt x="408" y="805"/>
                    <a:pt x="412" y="805"/>
                    <a:pt x="416" y="803"/>
                  </a:cubicBezTo>
                  <a:cubicBezTo>
                    <a:pt x="429" y="797"/>
                    <a:pt x="434" y="781"/>
                    <a:pt x="429" y="769"/>
                  </a:cubicBezTo>
                  <a:lnTo>
                    <a:pt x="53" y="14"/>
                  </a:lnTo>
                  <a:cubicBezTo>
                    <a:pt x="49" y="6"/>
                    <a:pt x="40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6" name="Google Shape;9226;p30"/>
            <p:cNvSpPr/>
            <p:nvPr/>
          </p:nvSpPr>
          <p:spPr>
            <a:xfrm>
              <a:off x="5112675" y="4186200"/>
              <a:ext cx="18325" cy="25525"/>
            </a:xfrm>
            <a:custGeom>
              <a:avLst/>
              <a:gdLst/>
              <a:ahLst/>
              <a:cxnLst/>
              <a:rect l="l" t="t" r="r" b="b"/>
              <a:pathLst>
                <a:path w="733" h="1021" extrusionOk="0">
                  <a:moveTo>
                    <a:pt x="30" y="1"/>
                  </a:moveTo>
                  <a:cubicBezTo>
                    <a:pt x="24" y="1"/>
                    <a:pt x="19" y="2"/>
                    <a:pt x="14" y="6"/>
                  </a:cubicBezTo>
                  <a:cubicBezTo>
                    <a:pt x="3" y="15"/>
                    <a:pt x="0" y="31"/>
                    <a:pt x="10" y="42"/>
                  </a:cubicBezTo>
                  <a:cubicBezTo>
                    <a:pt x="246" y="353"/>
                    <a:pt x="472" y="677"/>
                    <a:pt x="680" y="1008"/>
                  </a:cubicBezTo>
                  <a:cubicBezTo>
                    <a:pt x="685" y="1016"/>
                    <a:pt x="693" y="1020"/>
                    <a:pt x="702" y="1020"/>
                  </a:cubicBezTo>
                  <a:cubicBezTo>
                    <a:pt x="706" y="1020"/>
                    <a:pt x="712" y="1019"/>
                    <a:pt x="716" y="1016"/>
                  </a:cubicBezTo>
                  <a:cubicBezTo>
                    <a:pt x="728" y="1008"/>
                    <a:pt x="732" y="992"/>
                    <a:pt x="724" y="980"/>
                  </a:cubicBezTo>
                  <a:cubicBezTo>
                    <a:pt x="515" y="647"/>
                    <a:pt x="289" y="322"/>
                    <a:pt x="50" y="11"/>
                  </a:cubicBezTo>
                  <a:cubicBezTo>
                    <a:pt x="45" y="4"/>
                    <a:pt x="38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7" name="Google Shape;9227;p30"/>
            <p:cNvSpPr/>
            <p:nvPr/>
          </p:nvSpPr>
          <p:spPr>
            <a:xfrm>
              <a:off x="5104925" y="4192550"/>
              <a:ext cx="7625" cy="9550"/>
            </a:xfrm>
            <a:custGeom>
              <a:avLst/>
              <a:gdLst/>
              <a:ahLst/>
              <a:cxnLst/>
              <a:rect l="l" t="t" r="r" b="b"/>
              <a:pathLst>
                <a:path w="305" h="382" extrusionOk="0">
                  <a:moveTo>
                    <a:pt x="30" y="1"/>
                  </a:moveTo>
                  <a:cubicBezTo>
                    <a:pt x="24" y="1"/>
                    <a:pt x="19" y="3"/>
                    <a:pt x="14" y="6"/>
                  </a:cubicBezTo>
                  <a:cubicBezTo>
                    <a:pt x="2" y="14"/>
                    <a:pt x="1" y="30"/>
                    <a:pt x="9" y="42"/>
                  </a:cubicBezTo>
                  <a:lnTo>
                    <a:pt x="255" y="371"/>
                  </a:lnTo>
                  <a:cubicBezTo>
                    <a:pt x="260" y="379"/>
                    <a:pt x="268" y="381"/>
                    <a:pt x="277" y="381"/>
                  </a:cubicBezTo>
                  <a:cubicBezTo>
                    <a:pt x="282" y="381"/>
                    <a:pt x="286" y="380"/>
                    <a:pt x="291" y="376"/>
                  </a:cubicBezTo>
                  <a:cubicBezTo>
                    <a:pt x="303" y="368"/>
                    <a:pt x="305" y="352"/>
                    <a:pt x="297" y="340"/>
                  </a:cubicBezTo>
                  <a:lnTo>
                    <a:pt x="51" y="11"/>
                  </a:lnTo>
                  <a:cubicBezTo>
                    <a:pt x="46" y="4"/>
                    <a:pt x="38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8" name="Google Shape;9228;p30"/>
            <p:cNvSpPr/>
            <p:nvPr/>
          </p:nvSpPr>
          <p:spPr>
            <a:xfrm>
              <a:off x="5128975" y="4100000"/>
              <a:ext cx="7925" cy="31300"/>
            </a:xfrm>
            <a:custGeom>
              <a:avLst/>
              <a:gdLst/>
              <a:ahLst/>
              <a:cxnLst/>
              <a:rect l="l" t="t" r="r" b="b"/>
              <a:pathLst>
                <a:path w="317" h="1252" extrusionOk="0">
                  <a:moveTo>
                    <a:pt x="30" y="1"/>
                  </a:moveTo>
                  <a:cubicBezTo>
                    <a:pt x="27" y="1"/>
                    <a:pt x="25" y="1"/>
                    <a:pt x="22" y="2"/>
                  </a:cubicBezTo>
                  <a:cubicBezTo>
                    <a:pt x="9" y="6"/>
                    <a:pt x="1" y="20"/>
                    <a:pt x="5" y="34"/>
                  </a:cubicBezTo>
                  <a:cubicBezTo>
                    <a:pt x="116" y="425"/>
                    <a:pt x="204" y="828"/>
                    <a:pt x="263" y="1229"/>
                  </a:cubicBezTo>
                  <a:cubicBezTo>
                    <a:pt x="266" y="1242"/>
                    <a:pt x="276" y="1251"/>
                    <a:pt x="289" y="1251"/>
                  </a:cubicBezTo>
                  <a:cubicBezTo>
                    <a:pt x="290" y="1251"/>
                    <a:pt x="291" y="1251"/>
                    <a:pt x="293" y="1250"/>
                  </a:cubicBezTo>
                  <a:cubicBezTo>
                    <a:pt x="307" y="1249"/>
                    <a:pt x="317" y="1235"/>
                    <a:pt x="314" y="1222"/>
                  </a:cubicBezTo>
                  <a:cubicBezTo>
                    <a:pt x="255" y="817"/>
                    <a:pt x="167" y="413"/>
                    <a:pt x="54" y="19"/>
                  </a:cubicBezTo>
                  <a:cubicBezTo>
                    <a:pt x="51" y="8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9" name="Google Shape;9229;p30"/>
            <p:cNvSpPr/>
            <p:nvPr/>
          </p:nvSpPr>
          <p:spPr>
            <a:xfrm>
              <a:off x="5138825" y="4139475"/>
              <a:ext cx="4175" cy="13175"/>
            </a:xfrm>
            <a:custGeom>
              <a:avLst/>
              <a:gdLst/>
              <a:ahLst/>
              <a:cxnLst/>
              <a:rect l="l" t="t" r="r" b="b"/>
              <a:pathLst>
                <a:path w="167" h="527" extrusionOk="0">
                  <a:moveTo>
                    <a:pt x="28" y="0"/>
                  </a:moveTo>
                  <a:cubicBezTo>
                    <a:pt x="26" y="0"/>
                    <a:pt x="24" y="0"/>
                    <a:pt x="22" y="1"/>
                  </a:cubicBezTo>
                  <a:cubicBezTo>
                    <a:pt x="9" y="6"/>
                    <a:pt x="1" y="19"/>
                    <a:pt x="5" y="34"/>
                  </a:cubicBezTo>
                  <a:cubicBezTo>
                    <a:pt x="52" y="188"/>
                    <a:pt x="88" y="345"/>
                    <a:pt x="114" y="504"/>
                  </a:cubicBezTo>
                  <a:cubicBezTo>
                    <a:pt x="115" y="517"/>
                    <a:pt x="126" y="527"/>
                    <a:pt x="139" y="527"/>
                  </a:cubicBezTo>
                  <a:cubicBezTo>
                    <a:pt x="139" y="527"/>
                    <a:pt x="141" y="525"/>
                    <a:pt x="142" y="525"/>
                  </a:cubicBezTo>
                  <a:cubicBezTo>
                    <a:pt x="157" y="524"/>
                    <a:pt x="166" y="511"/>
                    <a:pt x="165" y="496"/>
                  </a:cubicBezTo>
                  <a:cubicBezTo>
                    <a:pt x="139" y="334"/>
                    <a:pt x="103" y="174"/>
                    <a:pt x="55" y="18"/>
                  </a:cubicBezTo>
                  <a:cubicBezTo>
                    <a:pt x="51" y="7"/>
                    <a:pt x="4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0" name="Google Shape;9230;p30"/>
            <p:cNvSpPr/>
            <p:nvPr/>
          </p:nvSpPr>
          <p:spPr>
            <a:xfrm>
              <a:off x="5125625" y="4086375"/>
              <a:ext cx="2025" cy="5175"/>
            </a:xfrm>
            <a:custGeom>
              <a:avLst/>
              <a:gdLst/>
              <a:ahLst/>
              <a:cxnLst/>
              <a:rect l="l" t="t" r="r" b="b"/>
              <a:pathLst>
                <a:path w="81" h="207" extrusionOk="0">
                  <a:moveTo>
                    <a:pt x="27" y="0"/>
                  </a:moveTo>
                  <a:cubicBezTo>
                    <a:pt x="26" y="0"/>
                    <a:pt x="25" y="0"/>
                    <a:pt x="24" y="0"/>
                  </a:cubicBezTo>
                  <a:cubicBezTo>
                    <a:pt x="10" y="3"/>
                    <a:pt x="0" y="17"/>
                    <a:pt x="3" y="30"/>
                  </a:cubicBezTo>
                  <a:lnTo>
                    <a:pt x="28" y="185"/>
                  </a:lnTo>
                  <a:cubicBezTo>
                    <a:pt x="30" y="197"/>
                    <a:pt x="40" y="206"/>
                    <a:pt x="54" y="206"/>
                  </a:cubicBezTo>
                  <a:lnTo>
                    <a:pt x="58" y="206"/>
                  </a:lnTo>
                  <a:cubicBezTo>
                    <a:pt x="71" y="204"/>
                    <a:pt x="81" y="190"/>
                    <a:pt x="79" y="177"/>
                  </a:cubicBezTo>
                  <a:lnTo>
                    <a:pt x="54" y="22"/>
                  </a:lnTo>
                  <a:cubicBezTo>
                    <a:pt x="51" y="9"/>
                    <a:pt x="41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1" name="Google Shape;9231;p30"/>
            <p:cNvSpPr/>
            <p:nvPr/>
          </p:nvSpPr>
          <p:spPr>
            <a:xfrm>
              <a:off x="5149150" y="4157525"/>
              <a:ext cx="7525" cy="27625"/>
            </a:xfrm>
            <a:custGeom>
              <a:avLst/>
              <a:gdLst/>
              <a:ahLst/>
              <a:cxnLst/>
              <a:rect l="l" t="t" r="r" b="b"/>
              <a:pathLst>
                <a:path w="301" h="1105" extrusionOk="0">
                  <a:moveTo>
                    <a:pt x="29" y="0"/>
                  </a:moveTo>
                  <a:cubicBezTo>
                    <a:pt x="27" y="0"/>
                    <a:pt x="25" y="0"/>
                    <a:pt x="22" y="1"/>
                  </a:cubicBezTo>
                  <a:cubicBezTo>
                    <a:pt x="9" y="5"/>
                    <a:pt x="1" y="20"/>
                    <a:pt x="5" y="33"/>
                  </a:cubicBezTo>
                  <a:cubicBezTo>
                    <a:pt x="106" y="378"/>
                    <a:pt x="188" y="730"/>
                    <a:pt x="247" y="1083"/>
                  </a:cubicBezTo>
                  <a:cubicBezTo>
                    <a:pt x="250" y="1095"/>
                    <a:pt x="260" y="1104"/>
                    <a:pt x="273" y="1104"/>
                  </a:cubicBezTo>
                  <a:lnTo>
                    <a:pt x="278" y="1104"/>
                  </a:lnTo>
                  <a:cubicBezTo>
                    <a:pt x="291" y="1102"/>
                    <a:pt x="301" y="1088"/>
                    <a:pt x="298" y="1075"/>
                  </a:cubicBezTo>
                  <a:cubicBezTo>
                    <a:pt x="238" y="719"/>
                    <a:pt x="156" y="364"/>
                    <a:pt x="55" y="20"/>
                  </a:cubicBezTo>
                  <a:cubicBezTo>
                    <a:pt x="51" y="8"/>
                    <a:pt x="4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2" name="Google Shape;9232;p30"/>
            <p:cNvSpPr/>
            <p:nvPr/>
          </p:nvSpPr>
          <p:spPr>
            <a:xfrm>
              <a:off x="5182650" y="4133750"/>
              <a:ext cx="3250" cy="32300"/>
            </a:xfrm>
            <a:custGeom>
              <a:avLst/>
              <a:gdLst/>
              <a:ahLst/>
              <a:cxnLst/>
              <a:rect l="l" t="t" r="r" b="b"/>
              <a:pathLst>
                <a:path w="130" h="1292" extrusionOk="0">
                  <a:moveTo>
                    <a:pt x="103" y="1"/>
                  </a:moveTo>
                  <a:cubicBezTo>
                    <a:pt x="88" y="1"/>
                    <a:pt x="77" y="10"/>
                    <a:pt x="76" y="24"/>
                  </a:cubicBezTo>
                  <a:cubicBezTo>
                    <a:pt x="26" y="433"/>
                    <a:pt x="1" y="851"/>
                    <a:pt x="1" y="1266"/>
                  </a:cubicBezTo>
                  <a:cubicBezTo>
                    <a:pt x="1" y="1279"/>
                    <a:pt x="13" y="1291"/>
                    <a:pt x="27" y="1291"/>
                  </a:cubicBezTo>
                  <a:lnTo>
                    <a:pt x="27" y="1291"/>
                  </a:lnTo>
                  <a:cubicBezTo>
                    <a:pt x="42" y="1291"/>
                    <a:pt x="53" y="1279"/>
                    <a:pt x="53" y="1266"/>
                  </a:cubicBezTo>
                  <a:cubicBezTo>
                    <a:pt x="53" y="853"/>
                    <a:pt x="77" y="438"/>
                    <a:pt x="127" y="29"/>
                  </a:cubicBezTo>
                  <a:cubicBezTo>
                    <a:pt x="130" y="16"/>
                    <a:pt x="119" y="2"/>
                    <a:pt x="106" y="1"/>
                  </a:cubicBezTo>
                  <a:cubicBezTo>
                    <a:pt x="105" y="1"/>
                    <a:pt x="104" y="1"/>
                    <a:pt x="103" y="1"/>
                  </a:cubicBezTo>
                  <a:close/>
                  <a:moveTo>
                    <a:pt x="27" y="1291"/>
                  </a:moveTo>
                  <a:lnTo>
                    <a:pt x="27" y="1291"/>
                  </a:lnTo>
                  <a:cubicBezTo>
                    <a:pt x="27" y="1291"/>
                    <a:pt x="27" y="1291"/>
                    <a:pt x="26" y="1291"/>
                  </a:cubicBezTo>
                  <a:lnTo>
                    <a:pt x="28" y="1291"/>
                  </a:lnTo>
                  <a:cubicBezTo>
                    <a:pt x="27" y="1291"/>
                    <a:pt x="27" y="1291"/>
                    <a:pt x="27" y="129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3" name="Google Shape;9233;p30"/>
            <p:cNvSpPr/>
            <p:nvPr/>
          </p:nvSpPr>
          <p:spPr>
            <a:xfrm>
              <a:off x="5185250" y="4122075"/>
              <a:ext cx="2175" cy="6500"/>
            </a:xfrm>
            <a:custGeom>
              <a:avLst/>
              <a:gdLst/>
              <a:ahLst/>
              <a:cxnLst/>
              <a:rect l="l" t="t" r="r" b="b"/>
              <a:pathLst>
                <a:path w="87" h="260" extrusionOk="0">
                  <a:moveTo>
                    <a:pt x="58" y="1"/>
                  </a:moveTo>
                  <a:cubicBezTo>
                    <a:pt x="45" y="1"/>
                    <a:pt x="35" y="11"/>
                    <a:pt x="33" y="23"/>
                  </a:cubicBezTo>
                  <a:lnTo>
                    <a:pt x="2" y="230"/>
                  </a:lnTo>
                  <a:cubicBezTo>
                    <a:pt x="0" y="243"/>
                    <a:pt x="10" y="257"/>
                    <a:pt x="23" y="259"/>
                  </a:cubicBezTo>
                  <a:lnTo>
                    <a:pt x="27" y="259"/>
                  </a:lnTo>
                  <a:cubicBezTo>
                    <a:pt x="41" y="259"/>
                    <a:pt x="51" y="250"/>
                    <a:pt x="53" y="238"/>
                  </a:cubicBezTo>
                  <a:lnTo>
                    <a:pt x="84" y="31"/>
                  </a:lnTo>
                  <a:cubicBezTo>
                    <a:pt x="86" y="17"/>
                    <a:pt x="77" y="4"/>
                    <a:pt x="62" y="1"/>
                  </a:cubicBezTo>
                  <a:cubicBezTo>
                    <a:pt x="61" y="1"/>
                    <a:pt x="59" y="1"/>
                    <a:pt x="5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4" name="Google Shape;9234;p30"/>
            <p:cNvSpPr/>
            <p:nvPr/>
          </p:nvSpPr>
          <p:spPr>
            <a:xfrm>
              <a:off x="5201525" y="4087875"/>
              <a:ext cx="1900" cy="31775"/>
            </a:xfrm>
            <a:custGeom>
              <a:avLst/>
              <a:gdLst/>
              <a:ahLst/>
              <a:cxnLst/>
              <a:rect l="l" t="t" r="r" b="b"/>
              <a:pathLst>
                <a:path w="76" h="1271" extrusionOk="0">
                  <a:moveTo>
                    <a:pt x="50" y="1"/>
                  </a:moveTo>
                  <a:cubicBezTo>
                    <a:pt x="38" y="1"/>
                    <a:pt x="23" y="12"/>
                    <a:pt x="23" y="25"/>
                  </a:cubicBezTo>
                  <a:cubicBezTo>
                    <a:pt x="6" y="429"/>
                    <a:pt x="1" y="839"/>
                    <a:pt x="9" y="1245"/>
                  </a:cubicBezTo>
                  <a:cubicBezTo>
                    <a:pt x="9" y="1259"/>
                    <a:pt x="19" y="1270"/>
                    <a:pt x="34" y="1270"/>
                  </a:cubicBezTo>
                  <a:lnTo>
                    <a:pt x="34" y="1271"/>
                  </a:lnTo>
                  <a:cubicBezTo>
                    <a:pt x="49" y="1270"/>
                    <a:pt x="60" y="1259"/>
                    <a:pt x="60" y="1244"/>
                  </a:cubicBezTo>
                  <a:cubicBezTo>
                    <a:pt x="52" y="839"/>
                    <a:pt x="57" y="430"/>
                    <a:pt x="74" y="28"/>
                  </a:cubicBezTo>
                  <a:cubicBezTo>
                    <a:pt x="76" y="13"/>
                    <a:pt x="64" y="1"/>
                    <a:pt x="5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5" name="Google Shape;9235;p30"/>
            <p:cNvSpPr/>
            <p:nvPr/>
          </p:nvSpPr>
          <p:spPr>
            <a:xfrm>
              <a:off x="5201125" y="4076750"/>
              <a:ext cx="2150" cy="7225"/>
            </a:xfrm>
            <a:custGeom>
              <a:avLst/>
              <a:gdLst/>
              <a:ahLst/>
              <a:cxnLst/>
              <a:rect l="l" t="t" r="r" b="b"/>
              <a:pathLst>
                <a:path w="86" h="289" extrusionOk="0">
                  <a:moveTo>
                    <a:pt x="27" y="0"/>
                  </a:moveTo>
                  <a:cubicBezTo>
                    <a:pt x="26" y="0"/>
                    <a:pt x="25" y="1"/>
                    <a:pt x="25" y="1"/>
                  </a:cubicBezTo>
                  <a:cubicBezTo>
                    <a:pt x="11" y="3"/>
                    <a:pt x="0" y="15"/>
                    <a:pt x="2" y="30"/>
                  </a:cubicBezTo>
                  <a:lnTo>
                    <a:pt x="33" y="266"/>
                  </a:lnTo>
                  <a:cubicBezTo>
                    <a:pt x="34" y="279"/>
                    <a:pt x="45" y="289"/>
                    <a:pt x="58" y="289"/>
                  </a:cubicBezTo>
                  <a:lnTo>
                    <a:pt x="61" y="289"/>
                  </a:lnTo>
                  <a:cubicBezTo>
                    <a:pt x="76" y="287"/>
                    <a:pt x="85" y="274"/>
                    <a:pt x="84" y="260"/>
                  </a:cubicBezTo>
                  <a:lnTo>
                    <a:pt x="54" y="23"/>
                  </a:lnTo>
                  <a:cubicBezTo>
                    <a:pt x="52" y="11"/>
                    <a:pt x="41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6" name="Google Shape;9236;p30"/>
            <p:cNvSpPr/>
            <p:nvPr/>
          </p:nvSpPr>
          <p:spPr>
            <a:xfrm>
              <a:off x="5210125" y="4127475"/>
              <a:ext cx="3000" cy="24950"/>
            </a:xfrm>
            <a:custGeom>
              <a:avLst/>
              <a:gdLst/>
              <a:ahLst/>
              <a:cxnLst/>
              <a:rect l="l" t="t" r="r" b="b"/>
              <a:pathLst>
                <a:path w="120" h="998" extrusionOk="0">
                  <a:moveTo>
                    <a:pt x="88" y="0"/>
                  </a:moveTo>
                  <a:cubicBezTo>
                    <a:pt x="74" y="0"/>
                    <a:pt x="63" y="12"/>
                    <a:pt x="63" y="27"/>
                  </a:cubicBezTo>
                  <a:cubicBezTo>
                    <a:pt x="68" y="341"/>
                    <a:pt x="48" y="657"/>
                    <a:pt x="4" y="968"/>
                  </a:cubicBezTo>
                  <a:cubicBezTo>
                    <a:pt x="1" y="981"/>
                    <a:pt x="12" y="995"/>
                    <a:pt x="25" y="996"/>
                  </a:cubicBezTo>
                  <a:cubicBezTo>
                    <a:pt x="26" y="997"/>
                    <a:pt x="28" y="997"/>
                    <a:pt x="29" y="997"/>
                  </a:cubicBezTo>
                  <a:cubicBezTo>
                    <a:pt x="41" y="997"/>
                    <a:pt x="52" y="988"/>
                    <a:pt x="55" y="974"/>
                  </a:cubicBezTo>
                  <a:cubicBezTo>
                    <a:pt x="99" y="662"/>
                    <a:pt x="119" y="342"/>
                    <a:pt x="114" y="26"/>
                  </a:cubicBezTo>
                  <a:cubicBezTo>
                    <a:pt x="114" y="12"/>
                    <a:pt x="103" y="0"/>
                    <a:pt x="8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7" name="Google Shape;9237;p30"/>
            <p:cNvSpPr/>
            <p:nvPr/>
          </p:nvSpPr>
          <p:spPr>
            <a:xfrm>
              <a:off x="5207175" y="4158675"/>
              <a:ext cx="3350" cy="12475"/>
            </a:xfrm>
            <a:custGeom>
              <a:avLst/>
              <a:gdLst/>
              <a:ahLst/>
              <a:cxnLst/>
              <a:rect l="l" t="t" r="r" b="b"/>
              <a:pathLst>
                <a:path w="134" h="499" extrusionOk="0">
                  <a:moveTo>
                    <a:pt x="104" y="0"/>
                  </a:moveTo>
                  <a:cubicBezTo>
                    <a:pt x="90" y="0"/>
                    <a:pt x="81" y="12"/>
                    <a:pt x="81" y="25"/>
                  </a:cubicBezTo>
                  <a:cubicBezTo>
                    <a:pt x="70" y="174"/>
                    <a:pt x="45" y="322"/>
                    <a:pt x="5" y="466"/>
                  </a:cubicBezTo>
                  <a:cubicBezTo>
                    <a:pt x="1" y="480"/>
                    <a:pt x="9" y="493"/>
                    <a:pt x="22" y="497"/>
                  </a:cubicBezTo>
                  <a:cubicBezTo>
                    <a:pt x="25" y="499"/>
                    <a:pt x="26" y="499"/>
                    <a:pt x="29" y="499"/>
                  </a:cubicBezTo>
                  <a:cubicBezTo>
                    <a:pt x="41" y="499"/>
                    <a:pt x="50" y="492"/>
                    <a:pt x="54" y="480"/>
                  </a:cubicBezTo>
                  <a:cubicBezTo>
                    <a:pt x="96" y="333"/>
                    <a:pt x="123" y="181"/>
                    <a:pt x="132" y="29"/>
                  </a:cubicBezTo>
                  <a:cubicBezTo>
                    <a:pt x="134" y="14"/>
                    <a:pt x="123" y="2"/>
                    <a:pt x="108" y="1"/>
                  </a:cubicBezTo>
                  <a:cubicBezTo>
                    <a:pt x="107" y="1"/>
                    <a:pt x="105" y="0"/>
                    <a:pt x="10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8" name="Google Shape;9238;p30"/>
            <p:cNvSpPr/>
            <p:nvPr/>
          </p:nvSpPr>
          <p:spPr>
            <a:xfrm>
              <a:off x="5186300" y="4189950"/>
              <a:ext cx="3625" cy="20900"/>
            </a:xfrm>
            <a:custGeom>
              <a:avLst/>
              <a:gdLst/>
              <a:ahLst/>
              <a:cxnLst/>
              <a:rect l="l" t="t" r="r" b="b"/>
              <a:pathLst>
                <a:path w="145" h="836" extrusionOk="0">
                  <a:moveTo>
                    <a:pt x="116" y="0"/>
                  </a:moveTo>
                  <a:cubicBezTo>
                    <a:pt x="104" y="0"/>
                    <a:pt x="93" y="8"/>
                    <a:pt x="90" y="20"/>
                  </a:cubicBezTo>
                  <a:cubicBezTo>
                    <a:pt x="27" y="278"/>
                    <a:pt x="0" y="543"/>
                    <a:pt x="12" y="810"/>
                  </a:cubicBezTo>
                  <a:cubicBezTo>
                    <a:pt x="14" y="823"/>
                    <a:pt x="24" y="834"/>
                    <a:pt x="38" y="834"/>
                  </a:cubicBezTo>
                  <a:lnTo>
                    <a:pt x="39" y="835"/>
                  </a:lnTo>
                  <a:cubicBezTo>
                    <a:pt x="54" y="834"/>
                    <a:pt x="65" y="822"/>
                    <a:pt x="65" y="807"/>
                  </a:cubicBezTo>
                  <a:cubicBezTo>
                    <a:pt x="53" y="546"/>
                    <a:pt x="78" y="286"/>
                    <a:pt x="140" y="32"/>
                  </a:cubicBezTo>
                  <a:cubicBezTo>
                    <a:pt x="144" y="18"/>
                    <a:pt x="136" y="4"/>
                    <a:pt x="121" y="1"/>
                  </a:cubicBezTo>
                  <a:cubicBezTo>
                    <a:pt x="119" y="1"/>
                    <a:pt x="118" y="0"/>
                    <a:pt x="11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9" name="Google Shape;9239;p30"/>
            <p:cNvSpPr/>
            <p:nvPr/>
          </p:nvSpPr>
          <p:spPr>
            <a:xfrm>
              <a:off x="5275750" y="4125850"/>
              <a:ext cx="13775" cy="26500"/>
            </a:xfrm>
            <a:custGeom>
              <a:avLst/>
              <a:gdLst/>
              <a:ahLst/>
              <a:cxnLst/>
              <a:rect l="l" t="t" r="r" b="b"/>
              <a:pathLst>
                <a:path w="551" h="1060" extrusionOk="0">
                  <a:moveTo>
                    <a:pt x="521" y="1"/>
                  </a:moveTo>
                  <a:cubicBezTo>
                    <a:pt x="512" y="1"/>
                    <a:pt x="503" y="6"/>
                    <a:pt x="498" y="16"/>
                  </a:cubicBezTo>
                  <a:lnTo>
                    <a:pt x="7" y="1022"/>
                  </a:lnTo>
                  <a:cubicBezTo>
                    <a:pt x="1" y="1035"/>
                    <a:pt x="6" y="1050"/>
                    <a:pt x="19" y="1057"/>
                  </a:cubicBezTo>
                  <a:cubicBezTo>
                    <a:pt x="23" y="1060"/>
                    <a:pt x="26" y="1060"/>
                    <a:pt x="30" y="1060"/>
                  </a:cubicBezTo>
                  <a:cubicBezTo>
                    <a:pt x="41" y="1060"/>
                    <a:pt x="49" y="1054"/>
                    <a:pt x="54" y="1045"/>
                  </a:cubicBezTo>
                  <a:lnTo>
                    <a:pt x="545" y="38"/>
                  </a:lnTo>
                  <a:cubicBezTo>
                    <a:pt x="551" y="25"/>
                    <a:pt x="545" y="10"/>
                    <a:pt x="533" y="3"/>
                  </a:cubicBezTo>
                  <a:cubicBezTo>
                    <a:pt x="529" y="2"/>
                    <a:pt x="525" y="1"/>
                    <a:pt x="52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0" name="Google Shape;9240;p30"/>
            <p:cNvSpPr/>
            <p:nvPr/>
          </p:nvSpPr>
          <p:spPr>
            <a:xfrm>
              <a:off x="5290225" y="4111000"/>
              <a:ext cx="3775" cy="9175"/>
            </a:xfrm>
            <a:custGeom>
              <a:avLst/>
              <a:gdLst/>
              <a:ahLst/>
              <a:cxnLst/>
              <a:rect l="l" t="t" r="r" b="b"/>
              <a:pathLst>
                <a:path w="151" h="367" extrusionOk="0">
                  <a:moveTo>
                    <a:pt x="122" y="0"/>
                  </a:moveTo>
                  <a:cubicBezTo>
                    <a:pt x="111" y="0"/>
                    <a:pt x="102" y="8"/>
                    <a:pt x="98" y="19"/>
                  </a:cubicBezTo>
                  <a:lnTo>
                    <a:pt x="4" y="332"/>
                  </a:lnTo>
                  <a:cubicBezTo>
                    <a:pt x="0" y="346"/>
                    <a:pt x="8" y="361"/>
                    <a:pt x="22" y="365"/>
                  </a:cubicBezTo>
                  <a:cubicBezTo>
                    <a:pt x="24" y="365"/>
                    <a:pt x="27" y="366"/>
                    <a:pt x="30" y="366"/>
                  </a:cubicBezTo>
                  <a:cubicBezTo>
                    <a:pt x="40" y="366"/>
                    <a:pt x="51" y="358"/>
                    <a:pt x="54" y="347"/>
                  </a:cubicBezTo>
                  <a:lnTo>
                    <a:pt x="147" y="34"/>
                  </a:lnTo>
                  <a:cubicBezTo>
                    <a:pt x="151" y="20"/>
                    <a:pt x="143" y="6"/>
                    <a:pt x="129" y="1"/>
                  </a:cubicBezTo>
                  <a:cubicBezTo>
                    <a:pt x="127" y="1"/>
                    <a:pt x="125" y="0"/>
                    <a:pt x="12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1" name="Google Shape;9241;p30"/>
            <p:cNvSpPr/>
            <p:nvPr/>
          </p:nvSpPr>
          <p:spPr>
            <a:xfrm>
              <a:off x="5248350" y="4144225"/>
              <a:ext cx="13325" cy="25625"/>
            </a:xfrm>
            <a:custGeom>
              <a:avLst/>
              <a:gdLst/>
              <a:ahLst/>
              <a:cxnLst/>
              <a:rect l="l" t="t" r="r" b="b"/>
              <a:pathLst>
                <a:path w="533" h="1025" extrusionOk="0">
                  <a:moveTo>
                    <a:pt x="502" y="0"/>
                  </a:moveTo>
                  <a:cubicBezTo>
                    <a:pt x="494" y="0"/>
                    <a:pt x="486" y="5"/>
                    <a:pt x="480" y="12"/>
                  </a:cubicBezTo>
                  <a:cubicBezTo>
                    <a:pt x="291" y="322"/>
                    <a:pt x="131" y="650"/>
                    <a:pt x="4" y="989"/>
                  </a:cubicBezTo>
                  <a:cubicBezTo>
                    <a:pt x="0" y="1003"/>
                    <a:pt x="7" y="1017"/>
                    <a:pt x="20" y="1023"/>
                  </a:cubicBezTo>
                  <a:cubicBezTo>
                    <a:pt x="23" y="1024"/>
                    <a:pt x="26" y="1024"/>
                    <a:pt x="28" y="1024"/>
                  </a:cubicBezTo>
                  <a:cubicBezTo>
                    <a:pt x="39" y="1024"/>
                    <a:pt x="50" y="1017"/>
                    <a:pt x="53" y="1008"/>
                  </a:cubicBezTo>
                  <a:cubicBezTo>
                    <a:pt x="178" y="672"/>
                    <a:pt x="337" y="346"/>
                    <a:pt x="525" y="41"/>
                  </a:cubicBezTo>
                  <a:cubicBezTo>
                    <a:pt x="533" y="29"/>
                    <a:pt x="529" y="12"/>
                    <a:pt x="517" y="4"/>
                  </a:cubicBezTo>
                  <a:cubicBezTo>
                    <a:pt x="512" y="2"/>
                    <a:pt x="507" y="0"/>
                    <a:pt x="50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2" name="Google Shape;9242;p30"/>
            <p:cNvSpPr/>
            <p:nvPr/>
          </p:nvSpPr>
          <p:spPr>
            <a:xfrm>
              <a:off x="5262575" y="4131850"/>
              <a:ext cx="5075" cy="8825"/>
            </a:xfrm>
            <a:custGeom>
              <a:avLst/>
              <a:gdLst/>
              <a:ahLst/>
              <a:cxnLst/>
              <a:rect l="l" t="t" r="r" b="b"/>
              <a:pathLst>
                <a:path w="203" h="353" extrusionOk="0">
                  <a:moveTo>
                    <a:pt x="173" y="1"/>
                  </a:moveTo>
                  <a:cubicBezTo>
                    <a:pt x="163" y="1"/>
                    <a:pt x="154" y="6"/>
                    <a:pt x="150" y="15"/>
                  </a:cubicBezTo>
                  <a:lnTo>
                    <a:pt x="6" y="315"/>
                  </a:lnTo>
                  <a:cubicBezTo>
                    <a:pt x="0" y="329"/>
                    <a:pt x="6" y="343"/>
                    <a:pt x="18" y="350"/>
                  </a:cubicBezTo>
                  <a:cubicBezTo>
                    <a:pt x="22" y="351"/>
                    <a:pt x="26" y="353"/>
                    <a:pt x="30" y="353"/>
                  </a:cubicBezTo>
                  <a:cubicBezTo>
                    <a:pt x="39" y="353"/>
                    <a:pt x="49" y="347"/>
                    <a:pt x="53" y="338"/>
                  </a:cubicBezTo>
                  <a:lnTo>
                    <a:pt x="195" y="38"/>
                  </a:lnTo>
                  <a:cubicBezTo>
                    <a:pt x="202" y="24"/>
                    <a:pt x="197" y="10"/>
                    <a:pt x="183" y="3"/>
                  </a:cubicBezTo>
                  <a:cubicBezTo>
                    <a:pt x="180" y="2"/>
                    <a:pt x="177" y="1"/>
                    <a:pt x="17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3" name="Google Shape;9243;p30"/>
            <p:cNvSpPr/>
            <p:nvPr/>
          </p:nvSpPr>
          <p:spPr>
            <a:xfrm>
              <a:off x="5258675" y="4174050"/>
              <a:ext cx="18575" cy="28100"/>
            </a:xfrm>
            <a:custGeom>
              <a:avLst/>
              <a:gdLst/>
              <a:ahLst/>
              <a:cxnLst/>
              <a:rect l="l" t="t" r="r" b="b"/>
              <a:pathLst>
                <a:path w="743" h="1124" extrusionOk="0">
                  <a:moveTo>
                    <a:pt x="713" y="0"/>
                  </a:moveTo>
                  <a:cubicBezTo>
                    <a:pt x="704" y="0"/>
                    <a:pt x="696" y="5"/>
                    <a:pt x="690" y="13"/>
                  </a:cubicBezTo>
                  <a:lnTo>
                    <a:pt x="7" y="1084"/>
                  </a:lnTo>
                  <a:cubicBezTo>
                    <a:pt x="0" y="1096"/>
                    <a:pt x="3" y="1112"/>
                    <a:pt x="15" y="1120"/>
                  </a:cubicBezTo>
                  <a:cubicBezTo>
                    <a:pt x="20" y="1123"/>
                    <a:pt x="24" y="1124"/>
                    <a:pt x="30" y="1124"/>
                  </a:cubicBezTo>
                  <a:cubicBezTo>
                    <a:pt x="38" y="1124"/>
                    <a:pt x="46" y="1120"/>
                    <a:pt x="51" y="1112"/>
                  </a:cubicBezTo>
                  <a:lnTo>
                    <a:pt x="735" y="41"/>
                  </a:lnTo>
                  <a:cubicBezTo>
                    <a:pt x="743" y="29"/>
                    <a:pt x="739" y="13"/>
                    <a:pt x="727" y="5"/>
                  </a:cubicBezTo>
                  <a:cubicBezTo>
                    <a:pt x="722" y="2"/>
                    <a:pt x="718" y="0"/>
                    <a:pt x="71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4" name="Google Shape;9244;p30"/>
            <p:cNvSpPr/>
            <p:nvPr/>
          </p:nvSpPr>
          <p:spPr>
            <a:xfrm>
              <a:off x="5278100" y="4164575"/>
              <a:ext cx="3725" cy="6400"/>
            </a:xfrm>
            <a:custGeom>
              <a:avLst/>
              <a:gdLst/>
              <a:ahLst/>
              <a:cxnLst/>
              <a:rect l="l" t="t" r="r" b="b"/>
              <a:pathLst>
                <a:path w="149" h="256" extrusionOk="0">
                  <a:moveTo>
                    <a:pt x="119" y="0"/>
                  </a:moveTo>
                  <a:cubicBezTo>
                    <a:pt x="110" y="0"/>
                    <a:pt x="100" y="6"/>
                    <a:pt x="96" y="15"/>
                  </a:cubicBezTo>
                  <a:lnTo>
                    <a:pt x="6" y="220"/>
                  </a:lnTo>
                  <a:cubicBezTo>
                    <a:pt x="1" y="233"/>
                    <a:pt x="6" y="248"/>
                    <a:pt x="20" y="253"/>
                  </a:cubicBezTo>
                  <a:cubicBezTo>
                    <a:pt x="24" y="255"/>
                    <a:pt x="26" y="256"/>
                    <a:pt x="30" y="256"/>
                  </a:cubicBezTo>
                  <a:cubicBezTo>
                    <a:pt x="40" y="256"/>
                    <a:pt x="49" y="250"/>
                    <a:pt x="55" y="240"/>
                  </a:cubicBezTo>
                  <a:lnTo>
                    <a:pt x="143" y="37"/>
                  </a:lnTo>
                  <a:cubicBezTo>
                    <a:pt x="149" y="23"/>
                    <a:pt x="143" y="8"/>
                    <a:pt x="130" y="3"/>
                  </a:cubicBezTo>
                  <a:cubicBezTo>
                    <a:pt x="127" y="1"/>
                    <a:pt x="123" y="0"/>
                    <a:pt x="11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5" name="Google Shape;9245;p30"/>
            <p:cNvSpPr/>
            <p:nvPr/>
          </p:nvSpPr>
          <p:spPr>
            <a:xfrm>
              <a:off x="5299125" y="4078200"/>
              <a:ext cx="4600" cy="16700"/>
            </a:xfrm>
            <a:custGeom>
              <a:avLst/>
              <a:gdLst/>
              <a:ahLst/>
              <a:cxnLst/>
              <a:rect l="l" t="t" r="r" b="b"/>
              <a:pathLst>
                <a:path w="184" h="668" extrusionOk="0">
                  <a:moveTo>
                    <a:pt x="156" y="0"/>
                  </a:moveTo>
                  <a:cubicBezTo>
                    <a:pt x="145" y="0"/>
                    <a:pt x="132" y="11"/>
                    <a:pt x="131" y="25"/>
                  </a:cubicBezTo>
                  <a:cubicBezTo>
                    <a:pt x="115" y="232"/>
                    <a:pt x="72" y="436"/>
                    <a:pt x="5" y="633"/>
                  </a:cubicBezTo>
                  <a:cubicBezTo>
                    <a:pt x="1" y="648"/>
                    <a:pt x="7" y="662"/>
                    <a:pt x="21" y="666"/>
                  </a:cubicBezTo>
                  <a:cubicBezTo>
                    <a:pt x="23" y="668"/>
                    <a:pt x="26" y="668"/>
                    <a:pt x="29" y="668"/>
                  </a:cubicBezTo>
                  <a:cubicBezTo>
                    <a:pt x="40" y="668"/>
                    <a:pt x="50" y="661"/>
                    <a:pt x="53" y="650"/>
                  </a:cubicBezTo>
                  <a:cubicBezTo>
                    <a:pt x="122" y="450"/>
                    <a:pt x="166" y="240"/>
                    <a:pt x="182" y="29"/>
                  </a:cubicBezTo>
                  <a:cubicBezTo>
                    <a:pt x="184" y="14"/>
                    <a:pt x="173" y="2"/>
                    <a:pt x="159" y="0"/>
                  </a:cubicBezTo>
                  <a:cubicBezTo>
                    <a:pt x="158" y="0"/>
                    <a:pt x="157" y="0"/>
                    <a:pt x="15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6" name="Google Shape;9246;p30"/>
            <p:cNvSpPr/>
            <p:nvPr/>
          </p:nvSpPr>
          <p:spPr>
            <a:xfrm>
              <a:off x="5231800" y="4188625"/>
              <a:ext cx="9375" cy="24475"/>
            </a:xfrm>
            <a:custGeom>
              <a:avLst/>
              <a:gdLst/>
              <a:ahLst/>
              <a:cxnLst/>
              <a:rect l="l" t="t" r="r" b="b"/>
              <a:pathLst>
                <a:path w="375" h="979" extrusionOk="0">
                  <a:moveTo>
                    <a:pt x="345" y="1"/>
                  </a:moveTo>
                  <a:cubicBezTo>
                    <a:pt x="334" y="1"/>
                    <a:pt x="325" y="7"/>
                    <a:pt x="320" y="18"/>
                  </a:cubicBezTo>
                  <a:cubicBezTo>
                    <a:pt x="202" y="320"/>
                    <a:pt x="96" y="632"/>
                    <a:pt x="4" y="945"/>
                  </a:cubicBezTo>
                  <a:cubicBezTo>
                    <a:pt x="0" y="958"/>
                    <a:pt x="8" y="973"/>
                    <a:pt x="22" y="977"/>
                  </a:cubicBezTo>
                  <a:cubicBezTo>
                    <a:pt x="25" y="978"/>
                    <a:pt x="27" y="978"/>
                    <a:pt x="30" y="978"/>
                  </a:cubicBezTo>
                  <a:cubicBezTo>
                    <a:pt x="41" y="978"/>
                    <a:pt x="51" y="970"/>
                    <a:pt x="55" y="959"/>
                  </a:cubicBezTo>
                  <a:cubicBezTo>
                    <a:pt x="144" y="649"/>
                    <a:pt x="251" y="338"/>
                    <a:pt x="369" y="36"/>
                  </a:cubicBezTo>
                  <a:cubicBezTo>
                    <a:pt x="374" y="23"/>
                    <a:pt x="368" y="8"/>
                    <a:pt x="354" y="3"/>
                  </a:cubicBezTo>
                  <a:cubicBezTo>
                    <a:pt x="351" y="2"/>
                    <a:pt x="348" y="1"/>
                    <a:pt x="34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7" name="Google Shape;9247;p30"/>
            <p:cNvSpPr/>
            <p:nvPr/>
          </p:nvSpPr>
          <p:spPr>
            <a:xfrm>
              <a:off x="5332825" y="4172475"/>
              <a:ext cx="26475" cy="28925"/>
            </a:xfrm>
            <a:custGeom>
              <a:avLst/>
              <a:gdLst/>
              <a:ahLst/>
              <a:cxnLst/>
              <a:rect l="l" t="t" r="r" b="b"/>
              <a:pathLst>
                <a:path w="1059" h="1157" extrusionOk="0">
                  <a:moveTo>
                    <a:pt x="1029" y="0"/>
                  </a:moveTo>
                  <a:cubicBezTo>
                    <a:pt x="1022" y="0"/>
                    <a:pt x="1014" y="4"/>
                    <a:pt x="1008" y="10"/>
                  </a:cubicBezTo>
                  <a:cubicBezTo>
                    <a:pt x="703" y="399"/>
                    <a:pt x="368" y="769"/>
                    <a:pt x="11" y="1112"/>
                  </a:cubicBezTo>
                  <a:cubicBezTo>
                    <a:pt x="2" y="1122"/>
                    <a:pt x="1" y="1139"/>
                    <a:pt x="11" y="1148"/>
                  </a:cubicBezTo>
                  <a:cubicBezTo>
                    <a:pt x="15" y="1153"/>
                    <a:pt x="24" y="1156"/>
                    <a:pt x="30" y="1156"/>
                  </a:cubicBezTo>
                  <a:cubicBezTo>
                    <a:pt x="36" y="1156"/>
                    <a:pt x="42" y="1153"/>
                    <a:pt x="48" y="1149"/>
                  </a:cubicBezTo>
                  <a:cubicBezTo>
                    <a:pt x="406" y="805"/>
                    <a:pt x="742" y="432"/>
                    <a:pt x="1050" y="42"/>
                  </a:cubicBezTo>
                  <a:cubicBezTo>
                    <a:pt x="1058" y="31"/>
                    <a:pt x="1057" y="15"/>
                    <a:pt x="1045" y="6"/>
                  </a:cubicBezTo>
                  <a:cubicBezTo>
                    <a:pt x="1040" y="2"/>
                    <a:pt x="1035" y="0"/>
                    <a:pt x="10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8" name="Google Shape;9248;p30"/>
            <p:cNvSpPr/>
            <p:nvPr/>
          </p:nvSpPr>
          <p:spPr>
            <a:xfrm>
              <a:off x="5362025" y="4161525"/>
              <a:ext cx="5600" cy="7075"/>
            </a:xfrm>
            <a:custGeom>
              <a:avLst/>
              <a:gdLst/>
              <a:ahLst/>
              <a:cxnLst/>
              <a:rect l="l" t="t" r="r" b="b"/>
              <a:pathLst>
                <a:path w="224" h="283" extrusionOk="0">
                  <a:moveTo>
                    <a:pt x="195" y="1"/>
                  </a:moveTo>
                  <a:cubicBezTo>
                    <a:pt x="187" y="1"/>
                    <a:pt x="179" y="4"/>
                    <a:pt x="174" y="11"/>
                  </a:cubicBezTo>
                  <a:lnTo>
                    <a:pt x="8" y="242"/>
                  </a:lnTo>
                  <a:cubicBezTo>
                    <a:pt x="0" y="253"/>
                    <a:pt x="3" y="269"/>
                    <a:pt x="15" y="277"/>
                  </a:cubicBezTo>
                  <a:cubicBezTo>
                    <a:pt x="19" y="281"/>
                    <a:pt x="25" y="282"/>
                    <a:pt x="30" y="282"/>
                  </a:cubicBezTo>
                  <a:cubicBezTo>
                    <a:pt x="38" y="282"/>
                    <a:pt x="46" y="278"/>
                    <a:pt x="52" y="272"/>
                  </a:cubicBezTo>
                  <a:lnTo>
                    <a:pt x="216" y="42"/>
                  </a:lnTo>
                  <a:cubicBezTo>
                    <a:pt x="224" y="29"/>
                    <a:pt x="222" y="13"/>
                    <a:pt x="210" y="5"/>
                  </a:cubicBezTo>
                  <a:cubicBezTo>
                    <a:pt x="205" y="2"/>
                    <a:pt x="200" y="1"/>
                    <a:pt x="19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9" name="Google Shape;9249;p30"/>
            <p:cNvSpPr/>
            <p:nvPr/>
          </p:nvSpPr>
          <p:spPr>
            <a:xfrm>
              <a:off x="5380800" y="4130575"/>
              <a:ext cx="18075" cy="31300"/>
            </a:xfrm>
            <a:custGeom>
              <a:avLst/>
              <a:gdLst/>
              <a:ahLst/>
              <a:cxnLst/>
              <a:rect l="l" t="t" r="r" b="b"/>
              <a:pathLst>
                <a:path w="723" h="1252" extrusionOk="0">
                  <a:moveTo>
                    <a:pt x="694" y="1"/>
                  </a:moveTo>
                  <a:cubicBezTo>
                    <a:pt x="684" y="1"/>
                    <a:pt x="674" y="6"/>
                    <a:pt x="670" y="16"/>
                  </a:cubicBezTo>
                  <a:cubicBezTo>
                    <a:pt x="479" y="428"/>
                    <a:pt x="256" y="830"/>
                    <a:pt x="8" y="1211"/>
                  </a:cubicBezTo>
                  <a:cubicBezTo>
                    <a:pt x="0" y="1223"/>
                    <a:pt x="4" y="1239"/>
                    <a:pt x="16" y="1247"/>
                  </a:cubicBezTo>
                  <a:cubicBezTo>
                    <a:pt x="20" y="1250"/>
                    <a:pt x="26" y="1251"/>
                    <a:pt x="30" y="1251"/>
                  </a:cubicBezTo>
                  <a:cubicBezTo>
                    <a:pt x="39" y="1251"/>
                    <a:pt x="47" y="1247"/>
                    <a:pt x="53" y="1239"/>
                  </a:cubicBezTo>
                  <a:cubicBezTo>
                    <a:pt x="301" y="857"/>
                    <a:pt x="525" y="452"/>
                    <a:pt x="717" y="38"/>
                  </a:cubicBezTo>
                  <a:cubicBezTo>
                    <a:pt x="723" y="24"/>
                    <a:pt x="717" y="10"/>
                    <a:pt x="705" y="3"/>
                  </a:cubicBezTo>
                  <a:cubicBezTo>
                    <a:pt x="702" y="1"/>
                    <a:pt x="698" y="1"/>
                    <a:pt x="69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0" name="Google Shape;9250;p30"/>
            <p:cNvSpPr/>
            <p:nvPr/>
          </p:nvSpPr>
          <p:spPr>
            <a:xfrm>
              <a:off x="5287400" y="4199100"/>
              <a:ext cx="22250" cy="29025"/>
            </a:xfrm>
            <a:custGeom>
              <a:avLst/>
              <a:gdLst/>
              <a:ahLst/>
              <a:cxnLst/>
              <a:rect l="l" t="t" r="r" b="b"/>
              <a:pathLst>
                <a:path w="890" h="1161" extrusionOk="0">
                  <a:moveTo>
                    <a:pt x="860" y="0"/>
                  </a:moveTo>
                  <a:cubicBezTo>
                    <a:pt x="852" y="0"/>
                    <a:pt x="845" y="3"/>
                    <a:pt x="840" y="10"/>
                  </a:cubicBezTo>
                  <a:cubicBezTo>
                    <a:pt x="548" y="365"/>
                    <a:pt x="268" y="739"/>
                    <a:pt x="8" y="1120"/>
                  </a:cubicBezTo>
                  <a:cubicBezTo>
                    <a:pt x="0" y="1131"/>
                    <a:pt x="3" y="1147"/>
                    <a:pt x="15" y="1155"/>
                  </a:cubicBezTo>
                  <a:cubicBezTo>
                    <a:pt x="19" y="1159"/>
                    <a:pt x="24" y="1161"/>
                    <a:pt x="30" y="1161"/>
                  </a:cubicBezTo>
                  <a:cubicBezTo>
                    <a:pt x="38" y="1161"/>
                    <a:pt x="46" y="1157"/>
                    <a:pt x="50" y="1148"/>
                  </a:cubicBezTo>
                  <a:cubicBezTo>
                    <a:pt x="310" y="770"/>
                    <a:pt x="589" y="398"/>
                    <a:pt x="880" y="43"/>
                  </a:cubicBezTo>
                  <a:cubicBezTo>
                    <a:pt x="889" y="32"/>
                    <a:pt x="888" y="16"/>
                    <a:pt x="876" y="6"/>
                  </a:cubicBezTo>
                  <a:cubicBezTo>
                    <a:pt x="871" y="2"/>
                    <a:pt x="865" y="0"/>
                    <a:pt x="86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1" name="Google Shape;9251;p30"/>
            <p:cNvSpPr/>
            <p:nvPr/>
          </p:nvSpPr>
          <p:spPr>
            <a:xfrm>
              <a:off x="5311850" y="4191900"/>
              <a:ext cx="3775" cy="4250"/>
            </a:xfrm>
            <a:custGeom>
              <a:avLst/>
              <a:gdLst/>
              <a:ahLst/>
              <a:cxnLst/>
              <a:rect l="l" t="t" r="r" b="b"/>
              <a:pathLst>
                <a:path w="151" h="170" extrusionOk="0">
                  <a:moveTo>
                    <a:pt x="122" y="0"/>
                  </a:moveTo>
                  <a:cubicBezTo>
                    <a:pt x="114" y="0"/>
                    <a:pt x="107" y="4"/>
                    <a:pt x="102" y="10"/>
                  </a:cubicBezTo>
                  <a:lnTo>
                    <a:pt x="10" y="127"/>
                  </a:lnTo>
                  <a:cubicBezTo>
                    <a:pt x="0" y="138"/>
                    <a:pt x="3" y="154"/>
                    <a:pt x="14" y="164"/>
                  </a:cubicBezTo>
                  <a:cubicBezTo>
                    <a:pt x="19" y="166"/>
                    <a:pt x="24" y="169"/>
                    <a:pt x="30" y="169"/>
                  </a:cubicBezTo>
                  <a:cubicBezTo>
                    <a:pt x="38" y="169"/>
                    <a:pt x="45" y="165"/>
                    <a:pt x="50" y="160"/>
                  </a:cubicBezTo>
                  <a:lnTo>
                    <a:pt x="143" y="43"/>
                  </a:lnTo>
                  <a:cubicBezTo>
                    <a:pt x="151" y="31"/>
                    <a:pt x="149" y="14"/>
                    <a:pt x="139" y="6"/>
                  </a:cubicBezTo>
                  <a:cubicBezTo>
                    <a:pt x="133" y="2"/>
                    <a:pt x="127" y="0"/>
                    <a:pt x="12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2" name="Google Shape;9252;p30"/>
            <p:cNvSpPr/>
            <p:nvPr/>
          </p:nvSpPr>
          <p:spPr>
            <a:xfrm>
              <a:off x="5316425" y="4210050"/>
              <a:ext cx="6575" cy="7525"/>
            </a:xfrm>
            <a:custGeom>
              <a:avLst/>
              <a:gdLst/>
              <a:ahLst/>
              <a:cxnLst/>
              <a:rect l="l" t="t" r="r" b="b"/>
              <a:pathLst>
                <a:path w="263" h="301" extrusionOk="0">
                  <a:moveTo>
                    <a:pt x="234" y="1"/>
                  </a:moveTo>
                  <a:cubicBezTo>
                    <a:pt x="227" y="1"/>
                    <a:pt x="219" y="4"/>
                    <a:pt x="214" y="11"/>
                  </a:cubicBezTo>
                  <a:lnTo>
                    <a:pt x="10" y="258"/>
                  </a:lnTo>
                  <a:cubicBezTo>
                    <a:pt x="0" y="269"/>
                    <a:pt x="1" y="285"/>
                    <a:pt x="12" y="295"/>
                  </a:cubicBezTo>
                  <a:cubicBezTo>
                    <a:pt x="18" y="299"/>
                    <a:pt x="23" y="300"/>
                    <a:pt x="28" y="300"/>
                  </a:cubicBezTo>
                  <a:cubicBezTo>
                    <a:pt x="36" y="300"/>
                    <a:pt x="43" y="297"/>
                    <a:pt x="49" y="291"/>
                  </a:cubicBezTo>
                  <a:lnTo>
                    <a:pt x="253" y="43"/>
                  </a:lnTo>
                  <a:cubicBezTo>
                    <a:pt x="262" y="32"/>
                    <a:pt x="261" y="16"/>
                    <a:pt x="250" y="7"/>
                  </a:cubicBezTo>
                  <a:cubicBezTo>
                    <a:pt x="246" y="3"/>
                    <a:pt x="240" y="1"/>
                    <a:pt x="23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3" name="Google Shape;9253;p30"/>
            <p:cNvSpPr/>
            <p:nvPr/>
          </p:nvSpPr>
          <p:spPr>
            <a:xfrm>
              <a:off x="5315075" y="4211200"/>
              <a:ext cx="29075" cy="27525"/>
            </a:xfrm>
            <a:custGeom>
              <a:avLst/>
              <a:gdLst/>
              <a:ahLst/>
              <a:cxnLst/>
              <a:rect l="l" t="t" r="r" b="b"/>
              <a:pathLst>
                <a:path w="1163" h="1101" extrusionOk="0">
                  <a:moveTo>
                    <a:pt x="1133" y="0"/>
                  </a:moveTo>
                  <a:cubicBezTo>
                    <a:pt x="1127" y="0"/>
                    <a:pt x="1121" y="2"/>
                    <a:pt x="1116" y="7"/>
                  </a:cubicBezTo>
                  <a:lnTo>
                    <a:pt x="11" y="1056"/>
                  </a:lnTo>
                  <a:cubicBezTo>
                    <a:pt x="0" y="1067"/>
                    <a:pt x="0" y="1083"/>
                    <a:pt x="10" y="1092"/>
                  </a:cubicBezTo>
                  <a:cubicBezTo>
                    <a:pt x="15" y="1098"/>
                    <a:pt x="22" y="1100"/>
                    <a:pt x="29" y="1100"/>
                  </a:cubicBezTo>
                  <a:cubicBezTo>
                    <a:pt x="35" y="1100"/>
                    <a:pt x="41" y="1099"/>
                    <a:pt x="46" y="1094"/>
                  </a:cubicBezTo>
                  <a:lnTo>
                    <a:pt x="1152" y="44"/>
                  </a:lnTo>
                  <a:cubicBezTo>
                    <a:pt x="1161" y="35"/>
                    <a:pt x="1163" y="19"/>
                    <a:pt x="1152" y="8"/>
                  </a:cubicBezTo>
                  <a:cubicBezTo>
                    <a:pt x="1147" y="3"/>
                    <a:pt x="1140" y="0"/>
                    <a:pt x="113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4" name="Google Shape;9254;p30"/>
            <p:cNvSpPr/>
            <p:nvPr/>
          </p:nvSpPr>
          <p:spPr>
            <a:xfrm>
              <a:off x="5351025" y="4135675"/>
              <a:ext cx="18375" cy="19475"/>
            </a:xfrm>
            <a:custGeom>
              <a:avLst/>
              <a:gdLst/>
              <a:ahLst/>
              <a:cxnLst/>
              <a:rect l="l" t="t" r="r" b="b"/>
              <a:pathLst>
                <a:path w="735" h="779" extrusionOk="0">
                  <a:moveTo>
                    <a:pt x="705" y="0"/>
                  </a:moveTo>
                  <a:cubicBezTo>
                    <a:pt x="698" y="0"/>
                    <a:pt x="691" y="3"/>
                    <a:pt x="687" y="9"/>
                  </a:cubicBezTo>
                  <a:lnTo>
                    <a:pt x="11" y="734"/>
                  </a:lnTo>
                  <a:cubicBezTo>
                    <a:pt x="0" y="745"/>
                    <a:pt x="2" y="761"/>
                    <a:pt x="11" y="771"/>
                  </a:cubicBezTo>
                  <a:cubicBezTo>
                    <a:pt x="17" y="776"/>
                    <a:pt x="23" y="778"/>
                    <a:pt x="29" y="778"/>
                  </a:cubicBezTo>
                  <a:cubicBezTo>
                    <a:pt x="37" y="778"/>
                    <a:pt x="44" y="776"/>
                    <a:pt x="49" y="770"/>
                  </a:cubicBezTo>
                  <a:lnTo>
                    <a:pt x="724" y="44"/>
                  </a:lnTo>
                  <a:cubicBezTo>
                    <a:pt x="735" y="34"/>
                    <a:pt x="734" y="17"/>
                    <a:pt x="723" y="7"/>
                  </a:cubicBezTo>
                  <a:cubicBezTo>
                    <a:pt x="718" y="3"/>
                    <a:pt x="711" y="0"/>
                    <a:pt x="70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5" name="Google Shape;9255;p30"/>
            <p:cNvSpPr/>
            <p:nvPr/>
          </p:nvSpPr>
          <p:spPr>
            <a:xfrm>
              <a:off x="5347125" y="4247350"/>
              <a:ext cx="30925" cy="21475"/>
            </a:xfrm>
            <a:custGeom>
              <a:avLst/>
              <a:gdLst/>
              <a:ahLst/>
              <a:cxnLst/>
              <a:rect l="l" t="t" r="r" b="b"/>
              <a:pathLst>
                <a:path w="1237" h="859" extrusionOk="0">
                  <a:moveTo>
                    <a:pt x="1207" y="1"/>
                  </a:moveTo>
                  <a:cubicBezTo>
                    <a:pt x="1202" y="1"/>
                    <a:pt x="1197" y="2"/>
                    <a:pt x="1192" y="5"/>
                  </a:cubicBezTo>
                  <a:lnTo>
                    <a:pt x="15" y="811"/>
                  </a:lnTo>
                  <a:cubicBezTo>
                    <a:pt x="3" y="819"/>
                    <a:pt x="0" y="836"/>
                    <a:pt x="8" y="846"/>
                  </a:cubicBezTo>
                  <a:cubicBezTo>
                    <a:pt x="14" y="854"/>
                    <a:pt x="22" y="858"/>
                    <a:pt x="30" y="858"/>
                  </a:cubicBezTo>
                  <a:cubicBezTo>
                    <a:pt x="35" y="858"/>
                    <a:pt x="39" y="857"/>
                    <a:pt x="45" y="853"/>
                  </a:cubicBezTo>
                  <a:lnTo>
                    <a:pt x="1222" y="49"/>
                  </a:lnTo>
                  <a:cubicBezTo>
                    <a:pt x="1233" y="40"/>
                    <a:pt x="1237" y="24"/>
                    <a:pt x="1229" y="12"/>
                  </a:cubicBezTo>
                  <a:cubicBezTo>
                    <a:pt x="1224" y="5"/>
                    <a:pt x="1216" y="1"/>
                    <a:pt x="120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6" name="Google Shape;9256;p30"/>
            <p:cNvSpPr/>
            <p:nvPr/>
          </p:nvSpPr>
          <p:spPr>
            <a:xfrm>
              <a:off x="5380525" y="4241800"/>
              <a:ext cx="5225" cy="4125"/>
            </a:xfrm>
            <a:custGeom>
              <a:avLst/>
              <a:gdLst/>
              <a:ahLst/>
              <a:cxnLst/>
              <a:rect l="l" t="t" r="r" b="b"/>
              <a:pathLst>
                <a:path w="209" h="165" extrusionOk="0">
                  <a:moveTo>
                    <a:pt x="179" y="1"/>
                  </a:moveTo>
                  <a:cubicBezTo>
                    <a:pt x="173" y="1"/>
                    <a:pt x="168" y="2"/>
                    <a:pt x="163" y="5"/>
                  </a:cubicBezTo>
                  <a:lnTo>
                    <a:pt x="14" y="117"/>
                  </a:lnTo>
                  <a:cubicBezTo>
                    <a:pt x="3" y="125"/>
                    <a:pt x="0" y="141"/>
                    <a:pt x="10" y="153"/>
                  </a:cubicBezTo>
                  <a:cubicBezTo>
                    <a:pt x="14" y="160"/>
                    <a:pt x="22" y="164"/>
                    <a:pt x="30" y="164"/>
                  </a:cubicBezTo>
                  <a:cubicBezTo>
                    <a:pt x="35" y="164"/>
                    <a:pt x="41" y="162"/>
                    <a:pt x="45" y="159"/>
                  </a:cubicBezTo>
                  <a:lnTo>
                    <a:pt x="194" y="47"/>
                  </a:lnTo>
                  <a:cubicBezTo>
                    <a:pt x="206" y="39"/>
                    <a:pt x="209" y="23"/>
                    <a:pt x="199" y="11"/>
                  </a:cubicBezTo>
                  <a:cubicBezTo>
                    <a:pt x="195" y="4"/>
                    <a:pt x="187" y="1"/>
                    <a:pt x="17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7" name="Google Shape;9257;p30"/>
            <p:cNvSpPr/>
            <p:nvPr/>
          </p:nvSpPr>
          <p:spPr>
            <a:xfrm>
              <a:off x="5401175" y="4226850"/>
              <a:ext cx="20600" cy="14875"/>
            </a:xfrm>
            <a:custGeom>
              <a:avLst/>
              <a:gdLst/>
              <a:ahLst/>
              <a:cxnLst/>
              <a:rect l="l" t="t" r="r" b="b"/>
              <a:pathLst>
                <a:path w="824" h="595" extrusionOk="0">
                  <a:moveTo>
                    <a:pt x="794" y="0"/>
                  </a:moveTo>
                  <a:cubicBezTo>
                    <a:pt x="789" y="0"/>
                    <a:pt x="783" y="2"/>
                    <a:pt x="778" y="6"/>
                  </a:cubicBezTo>
                  <a:cubicBezTo>
                    <a:pt x="538" y="203"/>
                    <a:pt x="282" y="384"/>
                    <a:pt x="16" y="547"/>
                  </a:cubicBezTo>
                  <a:cubicBezTo>
                    <a:pt x="4" y="554"/>
                    <a:pt x="0" y="570"/>
                    <a:pt x="8" y="582"/>
                  </a:cubicBezTo>
                  <a:cubicBezTo>
                    <a:pt x="12" y="590"/>
                    <a:pt x="22" y="594"/>
                    <a:pt x="30" y="594"/>
                  </a:cubicBezTo>
                  <a:cubicBezTo>
                    <a:pt x="35" y="594"/>
                    <a:pt x="39" y="593"/>
                    <a:pt x="43" y="590"/>
                  </a:cubicBezTo>
                  <a:cubicBezTo>
                    <a:pt x="311" y="427"/>
                    <a:pt x="569" y="244"/>
                    <a:pt x="812" y="47"/>
                  </a:cubicBezTo>
                  <a:cubicBezTo>
                    <a:pt x="822" y="37"/>
                    <a:pt x="824" y="21"/>
                    <a:pt x="816" y="10"/>
                  </a:cubicBezTo>
                  <a:cubicBezTo>
                    <a:pt x="810" y="4"/>
                    <a:pt x="802" y="0"/>
                    <a:pt x="79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8" name="Google Shape;9258;p30"/>
            <p:cNvSpPr/>
            <p:nvPr/>
          </p:nvSpPr>
          <p:spPr>
            <a:xfrm>
              <a:off x="5425800" y="4220325"/>
              <a:ext cx="5475" cy="4025"/>
            </a:xfrm>
            <a:custGeom>
              <a:avLst/>
              <a:gdLst/>
              <a:ahLst/>
              <a:cxnLst/>
              <a:rect l="l" t="t" r="r" b="b"/>
              <a:pathLst>
                <a:path w="219" h="161" extrusionOk="0">
                  <a:moveTo>
                    <a:pt x="189" y="0"/>
                  </a:moveTo>
                  <a:cubicBezTo>
                    <a:pt x="184" y="0"/>
                    <a:pt x="178" y="2"/>
                    <a:pt x="174" y="5"/>
                  </a:cubicBezTo>
                  <a:lnTo>
                    <a:pt x="15" y="114"/>
                  </a:lnTo>
                  <a:cubicBezTo>
                    <a:pt x="3" y="122"/>
                    <a:pt x="0" y="138"/>
                    <a:pt x="8" y="150"/>
                  </a:cubicBezTo>
                  <a:cubicBezTo>
                    <a:pt x="14" y="157"/>
                    <a:pt x="22" y="161"/>
                    <a:pt x="30" y="161"/>
                  </a:cubicBezTo>
                  <a:cubicBezTo>
                    <a:pt x="34" y="161"/>
                    <a:pt x="39" y="160"/>
                    <a:pt x="43" y="157"/>
                  </a:cubicBezTo>
                  <a:lnTo>
                    <a:pt x="203" y="48"/>
                  </a:lnTo>
                  <a:cubicBezTo>
                    <a:pt x="215" y="40"/>
                    <a:pt x="218" y="24"/>
                    <a:pt x="210" y="12"/>
                  </a:cubicBezTo>
                  <a:cubicBezTo>
                    <a:pt x="205" y="4"/>
                    <a:pt x="197" y="0"/>
                    <a:pt x="18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9" name="Google Shape;9259;p30"/>
            <p:cNvSpPr/>
            <p:nvPr/>
          </p:nvSpPr>
          <p:spPr>
            <a:xfrm>
              <a:off x="5303800" y="4264950"/>
              <a:ext cx="30125" cy="21700"/>
            </a:xfrm>
            <a:custGeom>
              <a:avLst/>
              <a:gdLst/>
              <a:ahLst/>
              <a:cxnLst/>
              <a:rect l="l" t="t" r="r" b="b"/>
              <a:pathLst>
                <a:path w="1205" h="868" extrusionOk="0">
                  <a:moveTo>
                    <a:pt x="1175" y="0"/>
                  </a:moveTo>
                  <a:cubicBezTo>
                    <a:pt x="1170" y="0"/>
                    <a:pt x="1165" y="2"/>
                    <a:pt x="1160" y="5"/>
                  </a:cubicBezTo>
                  <a:lnTo>
                    <a:pt x="15" y="822"/>
                  </a:lnTo>
                  <a:cubicBezTo>
                    <a:pt x="3" y="830"/>
                    <a:pt x="1" y="846"/>
                    <a:pt x="9" y="857"/>
                  </a:cubicBezTo>
                  <a:cubicBezTo>
                    <a:pt x="14" y="865"/>
                    <a:pt x="22" y="867"/>
                    <a:pt x="30" y="867"/>
                  </a:cubicBezTo>
                  <a:cubicBezTo>
                    <a:pt x="36" y="867"/>
                    <a:pt x="41" y="866"/>
                    <a:pt x="45" y="863"/>
                  </a:cubicBezTo>
                  <a:lnTo>
                    <a:pt x="1190" y="47"/>
                  </a:lnTo>
                  <a:cubicBezTo>
                    <a:pt x="1202" y="39"/>
                    <a:pt x="1205" y="23"/>
                    <a:pt x="1197" y="10"/>
                  </a:cubicBezTo>
                  <a:cubicBezTo>
                    <a:pt x="1191" y="4"/>
                    <a:pt x="1183" y="0"/>
                    <a:pt x="117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0" name="Google Shape;9260;p30"/>
            <p:cNvSpPr/>
            <p:nvPr/>
          </p:nvSpPr>
          <p:spPr>
            <a:xfrm>
              <a:off x="5336525" y="4259675"/>
              <a:ext cx="5475" cy="4075"/>
            </a:xfrm>
            <a:custGeom>
              <a:avLst/>
              <a:gdLst/>
              <a:ahLst/>
              <a:cxnLst/>
              <a:rect l="l" t="t" r="r" b="b"/>
              <a:pathLst>
                <a:path w="219" h="163" extrusionOk="0">
                  <a:moveTo>
                    <a:pt x="189" y="0"/>
                  </a:moveTo>
                  <a:cubicBezTo>
                    <a:pt x="184" y="0"/>
                    <a:pt x="179" y="2"/>
                    <a:pt x="174" y="5"/>
                  </a:cubicBezTo>
                  <a:lnTo>
                    <a:pt x="15" y="115"/>
                  </a:lnTo>
                  <a:cubicBezTo>
                    <a:pt x="3" y="123"/>
                    <a:pt x="1" y="139"/>
                    <a:pt x="9" y="151"/>
                  </a:cubicBezTo>
                  <a:cubicBezTo>
                    <a:pt x="14" y="158"/>
                    <a:pt x="22" y="162"/>
                    <a:pt x="30" y="162"/>
                  </a:cubicBezTo>
                  <a:cubicBezTo>
                    <a:pt x="36" y="162"/>
                    <a:pt x="41" y="161"/>
                    <a:pt x="45" y="157"/>
                  </a:cubicBezTo>
                  <a:lnTo>
                    <a:pt x="204" y="48"/>
                  </a:lnTo>
                  <a:cubicBezTo>
                    <a:pt x="216" y="40"/>
                    <a:pt x="219" y="24"/>
                    <a:pt x="210" y="12"/>
                  </a:cubicBezTo>
                  <a:cubicBezTo>
                    <a:pt x="206" y="4"/>
                    <a:pt x="197" y="0"/>
                    <a:pt x="18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1" name="Google Shape;9261;p30"/>
            <p:cNvSpPr/>
            <p:nvPr/>
          </p:nvSpPr>
          <p:spPr>
            <a:xfrm>
              <a:off x="5397750" y="4206150"/>
              <a:ext cx="27975" cy="16975"/>
            </a:xfrm>
            <a:custGeom>
              <a:avLst/>
              <a:gdLst/>
              <a:ahLst/>
              <a:cxnLst/>
              <a:rect l="l" t="t" r="r" b="b"/>
              <a:pathLst>
                <a:path w="1119" h="679" extrusionOk="0">
                  <a:moveTo>
                    <a:pt x="1088" y="1"/>
                  </a:moveTo>
                  <a:cubicBezTo>
                    <a:pt x="1083" y="1"/>
                    <a:pt x="1079" y="2"/>
                    <a:pt x="1075" y="4"/>
                  </a:cubicBezTo>
                  <a:lnTo>
                    <a:pt x="16" y="630"/>
                  </a:lnTo>
                  <a:cubicBezTo>
                    <a:pt x="4" y="636"/>
                    <a:pt x="0" y="653"/>
                    <a:pt x="7" y="665"/>
                  </a:cubicBezTo>
                  <a:cubicBezTo>
                    <a:pt x="12" y="673"/>
                    <a:pt x="20" y="678"/>
                    <a:pt x="30" y="678"/>
                  </a:cubicBezTo>
                  <a:cubicBezTo>
                    <a:pt x="34" y="678"/>
                    <a:pt x="39" y="677"/>
                    <a:pt x="43" y="674"/>
                  </a:cubicBezTo>
                  <a:lnTo>
                    <a:pt x="1101" y="48"/>
                  </a:lnTo>
                  <a:cubicBezTo>
                    <a:pt x="1114" y="42"/>
                    <a:pt x="1118" y="26"/>
                    <a:pt x="1110" y="14"/>
                  </a:cubicBezTo>
                  <a:cubicBezTo>
                    <a:pt x="1105" y="5"/>
                    <a:pt x="1097" y="1"/>
                    <a:pt x="108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2" name="Google Shape;9262;p30"/>
            <p:cNvSpPr/>
            <p:nvPr/>
          </p:nvSpPr>
          <p:spPr>
            <a:xfrm>
              <a:off x="5335025" y="4268875"/>
              <a:ext cx="32125" cy="19950"/>
            </a:xfrm>
            <a:custGeom>
              <a:avLst/>
              <a:gdLst/>
              <a:ahLst/>
              <a:cxnLst/>
              <a:rect l="l" t="t" r="r" b="b"/>
              <a:pathLst>
                <a:path w="1285" h="798" extrusionOk="0">
                  <a:moveTo>
                    <a:pt x="1257" y="1"/>
                  </a:moveTo>
                  <a:cubicBezTo>
                    <a:pt x="1252" y="1"/>
                    <a:pt x="1246" y="2"/>
                    <a:pt x="1242" y="5"/>
                  </a:cubicBezTo>
                  <a:cubicBezTo>
                    <a:pt x="846" y="269"/>
                    <a:pt x="435" y="519"/>
                    <a:pt x="18" y="749"/>
                  </a:cubicBezTo>
                  <a:cubicBezTo>
                    <a:pt x="5" y="756"/>
                    <a:pt x="0" y="772"/>
                    <a:pt x="7" y="784"/>
                  </a:cubicBezTo>
                  <a:cubicBezTo>
                    <a:pt x="12" y="792"/>
                    <a:pt x="22" y="798"/>
                    <a:pt x="30" y="798"/>
                  </a:cubicBezTo>
                  <a:cubicBezTo>
                    <a:pt x="34" y="798"/>
                    <a:pt x="38" y="797"/>
                    <a:pt x="42" y="795"/>
                  </a:cubicBezTo>
                  <a:cubicBezTo>
                    <a:pt x="460" y="564"/>
                    <a:pt x="873" y="314"/>
                    <a:pt x="1270" y="49"/>
                  </a:cubicBezTo>
                  <a:cubicBezTo>
                    <a:pt x="1282" y="40"/>
                    <a:pt x="1285" y="24"/>
                    <a:pt x="1278" y="12"/>
                  </a:cubicBezTo>
                  <a:cubicBezTo>
                    <a:pt x="1273" y="5"/>
                    <a:pt x="1265" y="1"/>
                    <a:pt x="125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3" name="Google Shape;9263;p30"/>
            <p:cNvSpPr/>
            <p:nvPr/>
          </p:nvSpPr>
          <p:spPr>
            <a:xfrm>
              <a:off x="5321900" y="4327125"/>
              <a:ext cx="32400" cy="14725"/>
            </a:xfrm>
            <a:custGeom>
              <a:avLst/>
              <a:gdLst/>
              <a:ahLst/>
              <a:cxnLst/>
              <a:rect l="l" t="t" r="r" b="b"/>
              <a:pathLst>
                <a:path w="1296" h="589" extrusionOk="0">
                  <a:moveTo>
                    <a:pt x="1267" y="0"/>
                  </a:moveTo>
                  <a:cubicBezTo>
                    <a:pt x="1263" y="0"/>
                    <a:pt x="1259" y="1"/>
                    <a:pt x="1256" y="3"/>
                  </a:cubicBezTo>
                  <a:lnTo>
                    <a:pt x="19" y="538"/>
                  </a:lnTo>
                  <a:cubicBezTo>
                    <a:pt x="6" y="544"/>
                    <a:pt x="0" y="560"/>
                    <a:pt x="6" y="572"/>
                  </a:cubicBezTo>
                  <a:cubicBezTo>
                    <a:pt x="10" y="583"/>
                    <a:pt x="19" y="588"/>
                    <a:pt x="29" y="588"/>
                  </a:cubicBezTo>
                  <a:lnTo>
                    <a:pt x="30" y="588"/>
                  </a:lnTo>
                  <a:cubicBezTo>
                    <a:pt x="33" y="588"/>
                    <a:pt x="37" y="587"/>
                    <a:pt x="39" y="585"/>
                  </a:cubicBezTo>
                  <a:lnTo>
                    <a:pt x="1277" y="50"/>
                  </a:lnTo>
                  <a:cubicBezTo>
                    <a:pt x="1291" y="45"/>
                    <a:pt x="1296" y="28"/>
                    <a:pt x="1291" y="16"/>
                  </a:cubicBezTo>
                  <a:cubicBezTo>
                    <a:pt x="1287" y="6"/>
                    <a:pt x="1277" y="0"/>
                    <a:pt x="126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4" name="Google Shape;9264;p30"/>
            <p:cNvSpPr/>
            <p:nvPr/>
          </p:nvSpPr>
          <p:spPr>
            <a:xfrm>
              <a:off x="5360750" y="4322325"/>
              <a:ext cx="5100" cy="2875"/>
            </a:xfrm>
            <a:custGeom>
              <a:avLst/>
              <a:gdLst/>
              <a:ahLst/>
              <a:cxnLst/>
              <a:rect l="l" t="t" r="r" b="b"/>
              <a:pathLst>
                <a:path w="204" h="115" extrusionOk="0">
                  <a:moveTo>
                    <a:pt x="174" y="1"/>
                  </a:moveTo>
                  <a:cubicBezTo>
                    <a:pt x="170" y="1"/>
                    <a:pt x="167" y="1"/>
                    <a:pt x="164" y="2"/>
                  </a:cubicBezTo>
                  <a:lnTo>
                    <a:pt x="19" y="64"/>
                  </a:lnTo>
                  <a:cubicBezTo>
                    <a:pt x="7" y="70"/>
                    <a:pt x="0" y="86"/>
                    <a:pt x="6" y="99"/>
                  </a:cubicBezTo>
                  <a:cubicBezTo>
                    <a:pt x="10" y="109"/>
                    <a:pt x="19" y="114"/>
                    <a:pt x="30" y="114"/>
                  </a:cubicBezTo>
                  <a:cubicBezTo>
                    <a:pt x="34" y="114"/>
                    <a:pt x="37" y="114"/>
                    <a:pt x="41" y="113"/>
                  </a:cubicBezTo>
                  <a:lnTo>
                    <a:pt x="185" y="51"/>
                  </a:lnTo>
                  <a:cubicBezTo>
                    <a:pt x="198" y="46"/>
                    <a:pt x="203" y="29"/>
                    <a:pt x="198" y="16"/>
                  </a:cubicBezTo>
                  <a:cubicBezTo>
                    <a:pt x="194" y="7"/>
                    <a:pt x="184" y="1"/>
                    <a:pt x="17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5" name="Google Shape;9265;p30"/>
            <p:cNvSpPr/>
            <p:nvPr/>
          </p:nvSpPr>
          <p:spPr>
            <a:xfrm>
              <a:off x="5379975" y="4294575"/>
              <a:ext cx="18625" cy="10650"/>
            </a:xfrm>
            <a:custGeom>
              <a:avLst/>
              <a:gdLst/>
              <a:ahLst/>
              <a:cxnLst/>
              <a:rect l="l" t="t" r="r" b="b"/>
              <a:pathLst>
                <a:path w="745" h="426" extrusionOk="0">
                  <a:moveTo>
                    <a:pt x="716" y="1"/>
                  </a:moveTo>
                  <a:cubicBezTo>
                    <a:pt x="711" y="1"/>
                    <a:pt x="707" y="2"/>
                    <a:pt x="703" y="4"/>
                  </a:cubicBezTo>
                  <a:lnTo>
                    <a:pt x="17" y="377"/>
                  </a:lnTo>
                  <a:cubicBezTo>
                    <a:pt x="5" y="383"/>
                    <a:pt x="1" y="399"/>
                    <a:pt x="8" y="412"/>
                  </a:cubicBezTo>
                  <a:cubicBezTo>
                    <a:pt x="12" y="421"/>
                    <a:pt x="21" y="425"/>
                    <a:pt x="30" y="425"/>
                  </a:cubicBezTo>
                  <a:cubicBezTo>
                    <a:pt x="34" y="425"/>
                    <a:pt x="38" y="425"/>
                    <a:pt x="42" y="422"/>
                  </a:cubicBezTo>
                  <a:lnTo>
                    <a:pt x="727" y="50"/>
                  </a:lnTo>
                  <a:cubicBezTo>
                    <a:pt x="741" y="42"/>
                    <a:pt x="745" y="27"/>
                    <a:pt x="738" y="13"/>
                  </a:cubicBezTo>
                  <a:cubicBezTo>
                    <a:pt x="733" y="5"/>
                    <a:pt x="725" y="1"/>
                    <a:pt x="71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6" name="Google Shape;9266;p30"/>
            <p:cNvSpPr/>
            <p:nvPr/>
          </p:nvSpPr>
          <p:spPr>
            <a:xfrm>
              <a:off x="5401450" y="4290050"/>
              <a:ext cx="4900" cy="3300"/>
            </a:xfrm>
            <a:custGeom>
              <a:avLst/>
              <a:gdLst/>
              <a:ahLst/>
              <a:cxnLst/>
              <a:rect l="l" t="t" r="r" b="b"/>
              <a:pathLst>
                <a:path w="196" h="132" extrusionOk="0">
                  <a:moveTo>
                    <a:pt x="166" y="1"/>
                  </a:moveTo>
                  <a:cubicBezTo>
                    <a:pt x="161" y="1"/>
                    <a:pt x="156" y="2"/>
                    <a:pt x="152" y="5"/>
                  </a:cubicBezTo>
                  <a:lnTo>
                    <a:pt x="18" y="83"/>
                  </a:lnTo>
                  <a:cubicBezTo>
                    <a:pt x="5" y="89"/>
                    <a:pt x="0" y="106"/>
                    <a:pt x="8" y="118"/>
                  </a:cubicBezTo>
                  <a:cubicBezTo>
                    <a:pt x="12" y="126"/>
                    <a:pt x="22" y="131"/>
                    <a:pt x="30" y="131"/>
                  </a:cubicBezTo>
                  <a:cubicBezTo>
                    <a:pt x="35" y="131"/>
                    <a:pt x="39" y="130"/>
                    <a:pt x="43" y="127"/>
                  </a:cubicBezTo>
                  <a:lnTo>
                    <a:pt x="179" y="49"/>
                  </a:lnTo>
                  <a:cubicBezTo>
                    <a:pt x="191" y="42"/>
                    <a:pt x="195" y="26"/>
                    <a:pt x="188" y="14"/>
                  </a:cubicBezTo>
                  <a:cubicBezTo>
                    <a:pt x="183" y="5"/>
                    <a:pt x="174" y="1"/>
                    <a:pt x="16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7" name="Google Shape;9267;p30"/>
            <p:cNvSpPr/>
            <p:nvPr/>
          </p:nvSpPr>
          <p:spPr>
            <a:xfrm>
              <a:off x="5416600" y="4284250"/>
              <a:ext cx="16300" cy="11500"/>
            </a:xfrm>
            <a:custGeom>
              <a:avLst/>
              <a:gdLst/>
              <a:ahLst/>
              <a:cxnLst/>
              <a:rect l="l" t="t" r="r" b="b"/>
              <a:pathLst>
                <a:path w="652" h="460" extrusionOk="0">
                  <a:moveTo>
                    <a:pt x="623" y="1"/>
                  </a:moveTo>
                  <a:cubicBezTo>
                    <a:pt x="617" y="1"/>
                    <a:pt x="611" y="3"/>
                    <a:pt x="606" y="7"/>
                  </a:cubicBezTo>
                  <a:cubicBezTo>
                    <a:pt x="419" y="153"/>
                    <a:pt x="221" y="289"/>
                    <a:pt x="17" y="412"/>
                  </a:cubicBezTo>
                  <a:cubicBezTo>
                    <a:pt x="5" y="420"/>
                    <a:pt x="1" y="434"/>
                    <a:pt x="9" y="448"/>
                  </a:cubicBezTo>
                  <a:cubicBezTo>
                    <a:pt x="13" y="456"/>
                    <a:pt x="22" y="460"/>
                    <a:pt x="30" y="460"/>
                  </a:cubicBezTo>
                  <a:cubicBezTo>
                    <a:pt x="36" y="460"/>
                    <a:pt x="40" y="459"/>
                    <a:pt x="44" y="456"/>
                  </a:cubicBezTo>
                  <a:cubicBezTo>
                    <a:pt x="250" y="332"/>
                    <a:pt x="450" y="195"/>
                    <a:pt x="639" y="47"/>
                  </a:cubicBezTo>
                  <a:cubicBezTo>
                    <a:pt x="649" y="39"/>
                    <a:pt x="652" y="23"/>
                    <a:pt x="643" y="11"/>
                  </a:cubicBezTo>
                  <a:cubicBezTo>
                    <a:pt x="638" y="4"/>
                    <a:pt x="630" y="1"/>
                    <a:pt x="62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8" name="Google Shape;9268;p30"/>
            <p:cNvSpPr/>
            <p:nvPr/>
          </p:nvSpPr>
          <p:spPr>
            <a:xfrm>
              <a:off x="5284700" y="4333050"/>
              <a:ext cx="29825" cy="10900"/>
            </a:xfrm>
            <a:custGeom>
              <a:avLst/>
              <a:gdLst/>
              <a:ahLst/>
              <a:cxnLst/>
              <a:rect l="l" t="t" r="r" b="b"/>
              <a:pathLst>
                <a:path w="1193" h="436" extrusionOk="0">
                  <a:moveTo>
                    <a:pt x="1163" y="0"/>
                  </a:moveTo>
                  <a:cubicBezTo>
                    <a:pt x="1160" y="0"/>
                    <a:pt x="1157" y="1"/>
                    <a:pt x="1155" y="1"/>
                  </a:cubicBezTo>
                  <a:lnTo>
                    <a:pt x="22" y="385"/>
                  </a:lnTo>
                  <a:cubicBezTo>
                    <a:pt x="9" y="390"/>
                    <a:pt x="0" y="404"/>
                    <a:pt x="6" y="418"/>
                  </a:cubicBezTo>
                  <a:cubicBezTo>
                    <a:pt x="10" y="429"/>
                    <a:pt x="19" y="436"/>
                    <a:pt x="30" y="436"/>
                  </a:cubicBezTo>
                  <a:cubicBezTo>
                    <a:pt x="33" y="436"/>
                    <a:pt x="35" y="435"/>
                    <a:pt x="38" y="435"/>
                  </a:cubicBezTo>
                  <a:lnTo>
                    <a:pt x="1171" y="51"/>
                  </a:lnTo>
                  <a:cubicBezTo>
                    <a:pt x="1184" y="46"/>
                    <a:pt x="1192" y="32"/>
                    <a:pt x="1187" y="17"/>
                  </a:cubicBezTo>
                  <a:cubicBezTo>
                    <a:pt x="1184" y="7"/>
                    <a:pt x="1174" y="0"/>
                    <a:pt x="116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69" name="Google Shape;9269;p30"/>
          <p:cNvSpPr/>
          <p:nvPr/>
        </p:nvSpPr>
        <p:spPr>
          <a:xfrm rot="6283623">
            <a:off x="5602300" y="1147084"/>
            <a:ext cx="8345864" cy="2323255"/>
          </a:xfrm>
          <a:custGeom>
            <a:avLst/>
            <a:gdLst/>
            <a:ahLst/>
            <a:cxnLst/>
            <a:rect l="l" t="t" r="r" b="b"/>
            <a:pathLst>
              <a:path w="90882" h="25299" extrusionOk="0">
                <a:moveTo>
                  <a:pt x="72564" y="15677"/>
                </a:moveTo>
                <a:cubicBezTo>
                  <a:pt x="73560" y="16327"/>
                  <a:pt x="74389" y="17230"/>
                  <a:pt x="74640" y="18360"/>
                </a:cubicBezTo>
                <a:cubicBezTo>
                  <a:pt x="74857" y="19342"/>
                  <a:pt x="74311" y="20275"/>
                  <a:pt x="73277" y="20275"/>
                </a:cubicBezTo>
                <a:cubicBezTo>
                  <a:pt x="73249" y="20275"/>
                  <a:pt x="73220" y="20274"/>
                  <a:pt x="73191" y="20273"/>
                </a:cubicBezTo>
                <a:cubicBezTo>
                  <a:pt x="72282" y="20229"/>
                  <a:pt x="71511" y="19593"/>
                  <a:pt x="71337" y="18697"/>
                </a:cubicBezTo>
                <a:cubicBezTo>
                  <a:pt x="71128" y="17613"/>
                  <a:pt x="71697" y="16491"/>
                  <a:pt x="72469" y="15763"/>
                </a:cubicBezTo>
                <a:cubicBezTo>
                  <a:pt x="72500" y="15733"/>
                  <a:pt x="72532" y="15705"/>
                  <a:pt x="72564" y="15677"/>
                </a:cubicBezTo>
                <a:close/>
                <a:moveTo>
                  <a:pt x="86496" y="1"/>
                </a:moveTo>
                <a:cubicBezTo>
                  <a:pt x="84950" y="1"/>
                  <a:pt x="83399" y="583"/>
                  <a:pt x="82368" y="1739"/>
                </a:cubicBezTo>
                <a:cubicBezTo>
                  <a:pt x="79628" y="4811"/>
                  <a:pt x="81773" y="10061"/>
                  <a:pt x="77968" y="12477"/>
                </a:cubicBezTo>
                <a:cubicBezTo>
                  <a:pt x="76257" y="13564"/>
                  <a:pt x="74117" y="13894"/>
                  <a:pt x="72523" y="15168"/>
                </a:cubicBezTo>
                <a:cubicBezTo>
                  <a:pt x="72284" y="15023"/>
                  <a:pt x="72044" y="14895"/>
                  <a:pt x="71813" y="14786"/>
                </a:cubicBezTo>
                <a:cubicBezTo>
                  <a:pt x="70534" y="14184"/>
                  <a:pt x="69198" y="13928"/>
                  <a:pt x="67857" y="13928"/>
                </a:cubicBezTo>
                <a:cubicBezTo>
                  <a:pt x="65238" y="13928"/>
                  <a:pt x="62601" y="14906"/>
                  <a:pt x="60334" y="16200"/>
                </a:cubicBezTo>
                <a:cubicBezTo>
                  <a:pt x="58280" y="17372"/>
                  <a:pt x="56381" y="18785"/>
                  <a:pt x="54381" y="20042"/>
                </a:cubicBezTo>
                <a:cubicBezTo>
                  <a:pt x="52283" y="21359"/>
                  <a:pt x="50056" y="22475"/>
                  <a:pt x="47721" y="23303"/>
                </a:cubicBezTo>
                <a:cubicBezTo>
                  <a:pt x="44906" y="24301"/>
                  <a:pt x="41932" y="24874"/>
                  <a:pt x="38958" y="24874"/>
                </a:cubicBezTo>
                <a:cubicBezTo>
                  <a:pt x="37191" y="24874"/>
                  <a:pt x="35424" y="24672"/>
                  <a:pt x="33691" y="24236"/>
                </a:cubicBezTo>
                <a:cubicBezTo>
                  <a:pt x="31552" y="23698"/>
                  <a:pt x="29498" y="22830"/>
                  <a:pt x="27653" y="21618"/>
                </a:cubicBezTo>
                <a:cubicBezTo>
                  <a:pt x="25858" y="20441"/>
                  <a:pt x="24433" y="18932"/>
                  <a:pt x="23054" y="17306"/>
                </a:cubicBezTo>
                <a:cubicBezTo>
                  <a:pt x="21834" y="15867"/>
                  <a:pt x="20574" y="14328"/>
                  <a:pt x="18894" y="13407"/>
                </a:cubicBezTo>
                <a:cubicBezTo>
                  <a:pt x="18022" y="12929"/>
                  <a:pt x="17102" y="12705"/>
                  <a:pt x="16175" y="12705"/>
                </a:cubicBezTo>
                <a:cubicBezTo>
                  <a:pt x="15338" y="12705"/>
                  <a:pt x="14495" y="12887"/>
                  <a:pt x="13677" y="13231"/>
                </a:cubicBezTo>
                <a:cubicBezTo>
                  <a:pt x="11765" y="14034"/>
                  <a:pt x="10141" y="15429"/>
                  <a:pt x="8159" y="16077"/>
                </a:cubicBezTo>
                <a:cubicBezTo>
                  <a:pt x="7526" y="16283"/>
                  <a:pt x="6872" y="16382"/>
                  <a:pt x="6222" y="16382"/>
                </a:cubicBezTo>
                <a:cubicBezTo>
                  <a:pt x="4884" y="16382"/>
                  <a:pt x="3557" y="15963"/>
                  <a:pt x="2434" y="15193"/>
                </a:cubicBezTo>
                <a:cubicBezTo>
                  <a:pt x="1604" y="14624"/>
                  <a:pt x="927" y="13871"/>
                  <a:pt x="448" y="12987"/>
                </a:cubicBezTo>
                <a:cubicBezTo>
                  <a:pt x="409" y="12914"/>
                  <a:pt x="347" y="12884"/>
                  <a:pt x="284" y="12884"/>
                </a:cubicBezTo>
                <a:cubicBezTo>
                  <a:pt x="144" y="12884"/>
                  <a:pt x="1" y="13034"/>
                  <a:pt x="89" y="13197"/>
                </a:cubicBezTo>
                <a:cubicBezTo>
                  <a:pt x="948" y="14781"/>
                  <a:pt x="2438" y="15947"/>
                  <a:pt x="4151" y="16486"/>
                </a:cubicBezTo>
                <a:cubicBezTo>
                  <a:pt x="4815" y="16694"/>
                  <a:pt x="5482" y="16792"/>
                  <a:pt x="6143" y="16792"/>
                </a:cubicBezTo>
                <a:cubicBezTo>
                  <a:pt x="7242" y="16792"/>
                  <a:pt x="8327" y="16522"/>
                  <a:pt x="9365" y="16037"/>
                </a:cubicBezTo>
                <a:cubicBezTo>
                  <a:pt x="11128" y="15213"/>
                  <a:pt x="12684" y="13922"/>
                  <a:pt x="14563" y="13348"/>
                </a:cubicBezTo>
                <a:cubicBezTo>
                  <a:pt x="15083" y="13189"/>
                  <a:pt x="15597" y="13114"/>
                  <a:pt x="16101" y="13114"/>
                </a:cubicBezTo>
                <a:cubicBezTo>
                  <a:pt x="17452" y="13114"/>
                  <a:pt x="18727" y="13651"/>
                  <a:pt x="19836" y="14546"/>
                </a:cubicBezTo>
                <a:cubicBezTo>
                  <a:pt x="21274" y="15705"/>
                  <a:pt x="22395" y="17203"/>
                  <a:pt x="23604" y="18586"/>
                </a:cubicBezTo>
                <a:cubicBezTo>
                  <a:pt x="24943" y="20118"/>
                  <a:pt x="26472" y="21436"/>
                  <a:pt x="28231" y="22467"/>
                </a:cubicBezTo>
                <a:cubicBezTo>
                  <a:pt x="31478" y="24371"/>
                  <a:pt x="35246" y="25299"/>
                  <a:pt x="39000" y="25299"/>
                </a:cubicBezTo>
                <a:cubicBezTo>
                  <a:pt x="39393" y="25299"/>
                  <a:pt x="39786" y="25289"/>
                  <a:pt x="40179" y="25268"/>
                </a:cubicBezTo>
                <a:cubicBezTo>
                  <a:pt x="44729" y="25034"/>
                  <a:pt x="49147" y="23524"/>
                  <a:pt x="53095" y="21293"/>
                </a:cubicBezTo>
                <a:cubicBezTo>
                  <a:pt x="56945" y="19117"/>
                  <a:pt x="60398" y="15879"/>
                  <a:pt x="64761" y="14742"/>
                </a:cubicBezTo>
                <a:cubicBezTo>
                  <a:pt x="65730" y="14489"/>
                  <a:pt x="66741" y="14348"/>
                  <a:pt x="67749" y="14348"/>
                </a:cubicBezTo>
                <a:cubicBezTo>
                  <a:pt x="68677" y="14348"/>
                  <a:pt x="69603" y="14467"/>
                  <a:pt x="70492" y="14728"/>
                </a:cubicBezTo>
                <a:cubicBezTo>
                  <a:pt x="71050" y="14891"/>
                  <a:pt x="71638" y="15135"/>
                  <a:pt x="72193" y="15451"/>
                </a:cubicBezTo>
                <a:cubicBezTo>
                  <a:pt x="72187" y="15458"/>
                  <a:pt x="72180" y="15462"/>
                  <a:pt x="72175" y="15468"/>
                </a:cubicBezTo>
                <a:cubicBezTo>
                  <a:pt x="70954" y="16621"/>
                  <a:pt x="70203" y="18944"/>
                  <a:pt x="71758" y="20157"/>
                </a:cubicBezTo>
                <a:cubicBezTo>
                  <a:pt x="72193" y="20498"/>
                  <a:pt x="72725" y="20667"/>
                  <a:pt x="73236" y="20667"/>
                </a:cubicBezTo>
                <a:cubicBezTo>
                  <a:pt x="74177" y="20667"/>
                  <a:pt x="75047" y="20091"/>
                  <a:pt x="75108" y="18943"/>
                </a:cubicBezTo>
                <a:cubicBezTo>
                  <a:pt x="75184" y="17494"/>
                  <a:pt x="74097" y="16237"/>
                  <a:pt x="72891" y="15407"/>
                </a:cubicBezTo>
                <a:cubicBezTo>
                  <a:pt x="73628" y="14850"/>
                  <a:pt x="74500" y="14479"/>
                  <a:pt x="75351" y="14139"/>
                </a:cubicBezTo>
                <a:cubicBezTo>
                  <a:pt x="77187" y="13405"/>
                  <a:pt x="79117" y="12664"/>
                  <a:pt x="80086" y="10809"/>
                </a:cubicBezTo>
                <a:cubicBezTo>
                  <a:pt x="80955" y="9147"/>
                  <a:pt x="80969" y="7205"/>
                  <a:pt x="81288" y="5397"/>
                </a:cubicBezTo>
                <a:cubicBezTo>
                  <a:pt x="81601" y="3618"/>
                  <a:pt x="82271" y="1922"/>
                  <a:pt x="83946" y="1037"/>
                </a:cubicBezTo>
                <a:cubicBezTo>
                  <a:pt x="84727" y="624"/>
                  <a:pt x="85623" y="415"/>
                  <a:pt x="86518" y="415"/>
                </a:cubicBezTo>
                <a:cubicBezTo>
                  <a:pt x="87265" y="415"/>
                  <a:pt x="88012" y="561"/>
                  <a:pt x="88690" y="857"/>
                </a:cubicBezTo>
                <a:cubicBezTo>
                  <a:pt x="89392" y="1164"/>
                  <a:pt x="89995" y="1636"/>
                  <a:pt x="90464" y="2241"/>
                </a:cubicBezTo>
                <a:cubicBezTo>
                  <a:pt x="90504" y="2292"/>
                  <a:pt x="90552" y="2313"/>
                  <a:pt x="90598" y="2313"/>
                </a:cubicBezTo>
                <a:cubicBezTo>
                  <a:pt x="90744" y="2313"/>
                  <a:pt x="90882" y="2105"/>
                  <a:pt x="90759" y="1947"/>
                </a:cubicBezTo>
                <a:cubicBezTo>
                  <a:pt x="89751" y="647"/>
                  <a:pt x="88126" y="1"/>
                  <a:pt x="8649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1" name="Google Shape;9271;p31"/>
          <p:cNvSpPr/>
          <p:nvPr/>
        </p:nvSpPr>
        <p:spPr>
          <a:xfrm>
            <a:off x="-1035296" y="-220604"/>
            <a:ext cx="4804152" cy="1311050"/>
          </a:xfrm>
          <a:custGeom>
            <a:avLst/>
            <a:gdLst/>
            <a:ahLst/>
            <a:cxnLst/>
            <a:rect l="l" t="t" r="r" b="b"/>
            <a:pathLst>
              <a:path w="74939" h="20450" extrusionOk="0">
                <a:moveTo>
                  <a:pt x="96" y="1"/>
                </a:moveTo>
                <a:cubicBezTo>
                  <a:pt x="1" y="6671"/>
                  <a:pt x="567" y="13189"/>
                  <a:pt x="472" y="19860"/>
                </a:cubicBezTo>
                <a:cubicBezTo>
                  <a:pt x="1036" y="20271"/>
                  <a:pt x="1713" y="20450"/>
                  <a:pt x="2408" y="20450"/>
                </a:cubicBezTo>
                <a:cubicBezTo>
                  <a:pt x="3228" y="20450"/>
                  <a:pt x="4074" y="20201"/>
                  <a:pt x="4791" y="19794"/>
                </a:cubicBezTo>
                <a:cubicBezTo>
                  <a:pt x="6113" y="19040"/>
                  <a:pt x="7113" y="17844"/>
                  <a:pt x="8151" y="16730"/>
                </a:cubicBezTo>
                <a:cubicBezTo>
                  <a:pt x="10498" y="14216"/>
                  <a:pt x="13226" y="12000"/>
                  <a:pt x="16378" y="10626"/>
                </a:cubicBezTo>
                <a:cubicBezTo>
                  <a:pt x="18422" y="9736"/>
                  <a:pt x="20658" y="9220"/>
                  <a:pt x="22880" y="9220"/>
                </a:cubicBezTo>
                <a:cubicBezTo>
                  <a:pt x="24085" y="9220"/>
                  <a:pt x="25286" y="9371"/>
                  <a:pt x="26451" y="9698"/>
                </a:cubicBezTo>
                <a:cubicBezTo>
                  <a:pt x="30127" y="10729"/>
                  <a:pt x="33114" y="13354"/>
                  <a:pt x="36499" y="15119"/>
                </a:cubicBezTo>
                <a:cubicBezTo>
                  <a:pt x="38337" y="16078"/>
                  <a:pt x="40506" y="16739"/>
                  <a:pt x="42564" y="16739"/>
                </a:cubicBezTo>
                <a:cubicBezTo>
                  <a:pt x="44297" y="16739"/>
                  <a:pt x="45950" y="16270"/>
                  <a:pt x="47259" y="15116"/>
                </a:cubicBezTo>
                <a:cubicBezTo>
                  <a:pt x="48840" y="13722"/>
                  <a:pt x="49567" y="11631"/>
                  <a:pt x="50453" y="9718"/>
                </a:cubicBezTo>
                <a:cubicBezTo>
                  <a:pt x="51339" y="7807"/>
                  <a:pt x="52632" y="5841"/>
                  <a:pt x="54662" y="5274"/>
                </a:cubicBezTo>
                <a:cubicBezTo>
                  <a:pt x="55076" y="5158"/>
                  <a:pt x="55485" y="5107"/>
                  <a:pt x="55892" y="5107"/>
                </a:cubicBezTo>
                <a:cubicBezTo>
                  <a:pt x="58492" y="5107"/>
                  <a:pt x="60955" y="7211"/>
                  <a:pt x="63572" y="8059"/>
                </a:cubicBezTo>
                <a:cubicBezTo>
                  <a:pt x="64422" y="8335"/>
                  <a:pt x="65315" y="8469"/>
                  <a:pt x="66207" y="8469"/>
                </a:cubicBezTo>
                <a:cubicBezTo>
                  <a:pt x="68006" y="8469"/>
                  <a:pt x="69807" y="7923"/>
                  <a:pt x="71276" y="6883"/>
                </a:cubicBezTo>
                <a:cubicBezTo>
                  <a:pt x="73473" y="5326"/>
                  <a:pt x="74873" y="2698"/>
                  <a:pt x="74939" y="4"/>
                </a:cubicBezTo>
                <a:lnTo>
                  <a:pt x="96" y="1"/>
                </a:lnTo>
                <a:close/>
              </a:path>
            </a:pathLst>
          </a:custGeom>
          <a:solidFill>
            <a:srgbClr val="FFF4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2" name="Google Shape;9272;p31"/>
          <p:cNvSpPr/>
          <p:nvPr/>
        </p:nvSpPr>
        <p:spPr>
          <a:xfrm>
            <a:off x="-1471792" y="-264300"/>
            <a:ext cx="5551131" cy="1311032"/>
          </a:xfrm>
          <a:custGeom>
            <a:avLst/>
            <a:gdLst/>
            <a:ahLst/>
            <a:cxnLst/>
            <a:rect l="l" t="t" r="r" b="b"/>
            <a:pathLst>
              <a:path w="71278" h="16834" extrusionOk="0">
                <a:moveTo>
                  <a:pt x="1063" y="15103"/>
                </a:moveTo>
                <a:cubicBezTo>
                  <a:pt x="1052" y="15462"/>
                  <a:pt x="1071" y="15822"/>
                  <a:pt x="1122" y="16179"/>
                </a:cubicBezTo>
                <a:cubicBezTo>
                  <a:pt x="1104" y="15817"/>
                  <a:pt x="1085" y="15459"/>
                  <a:pt x="1063" y="15103"/>
                </a:cubicBezTo>
                <a:close/>
                <a:moveTo>
                  <a:pt x="871" y="0"/>
                </a:moveTo>
                <a:cubicBezTo>
                  <a:pt x="0" y="5235"/>
                  <a:pt x="743" y="9885"/>
                  <a:pt x="1063" y="15103"/>
                </a:cubicBezTo>
                <a:lnTo>
                  <a:pt x="1063" y="15103"/>
                </a:lnTo>
                <a:cubicBezTo>
                  <a:pt x="1116" y="13346"/>
                  <a:pt x="1884" y="11609"/>
                  <a:pt x="3182" y="10417"/>
                </a:cubicBezTo>
                <a:cubicBezTo>
                  <a:pt x="4391" y="9307"/>
                  <a:pt x="6032" y="8694"/>
                  <a:pt x="7671" y="8694"/>
                </a:cubicBezTo>
                <a:cubicBezTo>
                  <a:pt x="8150" y="8694"/>
                  <a:pt x="8629" y="8747"/>
                  <a:pt x="9097" y="8854"/>
                </a:cubicBezTo>
                <a:cubicBezTo>
                  <a:pt x="12028" y="9530"/>
                  <a:pt x="14088" y="12056"/>
                  <a:pt x="16430" y="13944"/>
                </a:cubicBezTo>
                <a:cubicBezTo>
                  <a:pt x="18053" y="15253"/>
                  <a:pt x="19930" y="16310"/>
                  <a:pt x="21981" y="16690"/>
                </a:cubicBezTo>
                <a:cubicBezTo>
                  <a:pt x="22495" y="16785"/>
                  <a:pt x="23021" y="16834"/>
                  <a:pt x="23547" y="16834"/>
                </a:cubicBezTo>
                <a:cubicBezTo>
                  <a:pt x="25119" y="16834"/>
                  <a:pt x="26688" y="16396"/>
                  <a:pt x="27931" y="15448"/>
                </a:cubicBezTo>
                <a:cubicBezTo>
                  <a:pt x="29496" y="14252"/>
                  <a:pt x="30396" y="12406"/>
                  <a:pt x="31573" y="10826"/>
                </a:cubicBezTo>
                <a:cubicBezTo>
                  <a:pt x="32656" y="9375"/>
                  <a:pt x="34246" y="8039"/>
                  <a:pt x="36012" y="8039"/>
                </a:cubicBezTo>
                <a:cubicBezTo>
                  <a:pt x="36166" y="8039"/>
                  <a:pt x="36322" y="8049"/>
                  <a:pt x="36479" y="8070"/>
                </a:cubicBezTo>
                <a:cubicBezTo>
                  <a:pt x="37908" y="8263"/>
                  <a:pt x="39041" y="9313"/>
                  <a:pt x="40275" y="10058"/>
                </a:cubicBezTo>
                <a:cubicBezTo>
                  <a:pt x="41743" y="10944"/>
                  <a:pt x="43452" y="11379"/>
                  <a:pt x="45164" y="11379"/>
                </a:cubicBezTo>
                <a:cubicBezTo>
                  <a:pt x="47330" y="11379"/>
                  <a:pt x="49501" y="10682"/>
                  <a:pt x="51192" y="9321"/>
                </a:cubicBezTo>
                <a:cubicBezTo>
                  <a:pt x="53688" y="7313"/>
                  <a:pt x="55520" y="3893"/>
                  <a:pt x="58719" y="3703"/>
                </a:cubicBezTo>
                <a:cubicBezTo>
                  <a:pt x="58808" y="3697"/>
                  <a:pt x="58896" y="3695"/>
                  <a:pt x="58984" y="3695"/>
                </a:cubicBezTo>
                <a:cubicBezTo>
                  <a:pt x="61339" y="3695"/>
                  <a:pt x="63436" y="5512"/>
                  <a:pt x="65813" y="5620"/>
                </a:cubicBezTo>
                <a:cubicBezTo>
                  <a:pt x="65876" y="5623"/>
                  <a:pt x="65938" y="5624"/>
                  <a:pt x="66000" y="5624"/>
                </a:cubicBezTo>
                <a:cubicBezTo>
                  <a:pt x="68794" y="5624"/>
                  <a:pt x="71277" y="2794"/>
                  <a:pt x="70855" y="16"/>
                </a:cubicBezTo>
                <a:lnTo>
                  <a:pt x="871" y="0"/>
                </a:lnTo>
                <a:close/>
              </a:path>
            </a:pathLst>
          </a:custGeom>
          <a:solidFill>
            <a:srgbClr val="F7E7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73" name="Google Shape;9273;p31"/>
          <p:cNvGrpSpPr/>
          <p:nvPr/>
        </p:nvGrpSpPr>
        <p:grpSpPr>
          <a:xfrm rot="-8697590" flipH="1">
            <a:off x="-402958" y="41308"/>
            <a:ext cx="1324413" cy="1812445"/>
            <a:chOff x="1594875" y="4034900"/>
            <a:chExt cx="427150" cy="584550"/>
          </a:xfrm>
        </p:grpSpPr>
        <p:sp>
          <p:nvSpPr>
            <p:cNvPr id="9274" name="Google Shape;9274;p31"/>
            <p:cNvSpPr/>
            <p:nvPr/>
          </p:nvSpPr>
          <p:spPr>
            <a:xfrm>
              <a:off x="1806275" y="4301925"/>
              <a:ext cx="169425" cy="89500"/>
            </a:xfrm>
            <a:custGeom>
              <a:avLst/>
              <a:gdLst/>
              <a:ahLst/>
              <a:cxnLst/>
              <a:rect l="l" t="t" r="r" b="b"/>
              <a:pathLst>
                <a:path w="6777" h="3580" extrusionOk="0">
                  <a:moveTo>
                    <a:pt x="2624" y="1"/>
                  </a:moveTo>
                  <a:cubicBezTo>
                    <a:pt x="2486" y="1"/>
                    <a:pt x="2348" y="13"/>
                    <a:pt x="2211" y="41"/>
                  </a:cubicBezTo>
                  <a:cubicBezTo>
                    <a:pt x="1214" y="241"/>
                    <a:pt x="553" y="1163"/>
                    <a:pt x="0" y="2017"/>
                  </a:cubicBezTo>
                  <a:cubicBezTo>
                    <a:pt x="560" y="2445"/>
                    <a:pt x="1198" y="2910"/>
                    <a:pt x="1834" y="3209"/>
                  </a:cubicBezTo>
                  <a:cubicBezTo>
                    <a:pt x="2311" y="3434"/>
                    <a:pt x="2837" y="3580"/>
                    <a:pt x="3361" y="3580"/>
                  </a:cubicBezTo>
                  <a:cubicBezTo>
                    <a:pt x="3537" y="3580"/>
                    <a:pt x="3712" y="3563"/>
                    <a:pt x="3886" y="3528"/>
                  </a:cubicBezTo>
                  <a:cubicBezTo>
                    <a:pt x="4542" y="3393"/>
                    <a:pt x="5121" y="2994"/>
                    <a:pt x="5581" y="2508"/>
                  </a:cubicBezTo>
                  <a:cubicBezTo>
                    <a:pt x="6041" y="2021"/>
                    <a:pt x="6424" y="1445"/>
                    <a:pt x="6777" y="875"/>
                  </a:cubicBezTo>
                  <a:lnTo>
                    <a:pt x="6777" y="875"/>
                  </a:lnTo>
                  <a:cubicBezTo>
                    <a:pt x="6588" y="932"/>
                    <a:pt x="6396" y="956"/>
                    <a:pt x="6202" y="956"/>
                  </a:cubicBezTo>
                  <a:cubicBezTo>
                    <a:pt x="5624" y="956"/>
                    <a:pt x="5036" y="738"/>
                    <a:pt x="4490" y="512"/>
                  </a:cubicBezTo>
                  <a:cubicBezTo>
                    <a:pt x="3891" y="264"/>
                    <a:pt x="3259" y="1"/>
                    <a:pt x="2624" y="1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5" name="Google Shape;9275;p31"/>
            <p:cNvSpPr/>
            <p:nvPr/>
          </p:nvSpPr>
          <p:spPr>
            <a:xfrm>
              <a:off x="1804825" y="4300625"/>
              <a:ext cx="172300" cy="92100"/>
            </a:xfrm>
            <a:custGeom>
              <a:avLst/>
              <a:gdLst/>
              <a:ahLst/>
              <a:cxnLst/>
              <a:rect l="l" t="t" r="r" b="b"/>
              <a:pathLst>
                <a:path w="6892" h="3684" extrusionOk="0">
                  <a:moveTo>
                    <a:pt x="2684" y="105"/>
                  </a:moveTo>
                  <a:cubicBezTo>
                    <a:pt x="3301" y="105"/>
                    <a:pt x="3917" y="359"/>
                    <a:pt x="4515" y="607"/>
                  </a:cubicBezTo>
                  <a:lnTo>
                    <a:pt x="4529" y="612"/>
                  </a:lnTo>
                  <a:cubicBezTo>
                    <a:pt x="5089" y="844"/>
                    <a:pt x="5677" y="1061"/>
                    <a:pt x="6258" y="1061"/>
                  </a:cubicBezTo>
                  <a:cubicBezTo>
                    <a:pt x="6414" y="1061"/>
                    <a:pt x="6569" y="1045"/>
                    <a:pt x="6723" y="1010"/>
                  </a:cubicBezTo>
                  <a:lnTo>
                    <a:pt x="6723" y="1010"/>
                  </a:lnTo>
                  <a:cubicBezTo>
                    <a:pt x="6412" y="1507"/>
                    <a:pt x="6041" y="2060"/>
                    <a:pt x="5601" y="2524"/>
                  </a:cubicBezTo>
                  <a:cubicBezTo>
                    <a:pt x="5091" y="3062"/>
                    <a:pt x="4515" y="3409"/>
                    <a:pt x="3933" y="3529"/>
                  </a:cubicBezTo>
                  <a:cubicBezTo>
                    <a:pt x="3759" y="3565"/>
                    <a:pt x="3586" y="3580"/>
                    <a:pt x="3418" y="3580"/>
                  </a:cubicBezTo>
                  <a:cubicBezTo>
                    <a:pt x="2834" y="3580"/>
                    <a:pt x="2297" y="3394"/>
                    <a:pt x="1915" y="3215"/>
                  </a:cubicBezTo>
                  <a:cubicBezTo>
                    <a:pt x="1307" y="2930"/>
                    <a:pt x="697" y="2492"/>
                    <a:pt x="128" y="2057"/>
                  </a:cubicBezTo>
                  <a:cubicBezTo>
                    <a:pt x="692" y="1189"/>
                    <a:pt x="1324" y="336"/>
                    <a:pt x="2279" y="144"/>
                  </a:cubicBezTo>
                  <a:cubicBezTo>
                    <a:pt x="2414" y="117"/>
                    <a:pt x="2549" y="105"/>
                    <a:pt x="2684" y="105"/>
                  </a:cubicBezTo>
                  <a:close/>
                  <a:moveTo>
                    <a:pt x="2684" y="1"/>
                  </a:moveTo>
                  <a:cubicBezTo>
                    <a:pt x="2542" y="1"/>
                    <a:pt x="2400" y="13"/>
                    <a:pt x="2258" y="42"/>
                  </a:cubicBezTo>
                  <a:cubicBezTo>
                    <a:pt x="1249" y="245"/>
                    <a:pt x="572" y="1180"/>
                    <a:pt x="15" y="2041"/>
                  </a:cubicBezTo>
                  <a:cubicBezTo>
                    <a:pt x="0" y="2064"/>
                    <a:pt x="6" y="2095"/>
                    <a:pt x="27" y="2111"/>
                  </a:cubicBezTo>
                  <a:cubicBezTo>
                    <a:pt x="613" y="2558"/>
                    <a:pt x="1241" y="3012"/>
                    <a:pt x="1870" y="3308"/>
                  </a:cubicBezTo>
                  <a:cubicBezTo>
                    <a:pt x="2263" y="3493"/>
                    <a:pt x="2816" y="3684"/>
                    <a:pt x="3419" y="3684"/>
                  </a:cubicBezTo>
                  <a:cubicBezTo>
                    <a:pt x="3594" y="3684"/>
                    <a:pt x="3773" y="3667"/>
                    <a:pt x="3954" y="3631"/>
                  </a:cubicBezTo>
                  <a:cubicBezTo>
                    <a:pt x="4557" y="3507"/>
                    <a:pt x="5152" y="3149"/>
                    <a:pt x="5676" y="2595"/>
                  </a:cubicBezTo>
                  <a:cubicBezTo>
                    <a:pt x="6155" y="2089"/>
                    <a:pt x="6554" y="1481"/>
                    <a:pt x="6879" y="955"/>
                  </a:cubicBezTo>
                  <a:cubicBezTo>
                    <a:pt x="6891" y="936"/>
                    <a:pt x="6890" y="914"/>
                    <a:pt x="6876" y="896"/>
                  </a:cubicBezTo>
                  <a:cubicBezTo>
                    <a:pt x="6866" y="883"/>
                    <a:pt x="6852" y="876"/>
                    <a:pt x="6836" y="876"/>
                  </a:cubicBezTo>
                  <a:cubicBezTo>
                    <a:pt x="6831" y="876"/>
                    <a:pt x="6825" y="877"/>
                    <a:pt x="6820" y="879"/>
                  </a:cubicBezTo>
                  <a:cubicBezTo>
                    <a:pt x="6635" y="934"/>
                    <a:pt x="6448" y="957"/>
                    <a:pt x="6259" y="957"/>
                  </a:cubicBezTo>
                  <a:cubicBezTo>
                    <a:pt x="5695" y="957"/>
                    <a:pt x="5119" y="745"/>
                    <a:pt x="4568" y="517"/>
                  </a:cubicBezTo>
                  <a:lnTo>
                    <a:pt x="4554" y="510"/>
                  </a:lnTo>
                  <a:cubicBezTo>
                    <a:pt x="3946" y="259"/>
                    <a:pt x="3321" y="1"/>
                    <a:pt x="268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6" name="Google Shape;9276;p31"/>
            <p:cNvSpPr/>
            <p:nvPr/>
          </p:nvSpPr>
          <p:spPr>
            <a:xfrm>
              <a:off x="1760725" y="4351050"/>
              <a:ext cx="47050" cy="30150"/>
            </a:xfrm>
            <a:custGeom>
              <a:avLst/>
              <a:gdLst/>
              <a:ahLst/>
              <a:cxnLst/>
              <a:rect l="l" t="t" r="r" b="b"/>
              <a:pathLst>
                <a:path w="1882" h="1206" extrusionOk="0">
                  <a:moveTo>
                    <a:pt x="1823" y="1"/>
                  </a:moveTo>
                  <a:cubicBezTo>
                    <a:pt x="1818" y="1"/>
                    <a:pt x="1812" y="2"/>
                    <a:pt x="1806" y="4"/>
                  </a:cubicBezTo>
                  <a:cubicBezTo>
                    <a:pt x="1156" y="222"/>
                    <a:pt x="590" y="576"/>
                    <a:pt x="22" y="1115"/>
                  </a:cubicBezTo>
                  <a:cubicBezTo>
                    <a:pt x="2" y="1135"/>
                    <a:pt x="1" y="1167"/>
                    <a:pt x="21" y="1189"/>
                  </a:cubicBezTo>
                  <a:cubicBezTo>
                    <a:pt x="30" y="1200"/>
                    <a:pt x="45" y="1205"/>
                    <a:pt x="59" y="1205"/>
                  </a:cubicBezTo>
                  <a:cubicBezTo>
                    <a:pt x="71" y="1205"/>
                    <a:pt x="84" y="1200"/>
                    <a:pt x="94" y="1190"/>
                  </a:cubicBezTo>
                  <a:cubicBezTo>
                    <a:pt x="649" y="662"/>
                    <a:pt x="1205" y="316"/>
                    <a:pt x="1840" y="102"/>
                  </a:cubicBezTo>
                  <a:cubicBezTo>
                    <a:pt x="1867" y="93"/>
                    <a:pt x="1882" y="63"/>
                    <a:pt x="1872" y="36"/>
                  </a:cubicBezTo>
                  <a:cubicBezTo>
                    <a:pt x="1865" y="15"/>
                    <a:pt x="1845" y="1"/>
                    <a:pt x="182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7" name="Google Shape;9277;p31"/>
            <p:cNvSpPr/>
            <p:nvPr/>
          </p:nvSpPr>
          <p:spPr>
            <a:xfrm>
              <a:off x="1805200" y="4323150"/>
              <a:ext cx="171250" cy="30350"/>
            </a:xfrm>
            <a:custGeom>
              <a:avLst/>
              <a:gdLst/>
              <a:ahLst/>
              <a:cxnLst/>
              <a:rect l="l" t="t" r="r" b="b"/>
              <a:pathLst>
                <a:path w="6850" h="1214" extrusionOk="0">
                  <a:moveTo>
                    <a:pt x="6820" y="0"/>
                  </a:moveTo>
                  <a:cubicBezTo>
                    <a:pt x="6815" y="0"/>
                    <a:pt x="6811" y="2"/>
                    <a:pt x="6806" y="4"/>
                  </a:cubicBezTo>
                  <a:cubicBezTo>
                    <a:pt x="6003" y="487"/>
                    <a:pt x="4889" y="748"/>
                    <a:pt x="3400" y="804"/>
                  </a:cubicBezTo>
                  <a:cubicBezTo>
                    <a:pt x="3228" y="810"/>
                    <a:pt x="3054" y="816"/>
                    <a:pt x="2882" y="820"/>
                  </a:cubicBezTo>
                  <a:cubicBezTo>
                    <a:pt x="1928" y="848"/>
                    <a:pt x="942" y="875"/>
                    <a:pt x="20" y="1163"/>
                  </a:cubicBezTo>
                  <a:cubicBezTo>
                    <a:pt x="7" y="1167"/>
                    <a:pt x="0" y="1182"/>
                    <a:pt x="4" y="1195"/>
                  </a:cubicBezTo>
                  <a:cubicBezTo>
                    <a:pt x="7" y="1207"/>
                    <a:pt x="18" y="1214"/>
                    <a:pt x="29" y="1214"/>
                  </a:cubicBezTo>
                  <a:cubicBezTo>
                    <a:pt x="31" y="1214"/>
                    <a:pt x="34" y="1213"/>
                    <a:pt x="37" y="1213"/>
                  </a:cubicBezTo>
                  <a:cubicBezTo>
                    <a:pt x="951" y="926"/>
                    <a:pt x="1933" y="899"/>
                    <a:pt x="2883" y="872"/>
                  </a:cubicBezTo>
                  <a:cubicBezTo>
                    <a:pt x="3057" y="867"/>
                    <a:pt x="3229" y="863"/>
                    <a:pt x="3403" y="856"/>
                  </a:cubicBezTo>
                  <a:cubicBezTo>
                    <a:pt x="4900" y="800"/>
                    <a:pt x="6023" y="536"/>
                    <a:pt x="6833" y="49"/>
                  </a:cubicBezTo>
                  <a:cubicBezTo>
                    <a:pt x="6845" y="41"/>
                    <a:pt x="6849" y="26"/>
                    <a:pt x="6843" y="13"/>
                  </a:cubicBezTo>
                  <a:cubicBezTo>
                    <a:pt x="6837" y="5"/>
                    <a:pt x="6829" y="0"/>
                    <a:pt x="682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8" name="Google Shape;9278;p31"/>
            <p:cNvSpPr/>
            <p:nvPr/>
          </p:nvSpPr>
          <p:spPr>
            <a:xfrm>
              <a:off x="1848775" y="4308025"/>
              <a:ext cx="53050" cy="36975"/>
            </a:xfrm>
            <a:custGeom>
              <a:avLst/>
              <a:gdLst/>
              <a:ahLst/>
              <a:cxnLst/>
              <a:rect l="l" t="t" r="r" b="b"/>
              <a:pathLst>
                <a:path w="2122" h="1479" extrusionOk="0">
                  <a:moveTo>
                    <a:pt x="2090" y="1"/>
                  </a:moveTo>
                  <a:cubicBezTo>
                    <a:pt x="2087" y="1"/>
                    <a:pt x="2084" y="1"/>
                    <a:pt x="2081" y="3"/>
                  </a:cubicBezTo>
                  <a:cubicBezTo>
                    <a:pt x="1306" y="331"/>
                    <a:pt x="590" y="826"/>
                    <a:pt x="10" y="1436"/>
                  </a:cubicBezTo>
                  <a:cubicBezTo>
                    <a:pt x="1" y="1445"/>
                    <a:pt x="1" y="1462"/>
                    <a:pt x="12" y="1472"/>
                  </a:cubicBezTo>
                  <a:cubicBezTo>
                    <a:pt x="17" y="1477"/>
                    <a:pt x="22" y="1479"/>
                    <a:pt x="29" y="1479"/>
                  </a:cubicBezTo>
                  <a:cubicBezTo>
                    <a:pt x="36" y="1479"/>
                    <a:pt x="43" y="1476"/>
                    <a:pt x="48" y="1470"/>
                  </a:cubicBezTo>
                  <a:cubicBezTo>
                    <a:pt x="622" y="866"/>
                    <a:pt x="1333" y="375"/>
                    <a:pt x="2101" y="51"/>
                  </a:cubicBezTo>
                  <a:cubicBezTo>
                    <a:pt x="2114" y="46"/>
                    <a:pt x="2121" y="30"/>
                    <a:pt x="2116" y="16"/>
                  </a:cubicBezTo>
                  <a:cubicBezTo>
                    <a:pt x="2111" y="7"/>
                    <a:pt x="2101" y="1"/>
                    <a:pt x="209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9" name="Google Shape;9279;p31"/>
            <p:cNvSpPr/>
            <p:nvPr/>
          </p:nvSpPr>
          <p:spPr>
            <a:xfrm>
              <a:off x="1912275" y="4323250"/>
              <a:ext cx="28525" cy="19400"/>
            </a:xfrm>
            <a:custGeom>
              <a:avLst/>
              <a:gdLst/>
              <a:ahLst/>
              <a:cxnLst/>
              <a:rect l="l" t="t" r="r" b="b"/>
              <a:pathLst>
                <a:path w="1141" h="776" extrusionOk="0">
                  <a:moveTo>
                    <a:pt x="1111" y="0"/>
                  </a:moveTo>
                  <a:cubicBezTo>
                    <a:pt x="1107" y="0"/>
                    <a:pt x="1104" y="1"/>
                    <a:pt x="1100" y="3"/>
                  </a:cubicBezTo>
                  <a:cubicBezTo>
                    <a:pt x="702" y="189"/>
                    <a:pt x="336" y="434"/>
                    <a:pt x="13" y="731"/>
                  </a:cubicBezTo>
                  <a:cubicBezTo>
                    <a:pt x="2" y="740"/>
                    <a:pt x="1" y="757"/>
                    <a:pt x="10" y="767"/>
                  </a:cubicBezTo>
                  <a:cubicBezTo>
                    <a:pt x="16" y="773"/>
                    <a:pt x="22" y="775"/>
                    <a:pt x="30" y="775"/>
                  </a:cubicBezTo>
                  <a:cubicBezTo>
                    <a:pt x="36" y="775"/>
                    <a:pt x="42" y="774"/>
                    <a:pt x="48" y="769"/>
                  </a:cubicBezTo>
                  <a:cubicBezTo>
                    <a:pt x="367" y="475"/>
                    <a:pt x="729" y="233"/>
                    <a:pt x="1123" y="50"/>
                  </a:cubicBezTo>
                  <a:cubicBezTo>
                    <a:pt x="1135" y="44"/>
                    <a:pt x="1140" y="29"/>
                    <a:pt x="1135" y="15"/>
                  </a:cubicBezTo>
                  <a:cubicBezTo>
                    <a:pt x="1130" y="6"/>
                    <a:pt x="1121" y="0"/>
                    <a:pt x="111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0" name="Google Shape;9280;p31"/>
            <p:cNvSpPr/>
            <p:nvPr/>
          </p:nvSpPr>
          <p:spPr>
            <a:xfrm>
              <a:off x="1880625" y="4344750"/>
              <a:ext cx="47800" cy="35775"/>
            </a:xfrm>
            <a:custGeom>
              <a:avLst/>
              <a:gdLst/>
              <a:ahLst/>
              <a:cxnLst/>
              <a:rect l="l" t="t" r="r" b="b"/>
              <a:pathLst>
                <a:path w="1912" h="1431" extrusionOk="0">
                  <a:moveTo>
                    <a:pt x="30" y="0"/>
                  </a:moveTo>
                  <a:cubicBezTo>
                    <a:pt x="24" y="0"/>
                    <a:pt x="17" y="3"/>
                    <a:pt x="12" y="8"/>
                  </a:cubicBezTo>
                  <a:cubicBezTo>
                    <a:pt x="1" y="18"/>
                    <a:pt x="1" y="34"/>
                    <a:pt x="10" y="45"/>
                  </a:cubicBezTo>
                  <a:cubicBezTo>
                    <a:pt x="567" y="620"/>
                    <a:pt x="1158" y="1060"/>
                    <a:pt x="1869" y="1428"/>
                  </a:cubicBezTo>
                  <a:cubicBezTo>
                    <a:pt x="1874" y="1430"/>
                    <a:pt x="1878" y="1430"/>
                    <a:pt x="1882" y="1430"/>
                  </a:cubicBezTo>
                  <a:cubicBezTo>
                    <a:pt x="1891" y="1430"/>
                    <a:pt x="1900" y="1426"/>
                    <a:pt x="1904" y="1417"/>
                  </a:cubicBezTo>
                  <a:cubicBezTo>
                    <a:pt x="1911" y="1403"/>
                    <a:pt x="1907" y="1389"/>
                    <a:pt x="1894" y="1382"/>
                  </a:cubicBezTo>
                  <a:cubicBezTo>
                    <a:pt x="1187" y="1016"/>
                    <a:pt x="601" y="580"/>
                    <a:pt x="48" y="8"/>
                  </a:cubicBezTo>
                  <a:cubicBezTo>
                    <a:pt x="43" y="3"/>
                    <a:pt x="37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1" name="Google Shape;9281;p31"/>
            <p:cNvSpPr/>
            <p:nvPr/>
          </p:nvSpPr>
          <p:spPr>
            <a:xfrm>
              <a:off x="1827875" y="4347625"/>
              <a:ext cx="54425" cy="42875"/>
            </a:xfrm>
            <a:custGeom>
              <a:avLst/>
              <a:gdLst/>
              <a:ahLst/>
              <a:cxnLst/>
              <a:rect l="l" t="t" r="r" b="b"/>
              <a:pathLst>
                <a:path w="2177" h="1715" extrusionOk="0">
                  <a:moveTo>
                    <a:pt x="28" y="1"/>
                  </a:moveTo>
                  <a:cubicBezTo>
                    <a:pt x="22" y="1"/>
                    <a:pt x="15" y="3"/>
                    <a:pt x="11" y="8"/>
                  </a:cubicBezTo>
                  <a:cubicBezTo>
                    <a:pt x="0" y="17"/>
                    <a:pt x="0" y="34"/>
                    <a:pt x="9" y="44"/>
                  </a:cubicBezTo>
                  <a:cubicBezTo>
                    <a:pt x="636" y="696"/>
                    <a:pt x="1351" y="1257"/>
                    <a:pt x="2134" y="1711"/>
                  </a:cubicBezTo>
                  <a:cubicBezTo>
                    <a:pt x="2138" y="1713"/>
                    <a:pt x="2143" y="1715"/>
                    <a:pt x="2147" y="1715"/>
                  </a:cubicBezTo>
                  <a:cubicBezTo>
                    <a:pt x="2157" y="1715"/>
                    <a:pt x="2165" y="1711"/>
                    <a:pt x="2170" y="1701"/>
                  </a:cubicBezTo>
                  <a:cubicBezTo>
                    <a:pt x="2177" y="1689"/>
                    <a:pt x="2173" y="1673"/>
                    <a:pt x="2161" y="1666"/>
                  </a:cubicBezTo>
                  <a:cubicBezTo>
                    <a:pt x="1382" y="1216"/>
                    <a:pt x="670" y="657"/>
                    <a:pt x="47" y="9"/>
                  </a:cubicBezTo>
                  <a:cubicBezTo>
                    <a:pt x="42" y="3"/>
                    <a:pt x="35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2" name="Google Shape;9282;p31"/>
            <p:cNvSpPr/>
            <p:nvPr/>
          </p:nvSpPr>
          <p:spPr>
            <a:xfrm>
              <a:off x="1915375" y="4317875"/>
              <a:ext cx="10250" cy="7225"/>
            </a:xfrm>
            <a:custGeom>
              <a:avLst/>
              <a:gdLst/>
              <a:ahLst/>
              <a:cxnLst/>
              <a:rect l="l" t="t" r="r" b="b"/>
              <a:pathLst>
                <a:path w="410" h="289" extrusionOk="0">
                  <a:moveTo>
                    <a:pt x="380" y="0"/>
                  </a:moveTo>
                  <a:cubicBezTo>
                    <a:pt x="376" y="0"/>
                    <a:pt x="373" y="1"/>
                    <a:pt x="369" y="3"/>
                  </a:cubicBezTo>
                  <a:cubicBezTo>
                    <a:pt x="240" y="67"/>
                    <a:pt x="120" y="148"/>
                    <a:pt x="13" y="244"/>
                  </a:cubicBezTo>
                  <a:cubicBezTo>
                    <a:pt x="2" y="253"/>
                    <a:pt x="1" y="269"/>
                    <a:pt x="11" y="280"/>
                  </a:cubicBezTo>
                  <a:cubicBezTo>
                    <a:pt x="15" y="285"/>
                    <a:pt x="23" y="288"/>
                    <a:pt x="30" y="288"/>
                  </a:cubicBezTo>
                  <a:cubicBezTo>
                    <a:pt x="36" y="288"/>
                    <a:pt x="42" y="287"/>
                    <a:pt x="48" y="281"/>
                  </a:cubicBezTo>
                  <a:cubicBezTo>
                    <a:pt x="151" y="190"/>
                    <a:pt x="268" y="112"/>
                    <a:pt x="392" y="49"/>
                  </a:cubicBezTo>
                  <a:cubicBezTo>
                    <a:pt x="404" y="43"/>
                    <a:pt x="410" y="27"/>
                    <a:pt x="403" y="15"/>
                  </a:cubicBezTo>
                  <a:cubicBezTo>
                    <a:pt x="398" y="5"/>
                    <a:pt x="389" y="0"/>
                    <a:pt x="38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3" name="Google Shape;9283;p31"/>
            <p:cNvSpPr/>
            <p:nvPr/>
          </p:nvSpPr>
          <p:spPr>
            <a:xfrm>
              <a:off x="1905825" y="4329275"/>
              <a:ext cx="5000" cy="4400"/>
            </a:xfrm>
            <a:custGeom>
              <a:avLst/>
              <a:gdLst/>
              <a:ahLst/>
              <a:cxnLst/>
              <a:rect l="l" t="t" r="r" b="b"/>
              <a:pathLst>
                <a:path w="200" h="176" extrusionOk="0">
                  <a:moveTo>
                    <a:pt x="171" y="1"/>
                  </a:moveTo>
                  <a:cubicBezTo>
                    <a:pt x="165" y="1"/>
                    <a:pt x="159" y="3"/>
                    <a:pt x="154" y="7"/>
                  </a:cubicBezTo>
                  <a:lnTo>
                    <a:pt x="13" y="131"/>
                  </a:lnTo>
                  <a:cubicBezTo>
                    <a:pt x="2" y="140"/>
                    <a:pt x="0" y="156"/>
                    <a:pt x="10" y="167"/>
                  </a:cubicBezTo>
                  <a:cubicBezTo>
                    <a:pt x="15" y="172"/>
                    <a:pt x="22" y="175"/>
                    <a:pt x="29" y="175"/>
                  </a:cubicBezTo>
                  <a:cubicBezTo>
                    <a:pt x="35" y="175"/>
                    <a:pt x="41" y="174"/>
                    <a:pt x="46" y="170"/>
                  </a:cubicBezTo>
                  <a:lnTo>
                    <a:pt x="187" y="46"/>
                  </a:lnTo>
                  <a:cubicBezTo>
                    <a:pt x="198" y="37"/>
                    <a:pt x="200" y="20"/>
                    <a:pt x="190" y="10"/>
                  </a:cubicBezTo>
                  <a:cubicBezTo>
                    <a:pt x="185" y="4"/>
                    <a:pt x="178" y="1"/>
                    <a:pt x="17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4" name="Google Shape;9284;p31"/>
            <p:cNvSpPr/>
            <p:nvPr/>
          </p:nvSpPr>
          <p:spPr>
            <a:xfrm>
              <a:off x="1847650" y="4344875"/>
              <a:ext cx="26675" cy="24650"/>
            </a:xfrm>
            <a:custGeom>
              <a:avLst/>
              <a:gdLst/>
              <a:ahLst/>
              <a:cxnLst/>
              <a:rect l="l" t="t" r="r" b="b"/>
              <a:pathLst>
                <a:path w="1067" h="986" extrusionOk="0">
                  <a:moveTo>
                    <a:pt x="28" y="0"/>
                  </a:moveTo>
                  <a:cubicBezTo>
                    <a:pt x="22" y="0"/>
                    <a:pt x="17" y="2"/>
                    <a:pt x="12" y="6"/>
                  </a:cubicBezTo>
                  <a:cubicBezTo>
                    <a:pt x="1" y="15"/>
                    <a:pt x="0" y="31"/>
                    <a:pt x="9" y="42"/>
                  </a:cubicBezTo>
                  <a:cubicBezTo>
                    <a:pt x="307" y="396"/>
                    <a:pt x="649" y="711"/>
                    <a:pt x="1023" y="980"/>
                  </a:cubicBezTo>
                  <a:cubicBezTo>
                    <a:pt x="1028" y="983"/>
                    <a:pt x="1033" y="985"/>
                    <a:pt x="1039" y="985"/>
                  </a:cubicBezTo>
                  <a:cubicBezTo>
                    <a:pt x="1045" y="985"/>
                    <a:pt x="1053" y="981"/>
                    <a:pt x="1059" y="975"/>
                  </a:cubicBezTo>
                  <a:cubicBezTo>
                    <a:pt x="1067" y="962"/>
                    <a:pt x="1064" y="946"/>
                    <a:pt x="1053" y="938"/>
                  </a:cubicBezTo>
                  <a:cubicBezTo>
                    <a:pt x="682" y="672"/>
                    <a:pt x="343" y="360"/>
                    <a:pt x="48" y="10"/>
                  </a:cubicBezTo>
                  <a:cubicBezTo>
                    <a:pt x="43" y="4"/>
                    <a:pt x="35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5" name="Google Shape;9285;p31"/>
            <p:cNvSpPr/>
            <p:nvPr/>
          </p:nvSpPr>
          <p:spPr>
            <a:xfrm>
              <a:off x="1877100" y="4372175"/>
              <a:ext cx="5050" cy="3900"/>
            </a:xfrm>
            <a:custGeom>
              <a:avLst/>
              <a:gdLst/>
              <a:ahLst/>
              <a:cxnLst/>
              <a:rect l="l" t="t" r="r" b="b"/>
              <a:pathLst>
                <a:path w="202" h="156" extrusionOk="0">
                  <a:moveTo>
                    <a:pt x="30" y="1"/>
                  </a:moveTo>
                  <a:cubicBezTo>
                    <a:pt x="22" y="1"/>
                    <a:pt x="15" y="5"/>
                    <a:pt x="10" y="12"/>
                  </a:cubicBezTo>
                  <a:cubicBezTo>
                    <a:pt x="1" y="24"/>
                    <a:pt x="3" y="40"/>
                    <a:pt x="15" y="48"/>
                  </a:cubicBezTo>
                  <a:lnTo>
                    <a:pt x="157" y="150"/>
                  </a:lnTo>
                  <a:cubicBezTo>
                    <a:pt x="161" y="154"/>
                    <a:pt x="166" y="156"/>
                    <a:pt x="171" y="156"/>
                  </a:cubicBezTo>
                  <a:cubicBezTo>
                    <a:pt x="179" y="156"/>
                    <a:pt x="188" y="152"/>
                    <a:pt x="192" y="145"/>
                  </a:cubicBezTo>
                  <a:cubicBezTo>
                    <a:pt x="201" y="133"/>
                    <a:pt x="198" y="117"/>
                    <a:pt x="186" y="109"/>
                  </a:cubicBezTo>
                  <a:lnTo>
                    <a:pt x="46" y="6"/>
                  </a:lnTo>
                  <a:cubicBezTo>
                    <a:pt x="41" y="2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6" name="Google Shape;9286;p31"/>
            <p:cNvSpPr/>
            <p:nvPr/>
          </p:nvSpPr>
          <p:spPr>
            <a:xfrm>
              <a:off x="1904450" y="4352350"/>
              <a:ext cx="9575" cy="7850"/>
            </a:xfrm>
            <a:custGeom>
              <a:avLst/>
              <a:gdLst/>
              <a:ahLst/>
              <a:cxnLst/>
              <a:rect l="l" t="t" r="r" b="b"/>
              <a:pathLst>
                <a:path w="383" h="314" extrusionOk="0">
                  <a:moveTo>
                    <a:pt x="28" y="1"/>
                  </a:moveTo>
                  <a:cubicBezTo>
                    <a:pt x="21" y="1"/>
                    <a:pt x="14" y="4"/>
                    <a:pt x="8" y="11"/>
                  </a:cubicBezTo>
                  <a:cubicBezTo>
                    <a:pt x="0" y="22"/>
                    <a:pt x="2" y="38"/>
                    <a:pt x="12" y="47"/>
                  </a:cubicBezTo>
                  <a:lnTo>
                    <a:pt x="337" y="307"/>
                  </a:lnTo>
                  <a:cubicBezTo>
                    <a:pt x="342" y="311"/>
                    <a:pt x="347" y="314"/>
                    <a:pt x="354" y="314"/>
                  </a:cubicBezTo>
                  <a:cubicBezTo>
                    <a:pt x="361" y="314"/>
                    <a:pt x="369" y="310"/>
                    <a:pt x="374" y="303"/>
                  </a:cubicBezTo>
                  <a:cubicBezTo>
                    <a:pt x="382" y="292"/>
                    <a:pt x="381" y="276"/>
                    <a:pt x="370" y="267"/>
                  </a:cubicBezTo>
                  <a:lnTo>
                    <a:pt x="45" y="7"/>
                  </a:lnTo>
                  <a:cubicBezTo>
                    <a:pt x="40" y="3"/>
                    <a:pt x="34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7" name="Google Shape;9287;p31"/>
            <p:cNvSpPr/>
            <p:nvPr/>
          </p:nvSpPr>
          <p:spPr>
            <a:xfrm>
              <a:off x="1919525" y="4364500"/>
              <a:ext cx="17625" cy="10325"/>
            </a:xfrm>
            <a:custGeom>
              <a:avLst/>
              <a:gdLst/>
              <a:ahLst/>
              <a:cxnLst/>
              <a:rect l="l" t="t" r="r" b="b"/>
              <a:pathLst>
                <a:path w="705" h="413" extrusionOk="0">
                  <a:moveTo>
                    <a:pt x="29" y="1"/>
                  </a:moveTo>
                  <a:cubicBezTo>
                    <a:pt x="21" y="1"/>
                    <a:pt x="13" y="4"/>
                    <a:pt x="8" y="12"/>
                  </a:cubicBezTo>
                  <a:cubicBezTo>
                    <a:pt x="0" y="24"/>
                    <a:pt x="3" y="40"/>
                    <a:pt x="15" y="48"/>
                  </a:cubicBezTo>
                  <a:cubicBezTo>
                    <a:pt x="219" y="190"/>
                    <a:pt x="439" y="311"/>
                    <a:pt x="666" y="410"/>
                  </a:cubicBezTo>
                  <a:cubicBezTo>
                    <a:pt x="669" y="412"/>
                    <a:pt x="673" y="413"/>
                    <a:pt x="675" y="413"/>
                  </a:cubicBezTo>
                  <a:cubicBezTo>
                    <a:pt x="686" y="413"/>
                    <a:pt x="696" y="406"/>
                    <a:pt x="700" y="397"/>
                  </a:cubicBezTo>
                  <a:cubicBezTo>
                    <a:pt x="705" y="383"/>
                    <a:pt x="700" y="368"/>
                    <a:pt x="686" y="363"/>
                  </a:cubicBezTo>
                  <a:cubicBezTo>
                    <a:pt x="461" y="265"/>
                    <a:pt x="245" y="144"/>
                    <a:pt x="44" y="5"/>
                  </a:cubicBezTo>
                  <a:cubicBezTo>
                    <a:pt x="40" y="2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8" name="Google Shape;9288;p31"/>
            <p:cNvSpPr/>
            <p:nvPr/>
          </p:nvSpPr>
          <p:spPr>
            <a:xfrm>
              <a:off x="1916650" y="4351975"/>
              <a:ext cx="28350" cy="15425"/>
            </a:xfrm>
            <a:custGeom>
              <a:avLst/>
              <a:gdLst/>
              <a:ahLst/>
              <a:cxnLst/>
              <a:rect l="l" t="t" r="r" b="b"/>
              <a:pathLst>
                <a:path w="1134" h="617" extrusionOk="0">
                  <a:moveTo>
                    <a:pt x="30" y="1"/>
                  </a:moveTo>
                  <a:cubicBezTo>
                    <a:pt x="22" y="1"/>
                    <a:pt x="15" y="4"/>
                    <a:pt x="10" y="11"/>
                  </a:cubicBezTo>
                  <a:cubicBezTo>
                    <a:pt x="1" y="22"/>
                    <a:pt x="3" y="38"/>
                    <a:pt x="15" y="47"/>
                  </a:cubicBezTo>
                  <a:cubicBezTo>
                    <a:pt x="342" y="294"/>
                    <a:pt x="706" y="485"/>
                    <a:pt x="1096" y="615"/>
                  </a:cubicBezTo>
                  <a:cubicBezTo>
                    <a:pt x="1098" y="615"/>
                    <a:pt x="1101" y="617"/>
                    <a:pt x="1104" y="617"/>
                  </a:cubicBezTo>
                  <a:cubicBezTo>
                    <a:pt x="1115" y="617"/>
                    <a:pt x="1124" y="610"/>
                    <a:pt x="1128" y="599"/>
                  </a:cubicBezTo>
                  <a:cubicBezTo>
                    <a:pt x="1133" y="584"/>
                    <a:pt x="1125" y="571"/>
                    <a:pt x="1112" y="565"/>
                  </a:cubicBezTo>
                  <a:cubicBezTo>
                    <a:pt x="728" y="438"/>
                    <a:pt x="369" y="249"/>
                    <a:pt x="46" y="6"/>
                  </a:cubicBezTo>
                  <a:cubicBezTo>
                    <a:pt x="41" y="2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9" name="Google Shape;9289;p31"/>
            <p:cNvSpPr/>
            <p:nvPr/>
          </p:nvSpPr>
          <p:spPr>
            <a:xfrm>
              <a:off x="1832125" y="4316675"/>
              <a:ext cx="33575" cy="31250"/>
            </a:xfrm>
            <a:custGeom>
              <a:avLst/>
              <a:gdLst/>
              <a:ahLst/>
              <a:cxnLst/>
              <a:rect l="l" t="t" r="r" b="b"/>
              <a:pathLst>
                <a:path w="1343" h="1250" extrusionOk="0">
                  <a:moveTo>
                    <a:pt x="1313" y="1"/>
                  </a:moveTo>
                  <a:cubicBezTo>
                    <a:pt x="1308" y="1"/>
                    <a:pt x="1302" y="2"/>
                    <a:pt x="1298" y="5"/>
                  </a:cubicBezTo>
                  <a:cubicBezTo>
                    <a:pt x="816" y="346"/>
                    <a:pt x="383" y="749"/>
                    <a:pt x="10" y="1208"/>
                  </a:cubicBezTo>
                  <a:cubicBezTo>
                    <a:pt x="1" y="1219"/>
                    <a:pt x="4" y="1235"/>
                    <a:pt x="14" y="1244"/>
                  </a:cubicBezTo>
                  <a:cubicBezTo>
                    <a:pt x="18" y="1248"/>
                    <a:pt x="25" y="1250"/>
                    <a:pt x="30" y="1250"/>
                  </a:cubicBezTo>
                  <a:cubicBezTo>
                    <a:pt x="39" y="1250"/>
                    <a:pt x="45" y="1247"/>
                    <a:pt x="51" y="1240"/>
                  </a:cubicBezTo>
                  <a:cubicBezTo>
                    <a:pt x="419" y="787"/>
                    <a:pt x="850" y="385"/>
                    <a:pt x="1329" y="48"/>
                  </a:cubicBezTo>
                  <a:cubicBezTo>
                    <a:pt x="1339" y="40"/>
                    <a:pt x="1342" y="24"/>
                    <a:pt x="1334" y="12"/>
                  </a:cubicBezTo>
                  <a:cubicBezTo>
                    <a:pt x="1329" y="4"/>
                    <a:pt x="1321" y="1"/>
                    <a:pt x="131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0" name="Google Shape;9290;p31"/>
            <p:cNvSpPr/>
            <p:nvPr/>
          </p:nvSpPr>
          <p:spPr>
            <a:xfrm>
              <a:off x="1870800" y="4310100"/>
              <a:ext cx="6325" cy="3450"/>
            </a:xfrm>
            <a:custGeom>
              <a:avLst/>
              <a:gdLst/>
              <a:ahLst/>
              <a:cxnLst/>
              <a:rect l="l" t="t" r="r" b="b"/>
              <a:pathLst>
                <a:path w="253" h="138" extrusionOk="0">
                  <a:moveTo>
                    <a:pt x="224" y="0"/>
                  </a:moveTo>
                  <a:cubicBezTo>
                    <a:pt x="223" y="0"/>
                    <a:pt x="222" y="0"/>
                    <a:pt x="220" y="0"/>
                  </a:cubicBezTo>
                  <a:cubicBezTo>
                    <a:pt x="145" y="14"/>
                    <a:pt x="74" y="45"/>
                    <a:pt x="14" y="92"/>
                  </a:cubicBezTo>
                  <a:cubicBezTo>
                    <a:pt x="4" y="101"/>
                    <a:pt x="1" y="117"/>
                    <a:pt x="10" y="128"/>
                  </a:cubicBezTo>
                  <a:cubicBezTo>
                    <a:pt x="16" y="135"/>
                    <a:pt x="23" y="138"/>
                    <a:pt x="31" y="138"/>
                  </a:cubicBezTo>
                  <a:cubicBezTo>
                    <a:pt x="36" y="138"/>
                    <a:pt x="41" y="136"/>
                    <a:pt x="45" y="132"/>
                  </a:cubicBezTo>
                  <a:cubicBezTo>
                    <a:pt x="99" y="92"/>
                    <a:pt x="162" y="64"/>
                    <a:pt x="228" y="52"/>
                  </a:cubicBezTo>
                  <a:cubicBezTo>
                    <a:pt x="243" y="49"/>
                    <a:pt x="253" y="35"/>
                    <a:pt x="250" y="22"/>
                  </a:cubicBezTo>
                  <a:cubicBezTo>
                    <a:pt x="247" y="10"/>
                    <a:pt x="236" y="0"/>
                    <a:pt x="22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1" name="Google Shape;9291;p31"/>
            <p:cNvSpPr/>
            <p:nvPr/>
          </p:nvSpPr>
          <p:spPr>
            <a:xfrm>
              <a:off x="1733450" y="4414600"/>
              <a:ext cx="169450" cy="89500"/>
            </a:xfrm>
            <a:custGeom>
              <a:avLst/>
              <a:gdLst/>
              <a:ahLst/>
              <a:cxnLst/>
              <a:rect l="l" t="t" r="r" b="b"/>
              <a:pathLst>
                <a:path w="6778" h="3580" extrusionOk="0">
                  <a:moveTo>
                    <a:pt x="2625" y="0"/>
                  </a:moveTo>
                  <a:cubicBezTo>
                    <a:pt x="2486" y="0"/>
                    <a:pt x="2348" y="13"/>
                    <a:pt x="2210" y="41"/>
                  </a:cubicBezTo>
                  <a:cubicBezTo>
                    <a:pt x="1213" y="240"/>
                    <a:pt x="552" y="1163"/>
                    <a:pt x="1" y="2017"/>
                  </a:cubicBezTo>
                  <a:cubicBezTo>
                    <a:pt x="559" y="2445"/>
                    <a:pt x="1197" y="2909"/>
                    <a:pt x="1834" y="3209"/>
                  </a:cubicBezTo>
                  <a:cubicBezTo>
                    <a:pt x="2311" y="3433"/>
                    <a:pt x="2838" y="3580"/>
                    <a:pt x="3362" y="3580"/>
                  </a:cubicBezTo>
                  <a:cubicBezTo>
                    <a:pt x="3537" y="3580"/>
                    <a:pt x="3712" y="3563"/>
                    <a:pt x="3885" y="3528"/>
                  </a:cubicBezTo>
                  <a:cubicBezTo>
                    <a:pt x="4541" y="3392"/>
                    <a:pt x="5120" y="2994"/>
                    <a:pt x="5580" y="2507"/>
                  </a:cubicBezTo>
                  <a:cubicBezTo>
                    <a:pt x="6040" y="2020"/>
                    <a:pt x="6425" y="1444"/>
                    <a:pt x="6777" y="875"/>
                  </a:cubicBezTo>
                  <a:lnTo>
                    <a:pt x="6777" y="875"/>
                  </a:lnTo>
                  <a:cubicBezTo>
                    <a:pt x="6588" y="931"/>
                    <a:pt x="6396" y="956"/>
                    <a:pt x="6203" y="956"/>
                  </a:cubicBezTo>
                  <a:cubicBezTo>
                    <a:pt x="5624" y="956"/>
                    <a:pt x="5036" y="737"/>
                    <a:pt x="4489" y="512"/>
                  </a:cubicBezTo>
                  <a:cubicBezTo>
                    <a:pt x="3891" y="264"/>
                    <a:pt x="3260" y="0"/>
                    <a:pt x="2625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2" name="Google Shape;9292;p31"/>
            <p:cNvSpPr/>
            <p:nvPr/>
          </p:nvSpPr>
          <p:spPr>
            <a:xfrm>
              <a:off x="1731975" y="4413275"/>
              <a:ext cx="172300" cy="92125"/>
            </a:xfrm>
            <a:custGeom>
              <a:avLst/>
              <a:gdLst/>
              <a:ahLst/>
              <a:cxnLst/>
              <a:rect l="l" t="t" r="r" b="b"/>
              <a:pathLst>
                <a:path w="6892" h="3685" extrusionOk="0">
                  <a:moveTo>
                    <a:pt x="2687" y="105"/>
                  </a:moveTo>
                  <a:cubicBezTo>
                    <a:pt x="3303" y="105"/>
                    <a:pt x="3918" y="359"/>
                    <a:pt x="4515" y="606"/>
                  </a:cubicBezTo>
                  <a:lnTo>
                    <a:pt x="4529" y="612"/>
                  </a:lnTo>
                  <a:cubicBezTo>
                    <a:pt x="5089" y="844"/>
                    <a:pt x="5676" y="1062"/>
                    <a:pt x="6258" y="1062"/>
                  </a:cubicBezTo>
                  <a:cubicBezTo>
                    <a:pt x="6414" y="1062"/>
                    <a:pt x="6569" y="1046"/>
                    <a:pt x="6723" y="1011"/>
                  </a:cubicBezTo>
                  <a:lnTo>
                    <a:pt x="6723" y="1011"/>
                  </a:lnTo>
                  <a:cubicBezTo>
                    <a:pt x="6412" y="1506"/>
                    <a:pt x="6041" y="2059"/>
                    <a:pt x="5601" y="2525"/>
                  </a:cubicBezTo>
                  <a:cubicBezTo>
                    <a:pt x="5091" y="3063"/>
                    <a:pt x="4515" y="3410"/>
                    <a:pt x="3933" y="3530"/>
                  </a:cubicBezTo>
                  <a:cubicBezTo>
                    <a:pt x="3760" y="3565"/>
                    <a:pt x="3587" y="3581"/>
                    <a:pt x="3419" y="3581"/>
                  </a:cubicBezTo>
                  <a:cubicBezTo>
                    <a:pt x="2835" y="3581"/>
                    <a:pt x="2297" y="3395"/>
                    <a:pt x="1915" y="3215"/>
                  </a:cubicBezTo>
                  <a:cubicBezTo>
                    <a:pt x="1308" y="2930"/>
                    <a:pt x="699" y="2492"/>
                    <a:pt x="128" y="2058"/>
                  </a:cubicBezTo>
                  <a:cubicBezTo>
                    <a:pt x="692" y="1190"/>
                    <a:pt x="1324" y="336"/>
                    <a:pt x="2279" y="145"/>
                  </a:cubicBezTo>
                  <a:cubicBezTo>
                    <a:pt x="2415" y="117"/>
                    <a:pt x="2551" y="105"/>
                    <a:pt x="2687" y="105"/>
                  </a:cubicBezTo>
                  <a:close/>
                  <a:moveTo>
                    <a:pt x="2687" y="1"/>
                  </a:moveTo>
                  <a:cubicBezTo>
                    <a:pt x="2545" y="1"/>
                    <a:pt x="2402" y="14"/>
                    <a:pt x="2259" y="43"/>
                  </a:cubicBezTo>
                  <a:cubicBezTo>
                    <a:pt x="1249" y="246"/>
                    <a:pt x="572" y="1181"/>
                    <a:pt x="15" y="2042"/>
                  </a:cubicBezTo>
                  <a:cubicBezTo>
                    <a:pt x="0" y="2065"/>
                    <a:pt x="6" y="2094"/>
                    <a:pt x="27" y="2110"/>
                  </a:cubicBezTo>
                  <a:cubicBezTo>
                    <a:pt x="613" y="2558"/>
                    <a:pt x="1241" y="3013"/>
                    <a:pt x="1870" y="3309"/>
                  </a:cubicBezTo>
                  <a:cubicBezTo>
                    <a:pt x="2263" y="3493"/>
                    <a:pt x="2816" y="3684"/>
                    <a:pt x="3419" y="3684"/>
                  </a:cubicBezTo>
                  <a:cubicBezTo>
                    <a:pt x="3594" y="3684"/>
                    <a:pt x="3773" y="3668"/>
                    <a:pt x="3954" y="3631"/>
                  </a:cubicBezTo>
                  <a:cubicBezTo>
                    <a:pt x="4557" y="3507"/>
                    <a:pt x="5152" y="3149"/>
                    <a:pt x="5676" y="2595"/>
                  </a:cubicBezTo>
                  <a:cubicBezTo>
                    <a:pt x="6155" y="2089"/>
                    <a:pt x="6554" y="1482"/>
                    <a:pt x="6879" y="955"/>
                  </a:cubicBezTo>
                  <a:cubicBezTo>
                    <a:pt x="6891" y="937"/>
                    <a:pt x="6890" y="913"/>
                    <a:pt x="6876" y="897"/>
                  </a:cubicBezTo>
                  <a:cubicBezTo>
                    <a:pt x="6866" y="883"/>
                    <a:pt x="6851" y="876"/>
                    <a:pt x="6835" y="876"/>
                  </a:cubicBezTo>
                  <a:cubicBezTo>
                    <a:pt x="6830" y="876"/>
                    <a:pt x="6826" y="877"/>
                    <a:pt x="6821" y="878"/>
                  </a:cubicBezTo>
                  <a:cubicBezTo>
                    <a:pt x="6636" y="933"/>
                    <a:pt x="6449" y="957"/>
                    <a:pt x="6260" y="957"/>
                  </a:cubicBezTo>
                  <a:cubicBezTo>
                    <a:pt x="5695" y="957"/>
                    <a:pt x="5119" y="744"/>
                    <a:pt x="4568" y="516"/>
                  </a:cubicBezTo>
                  <a:lnTo>
                    <a:pt x="4554" y="511"/>
                  </a:lnTo>
                  <a:cubicBezTo>
                    <a:pt x="3948" y="259"/>
                    <a:pt x="3323" y="1"/>
                    <a:pt x="268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3" name="Google Shape;9293;p31"/>
            <p:cNvSpPr/>
            <p:nvPr/>
          </p:nvSpPr>
          <p:spPr>
            <a:xfrm>
              <a:off x="1687875" y="4463700"/>
              <a:ext cx="47050" cy="30125"/>
            </a:xfrm>
            <a:custGeom>
              <a:avLst/>
              <a:gdLst/>
              <a:ahLst/>
              <a:cxnLst/>
              <a:rect l="l" t="t" r="r" b="b"/>
              <a:pathLst>
                <a:path w="1882" h="1205" extrusionOk="0">
                  <a:moveTo>
                    <a:pt x="1823" y="0"/>
                  </a:moveTo>
                  <a:cubicBezTo>
                    <a:pt x="1817" y="0"/>
                    <a:pt x="1812" y="1"/>
                    <a:pt x="1806" y="3"/>
                  </a:cubicBezTo>
                  <a:cubicBezTo>
                    <a:pt x="1156" y="223"/>
                    <a:pt x="590" y="575"/>
                    <a:pt x="22" y="1116"/>
                  </a:cubicBezTo>
                  <a:cubicBezTo>
                    <a:pt x="2" y="1135"/>
                    <a:pt x="1" y="1168"/>
                    <a:pt x="21" y="1188"/>
                  </a:cubicBezTo>
                  <a:cubicBezTo>
                    <a:pt x="30" y="1199"/>
                    <a:pt x="45" y="1205"/>
                    <a:pt x="59" y="1205"/>
                  </a:cubicBezTo>
                  <a:cubicBezTo>
                    <a:pt x="71" y="1205"/>
                    <a:pt x="84" y="1199"/>
                    <a:pt x="94" y="1190"/>
                  </a:cubicBezTo>
                  <a:cubicBezTo>
                    <a:pt x="649" y="661"/>
                    <a:pt x="1205" y="315"/>
                    <a:pt x="1840" y="101"/>
                  </a:cubicBezTo>
                  <a:cubicBezTo>
                    <a:pt x="1867" y="92"/>
                    <a:pt x="1882" y="64"/>
                    <a:pt x="1872" y="36"/>
                  </a:cubicBezTo>
                  <a:cubicBezTo>
                    <a:pt x="1865" y="14"/>
                    <a:pt x="1844" y="0"/>
                    <a:pt x="182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4" name="Google Shape;9294;p31"/>
            <p:cNvSpPr/>
            <p:nvPr/>
          </p:nvSpPr>
          <p:spPr>
            <a:xfrm>
              <a:off x="1732350" y="4435825"/>
              <a:ext cx="171275" cy="30325"/>
            </a:xfrm>
            <a:custGeom>
              <a:avLst/>
              <a:gdLst/>
              <a:ahLst/>
              <a:cxnLst/>
              <a:rect l="l" t="t" r="r" b="b"/>
              <a:pathLst>
                <a:path w="6851" h="1213" extrusionOk="0">
                  <a:moveTo>
                    <a:pt x="6821" y="0"/>
                  </a:moveTo>
                  <a:cubicBezTo>
                    <a:pt x="6817" y="0"/>
                    <a:pt x="6812" y="1"/>
                    <a:pt x="6808" y="4"/>
                  </a:cubicBezTo>
                  <a:cubicBezTo>
                    <a:pt x="6003" y="486"/>
                    <a:pt x="4889" y="748"/>
                    <a:pt x="3400" y="803"/>
                  </a:cubicBezTo>
                  <a:cubicBezTo>
                    <a:pt x="3228" y="810"/>
                    <a:pt x="3054" y="814"/>
                    <a:pt x="2881" y="820"/>
                  </a:cubicBezTo>
                  <a:cubicBezTo>
                    <a:pt x="1928" y="846"/>
                    <a:pt x="942" y="875"/>
                    <a:pt x="22" y="1163"/>
                  </a:cubicBezTo>
                  <a:cubicBezTo>
                    <a:pt x="8" y="1167"/>
                    <a:pt x="0" y="1181"/>
                    <a:pt x="4" y="1195"/>
                  </a:cubicBezTo>
                  <a:cubicBezTo>
                    <a:pt x="8" y="1206"/>
                    <a:pt x="18" y="1212"/>
                    <a:pt x="29" y="1212"/>
                  </a:cubicBezTo>
                  <a:cubicBezTo>
                    <a:pt x="31" y="1212"/>
                    <a:pt x="34" y="1212"/>
                    <a:pt x="37" y="1211"/>
                  </a:cubicBezTo>
                  <a:cubicBezTo>
                    <a:pt x="951" y="926"/>
                    <a:pt x="1932" y="899"/>
                    <a:pt x="2882" y="872"/>
                  </a:cubicBezTo>
                  <a:cubicBezTo>
                    <a:pt x="3056" y="867"/>
                    <a:pt x="3229" y="861"/>
                    <a:pt x="3403" y="855"/>
                  </a:cubicBezTo>
                  <a:cubicBezTo>
                    <a:pt x="4900" y="799"/>
                    <a:pt x="6023" y="536"/>
                    <a:pt x="6835" y="47"/>
                  </a:cubicBezTo>
                  <a:cubicBezTo>
                    <a:pt x="6847" y="41"/>
                    <a:pt x="6851" y="24"/>
                    <a:pt x="6843" y="12"/>
                  </a:cubicBezTo>
                  <a:cubicBezTo>
                    <a:pt x="6838" y="5"/>
                    <a:pt x="6830" y="0"/>
                    <a:pt x="682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5" name="Google Shape;9295;p31"/>
            <p:cNvSpPr/>
            <p:nvPr/>
          </p:nvSpPr>
          <p:spPr>
            <a:xfrm>
              <a:off x="1775925" y="4420675"/>
              <a:ext cx="53050" cy="37000"/>
            </a:xfrm>
            <a:custGeom>
              <a:avLst/>
              <a:gdLst/>
              <a:ahLst/>
              <a:cxnLst/>
              <a:rect l="l" t="t" r="r" b="b"/>
              <a:pathLst>
                <a:path w="2122" h="1480" extrusionOk="0">
                  <a:moveTo>
                    <a:pt x="2092" y="1"/>
                  </a:moveTo>
                  <a:cubicBezTo>
                    <a:pt x="2088" y="1"/>
                    <a:pt x="2084" y="2"/>
                    <a:pt x="2081" y="4"/>
                  </a:cubicBezTo>
                  <a:cubicBezTo>
                    <a:pt x="1306" y="330"/>
                    <a:pt x="590" y="826"/>
                    <a:pt x="10" y="1435"/>
                  </a:cubicBezTo>
                  <a:cubicBezTo>
                    <a:pt x="1" y="1446"/>
                    <a:pt x="1" y="1462"/>
                    <a:pt x="12" y="1471"/>
                  </a:cubicBezTo>
                  <a:cubicBezTo>
                    <a:pt x="17" y="1477"/>
                    <a:pt x="22" y="1479"/>
                    <a:pt x="29" y="1479"/>
                  </a:cubicBezTo>
                  <a:cubicBezTo>
                    <a:pt x="36" y="1479"/>
                    <a:pt x="43" y="1477"/>
                    <a:pt x="48" y="1471"/>
                  </a:cubicBezTo>
                  <a:cubicBezTo>
                    <a:pt x="622" y="867"/>
                    <a:pt x="1333" y="375"/>
                    <a:pt x="2101" y="51"/>
                  </a:cubicBezTo>
                  <a:cubicBezTo>
                    <a:pt x="2114" y="45"/>
                    <a:pt x="2121" y="30"/>
                    <a:pt x="2116" y="17"/>
                  </a:cubicBezTo>
                  <a:cubicBezTo>
                    <a:pt x="2112" y="7"/>
                    <a:pt x="2102" y="1"/>
                    <a:pt x="20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6" name="Google Shape;9296;p31"/>
            <p:cNvSpPr/>
            <p:nvPr/>
          </p:nvSpPr>
          <p:spPr>
            <a:xfrm>
              <a:off x="1839425" y="4435900"/>
              <a:ext cx="28550" cy="19425"/>
            </a:xfrm>
            <a:custGeom>
              <a:avLst/>
              <a:gdLst/>
              <a:ahLst/>
              <a:cxnLst/>
              <a:rect l="l" t="t" r="r" b="b"/>
              <a:pathLst>
                <a:path w="1142" h="777" extrusionOk="0">
                  <a:moveTo>
                    <a:pt x="1111" y="1"/>
                  </a:moveTo>
                  <a:cubicBezTo>
                    <a:pt x="1107" y="1"/>
                    <a:pt x="1103" y="1"/>
                    <a:pt x="1100" y="3"/>
                  </a:cubicBezTo>
                  <a:cubicBezTo>
                    <a:pt x="702" y="190"/>
                    <a:pt x="336" y="434"/>
                    <a:pt x="13" y="730"/>
                  </a:cubicBezTo>
                  <a:cubicBezTo>
                    <a:pt x="2" y="741"/>
                    <a:pt x="1" y="757"/>
                    <a:pt x="12" y="768"/>
                  </a:cubicBezTo>
                  <a:cubicBezTo>
                    <a:pt x="16" y="774"/>
                    <a:pt x="24" y="776"/>
                    <a:pt x="30" y="776"/>
                  </a:cubicBezTo>
                  <a:cubicBezTo>
                    <a:pt x="36" y="776"/>
                    <a:pt x="43" y="774"/>
                    <a:pt x="48" y="769"/>
                  </a:cubicBezTo>
                  <a:cubicBezTo>
                    <a:pt x="367" y="476"/>
                    <a:pt x="729" y="234"/>
                    <a:pt x="1123" y="50"/>
                  </a:cubicBezTo>
                  <a:cubicBezTo>
                    <a:pt x="1135" y="44"/>
                    <a:pt x="1142" y="28"/>
                    <a:pt x="1135" y="16"/>
                  </a:cubicBezTo>
                  <a:cubicBezTo>
                    <a:pt x="1131" y="6"/>
                    <a:pt x="1121" y="1"/>
                    <a:pt x="111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7" name="Google Shape;9297;p31"/>
            <p:cNvSpPr/>
            <p:nvPr/>
          </p:nvSpPr>
          <p:spPr>
            <a:xfrm>
              <a:off x="1807775" y="4457400"/>
              <a:ext cx="47825" cy="35800"/>
            </a:xfrm>
            <a:custGeom>
              <a:avLst/>
              <a:gdLst/>
              <a:ahLst/>
              <a:cxnLst/>
              <a:rect l="l" t="t" r="r" b="b"/>
              <a:pathLst>
                <a:path w="1913" h="1432" extrusionOk="0">
                  <a:moveTo>
                    <a:pt x="30" y="1"/>
                  </a:moveTo>
                  <a:cubicBezTo>
                    <a:pt x="23" y="1"/>
                    <a:pt x="17" y="3"/>
                    <a:pt x="12" y="8"/>
                  </a:cubicBezTo>
                  <a:cubicBezTo>
                    <a:pt x="1" y="18"/>
                    <a:pt x="1" y="35"/>
                    <a:pt x="12" y="44"/>
                  </a:cubicBezTo>
                  <a:cubicBezTo>
                    <a:pt x="567" y="621"/>
                    <a:pt x="1159" y="1060"/>
                    <a:pt x="1871" y="1428"/>
                  </a:cubicBezTo>
                  <a:cubicBezTo>
                    <a:pt x="1875" y="1430"/>
                    <a:pt x="1879" y="1431"/>
                    <a:pt x="1883" y="1431"/>
                  </a:cubicBezTo>
                  <a:cubicBezTo>
                    <a:pt x="1892" y="1431"/>
                    <a:pt x="1900" y="1426"/>
                    <a:pt x="1906" y="1418"/>
                  </a:cubicBezTo>
                  <a:cubicBezTo>
                    <a:pt x="1913" y="1404"/>
                    <a:pt x="1907" y="1388"/>
                    <a:pt x="1894" y="1383"/>
                  </a:cubicBezTo>
                  <a:cubicBezTo>
                    <a:pt x="1187" y="1017"/>
                    <a:pt x="601" y="581"/>
                    <a:pt x="48" y="9"/>
                  </a:cubicBezTo>
                  <a:cubicBezTo>
                    <a:pt x="43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8" name="Google Shape;9298;p31"/>
            <p:cNvSpPr/>
            <p:nvPr/>
          </p:nvSpPr>
          <p:spPr>
            <a:xfrm>
              <a:off x="1755025" y="4460275"/>
              <a:ext cx="54425" cy="42900"/>
            </a:xfrm>
            <a:custGeom>
              <a:avLst/>
              <a:gdLst/>
              <a:ahLst/>
              <a:cxnLst/>
              <a:rect l="l" t="t" r="r" b="b"/>
              <a:pathLst>
                <a:path w="2177" h="1716" extrusionOk="0">
                  <a:moveTo>
                    <a:pt x="29" y="0"/>
                  </a:moveTo>
                  <a:cubicBezTo>
                    <a:pt x="23" y="0"/>
                    <a:pt x="16" y="3"/>
                    <a:pt x="11" y="8"/>
                  </a:cubicBezTo>
                  <a:cubicBezTo>
                    <a:pt x="0" y="18"/>
                    <a:pt x="0" y="34"/>
                    <a:pt x="11" y="45"/>
                  </a:cubicBezTo>
                  <a:cubicBezTo>
                    <a:pt x="636" y="697"/>
                    <a:pt x="1351" y="1258"/>
                    <a:pt x="2135" y="1712"/>
                  </a:cubicBezTo>
                  <a:cubicBezTo>
                    <a:pt x="2139" y="1714"/>
                    <a:pt x="2143" y="1716"/>
                    <a:pt x="2147" y="1716"/>
                  </a:cubicBezTo>
                  <a:cubicBezTo>
                    <a:pt x="2157" y="1716"/>
                    <a:pt x="2165" y="1710"/>
                    <a:pt x="2170" y="1702"/>
                  </a:cubicBezTo>
                  <a:cubicBezTo>
                    <a:pt x="2177" y="1690"/>
                    <a:pt x="2173" y="1674"/>
                    <a:pt x="2161" y="1667"/>
                  </a:cubicBezTo>
                  <a:cubicBezTo>
                    <a:pt x="1382" y="1215"/>
                    <a:pt x="671" y="657"/>
                    <a:pt x="47" y="8"/>
                  </a:cubicBezTo>
                  <a:cubicBezTo>
                    <a:pt x="42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9" name="Google Shape;9299;p31"/>
            <p:cNvSpPr/>
            <p:nvPr/>
          </p:nvSpPr>
          <p:spPr>
            <a:xfrm>
              <a:off x="1842550" y="4430525"/>
              <a:ext cx="10225" cy="7225"/>
            </a:xfrm>
            <a:custGeom>
              <a:avLst/>
              <a:gdLst/>
              <a:ahLst/>
              <a:cxnLst/>
              <a:rect l="l" t="t" r="r" b="b"/>
              <a:pathLst>
                <a:path w="409" h="289" extrusionOk="0">
                  <a:moveTo>
                    <a:pt x="379" y="0"/>
                  </a:moveTo>
                  <a:cubicBezTo>
                    <a:pt x="375" y="0"/>
                    <a:pt x="372" y="1"/>
                    <a:pt x="368" y="2"/>
                  </a:cubicBezTo>
                  <a:cubicBezTo>
                    <a:pt x="239" y="68"/>
                    <a:pt x="121" y="149"/>
                    <a:pt x="12" y="243"/>
                  </a:cubicBezTo>
                  <a:cubicBezTo>
                    <a:pt x="1" y="253"/>
                    <a:pt x="1" y="269"/>
                    <a:pt x="10" y="280"/>
                  </a:cubicBezTo>
                  <a:cubicBezTo>
                    <a:pt x="16" y="286"/>
                    <a:pt x="22" y="289"/>
                    <a:pt x="29" y="289"/>
                  </a:cubicBezTo>
                  <a:cubicBezTo>
                    <a:pt x="36" y="289"/>
                    <a:pt x="41" y="286"/>
                    <a:pt x="47" y="282"/>
                  </a:cubicBezTo>
                  <a:cubicBezTo>
                    <a:pt x="150" y="191"/>
                    <a:pt x="267" y="111"/>
                    <a:pt x="391" y="49"/>
                  </a:cubicBezTo>
                  <a:cubicBezTo>
                    <a:pt x="403" y="43"/>
                    <a:pt x="409" y="27"/>
                    <a:pt x="402" y="15"/>
                  </a:cubicBezTo>
                  <a:cubicBezTo>
                    <a:pt x="398" y="5"/>
                    <a:pt x="389" y="0"/>
                    <a:pt x="37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0" name="Google Shape;9300;p31"/>
            <p:cNvSpPr/>
            <p:nvPr/>
          </p:nvSpPr>
          <p:spPr>
            <a:xfrm>
              <a:off x="1832975" y="4441925"/>
              <a:ext cx="5000" cy="4400"/>
            </a:xfrm>
            <a:custGeom>
              <a:avLst/>
              <a:gdLst/>
              <a:ahLst/>
              <a:cxnLst/>
              <a:rect l="l" t="t" r="r" b="b"/>
              <a:pathLst>
                <a:path w="200" h="176" extrusionOk="0">
                  <a:moveTo>
                    <a:pt x="171" y="0"/>
                  </a:moveTo>
                  <a:cubicBezTo>
                    <a:pt x="165" y="0"/>
                    <a:pt x="159" y="2"/>
                    <a:pt x="154" y="6"/>
                  </a:cubicBezTo>
                  <a:lnTo>
                    <a:pt x="13" y="130"/>
                  </a:lnTo>
                  <a:cubicBezTo>
                    <a:pt x="2" y="140"/>
                    <a:pt x="0" y="156"/>
                    <a:pt x="10" y="167"/>
                  </a:cubicBezTo>
                  <a:cubicBezTo>
                    <a:pt x="15" y="172"/>
                    <a:pt x="22" y="176"/>
                    <a:pt x="30" y="176"/>
                  </a:cubicBezTo>
                  <a:cubicBezTo>
                    <a:pt x="35" y="176"/>
                    <a:pt x="42" y="173"/>
                    <a:pt x="46" y="169"/>
                  </a:cubicBezTo>
                  <a:lnTo>
                    <a:pt x="187" y="46"/>
                  </a:lnTo>
                  <a:cubicBezTo>
                    <a:pt x="198" y="36"/>
                    <a:pt x="200" y="20"/>
                    <a:pt x="190" y="9"/>
                  </a:cubicBezTo>
                  <a:cubicBezTo>
                    <a:pt x="185" y="3"/>
                    <a:pt x="178" y="0"/>
                    <a:pt x="17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1" name="Google Shape;9301;p31"/>
            <p:cNvSpPr/>
            <p:nvPr/>
          </p:nvSpPr>
          <p:spPr>
            <a:xfrm>
              <a:off x="1774800" y="4457525"/>
              <a:ext cx="26725" cy="24625"/>
            </a:xfrm>
            <a:custGeom>
              <a:avLst/>
              <a:gdLst/>
              <a:ahLst/>
              <a:cxnLst/>
              <a:rect l="l" t="t" r="r" b="b"/>
              <a:pathLst>
                <a:path w="1069" h="985" extrusionOk="0">
                  <a:moveTo>
                    <a:pt x="29" y="0"/>
                  </a:moveTo>
                  <a:cubicBezTo>
                    <a:pt x="23" y="0"/>
                    <a:pt x="17" y="2"/>
                    <a:pt x="12" y="7"/>
                  </a:cubicBezTo>
                  <a:cubicBezTo>
                    <a:pt x="1" y="16"/>
                    <a:pt x="0" y="32"/>
                    <a:pt x="10" y="43"/>
                  </a:cubicBezTo>
                  <a:cubicBezTo>
                    <a:pt x="307" y="396"/>
                    <a:pt x="649" y="710"/>
                    <a:pt x="1023" y="979"/>
                  </a:cubicBezTo>
                  <a:cubicBezTo>
                    <a:pt x="1028" y="983"/>
                    <a:pt x="1033" y="985"/>
                    <a:pt x="1039" y="985"/>
                  </a:cubicBezTo>
                  <a:cubicBezTo>
                    <a:pt x="1047" y="985"/>
                    <a:pt x="1055" y="981"/>
                    <a:pt x="1059" y="974"/>
                  </a:cubicBezTo>
                  <a:cubicBezTo>
                    <a:pt x="1068" y="962"/>
                    <a:pt x="1066" y="946"/>
                    <a:pt x="1053" y="938"/>
                  </a:cubicBezTo>
                  <a:cubicBezTo>
                    <a:pt x="682" y="671"/>
                    <a:pt x="343" y="359"/>
                    <a:pt x="49" y="9"/>
                  </a:cubicBezTo>
                  <a:cubicBezTo>
                    <a:pt x="43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2" name="Google Shape;9302;p31"/>
            <p:cNvSpPr/>
            <p:nvPr/>
          </p:nvSpPr>
          <p:spPr>
            <a:xfrm>
              <a:off x="1804275" y="4484850"/>
              <a:ext cx="5025" cy="3875"/>
            </a:xfrm>
            <a:custGeom>
              <a:avLst/>
              <a:gdLst/>
              <a:ahLst/>
              <a:cxnLst/>
              <a:rect l="l" t="t" r="r" b="b"/>
              <a:pathLst>
                <a:path w="201" h="155" extrusionOk="0">
                  <a:moveTo>
                    <a:pt x="30" y="0"/>
                  </a:moveTo>
                  <a:cubicBezTo>
                    <a:pt x="22" y="0"/>
                    <a:pt x="14" y="4"/>
                    <a:pt x="9" y="10"/>
                  </a:cubicBezTo>
                  <a:cubicBezTo>
                    <a:pt x="1" y="22"/>
                    <a:pt x="2" y="38"/>
                    <a:pt x="14" y="46"/>
                  </a:cubicBezTo>
                  <a:lnTo>
                    <a:pt x="156" y="149"/>
                  </a:lnTo>
                  <a:cubicBezTo>
                    <a:pt x="160" y="153"/>
                    <a:pt x="165" y="154"/>
                    <a:pt x="170" y="154"/>
                  </a:cubicBezTo>
                  <a:cubicBezTo>
                    <a:pt x="179" y="154"/>
                    <a:pt x="187" y="150"/>
                    <a:pt x="192" y="143"/>
                  </a:cubicBezTo>
                  <a:cubicBezTo>
                    <a:pt x="200" y="133"/>
                    <a:pt x="197" y="116"/>
                    <a:pt x="185" y="107"/>
                  </a:cubicBezTo>
                  <a:lnTo>
                    <a:pt x="45" y="5"/>
                  </a:lnTo>
                  <a:cubicBezTo>
                    <a:pt x="41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3" name="Google Shape;9303;p31"/>
            <p:cNvSpPr/>
            <p:nvPr/>
          </p:nvSpPr>
          <p:spPr>
            <a:xfrm>
              <a:off x="1831600" y="4465000"/>
              <a:ext cx="9575" cy="7850"/>
            </a:xfrm>
            <a:custGeom>
              <a:avLst/>
              <a:gdLst/>
              <a:ahLst/>
              <a:cxnLst/>
              <a:rect l="l" t="t" r="r" b="b"/>
              <a:pathLst>
                <a:path w="383" h="314" extrusionOk="0">
                  <a:moveTo>
                    <a:pt x="29" y="1"/>
                  </a:moveTo>
                  <a:cubicBezTo>
                    <a:pt x="22" y="1"/>
                    <a:pt x="14" y="4"/>
                    <a:pt x="8" y="10"/>
                  </a:cubicBezTo>
                  <a:cubicBezTo>
                    <a:pt x="0" y="21"/>
                    <a:pt x="2" y="37"/>
                    <a:pt x="12" y="47"/>
                  </a:cubicBezTo>
                  <a:lnTo>
                    <a:pt x="338" y="308"/>
                  </a:lnTo>
                  <a:cubicBezTo>
                    <a:pt x="342" y="312"/>
                    <a:pt x="347" y="313"/>
                    <a:pt x="354" y="313"/>
                  </a:cubicBezTo>
                  <a:cubicBezTo>
                    <a:pt x="361" y="313"/>
                    <a:pt x="369" y="309"/>
                    <a:pt x="374" y="304"/>
                  </a:cubicBezTo>
                  <a:cubicBezTo>
                    <a:pt x="382" y="292"/>
                    <a:pt x="381" y="275"/>
                    <a:pt x="370" y="267"/>
                  </a:cubicBezTo>
                  <a:lnTo>
                    <a:pt x="45" y="6"/>
                  </a:lnTo>
                  <a:cubicBezTo>
                    <a:pt x="40" y="2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4" name="Google Shape;9304;p31"/>
            <p:cNvSpPr/>
            <p:nvPr/>
          </p:nvSpPr>
          <p:spPr>
            <a:xfrm>
              <a:off x="1846675" y="4477175"/>
              <a:ext cx="17675" cy="10300"/>
            </a:xfrm>
            <a:custGeom>
              <a:avLst/>
              <a:gdLst/>
              <a:ahLst/>
              <a:cxnLst/>
              <a:rect l="l" t="t" r="r" b="b"/>
              <a:pathLst>
                <a:path w="707" h="412" extrusionOk="0">
                  <a:moveTo>
                    <a:pt x="30" y="0"/>
                  </a:moveTo>
                  <a:cubicBezTo>
                    <a:pt x="22" y="0"/>
                    <a:pt x="13" y="4"/>
                    <a:pt x="8" y="10"/>
                  </a:cubicBezTo>
                  <a:cubicBezTo>
                    <a:pt x="0" y="23"/>
                    <a:pt x="3" y="39"/>
                    <a:pt x="15" y="47"/>
                  </a:cubicBezTo>
                  <a:cubicBezTo>
                    <a:pt x="219" y="188"/>
                    <a:pt x="439" y="310"/>
                    <a:pt x="666" y="410"/>
                  </a:cubicBezTo>
                  <a:cubicBezTo>
                    <a:pt x="670" y="411"/>
                    <a:pt x="673" y="411"/>
                    <a:pt x="677" y="411"/>
                  </a:cubicBezTo>
                  <a:cubicBezTo>
                    <a:pt x="686" y="411"/>
                    <a:pt x="696" y="406"/>
                    <a:pt x="700" y="397"/>
                  </a:cubicBezTo>
                  <a:cubicBezTo>
                    <a:pt x="706" y="383"/>
                    <a:pt x="700" y="367"/>
                    <a:pt x="686" y="362"/>
                  </a:cubicBezTo>
                  <a:cubicBezTo>
                    <a:pt x="461" y="263"/>
                    <a:pt x="246" y="144"/>
                    <a:pt x="44" y="4"/>
                  </a:cubicBezTo>
                  <a:cubicBezTo>
                    <a:pt x="40" y="1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5" name="Google Shape;9305;p31"/>
            <p:cNvSpPr/>
            <p:nvPr/>
          </p:nvSpPr>
          <p:spPr>
            <a:xfrm>
              <a:off x="1843800" y="4464625"/>
              <a:ext cx="28350" cy="15425"/>
            </a:xfrm>
            <a:custGeom>
              <a:avLst/>
              <a:gdLst/>
              <a:ahLst/>
              <a:cxnLst/>
              <a:rect l="l" t="t" r="r" b="b"/>
              <a:pathLst>
                <a:path w="1134" h="617" extrusionOk="0">
                  <a:moveTo>
                    <a:pt x="31" y="1"/>
                  </a:moveTo>
                  <a:cubicBezTo>
                    <a:pt x="23" y="1"/>
                    <a:pt x="15" y="4"/>
                    <a:pt x="10" y="11"/>
                  </a:cubicBezTo>
                  <a:cubicBezTo>
                    <a:pt x="1" y="23"/>
                    <a:pt x="3" y="39"/>
                    <a:pt x="15" y="47"/>
                  </a:cubicBezTo>
                  <a:cubicBezTo>
                    <a:pt x="342" y="294"/>
                    <a:pt x="707" y="486"/>
                    <a:pt x="1096" y="615"/>
                  </a:cubicBezTo>
                  <a:cubicBezTo>
                    <a:pt x="1098" y="616"/>
                    <a:pt x="1101" y="616"/>
                    <a:pt x="1104" y="616"/>
                  </a:cubicBezTo>
                  <a:cubicBezTo>
                    <a:pt x="1115" y="616"/>
                    <a:pt x="1124" y="609"/>
                    <a:pt x="1128" y="599"/>
                  </a:cubicBezTo>
                  <a:cubicBezTo>
                    <a:pt x="1133" y="585"/>
                    <a:pt x="1125" y="570"/>
                    <a:pt x="1112" y="566"/>
                  </a:cubicBezTo>
                  <a:cubicBezTo>
                    <a:pt x="729" y="437"/>
                    <a:pt x="369" y="249"/>
                    <a:pt x="46" y="5"/>
                  </a:cubicBezTo>
                  <a:cubicBezTo>
                    <a:pt x="42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6" name="Google Shape;9306;p31"/>
            <p:cNvSpPr/>
            <p:nvPr/>
          </p:nvSpPr>
          <p:spPr>
            <a:xfrm>
              <a:off x="1759325" y="4429350"/>
              <a:ext cx="33525" cy="31250"/>
            </a:xfrm>
            <a:custGeom>
              <a:avLst/>
              <a:gdLst/>
              <a:ahLst/>
              <a:cxnLst/>
              <a:rect l="l" t="t" r="r" b="b"/>
              <a:pathLst>
                <a:path w="1341" h="1250" extrusionOk="0">
                  <a:moveTo>
                    <a:pt x="1311" y="0"/>
                  </a:moveTo>
                  <a:cubicBezTo>
                    <a:pt x="1306" y="0"/>
                    <a:pt x="1301" y="2"/>
                    <a:pt x="1297" y="5"/>
                  </a:cubicBezTo>
                  <a:cubicBezTo>
                    <a:pt x="814" y="344"/>
                    <a:pt x="381" y="749"/>
                    <a:pt x="8" y="1206"/>
                  </a:cubicBezTo>
                  <a:cubicBezTo>
                    <a:pt x="0" y="1217"/>
                    <a:pt x="2" y="1235"/>
                    <a:pt x="12" y="1243"/>
                  </a:cubicBezTo>
                  <a:cubicBezTo>
                    <a:pt x="18" y="1247"/>
                    <a:pt x="23" y="1249"/>
                    <a:pt x="28" y="1249"/>
                  </a:cubicBezTo>
                  <a:cubicBezTo>
                    <a:pt x="37" y="1249"/>
                    <a:pt x="43" y="1245"/>
                    <a:pt x="49" y="1239"/>
                  </a:cubicBezTo>
                  <a:cubicBezTo>
                    <a:pt x="417" y="785"/>
                    <a:pt x="848" y="384"/>
                    <a:pt x="1327" y="47"/>
                  </a:cubicBezTo>
                  <a:cubicBezTo>
                    <a:pt x="1337" y="39"/>
                    <a:pt x="1340" y="22"/>
                    <a:pt x="1332" y="12"/>
                  </a:cubicBezTo>
                  <a:cubicBezTo>
                    <a:pt x="1327" y="4"/>
                    <a:pt x="1319" y="0"/>
                    <a:pt x="131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7" name="Google Shape;9307;p31"/>
            <p:cNvSpPr/>
            <p:nvPr/>
          </p:nvSpPr>
          <p:spPr>
            <a:xfrm>
              <a:off x="1797975" y="4422750"/>
              <a:ext cx="6300" cy="3475"/>
            </a:xfrm>
            <a:custGeom>
              <a:avLst/>
              <a:gdLst/>
              <a:ahLst/>
              <a:cxnLst/>
              <a:rect l="l" t="t" r="r" b="b"/>
              <a:pathLst>
                <a:path w="252" h="139" extrusionOk="0">
                  <a:moveTo>
                    <a:pt x="224" y="1"/>
                  </a:moveTo>
                  <a:cubicBezTo>
                    <a:pt x="223" y="1"/>
                    <a:pt x="221" y="1"/>
                    <a:pt x="219" y="1"/>
                  </a:cubicBezTo>
                  <a:cubicBezTo>
                    <a:pt x="144" y="13"/>
                    <a:pt x="74" y="46"/>
                    <a:pt x="13" y="93"/>
                  </a:cubicBezTo>
                  <a:cubicBezTo>
                    <a:pt x="3" y="101"/>
                    <a:pt x="0" y="117"/>
                    <a:pt x="9" y="129"/>
                  </a:cubicBezTo>
                  <a:cubicBezTo>
                    <a:pt x="15" y="134"/>
                    <a:pt x="22" y="139"/>
                    <a:pt x="30" y="139"/>
                  </a:cubicBezTo>
                  <a:cubicBezTo>
                    <a:pt x="35" y="139"/>
                    <a:pt x="40" y="137"/>
                    <a:pt x="46" y="133"/>
                  </a:cubicBezTo>
                  <a:cubicBezTo>
                    <a:pt x="98" y="91"/>
                    <a:pt x="161" y="63"/>
                    <a:pt x="229" y="52"/>
                  </a:cubicBezTo>
                  <a:cubicBezTo>
                    <a:pt x="242" y="50"/>
                    <a:pt x="252" y="36"/>
                    <a:pt x="249" y="23"/>
                  </a:cubicBezTo>
                  <a:cubicBezTo>
                    <a:pt x="248" y="10"/>
                    <a:pt x="237" y="1"/>
                    <a:pt x="22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8" name="Google Shape;9308;p31"/>
            <p:cNvSpPr/>
            <p:nvPr/>
          </p:nvSpPr>
          <p:spPr>
            <a:xfrm>
              <a:off x="1847000" y="4197300"/>
              <a:ext cx="137625" cy="75050"/>
            </a:xfrm>
            <a:custGeom>
              <a:avLst/>
              <a:gdLst/>
              <a:ahLst/>
              <a:cxnLst/>
              <a:rect l="l" t="t" r="r" b="b"/>
              <a:pathLst>
                <a:path w="5505" h="3002" extrusionOk="0">
                  <a:moveTo>
                    <a:pt x="2370" y="0"/>
                  </a:moveTo>
                  <a:cubicBezTo>
                    <a:pt x="2065" y="0"/>
                    <a:pt x="1767" y="44"/>
                    <a:pt x="1488" y="168"/>
                  </a:cubicBezTo>
                  <a:cubicBezTo>
                    <a:pt x="685" y="528"/>
                    <a:pt x="303" y="1433"/>
                    <a:pt x="0" y="2259"/>
                  </a:cubicBezTo>
                  <a:cubicBezTo>
                    <a:pt x="555" y="2513"/>
                    <a:pt x="1182" y="2785"/>
                    <a:pt x="1776" y="2916"/>
                  </a:cubicBezTo>
                  <a:cubicBezTo>
                    <a:pt x="2024" y="2970"/>
                    <a:pt x="2281" y="3001"/>
                    <a:pt x="2535" y="3001"/>
                  </a:cubicBezTo>
                  <a:cubicBezTo>
                    <a:pt x="2892" y="3001"/>
                    <a:pt x="3245" y="2940"/>
                    <a:pt x="3568" y="2793"/>
                  </a:cubicBezTo>
                  <a:cubicBezTo>
                    <a:pt x="4097" y="2554"/>
                    <a:pt x="4509" y="2106"/>
                    <a:pt x="4805" y="1608"/>
                  </a:cubicBezTo>
                  <a:cubicBezTo>
                    <a:pt x="5101" y="1109"/>
                    <a:pt x="5315" y="549"/>
                    <a:pt x="5504" y="0"/>
                  </a:cubicBezTo>
                  <a:lnTo>
                    <a:pt x="5504" y="0"/>
                  </a:lnTo>
                  <a:cubicBezTo>
                    <a:pt x="5193" y="176"/>
                    <a:pt x="4843" y="235"/>
                    <a:pt x="4484" y="235"/>
                  </a:cubicBezTo>
                  <a:cubicBezTo>
                    <a:pt x="4158" y="235"/>
                    <a:pt x="3824" y="186"/>
                    <a:pt x="3504" y="131"/>
                  </a:cubicBezTo>
                  <a:cubicBezTo>
                    <a:pt x="3132" y="67"/>
                    <a:pt x="2746" y="0"/>
                    <a:pt x="2370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9" name="Google Shape;9309;p31"/>
            <p:cNvSpPr/>
            <p:nvPr/>
          </p:nvSpPr>
          <p:spPr>
            <a:xfrm>
              <a:off x="1845550" y="4195975"/>
              <a:ext cx="140450" cy="77650"/>
            </a:xfrm>
            <a:custGeom>
              <a:avLst/>
              <a:gdLst/>
              <a:ahLst/>
              <a:cxnLst/>
              <a:rect l="l" t="t" r="r" b="b"/>
              <a:pathLst>
                <a:path w="5618" h="3106" extrusionOk="0">
                  <a:moveTo>
                    <a:pt x="2424" y="105"/>
                  </a:moveTo>
                  <a:cubicBezTo>
                    <a:pt x="2790" y="105"/>
                    <a:pt x="3169" y="170"/>
                    <a:pt x="3540" y="234"/>
                  </a:cubicBezTo>
                  <a:lnTo>
                    <a:pt x="3552" y="235"/>
                  </a:lnTo>
                  <a:cubicBezTo>
                    <a:pt x="3882" y="291"/>
                    <a:pt x="4219" y="340"/>
                    <a:pt x="4547" y="340"/>
                  </a:cubicBezTo>
                  <a:cubicBezTo>
                    <a:pt x="4869" y="340"/>
                    <a:pt x="5182" y="293"/>
                    <a:pt x="5471" y="160"/>
                  </a:cubicBezTo>
                  <a:lnTo>
                    <a:pt x="5471" y="160"/>
                  </a:lnTo>
                  <a:cubicBezTo>
                    <a:pt x="5304" y="632"/>
                    <a:pt x="5098" y="1163"/>
                    <a:pt x="4818" y="1634"/>
                  </a:cubicBezTo>
                  <a:cubicBezTo>
                    <a:pt x="4493" y="2184"/>
                    <a:pt x="4073" y="2586"/>
                    <a:pt x="3606" y="2799"/>
                  </a:cubicBezTo>
                  <a:cubicBezTo>
                    <a:pt x="3270" y="2951"/>
                    <a:pt x="2917" y="3003"/>
                    <a:pt x="2592" y="3003"/>
                  </a:cubicBezTo>
                  <a:cubicBezTo>
                    <a:pt x="2314" y="3003"/>
                    <a:pt x="2057" y="2965"/>
                    <a:pt x="1845" y="2919"/>
                  </a:cubicBezTo>
                  <a:cubicBezTo>
                    <a:pt x="1281" y="2794"/>
                    <a:pt x="685" y="2542"/>
                    <a:pt x="124" y="2285"/>
                  </a:cubicBezTo>
                  <a:cubicBezTo>
                    <a:pt x="432" y="1448"/>
                    <a:pt x="802" y="612"/>
                    <a:pt x="1568" y="268"/>
                  </a:cubicBezTo>
                  <a:cubicBezTo>
                    <a:pt x="1838" y="147"/>
                    <a:pt x="2127" y="105"/>
                    <a:pt x="2424" y="105"/>
                  </a:cubicBezTo>
                  <a:close/>
                  <a:moveTo>
                    <a:pt x="2426" y="0"/>
                  </a:moveTo>
                  <a:cubicBezTo>
                    <a:pt x="2116" y="0"/>
                    <a:pt x="1812" y="46"/>
                    <a:pt x="1525" y="174"/>
                  </a:cubicBezTo>
                  <a:cubicBezTo>
                    <a:pt x="710" y="539"/>
                    <a:pt x="315" y="1460"/>
                    <a:pt x="10" y="2295"/>
                  </a:cubicBezTo>
                  <a:cubicBezTo>
                    <a:pt x="1" y="2320"/>
                    <a:pt x="13" y="2348"/>
                    <a:pt x="37" y="2359"/>
                  </a:cubicBezTo>
                  <a:cubicBezTo>
                    <a:pt x="617" y="2625"/>
                    <a:pt x="1234" y="2889"/>
                    <a:pt x="1824" y="3020"/>
                  </a:cubicBezTo>
                  <a:cubicBezTo>
                    <a:pt x="2042" y="3067"/>
                    <a:pt x="2307" y="3106"/>
                    <a:pt x="2593" y="3106"/>
                  </a:cubicBezTo>
                  <a:cubicBezTo>
                    <a:pt x="2931" y="3106"/>
                    <a:pt x="3298" y="3052"/>
                    <a:pt x="3648" y="2893"/>
                  </a:cubicBezTo>
                  <a:cubicBezTo>
                    <a:pt x="4135" y="2673"/>
                    <a:pt x="4571" y="2256"/>
                    <a:pt x="4907" y="1686"/>
                  </a:cubicBezTo>
                  <a:cubicBezTo>
                    <a:pt x="5216" y="1167"/>
                    <a:pt x="5436" y="578"/>
                    <a:pt x="5611" y="71"/>
                  </a:cubicBezTo>
                  <a:cubicBezTo>
                    <a:pt x="5617" y="51"/>
                    <a:pt x="5612" y="28"/>
                    <a:pt x="5594" y="14"/>
                  </a:cubicBezTo>
                  <a:cubicBezTo>
                    <a:pt x="5585" y="6"/>
                    <a:pt x="5574" y="2"/>
                    <a:pt x="5563" y="2"/>
                  </a:cubicBezTo>
                  <a:cubicBezTo>
                    <a:pt x="5554" y="2"/>
                    <a:pt x="5545" y="4"/>
                    <a:pt x="5537" y="9"/>
                  </a:cubicBezTo>
                  <a:cubicBezTo>
                    <a:pt x="5235" y="179"/>
                    <a:pt x="4897" y="237"/>
                    <a:pt x="4547" y="237"/>
                  </a:cubicBezTo>
                  <a:cubicBezTo>
                    <a:pt x="4226" y="237"/>
                    <a:pt x="3894" y="188"/>
                    <a:pt x="3570" y="133"/>
                  </a:cubicBezTo>
                  <a:lnTo>
                    <a:pt x="3558" y="130"/>
                  </a:lnTo>
                  <a:cubicBezTo>
                    <a:pt x="3182" y="66"/>
                    <a:pt x="2799" y="0"/>
                    <a:pt x="24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0" name="Google Shape;9310;p31"/>
            <p:cNvSpPr/>
            <p:nvPr/>
          </p:nvSpPr>
          <p:spPr>
            <a:xfrm>
              <a:off x="1813525" y="4252475"/>
              <a:ext cx="34975" cy="34275"/>
            </a:xfrm>
            <a:custGeom>
              <a:avLst/>
              <a:gdLst/>
              <a:ahLst/>
              <a:cxnLst/>
              <a:rect l="l" t="t" r="r" b="b"/>
              <a:pathLst>
                <a:path w="1399" h="1371" extrusionOk="0">
                  <a:moveTo>
                    <a:pt x="1340" y="1"/>
                  </a:moveTo>
                  <a:cubicBezTo>
                    <a:pt x="1331" y="1"/>
                    <a:pt x="1321" y="3"/>
                    <a:pt x="1313" y="9"/>
                  </a:cubicBezTo>
                  <a:cubicBezTo>
                    <a:pt x="804" y="318"/>
                    <a:pt x="392" y="725"/>
                    <a:pt x="17" y="1290"/>
                  </a:cubicBezTo>
                  <a:cubicBezTo>
                    <a:pt x="1" y="1314"/>
                    <a:pt x="8" y="1346"/>
                    <a:pt x="30" y="1362"/>
                  </a:cubicBezTo>
                  <a:cubicBezTo>
                    <a:pt x="40" y="1368"/>
                    <a:pt x="49" y="1370"/>
                    <a:pt x="60" y="1370"/>
                  </a:cubicBezTo>
                  <a:cubicBezTo>
                    <a:pt x="76" y="1370"/>
                    <a:pt x="92" y="1362"/>
                    <a:pt x="103" y="1348"/>
                  </a:cubicBezTo>
                  <a:cubicBezTo>
                    <a:pt x="470" y="796"/>
                    <a:pt x="873" y="398"/>
                    <a:pt x="1366" y="96"/>
                  </a:cubicBezTo>
                  <a:cubicBezTo>
                    <a:pt x="1391" y="82"/>
                    <a:pt x="1399" y="51"/>
                    <a:pt x="1384" y="26"/>
                  </a:cubicBezTo>
                  <a:cubicBezTo>
                    <a:pt x="1374" y="10"/>
                    <a:pt x="1357" y="1"/>
                    <a:pt x="134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1" name="Google Shape;9311;p31"/>
            <p:cNvSpPr/>
            <p:nvPr/>
          </p:nvSpPr>
          <p:spPr>
            <a:xfrm>
              <a:off x="1846025" y="4196650"/>
              <a:ext cx="139300" cy="58275"/>
            </a:xfrm>
            <a:custGeom>
              <a:avLst/>
              <a:gdLst/>
              <a:ahLst/>
              <a:cxnLst/>
              <a:rect l="l" t="t" r="r" b="b"/>
              <a:pathLst>
                <a:path w="5572" h="2331" extrusionOk="0">
                  <a:moveTo>
                    <a:pt x="5543" y="1"/>
                  </a:moveTo>
                  <a:cubicBezTo>
                    <a:pt x="5536" y="1"/>
                    <a:pt x="5530" y="3"/>
                    <a:pt x="5524" y="7"/>
                  </a:cubicBezTo>
                  <a:cubicBezTo>
                    <a:pt x="4939" y="568"/>
                    <a:pt x="4049" y="1003"/>
                    <a:pt x="2803" y="1334"/>
                  </a:cubicBezTo>
                  <a:cubicBezTo>
                    <a:pt x="2659" y="1372"/>
                    <a:pt x="2514" y="1409"/>
                    <a:pt x="2368" y="1446"/>
                  </a:cubicBezTo>
                  <a:cubicBezTo>
                    <a:pt x="1568" y="1651"/>
                    <a:pt x="740" y="1863"/>
                    <a:pt x="18" y="2282"/>
                  </a:cubicBezTo>
                  <a:cubicBezTo>
                    <a:pt x="5" y="2289"/>
                    <a:pt x="0" y="2305"/>
                    <a:pt x="9" y="2317"/>
                  </a:cubicBezTo>
                  <a:cubicBezTo>
                    <a:pt x="13" y="2325"/>
                    <a:pt x="22" y="2331"/>
                    <a:pt x="30" y="2331"/>
                  </a:cubicBezTo>
                  <a:cubicBezTo>
                    <a:pt x="34" y="2331"/>
                    <a:pt x="39" y="2329"/>
                    <a:pt x="44" y="2327"/>
                  </a:cubicBezTo>
                  <a:cubicBezTo>
                    <a:pt x="761" y="1911"/>
                    <a:pt x="1584" y="1700"/>
                    <a:pt x="2380" y="1497"/>
                  </a:cubicBezTo>
                  <a:cubicBezTo>
                    <a:pt x="2527" y="1459"/>
                    <a:pt x="2671" y="1421"/>
                    <a:pt x="2816" y="1384"/>
                  </a:cubicBezTo>
                  <a:cubicBezTo>
                    <a:pt x="4070" y="1050"/>
                    <a:pt x="4969" y="613"/>
                    <a:pt x="5561" y="45"/>
                  </a:cubicBezTo>
                  <a:cubicBezTo>
                    <a:pt x="5571" y="36"/>
                    <a:pt x="5571" y="20"/>
                    <a:pt x="5562" y="9"/>
                  </a:cubicBezTo>
                  <a:cubicBezTo>
                    <a:pt x="5556" y="3"/>
                    <a:pt x="5549" y="1"/>
                    <a:pt x="554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2" name="Google Shape;9312;p31"/>
            <p:cNvSpPr/>
            <p:nvPr/>
          </p:nvSpPr>
          <p:spPr>
            <a:xfrm>
              <a:off x="1881200" y="4198150"/>
              <a:ext cx="38200" cy="41275"/>
            </a:xfrm>
            <a:custGeom>
              <a:avLst/>
              <a:gdLst/>
              <a:ahLst/>
              <a:cxnLst/>
              <a:rect l="l" t="t" r="r" b="b"/>
              <a:pathLst>
                <a:path w="1528" h="1651" extrusionOk="0">
                  <a:moveTo>
                    <a:pt x="1498" y="1"/>
                  </a:moveTo>
                  <a:cubicBezTo>
                    <a:pt x="1493" y="1"/>
                    <a:pt x="1488" y="2"/>
                    <a:pt x="1483" y="5"/>
                  </a:cubicBezTo>
                  <a:cubicBezTo>
                    <a:pt x="891" y="430"/>
                    <a:pt x="381" y="986"/>
                    <a:pt x="9" y="1612"/>
                  </a:cubicBezTo>
                  <a:cubicBezTo>
                    <a:pt x="1" y="1624"/>
                    <a:pt x="5" y="1640"/>
                    <a:pt x="17" y="1647"/>
                  </a:cubicBezTo>
                  <a:cubicBezTo>
                    <a:pt x="21" y="1649"/>
                    <a:pt x="26" y="1651"/>
                    <a:pt x="30" y="1651"/>
                  </a:cubicBezTo>
                  <a:cubicBezTo>
                    <a:pt x="40" y="1651"/>
                    <a:pt x="48" y="1647"/>
                    <a:pt x="53" y="1638"/>
                  </a:cubicBezTo>
                  <a:cubicBezTo>
                    <a:pt x="423" y="1018"/>
                    <a:pt x="928" y="468"/>
                    <a:pt x="1514" y="48"/>
                  </a:cubicBezTo>
                  <a:cubicBezTo>
                    <a:pt x="1526" y="39"/>
                    <a:pt x="1528" y="23"/>
                    <a:pt x="1520" y="12"/>
                  </a:cubicBezTo>
                  <a:cubicBezTo>
                    <a:pt x="1515" y="5"/>
                    <a:pt x="1507" y="1"/>
                    <a:pt x="149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3" name="Google Shape;9313;p31"/>
            <p:cNvSpPr/>
            <p:nvPr/>
          </p:nvSpPr>
          <p:spPr>
            <a:xfrm>
              <a:off x="1934400" y="4203550"/>
              <a:ext cx="20850" cy="21750"/>
            </a:xfrm>
            <a:custGeom>
              <a:avLst/>
              <a:gdLst/>
              <a:ahLst/>
              <a:cxnLst/>
              <a:rect l="l" t="t" r="r" b="b"/>
              <a:pathLst>
                <a:path w="834" h="870" extrusionOk="0">
                  <a:moveTo>
                    <a:pt x="804" y="0"/>
                  </a:moveTo>
                  <a:cubicBezTo>
                    <a:pt x="799" y="0"/>
                    <a:pt x="794" y="2"/>
                    <a:pt x="789" y="6"/>
                  </a:cubicBezTo>
                  <a:cubicBezTo>
                    <a:pt x="488" y="239"/>
                    <a:pt x="226" y="516"/>
                    <a:pt x="9" y="829"/>
                  </a:cubicBezTo>
                  <a:cubicBezTo>
                    <a:pt x="1" y="841"/>
                    <a:pt x="4" y="857"/>
                    <a:pt x="14" y="866"/>
                  </a:cubicBezTo>
                  <a:cubicBezTo>
                    <a:pt x="20" y="868"/>
                    <a:pt x="25" y="870"/>
                    <a:pt x="29" y="870"/>
                  </a:cubicBezTo>
                  <a:cubicBezTo>
                    <a:pt x="39" y="870"/>
                    <a:pt x="47" y="866"/>
                    <a:pt x="51" y="859"/>
                  </a:cubicBezTo>
                  <a:cubicBezTo>
                    <a:pt x="265" y="549"/>
                    <a:pt x="523" y="276"/>
                    <a:pt x="820" y="48"/>
                  </a:cubicBezTo>
                  <a:cubicBezTo>
                    <a:pt x="832" y="38"/>
                    <a:pt x="834" y="22"/>
                    <a:pt x="826" y="11"/>
                  </a:cubicBezTo>
                  <a:cubicBezTo>
                    <a:pt x="820" y="4"/>
                    <a:pt x="812" y="0"/>
                    <a:pt x="80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4" name="Google Shape;9314;p31"/>
            <p:cNvSpPr/>
            <p:nvPr/>
          </p:nvSpPr>
          <p:spPr>
            <a:xfrm>
              <a:off x="1908325" y="4232925"/>
              <a:ext cx="47175" cy="21575"/>
            </a:xfrm>
            <a:custGeom>
              <a:avLst/>
              <a:gdLst/>
              <a:ahLst/>
              <a:cxnLst/>
              <a:rect l="l" t="t" r="r" b="b"/>
              <a:pathLst>
                <a:path w="1887" h="863" extrusionOk="0">
                  <a:moveTo>
                    <a:pt x="29" y="1"/>
                  </a:moveTo>
                  <a:cubicBezTo>
                    <a:pt x="21" y="1"/>
                    <a:pt x="13" y="5"/>
                    <a:pt x="8" y="12"/>
                  </a:cubicBezTo>
                  <a:cubicBezTo>
                    <a:pt x="0" y="24"/>
                    <a:pt x="3" y="40"/>
                    <a:pt x="15" y="48"/>
                  </a:cubicBezTo>
                  <a:cubicBezTo>
                    <a:pt x="596" y="428"/>
                    <a:pt x="1179" y="686"/>
                    <a:pt x="1851" y="861"/>
                  </a:cubicBezTo>
                  <a:cubicBezTo>
                    <a:pt x="1853" y="862"/>
                    <a:pt x="1855" y="862"/>
                    <a:pt x="1857" y="862"/>
                  </a:cubicBezTo>
                  <a:cubicBezTo>
                    <a:pt x="1869" y="862"/>
                    <a:pt x="1879" y="854"/>
                    <a:pt x="1882" y="842"/>
                  </a:cubicBezTo>
                  <a:cubicBezTo>
                    <a:pt x="1886" y="829"/>
                    <a:pt x="1877" y="815"/>
                    <a:pt x="1863" y="811"/>
                  </a:cubicBezTo>
                  <a:cubicBezTo>
                    <a:pt x="1197" y="638"/>
                    <a:pt x="619" y="382"/>
                    <a:pt x="43" y="5"/>
                  </a:cubicBezTo>
                  <a:cubicBezTo>
                    <a:pt x="39" y="2"/>
                    <a:pt x="34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5" name="Google Shape;9315;p31"/>
            <p:cNvSpPr/>
            <p:nvPr/>
          </p:nvSpPr>
          <p:spPr>
            <a:xfrm>
              <a:off x="1864275" y="4245425"/>
              <a:ext cx="54175" cy="26300"/>
            </a:xfrm>
            <a:custGeom>
              <a:avLst/>
              <a:gdLst/>
              <a:ahLst/>
              <a:cxnLst/>
              <a:rect l="l" t="t" r="r" b="b"/>
              <a:pathLst>
                <a:path w="2167" h="1052" extrusionOk="0">
                  <a:moveTo>
                    <a:pt x="31" y="1"/>
                  </a:moveTo>
                  <a:cubicBezTo>
                    <a:pt x="23" y="1"/>
                    <a:pt x="14" y="5"/>
                    <a:pt x="9" y="13"/>
                  </a:cubicBezTo>
                  <a:cubicBezTo>
                    <a:pt x="1" y="25"/>
                    <a:pt x="5" y="41"/>
                    <a:pt x="17" y="49"/>
                  </a:cubicBezTo>
                  <a:cubicBezTo>
                    <a:pt x="671" y="479"/>
                    <a:pt x="1381" y="817"/>
                    <a:pt x="2129" y="1050"/>
                  </a:cubicBezTo>
                  <a:cubicBezTo>
                    <a:pt x="2132" y="1051"/>
                    <a:pt x="2135" y="1051"/>
                    <a:pt x="2137" y="1051"/>
                  </a:cubicBezTo>
                  <a:cubicBezTo>
                    <a:pt x="2148" y="1051"/>
                    <a:pt x="2159" y="1044"/>
                    <a:pt x="2163" y="1034"/>
                  </a:cubicBezTo>
                  <a:cubicBezTo>
                    <a:pt x="2167" y="1020"/>
                    <a:pt x="2159" y="1005"/>
                    <a:pt x="2145" y="1001"/>
                  </a:cubicBezTo>
                  <a:cubicBezTo>
                    <a:pt x="1401" y="769"/>
                    <a:pt x="695" y="434"/>
                    <a:pt x="45" y="4"/>
                  </a:cubicBez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6" name="Google Shape;9316;p31"/>
            <p:cNvSpPr/>
            <p:nvPr/>
          </p:nvSpPr>
          <p:spPr>
            <a:xfrm>
              <a:off x="1933675" y="4201900"/>
              <a:ext cx="7725" cy="8000"/>
            </a:xfrm>
            <a:custGeom>
              <a:avLst/>
              <a:gdLst/>
              <a:ahLst/>
              <a:cxnLst/>
              <a:rect l="l" t="t" r="r" b="b"/>
              <a:pathLst>
                <a:path w="309" h="320" extrusionOk="0">
                  <a:moveTo>
                    <a:pt x="280" y="1"/>
                  </a:moveTo>
                  <a:cubicBezTo>
                    <a:pt x="274" y="1"/>
                    <a:pt x="268" y="2"/>
                    <a:pt x="263" y="6"/>
                  </a:cubicBezTo>
                  <a:cubicBezTo>
                    <a:pt x="167" y="85"/>
                    <a:pt x="82" y="177"/>
                    <a:pt x="8" y="278"/>
                  </a:cubicBezTo>
                  <a:cubicBezTo>
                    <a:pt x="0" y="290"/>
                    <a:pt x="3" y="306"/>
                    <a:pt x="14" y="314"/>
                  </a:cubicBezTo>
                  <a:cubicBezTo>
                    <a:pt x="19" y="317"/>
                    <a:pt x="25" y="319"/>
                    <a:pt x="30" y="319"/>
                  </a:cubicBezTo>
                  <a:cubicBezTo>
                    <a:pt x="38" y="319"/>
                    <a:pt x="46" y="315"/>
                    <a:pt x="50" y="309"/>
                  </a:cubicBezTo>
                  <a:cubicBezTo>
                    <a:pt x="121" y="210"/>
                    <a:pt x="204" y="123"/>
                    <a:pt x="296" y="46"/>
                  </a:cubicBezTo>
                  <a:cubicBezTo>
                    <a:pt x="307" y="37"/>
                    <a:pt x="308" y="21"/>
                    <a:pt x="300" y="10"/>
                  </a:cubicBezTo>
                  <a:cubicBezTo>
                    <a:pt x="295" y="4"/>
                    <a:pt x="287" y="1"/>
                    <a:pt x="28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7" name="Google Shape;9317;p31"/>
            <p:cNvSpPr/>
            <p:nvPr/>
          </p:nvSpPr>
          <p:spPr>
            <a:xfrm>
              <a:off x="1927225" y="4214375"/>
              <a:ext cx="3875" cy="4575"/>
            </a:xfrm>
            <a:custGeom>
              <a:avLst/>
              <a:gdLst/>
              <a:ahLst/>
              <a:cxnLst/>
              <a:rect l="l" t="t" r="r" b="b"/>
              <a:pathLst>
                <a:path w="155" h="183" extrusionOk="0">
                  <a:moveTo>
                    <a:pt x="126" y="0"/>
                  </a:moveTo>
                  <a:cubicBezTo>
                    <a:pt x="118" y="0"/>
                    <a:pt x="110" y="4"/>
                    <a:pt x="105" y="10"/>
                  </a:cubicBezTo>
                  <a:lnTo>
                    <a:pt x="10" y="142"/>
                  </a:lnTo>
                  <a:cubicBezTo>
                    <a:pt x="0" y="153"/>
                    <a:pt x="3" y="169"/>
                    <a:pt x="15" y="178"/>
                  </a:cubicBezTo>
                  <a:cubicBezTo>
                    <a:pt x="19" y="181"/>
                    <a:pt x="24" y="182"/>
                    <a:pt x="30" y="182"/>
                  </a:cubicBezTo>
                  <a:cubicBezTo>
                    <a:pt x="38" y="182"/>
                    <a:pt x="46" y="180"/>
                    <a:pt x="51" y="173"/>
                  </a:cubicBezTo>
                  <a:lnTo>
                    <a:pt x="147" y="41"/>
                  </a:lnTo>
                  <a:cubicBezTo>
                    <a:pt x="155" y="29"/>
                    <a:pt x="153" y="13"/>
                    <a:pt x="141" y="5"/>
                  </a:cubicBezTo>
                  <a:cubicBezTo>
                    <a:pt x="137" y="2"/>
                    <a:pt x="132" y="0"/>
                    <a:pt x="1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8" name="Google Shape;9318;p31"/>
            <p:cNvSpPr/>
            <p:nvPr/>
          </p:nvSpPr>
          <p:spPr>
            <a:xfrm>
              <a:off x="1880500" y="4239325"/>
              <a:ext cx="27225" cy="16175"/>
            </a:xfrm>
            <a:custGeom>
              <a:avLst/>
              <a:gdLst/>
              <a:ahLst/>
              <a:cxnLst/>
              <a:rect l="l" t="t" r="r" b="b"/>
              <a:pathLst>
                <a:path w="1089" h="647" extrusionOk="0">
                  <a:moveTo>
                    <a:pt x="29" y="1"/>
                  </a:moveTo>
                  <a:cubicBezTo>
                    <a:pt x="21" y="1"/>
                    <a:pt x="13" y="4"/>
                    <a:pt x="9" y="10"/>
                  </a:cubicBezTo>
                  <a:cubicBezTo>
                    <a:pt x="0" y="22"/>
                    <a:pt x="2" y="39"/>
                    <a:pt x="14" y="47"/>
                  </a:cubicBezTo>
                  <a:cubicBezTo>
                    <a:pt x="333" y="287"/>
                    <a:pt x="681" y="489"/>
                    <a:pt x="1050" y="645"/>
                  </a:cubicBezTo>
                  <a:cubicBezTo>
                    <a:pt x="1052" y="647"/>
                    <a:pt x="1057" y="647"/>
                    <a:pt x="1059" y="647"/>
                  </a:cubicBezTo>
                  <a:cubicBezTo>
                    <a:pt x="1070" y="647"/>
                    <a:pt x="1079" y="641"/>
                    <a:pt x="1083" y="631"/>
                  </a:cubicBezTo>
                  <a:cubicBezTo>
                    <a:pt x="1089" y="618"/>
                    <a:pt x="1083" y="602"/>
                    <a:pt x="1070" y="597"/>
                  </a:cubicBezTo>
                  <a:cubicBezTo>
                    <a:pt x="705" y="444"/>
                    <a:pt x="360" y="244"/>
                    <a:pt x="45" y="6"/>
                  </a:cubicBezTo>
                  <a:cubicBezTo>
                    <a:pt x="40" y="2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9" name="Google Shape;9319;p31"/>
            <p:cNvSpPr/>
            <p:nvPr/>
          </p:nvSpPr>
          <p:spPr>
            <a:xfrm>
              <a:off x="1910600" y="4256750"/>
              <a:ext cx="4975" cy="2825"/>
            </a:xfrm>
            <a:custGeom>
              <a:avLst/>
              <a:gdLst/>
              <a:ahLst/>
              <a:cxnLst/>
              <a:rect l="l" t="t" r="r" b="b"/>
              <a:pathLst>
                <a:path w="199" h="113" extrusionOk="0">
                  <a:moveTo>
                    <a:pt x="30" y="1"/>
                  </a:moveTo>
                  <a:cubicBezTo>
                    <a:pt x="20" y="1"/>
                    <a:pt x="10" y="7"/>
                    <a:pt x="6" y="17"/>
                  </a:cubicBezTo>
                  <a:cubicBezTo>
                    <a:pt x="0" y="29"/>
                    <a:pt x="7" y="45"/>
                    <a:pt x="19" y="51"/>
                  </a:cubicBezTo>
                  <a:lnTo>
                    <a:pt x="158" y="110"/>
                  </a:lnTo>
                  <a:cubicBezTo>
                    <a:pt x="162" y="111"/>
                    <a:pt x="165" y="112"/>
                    <a:pt x="169" y="112"/>
                  </a:cubicBezTo>
                  <a:cubicBezTo>
                    <a:pt x="178" y="112"/>
                    <a:pt x="187" y="106"/>
                    <a:pt x="192" y="96"/>
                  </a:cubicBezTo>
                  <a:cubicBezTo>
                    <a:pt x="198" y="83"/>
                    <a:pt x="192" y="68"/>
                    <a:pt x="178" y="63"/>
                  </a:cubicBezTo>
                  <a:lnTo>
                    <a:pt x="41" y="3"/>
                  </a:lnTo>
                  <a:cubicBezTo>
                    <a:pt x="37" y="2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0" name="Google Shape;9320;p31"/>
            <p:cNvSpPr/>
            <p:nvPr/>
          </p:nvSpPr>
          <p:spPr>
            <a:xfrm>
              <a:off x="1929875" y="4234800"/>
              <a:ext cx="9600" cy="5275"/>
            </a:xfrm>
            <a:custGeom>
              <a:avLst/>
              <a:gdLst/>
              <a:ahLst/>
              <a:cxnLst/>
              <a:rect l="l" t="t" r="r" b="b"/>
              <a:pathLst>
                <a:path w="384" h="211" extrusionOk="0">
                  <a:moveTo>
                    <a:pt x="29" y="0"/>
                  </a:moveTo>
                  <a:cubicBezTo>
                    <a:pt x="20" y="0"/>
                    <a:pt x="11" y="6"/>
                    <a:pt x="7" y="15"/>
                  </a:cubicBezTo>
                  <a:cubicBezTo>
                    <a:pt x="0" y="27"/>
                    <a:pt x="6" y="43"/>
                    <a:pt x="18" y="49"/>
                  </a:cubicBezTo>
                  <a:lnTo>
                    <a:pt x="342" y="207"/>
                  </a:lnTo>
                  <a:cubicBezTo>
                    <a:pt x="346" y="209"/>
                    <a:pt x="350" y="210"/>
                    <a:pt x="354" y="210"/>
                  </a:cubicBezTo>
                  <a:cubicBezTo>
                    <a:pt x="364" y="210"/>
                    <a:pt x="373" y="205"/>
                    <a:pt x="377" y="195"/>
                  </a:cubicBezTo>
                  <a:cubicBezTo>
                    <a:pt x="384" y="182"/>
                    <a:pt x="378" y="167"/>
                    <a:pt x="365" y="160"/>
                  </a:cubicBezTo>
                  <a:lnTo>
                    <a:pt x="41" y="3"/>
                  </a:lnTo>
                  <a:cubicBezTo>
                    <a:pt x="37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1" name="Google Shape;9321;p31"/>
            <p:cNvSpPr/>
            <p:nvPr/>
          </p:nvSpPr>
          <p:spPr>
            <a:xfrm>
              <a:off x="1944950" y="4242150"/>
              <a:ext cx="16825" cy="5850"/>
            </a:xfrm>
            <a:custGeom>
              <a:avLst/>
              <a:gdLst/>
              <a:ahLst/>
              <a:cxnLst/>
              <a:rect l="l" t="t" r="r" b="b"/>
              <a:pathLst>
                <a:path w="673" h="234" extrusionOk="0">
                  <a:moveTo>
                    <a:pt x="30" y="1"/>
                  </a:moveTo>
                  <a:cubicBezTo>
                    <a:pt x="20" y="1"/>
                    <a:pt x="10" y="7"/>
                    <a:pt x="5" y="17"/>
                  </a:cubicBezTo>
                  <a:cubicBezTo>
                    <a:pt x="0" y="30"/>
                    <a:pt x="7" y="45"/>
                    <a:pt x="20" y="51"/>
                  </a:cubicBezTo>
                  <a:cubicBezTo>
                    <a:pt x="219" y="131"/>
                    <a:pt x="428" y="192"/>
                    <a:pt x="639" y="232"/>
                  </a:cubicBezTo>
                  <a:cubicBezTo>
                    <a:pt x="640" y="234"/>
                    <a:pt x="642" y="234"/>
                    <a:pt x="644" y="234"/>
                  </a:cubicBezTo>
                  <a:cubicBezTo>
                    <a:pt x="657" y="234"/>
                    <a:pt x="667" y="224"/>
                    <a:pt x="669" y="212"/>
                  </a:cubicBezTo>
                  <a:cubicBezTo>
                    <a:pt x="673" y="199"/>
                    <a:pt x="663" y="185"/>
                    <a:pt x="649" y="183"/>
                  </a:cubicBezTo>
                  <a:cubicBezTo>
                    <a:pt x="440" y="142"/>
                    <a:pt x="236" y="82"/>
                    <a:pt x="39" y="2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2" name="Google Shape;9322;p31"/>
            <p:cNvSpPr/>
            <p:nvPr/>
          </p:nvSpPr>
          <p:spPr>
            <a:xfrm>
              <a:off x="1940125" y="4232125"/>
              <a:ext cx="26800" cy="8100"/>
            </a:xfrm>
            <a:custGeom>
              <a:avLst/>
              <a:gdLst/>
              <a:ahLst/>
              <a:cxnLst/>
              <a:rect l="l" t="t" r="r" b="b"/>
              <a:pathLst>
                <a:path w="1072" h="324" extrusionOk="0">
                  <a:moveTo>
                    <a:pt x="29" y="1"/>
                  </a:moveTo>
                  <a:cubicBezTo>
                    <a:pt x="20" y="1"/>
                    <a:pt x="11" y="6"/>
                    <a:pt x="7" y="16"/>
                  </a:cubicBezTo>
                  <a:cubicBezTo>
                    <a:pt x="1" y="29"/>
                    <a:pt x="6" y="44"/>
                    <a:pt x="20" y="51"/>
                  </a:cubicBezTo>
                  <a:cubicBezTo>
                    <a:pt x="344" y="196"/>
                    <a:pt x="688" y="289"/>
                    <a:pt x="1042" y="324"/>
                  </a:cubicBezTo>
                  <a:lnTo>
                    <a:pt x="1045" y="324"/>
                  </a:lnTo>
                  <a:cubicBezTo>
                    <a:pt x="1057" y="324"/>
                    <a:pt x="1069" y="314"/>
                    <a:pt x="1070" y="301"/>
                  </a:cubicBezTo>
                  <a:cubicBezTo>
                    <a:pt x="1072" y="286"/>
                    <a:pt x="1061" y="273"/>
                    <a:pt x="1047" y="271"/>
                  </a:cubicBezTo>
                  <a:cubicBezTo>
                    <a:pt x="699" y="238"/>
                    <a:pt x="360" y="146"/>
                    <a:pt x="41" y="4"/>
                  </a:cubicBezTo>
                  <a:cubicBezTo>
                    <a:pt x="37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3" name="Google Shape;9323;p31"/>
            <p:cNvSpPr/>
            <p:nvPr/>
          </p:nvSpPr>
          <p:spPr>
            <a:xfrm>
              <a:off x="1867725" y="4212350"/>
              <a:ext cx="22850" cy="32725"/>
            </a:xfrm>
            <a:custGeom>
              <a:avLst/>
              <a:gdLst/>
              <a:ahLst/>
              <a:cxnLst/>
              <a:rect l="l" t="t" r="r" b="b"/>
              <a:pathLst>
                <a:path w="914" h="1309" extrusionOk="0">
                  <a:moveTo>
                    <a:pt x="884" y="1"/>
                  </a:moveTo>
                  <a:cubicBezTo>
                    <a:pt x="877" y="1"/>
                    <a:pt x="870" y="3"/>
                    <a:pt x="865" y="9"/>
                  </a:cubicBezTo>
                  <a:cubicBezTo>
                    <a:pt x="524" y="388"/>
                    <a:pt x="234" y="814"/>
                    <a:pt x="7" y="1271"/>
                  </a:cubicBezTo>
                  <a:cubicBezTo>
                    <a:pt x="0" y="1284"/>
                    <a:pt x="6" y="1299"/>
                    <a:pt x="19" y="1306"/>
                  </a:cubicBezTo>
                  <a:cubicBezTo>
                    <a:pt x="23" y="1307"/>
                    <a:pt x="27" y="1309"/>
                    <a:pt x="31" y="1309"/>
                  </a:cubicBezTo>
                  <a:cubicBezTo>
                    <a:pt x="41" y="1309"/>
                    <a:pt x="49" y="1303"/>
                    <a:pt x="54" y="1294"/>
                  </a:cubicBezTo>
                  <a:cubicBezTo>
                    <a:pt x="279" y="840"/>
                    <a:pt x="564" y="419"/>
                    <a:pt x="904" y="44"/>
                  </a:cubicBezTo>
                  <a:cubicBezTo>
                    <a:pt x="914" y="33"/>
                    <a:pt x="912" y="17"/>
                    <a:pt x="902" y="8"/>
                  </a:cubicBezTo>
                  <a:cubicBezTo>
                    <a:pt x="897" y="3"/>
                    <a:pt x="891" y="1"/>
                    <a:pt x="88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4" name="Google Shape;9324;p31"/>
            <p:cNvSpPr/>
            <p:nvPr/>
          </p:nvSpPr>
          <p:spPr>
            <a:xfrm>
              <a:off x="1893850" y="4204600"/>
              <a:ext cx="5175" cy="4075"/>
            </a:xfrm>
            <a:custGeom>
              <a:avLst/>
              <a:gdLst/>
              <a:ahLst/>
              <a:cxnLst/>
              <a:rect l="l" t="t" r="r" b="b"/>
              <a:pathLst>
                <a:path w="207" h="163" extrusionOk="0">
                  <a:moveTo>
                    <a:pt x="177" y="1"/>
                  </a:moveTo>
                  <a:cubicBezTo>
                    <a:pt x="174" y="1"/>
                    <a:pt x="170" y="1"/>
                    <a:pt x="167" y="3"/>
                  </a:cubicBezTo>
                  <a:cubicBezTo>
                    <a:pt x="105" y="28"/>
                    <a:pt x="52" y="69"/>
                    <a:pt x="9" y="120"/>
                  </a:cubicBezTo>
                  <a:cubicBezTo>
                    <a:pt x="1" y="131"/>
                    <a:pt x="2" y="147"/>
                    <a:pt x="13" y="156"/>
                  </a:cubicBezTo>
                  <a:cubicBezTo>
                    <a:pt x="18" y="160"/>
                    <a:pt x="23" y="163"/>
                    <a:pt x="29" y="163"/>
                  </a:cubicBezTo>
                  <a:cubicBezTo>
                    <a:pt x="37" y="163"/>
                    <a:pt x="45" y="159"/>
                    <a:pt x="49" y="154"/>
                  </a:cubicBezTo>
                  <a:cubicBezTo>
                    <a:pt x="85" y="108"/>
                    <a:pt x="134" y="73"/>
                    <a:pt x="186" y="51"/>
                  </a:cubicBezTo>
                  <a:cubicBezTo>
                    <a:pt x="200" y="46"/>
                    <a:pt x="206" y="30"/>
                    <a:pt x="201" y="16"/>
                  </a:cubicBezTo>
                  <a:cubicBezTo>
                    <a:pt x="197" y="6"/>
                    <a:pt x="187" y="1"/>
                    <a:pt x="17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5" name="Google Shape;9325;p31"/>
            <p:cNvSpPr/>
            <p:nvPr/>
          </p:nvSpPr>
          <p:spPr>
            <a:xfrm>
              <a:off x="1896900" y="4050150"/>
              <a:ext cx="123775" cy="89875"/>
            </a:xfrm>
            <a:custGeom>
              <a:avLst/>
              <a:gdLst/>
              <a:ahLst/>
              <a:cxnLst/>
              <a:rect l="l" t="t" r="r" b="b"/>
              <a:pathLst>
                <a:path w="4951" h="3595" extrusionOk="0">
                  <a:moveTo>
                    <a:pt x="4950" y="0"/>
                  </a:moveTo>
                  <a:lnTo>
                    <a:pt x="4950" y="0"/>
                  </a:lnTo>
                  <a:cubicBezTo>
                    <a:pt x="4434" y="446"/>
                    <a:pt x="3697" y="502"/>
                    <a:pt x="3014" y="522"/>
                  </a:cubicBezTo>
                  <a:cubicBezTo>
                    <a:pt x="2332" y="543"/>
                    <a:pt x="1603" y="561"/>
                    <a:pt x="1048" y="957"/>
                  </a:cubicBezTo>
                  <a:cubicBezTo>
                    <a:pt x="331" y="1468"/>
                    <a:pt x="134" y="2431"/>
                    <a:pt x="1" y="3301"/>
                  </a:cubicBezTo>
                  <a:cubicBezTo>
                    <a:pt x="594" y="3440"/>
                    <a:pt x="1263" y="3583"/>
                    <a:pt x="1871" y="3594"/>
                  </a:cubicBezTo>
                  <a:cubicBezTo>
                    <a:pt x="1894" y="3594"/>
                    <a:pt x="1917" y="3594"/>
                    <a:pt x="1941" y="3594"/>
                  </a:cubicBezTo>
                  <a:cubicBezTo>
                    <a:pt x="2528" y="3594"/>
                    <a:pt x="3129" y="3462"/>
                    <a:pt x="3605" y="3119"/>
                  </a:cubicBezTo>
                  <a:cubicBezTo>
                    <a:pt x="4076" y="2781"/>
                    <a:pt x="4391" y="2261"/>
                    <a:pt x="4582" y="1713"/>
                  </a:cubicBezTo>
                  <a:cubicBezTo>
                    <a:pt x="4774" y="1166"/>
                    <a:pt x="4874" y="575"/>
                    <a:pt x="4950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6" name="Google Shape;9326;p31"/>
            <p:cNvSpPr/>
            <p:nvPr/>
          </p:nvSpPr>
          <p:spPr>
            <a:xfrm>
              <a:off x="1895525" y="4048875"/>
              <a:ext cx="126500" cy="92450"/>
            </a:xfrm>
            <a:custGeom>
              <a:avLst/>
              <a:gdLst/>
              <a:ahLst/>
              <a:cxnLst/>
              <a:rect l="l" t="t" r="r" b="b"/>
              <a:pathLst>
                <a:path w="5060" h="3698" extrusionOk="0">
                  <a:moveTo>
                    <a:pt x="4937" y="173"/>
                  </a:moveTo>
                  <a:lnTo>
                    <a:pt x="4937" y="173"/>
                  </a:lnTo>
                  <a:cubicBezTo>
                    <a:pt x="4867" y="669"/>
                    <a:pt x="4770" y="1230"/>
                    <a:pt x="4588" y="1748"/>
                  </a:cubicBezTo>
                  <a:cubicBezTo>
                    <a:pt x="4377" y="2352"/>
                    <a:pt x="4045" y="2830"/>
                    <a:pt x="3629" y="3128"/>
                  </a:cubicBezTo>
                  <a:cubicBezTo>
                    <a:pt x="3097" y="3512"/>
                    <a:pt x="2453" y="3594"/>
                    <a:pt x="1985" y="3594"/>
                  </a:cubicBezTo>
                  <a:cubicBezTo>
                    <a:pt x="1965" y="3594"/>
                    <a:pt x="1946" y="3594"/>
                    <a:pt x="1927" y="3594"/>
                  </a:cubicBezTo>
                  <a:cubicBezTo>
                    <a:pt x="1349" y="3583"/>
                    <a:pt x="717" y="3454"/>
                    <a:pt x="114" y="3313"/>
                  </a:cubicBezTo>
                  <a:cubicBezTo>
                    <a:pt x="252" y="2431"/>
                    <a:pt x="450" y="1538"/>
                    <a:pt x="1132" y="1051"/>
                  </a:cubicBezTo>
                  <a:cubicBezTo>
                    <a:pt x="1672" y="666"/>
                    <a:pt x="2377" y="646"/>
                    <a:pt x="3059" y="626"/>
                  </a:cubicBezTo>
                  <a:lnTo>
                    <a:pt x="3071" y="626"/>
                  </a:lnTo>
                  <a:cubicBezTo>
                    <a:pt x="3733" y="607"/>
                    <a:pt x="4417" y="555"/>
                    <a:pt x="4937" y="173"/>
                  </a:cubicBezTo>
                  <a:close/>
                  <a:moveTo>
                    <a:pt x="5006" y="0"/>
                  </a:moveTo>
                  <a:cubicBezTo>
                    <a:pt x="4994" y="0"/>
                    <a:pt x="4981" y="4"/>
                    <a:pt x="4972" y="12"/>
                  </a:cubicBezTo>
                  <a:cubicBezTo>
                    <a:pt x="4469" y="446"/>
                    <a:pt x="3756" y="502"/>
                    <a:pt x="3068" y="522"/>
                  </a:cubicBezTo>
                  <a:lnTo>
                    <a:pt x="3055" y="522"/>
                  </a:lnTo>
                  <a:cubicBezTo>
                    <a:pt x="2358" y="543"/>
                    <a:pt x="1637" y="563"/>
                    <a:pt x="1072" y="966"/>
                  </a:cubicBezTo>
                  <a:cubicBezTo>
                    <a:pt x="344" y="1486"/>
                    <a:pt x="139" y="2465"/>
                    <a:pt x="5" y="3343"/>
                  </a:cubicBezTo>
                  <a:cubicBezTo>
                    <a:pt x="1" y="3370"/>
                    <a:pt x="18" y="3396"/>
                    <a:pt x="44" y="3403"/>
                  </a:cubicBezTo>
                  <a:cubicBezTo>
                    <a:pt x="665" y="3549"/>
                    <a:pt x="1323" y="3687"/>
                    <a:pt x="1926" y="3696"/>
                  </a:cubicBezTo>
                  <a:cubicBezTo>
                    <a:pt x="1949" y="3697"/>
                    <a:pt x="1972" y="3697"/>
                    <a:pt x="1996" y="3697"/>
                  </a:cubicBezTo>
                  <a:cubicBezTo>
                    <a:pt x="2478" y="3697"/>
                    <a:pt x="3139" y="3608"/>
                    <a:pt x="3690" y="3213"/>
                  </a:cubicBezTo>
                  <a:cubicBezTo>
                    <a:pt x="4123" y="2901"/>
                    <a:pt x="4467" y="2406"/>
                    <a:pt x="4687" y="1782"/>
                  </a:cubicBezTo>
                  <a:cubicBezTo>
                    <a:pt x="4886" y="1211"/>
                    <a:pt x="4985" y="591"/>
                    <a:pt x="5057" y="58"/>
                  </a:cubicBezTo>
                  <a:cubicBezTo>
                    <a:pt x="5059" y="37"/>
                    <a:pt x="5048" y="16"/>
                    <a:pt x="5030" y="6"/>
                  </a:cubicBezTo>
                  <a:cubicBezTo>
                    <a:pt x="5022" y="2"/>
                    <a:pt x="5014" y="0"/>
                    <a:pt x="500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7" name="Google Shape;9327;p31"/>
            <p:cNvSpPr/>
            <p:nvPr/>
          </p:nvSpPr>
          <p:spPr>
            <a:xfrm>
              <a:off x="1869625" y="4131375"/>
              <a:ext cx="28750" cy="40225"/>
            </a:xfrm>
            <a:custGeom>
              <a:avLst/>
              <a:gdLst/>
              <a:ahLst/>
              <a:cxnLst/>
              <a:rect l="l" t="t" r="r" b="b"/>
              <a:pathLst>
                <a:path w="1150" h="1609" extrusionOk="0">
                  <a:moveTo>
                    <a:pt x="1092" y="1"/>
                  </a:moveTo>
                  <a:cubicBezTo>
                    <a:pt x="1080" y="1"/>
                    <a:pt x="1067" y="5"/>
                    <a:pt x="1057" y="14"/>
                  </a:cubicBezTo>
                  <a:cubicBezTo>
                    <a:pt x="606" y="430"/>
                    <a:pt x="255" y="942"/>
                    <a:pt x="12" y="1537"/>
                  </a:cubicBezTo>
                  <a:cubicBezTo>
                    <a:pt x="1" y="1564"/>
                    <a:pt x="13" y="1593"/>
                    <a:pt x="40" y="1604"/>
                  </a:cubicBezTo>
                  <a:cubicBezTo>
                    <a:pt x="47" y="1607"/>
                    <a:pt x="53" y="1608"/>
                    <a:pt x="59" y="1608"/>
                  </a:cubicBezTo>
                  <a:lnTo>
                    <a:pt x="60" y="1608"/>
                  </a:lnTo>
                  <a:cubicBezTo>
                    <a:pt x="80" y="1608"/>
                    <a:pt x="99" y="1596"/>
                    <a:pt x="107" y="1576"/>
                  </a:cubicBezTo>
                  <a:cubicBezTo>
                    <a:pt x="345" y="995"/>
                    <a:pt x="688" y="495"/>
                    <a:pt x="1127" y="91"/>
                  </a:cubicBezTo>
                  <a:cubicBezTo>
                    <a:pt x="1148" y="70"/>
                    <a:pt x="1150" y="38"/>
                    <a:pt x="1130" y="17"/>
                  </a:cubicBezTo>
                  <a:cubicBezTo>
                    <a:pt x="1120" y="6"/>
                    <a:pt x="1106" y="1"/>
                    <a:pt x="10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8" name="Google Shape;9328;p31"/>
            <p:cNvSpPr/>
            <p:nvPr/>
          </p:nvSpPr>
          <p:spPr>
            <a:xfrm>
              <a:off x="1896075" y="4049500"/>
              <a:ext cx="125325" cy="84350"/>
            </a:xfrm>
            <a:custGeom>
              <a:avLst/>
              <a:gdLst/>
              <a:ahLst/>
              <a:cxnLst/>
              <a:rect l="l" t="t" r="r" b="b"/>
              <a:pathLst>
                <a:path w="5013" h="3374" extrusionOk="0">
                  <a:moveTo>
                    <a:pt x="4983" y="0"/>
                  </a:moveTo>
                  <a:cubicBezTo>
                    <a:pt x="4975" y="0"/>
                    <a:pt x="4967" y="4"/>
                    <a:pt x="4962" y="12"/>
                  </a:cubicBezTo>
                  <a:cubicBezTo>
                    <a:pt x="4499" y="678"/>
                    <a:pt x="3711" y="1278"/>
                    <a:pt x="2555" y="1848"/>
                  </a:cubicBezTo>
                  <a:cubicBezTo>
                    <a:pt x="2421" y="1914"/>
                    <a:pt x="2286" y="1980"/>
                    <a:pt x="2150" y="2044"/>
                  </a:cubicBezTo>
                  <a:cubicBezTo>
                    <a:pt x="1408" y="2404"/>
                    <a:pt x="638" y="2774"/>
                    <a:pt x="11" y="3328"/>
                  </a:cubicBezTo>
                  <a:cubicBezTo>
                    <a:pt x="0" y="3337"/>
                    <a:pt x="0" y="3353"/>
                    <a:pt x="10" y="3364"/>
                  </a:cubicBezTo>
                  <a:cubicBezTo>
                    <a:pt x="14" y="3371"/>
                    <a:pt x="22" y="3374"/>
                    <a:pt x="29" y="3374"/>
                  </a:cubicBezTo>
                  <a:cubicBezTo>
                    <a:pt x="34" y="3374"/>
                    <a:pt x="41" y="3371"/>
                    <a:pt x="46" y="3367"/>
                  </a:cubicBezTo>
                  <a:cubicBezTo>
                    <a:pt x="666" y="2818"/>
                    <a:pt x="1432" y="2448"/>
                    <a:pt x="2173" y="2092"/>
                  </a:cubicBezTo>
                  <a:cubicBezTo>
                    <a:pt x="2309" y="2026"/>
                    <a:pt x="2443" y="1961"/>
                    <a:pt x="2578" y="1895"/>
                  </a:cubicBezTo>
                  <a:cubicBezTo>
                    <a:pt x="3742" y="1321"/>
                    <a:pt x="4535" y="714"/>
                    <a:pt x="5005" y="41"/>
                  </a:cubicBezTo>
                  <a:cubicBezTo>
                    <a:pt x="5013" y="29"/>
                    <a:pt x="5010" y="13"/>
                    <a:pt x="4998" y="5"/>
                  </a:cubicBezTo>
                  <a:cubicBezTo>
                    <a:pt x="4994" y="2"/>
                    <a:pt x="4988" y="0"/>
                    <a:pt x="498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9" name="Google Shape;9329;p31"/>
            <p:cNvSpPr/>
            <p:nvPr/>
          </p:nvSpPr>
          <p:spPr>
            <a:xfrm>
              <a:off x="1927475" y="4064000"/>
              <a:ext cx="29600" cy="47725"/>
            </a:xfrm>
            <a:custGeom>
              <a:avLst/>
              <a:gdLst/>
              <a:ahLst/>
              <a:cxnLst/>
              <a:rect l="l" t="t" r="r" b="b"/>
              <a:pathLst>
                <a:path w="1184" h="1909" extrusionOk="0">
                  <a:moveTo>
                    <a:pt x="1154" y="0"/>
                  </a:moveTo>
                  <a:cubicBezTo>
                    <a:pt x="1147" y="0"/>
                    <a:pt x="1140" y="3"/>
                    <a:pt x="1135" y="9"/>
                  </a:cubicBezTo>
                  <a:cubicBezTo>
                    <a:pt x="639" y="542"/>
                    <a:pt x="248" y="1186"/>
                    <a:pt x="5" y="1873"/>
                  </a:cubicBezTo>
                  <a:cubicBezTo>
                    <a:pt x="1" y="1887"/>
                    <a:pt x="8" y="1902"/>
                    <a:pt x="21" y="1907"/>
                  </a:cubicBezTo>
                  <a:cubicBezTo>
                    <a:pt x="24" y="1907"/>
                    <a:pt x="26" y="1908"/>
                    <a:pt x="29" y="1908"/>
                  </a:cubicBezTo>
                  <a:cubicBezTo>
                    <a:pt x="40" y="1908"/>
                    <a:pt x="51" y="1902"/>
                    <a:pt x="55" y="1891"/>
                  </a:cubicBezTo>
                  <a:cubicBezTo>
                    <a:pt x="294" y="1210"/>
                    <a:pt x="682" y="571"/>
                    <a:pt x="1173" y="44"/>
                  </a:cubicBezTo>
                  <a:cubicBezTo>
                    <a:pt x="1183" y="33"/>
                    <a:pt x="1182" y="17"/>
                    <a:pt x="1171" y="7"/>
                  </a:cubicBezTo>
                  <a:cubicBezTo>
                    <a:pt x="1167" y="2"/>
                    <a:pt x="1161" y="0"/>
                    <a:pt x="115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0" name="Google Shape;9330;p31"/>
            <p:cNvSpPr/>
            <p:nvPr/>
          </p:nvSpPr>
          <p:spPr>
            <a:xfrm>
              <a:off x="1976825" y="4062200"/>
              <a:ext cx="16425" cy="25175"/>
            </a:xfrm>
            <a:custGeom>
              <a:avLst/>
              <a:gdLst/>
              <a:ahLst/>
              <a:cxnLst/>
              <a:rect l="l" t="t" r="r" b="b"/>
              <a:pathLst>
                <a:path w="657" h="1007" extrusionOk="0">
                  <a:moveTo>
                    <a:pt x="628" y="1"/>
                  </a:moveTo>
                  <a:cubicBezTo>
                    <a:pt x="621" y="1"/>
                    <a:pt x="614" y="4"/>
                    <a:pt x="609" y="10"/>
                  </a:cubicBezTo>
                  <a:cubicBezTo>
                    <a:pt x="360" y="297"/>
                    <a:pt x="156" y="620"/>
                    <a:pt x="6" y="970"/>
                  </a:cubicBezTo>
                  <a:cubicBezTo>
                    <a:pt x="0" y="984"/>
                    <a:pt x="6" y="998"/>
                    <a:pt x="19" y="1005"/>
                  </a:cubicBezTo>
                  <a:cubicBezTo>
                    <a:pt x="23" y="1006"/>
                    <a:pt x="26" y="1006"/>
                    <a:pt x="30" y="1006"/>
                  </a:cubicBezTo>
                  <a:cubicBezTo>
                    <a:pt x="39" y="1006"/>
                    <a:pt x="49" y="1001"/>
                    <a:pt x="53" y="990"/>
                  </a:cubicBezTo>
                  <a:cubicBezTo>
                    <a:pt x="202" y="646"/>
                    <a:pt x="401" y="327"/>
                    <a:pt x="648" y="43"/>
                  </a:cubicBezTo>
                  <a:cubicBezTo>
                    <a:pt x="657" y="32"/>
                    <a:pt x="656" y="16"/>
                    <a:pt x="645" y="7"/>
                  </a:cubicBezTo>
                  <a:cubicBezTo>
                    <a:pt x="640" y="3"/>
                    <a:pt x="634" y="1"/>
                    <a:pt x="6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1" name="Google Shape;9331;p31"/>
            <p:cNvSpPr/>
            <p:nvPr/>
          </p:nvSpPr>
          <p:spPr>
            <a:xfrm>
              <a:off x="1953000" y="4099950"/>
              <a:ext cx="50225" cy="12175"/>
            </a:xfrm>
            <a:custGeom>
              <a:avLst/>
              <a:gdLst/>
              <a:ahLst/>
              <a:cxnLst/>
              <a:rect l="l" t="t" r="r" b="b"/>
              <a:pathLst>
                <a:path w="2009" h="487" extrusionOk="0">
                  <a:moveTo>
                    <a:pt x="31" y="1"/>
                  </a:moveTo>
                  <a:cubicBezTo>
                    <a:pt x="21" y="1"/>
                    <a:pt x="11" y="7"/>
                    <a:pt x="6" y="17"/>
                  </a:cubicBezTo>
                  <a:cubicBezTo>
                    <a:pt x="1" y="30"/>
                    <a:pt x="8" y="45"/>
                    <a:pt x="21" y="51"/>
                  </a:cubicBezTo>
                  <a:cubicBezTo>
                    <a:pt x="666" y="309"/>
                    <a:pt x="1288" y="448"/>
                    <a:pt x="1981" y="487"/>
                  </a:cubicBezTo>
                  <a:lnTo>
                    <a:pt x="1983" y="487"/>
                  </a:lnTo>
                  <a:cubicBezTo>
                    <a:pt x="1996" y="487"/>
                    <a:pt x="2007" y="476"/>
                    <a:pt x="2008" y="461"/>
                  </a:cubicBezTo>
                  <a:cubicBezTo>
                    <a:pt x="2008" y="448"/>
                    <a:pt x="1997" y="435"/>
                    <a:pt x="1984" y="434"/>
                  </a:cubicBezTo>
                  <a:cubicBezTo>
                    <a:pt x="1296" y="396"/>
                    <a:pt x="679" y="259"/>
                    <a:pt x="40" y="2"/>
                  </a:cubicBezTo>
                  <a:cubicBezTo>
                    <a:pt x="37" y="1"/>
                    <a:pt x="34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2" name="Google Shape;9332;p31"/>
            <p:cNvSpPr/>
            <p:nvPr/>
          </p:nvSpPr>
          <p:spPr>
            <a:xfrm>
              <a:off x="1912350" y="4120900"/>
              <a:ext cx="57975" cy="15400"/>
            </a:xfrm>
            <a:custGeom>
              <a:avLst/>
              <a:gdLst/>
              <a:ahLst/>
              <a:cxnLst/>
              <a:rect l="l" t="t" r="r" b="b"/>
              <a:pathLst>
                <a:path w="2319" h="616" extrusionOk="0">
                  <a:moveTo>
                    <a:pt x="30" y="1"/>
                  </a:moveTo>
                  <a:cubicBezTo>
                    <a:pt x="20" y="1"/>
                    <a:pt x="10" y="7"/>
                    <a:pt x="6" y="17"/>
                  </a:cubicBezTo>
                  <a:cubicBezTo>
                    <a:pt x="0" y="31"/>
                    <a:pt x="7" y="45"/>
                    <a:pt x="19" y="51"/>
                  </a:cubicBezTo>
                  <a:cubicBezTo>
                    <a:pt x="747" y="344"/>
                    <a:pt x="1510" y="535"/>
                    <a:pt x="2289" y="616"/>
                  </a:cubicBezTo>
                  <a:lnTo>
                    <a:pt x="2292" y="616"/>
                  </a:lnTo>
                  <a:cubicBezTo>
                    <a:pt x="2305" y="616"/>
                    <a:pt x="2316" y="606"/>
                    <a:pt x="2317" y="593"/>
                  </a:cubicBezTo>
                  <a:cubicBezTo>
                    <a:pt x="2318" y="580"/>
                    <a:pt x="2309" y="566"/>
                    <a:pt x="2294" y="565"/>
                  </a:cubicBezTo>
                  <a:cubicBezTo>
                    <a:pt x="1521" y="484"/>
                    <a:pt x="762" y="294"/>
                    <a:pt x="39" y="2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3" name="Google Shape;9333;p31"/>
            <p:cNvSpPr/>
            <p:nvPr/>
          </p:nvSpPr>
          <p:spPr>
            <a:xfrm>
              <a:off x="1973050" y="4063325"/>
              <a:ext cx="6325" cy="9075"/>
            </a:xfrm>
            <a:custGeom>
              <a:avLst/>
              <a:gdLst/>
              <a:ahLst/>
              <a:cxnLst/>
              <a:rect l="l" t="t" r="r" b="b"/>
              <a:pathLst>
                <a:path w="253" h="363" extrusionOk="0">
                  <a:moveTo>
                    <a:pt x="223" y="0"/>
                  </a:moveTo>
                  <a:cubicBezTo>
                    <a:pt x="215" y="0"/>
                    <a:pt x="208" y="3"/>
                    <a:pt x="203" y="10"/>
                  </a:cubicBezTo>
                  <a:cubicBezTo>
                    <a:pt x="125" y="107"/>
                    <a:pt x="59" y="213"/>
                    <a:pt x="6" y="326"/>
                  </a:cubicBezTo>
                  <a:cubicBezTo>
                    <a:pt x="1" y="339"/>
                    <a:pt x="6" y="355"/>
                    <a:pt x="20" y="360"/>
                  </a:cubicBezTo>
                  <a:cubicBezTo>
                    <a:pt x="24" y="361"/>
                    <a:pt x="26" y="363"/>
                    <a:pt x="30" y="363"/>
                  </a:cubicBezTo>
                  <a:cubicBezTo>
                    <a:pt x="40" y="363"/>
                    <a:pt x="49" y="357"/>
                    <a:pt x="55" y="348"/>
                  </a:cubicBezTo>
                  <a:cubicBezTo>
                    <a:pt x="104" y="239"/>
                    <a:pt x="168" y="135"/>
                    <a:pt x="243" y="43"/>
                  </a:cubicBezTo>
                  <a:cubicBezTo>
                    <a:pt x="252" y="32"/>
                    <a:pt x="251" y="16"/>
                    <a:pt x="240" y="6"/>
                  </a:cubicBezTo>
                  <a:cubicBezTo>
                    <a:pt x="235" y="2"/>
                    <a:pt x="229" y="0"/>
                    <a:pt x="22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4" name="Google Shape;9334;p31"/>
            <p:cNvSpPr/>
            <p:nvPr/>
          </p:nvSpPr>
          <p:spPr>
            <a:xfrm>
              <a:off x="1968550" y="4077550"/>
              <a:ext cx="3175" cy="5000"/>
            </a:xfrm>
            <a:custGeom>
              <a:avLst/>
              <a:gdLst/>
              <a:ahLst/>
              <a:cxnLst/>
              <a:rect l="l" t="t" r="r" b="b"/>
              <a:pathLst>
                <a:path w="127" h="200" extrusionOk="0">
                  <a:moveTo>
                    <a:pt x="98" y="1"/>
                  </a:moveTo>
                  <a:cubicBezTo>
                    <a:pt x="88" y="1"/>
                    <a:pt x="78" y="7"/>
                    <a:pt x="74" y="16"/>
                  </a:cubicBezTo>
                  <a:lnTo>
                    <a:pt x="6" y="164"/>
                  </a:lnTo>
                  <a:cubicBezTo>
                    <a:pt x="0" y="177"/>
                    <a:pt x="6" y="192"/>
                    <a:pt x="18" y="197"/>
                  </a:cubicBezTo>
                  <a:cubicBezTo>
                    <a:pt x="22" y="200"/>
                    <a:pt x="26" y="200"/>
                    <a:pt x="30" y="200"/>
                  </a:cubicBezTo>
                  <a:cubicBezTo>
                    <a:pt x="40" y="200"/>
                    <a:pt x="49" y="195"/>
                    <a:pt x="53" y="185"/>
                  </a:cubicBezTo>
                  <a:lnTo>
                    <a:pt x="122" y="37"/>
                  </a:lnTo>
                  <a:cubicBezTo>
                    <a:pt x="127" y="25"/>
                    <a:pt x="122" y="9"/>
                    <a:pt x="108" y="4"/>
                  </a:cubicBezTo>
                  <a:cubicBezTo>
                    <a:pt x="105" y="2"/>
                    <a:pt x="101" y="1"/>
                    <a:pt x="9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5" name="Google Shape;9335;p31"/>
            <p:cNvSpPr/>
            <p:nvPr/>
          </p:nvSpPr>
          <p:spPr>
            <a:xfrm>
              <a:off x="1926975" y="4111725"/>
              <a:ext cx="29650" cy="10825"/>
            </a:xfrm>
            <a:custGeom>
              <a:avLst/>
              <a:gdLst/>
              <a:ahLst/>
              <a:cxnLst/>
              <a:rect l="l" t="t" r="r" b="b"/>
              <a:pathLst>
                <a:path w="1186" h="433" extrusionOk="0">
                  <a:moveTo>
                    <a:pt x="30" y="1"/>
                  </a:moveTo>
                  <a:cubicBezTo>
                    <a:pt x="20" y="1"/>
                    <a:pt x="11" y="6"/>
                    <a:pt x="7" y="16"/>
                  </a:cubicBezTo>
                  <a:cubicBezTo>
                    <a:pt x="1" y="28"/>
                    <a:pt x="6" y="44"/>
                    <a:pt x="20" y="49"/>
                  </a:cubicBezTo>
                  <a:cubicBezTo>
                    <a:pt x="380" y="223"/>
                    <a:pt x="761" y="352"/>
                    <a:pt x="1152" y="431"/>
                  </a:cubicBezTo>
                  <a:cubicBezTo>
                    <a:pt x="1155" y="433"/>
                    <a:pt x="1156" y="433"/>
                    <a:pt x="1158" y="433"/>
                  </a:cubicBezTo>
                  <a:cubicBezTo>
                    <a:pt x="1170" y="433"/>
                    <a:pt x="1181" y="423"/>
                    <a:pt x="1183" y="411"/>
                  </a:cubicBezTo>
                  <a:cubicBezTo>
                    <a:pt x="1186" y="398"/>
                    <a:pt x="1178" y="384"/>
                    <a:pt x="1163" y="380"/>
                  </a:cubicBezTo>
                  <a:cubicBezTo>
                    <a:pt x="776" y="302"/>
                    <a:pt x="398" y="174"/>
                    <a:pt x="42" y="3"/>
                  </a:cubicBezTo>
                  <a:cubicBezTo>
                    <a:pt x="38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6" name="Google Shape;9336;p31"/>
            <p:cNvSpPr/>
            <p:nvPr/>
          </p:nvSpPr>
          <p:spPr>
            <a:xfrm>
              <a:off x="1959975" y="4122875"/>
              <a:ext cx="5125" cy="2100"/>
            </a:xfrm>
            <a:custGeom>
              <a:avLst/>
              <a:gdLst/>
              <a:ahLst/>
              <a:cxnLst/>
              <a:rect l="l" t="t" r="r" b="b"/>
              <a:pathLst>
                <a:path w="205" h="84" extrusionOk="0">
                  <a:moveTo>
                    <a:pt x="29" y="1"/>
                  </a:moveTo>
                  <a:cubicBezTo>
                    <a:pt x="17" y="1"/>
                    <a:pt x="7" y="9"/>
                    <a:pt x="4" y="22"/>
                  </a:cubicBezTo>
                  <a:cubicBezTo>
                    <a:pt x="0" y="35"/>
                    <a:pt x="10" y="48"/>
                    <a:pt x="25" y="51"/>
                  </a:cubicBezTo>
                  <a:lnTo>
                    <a:pt x="171" y="82"/>
                  </a:lnTo>
                  <a:cubicBezTo>
                    <a:pt x="174" y="83"/>
                    <a:pt x="175" y="83"/>
                    <a:pt x="177" y="83"/>
                  </a:cubicBezTo>
                  <a:cubicBezTo>
                    <a:pt x="189" y="83"/>
                    <a:pt x="200" y="74"/>
                    <a:pt x="202" y="62"/>
                  </a:cubicBezTo>
                  <a:cubicBezTo>
                    <a:pt x="205" y="48"/>
                    <a:pt x="196" y="35"/>
                    <a:pt x="182" y="32"/>
                  </a:cubicBezTo>
                  <a:lnTo>
                    <a:pt x="34" y="1"/>
                  </a:lnTo>
                  <a:cubicBezTo>
                    <a:pt x="32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7" name="Google Shape;9337;p31"/>
            <p:cNvSpPr/>
            <p:nvPr/>
          </p:nvSpPr>
          <p:spPr>
            <a:xfrm>
              <a:off x="1974525" y="4097550"/>
              <a:ext cx="10200" cy="3575"/>
            </a:xfrm>
            <a:custGeom>
              <a:avLst/>
              <a:gdLst/>
              <a:ahLst/>
              <a:cxnLst/>
              <a:rect l="l" t="t" r="r" b="b"/>
              <a:pathLst>
                <a:path w="408" h="143" extrusionOk="0">
                  <a:moveTo>
                    <a:pt x="29" y="0"/>
                  </a:moveTo>
                  <a:cubicBezTo>
                    <a:pt x="18" y="0"/>
                    <a:pt x="7" y="8"/>
                    <a:pt x="5" y="20"/>
                  </a:cubicBezTo>
                  <a:cubicBezTo>
                    <a:pt x="1" y="34"/>
                    <a:pt x="9" y="47"/>
                    <a:pt x="22" y="51"/>
                  </a:cubicBezTo>
                  <a:lnTo>
                    <a:pt x="372" y="143"/>
                  </a:lnTo>
                  <a:lnTo>
                    <a:pt x="379" y="143"/>
                  </a:lnTo>
                  <a:cubicBezTo>
                    <a:pt x="390" y="143"/>
                    <a:pt x="401" y="136"/>
                    <a:pt x="403" y="124"/>
                  </a:cubicBezTo>
                  <a:cubicBezTo>
                    <a:pt x="407" y="110"/>
                    <a:pt x="399" y="96"/>
                    <a:pt x="384" y="92"/>
                  </a:cubicBezTo>
                  <a:lnTo>
                    <a:pt x="36" y="1"/>
                  </a:lnTo>
                  <a:cubicBezTo>
                    <a:pt x="34" y="1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8" name="Google Shape;9338;p31"/>
            <p:cNvSpPr/>
            <p:nvPr/>
          </p:nvSpPr>
          <p:spPr>
            <a:xfrm>
              <a:off x="1990775" y="4101800"/>
              <a:ext cx="17325" cy="2725"/>
            </a:xfrm>
            <a:custGeom>
              <a:avLst/>
              <a:gdLst/>
              <a:ahLst/>
              <a:cxnLst/>
              <a:rect l="l" t="t" r="r" b="b"/>
              <a:pathLst>
                <a:path w="693" h="109" extrusionOk="0">
                  <a:moveTo>
                    <a:pt x="28" y="0"/>
                  </a:moveTo>
                  <a:cubicBezTo>
                    <a:pt x="16" y="0"/>
                    <a:pt x="6" y="9"/>
                    <a:pt x="3" y="21"/>
                  </a:cubicBezTo>
                  <a:cubicBezTo>
                    <a:pt x="1" y="36"/>
                    <a:pt x="9" y="49"/>
                    <a:pt x="24" y="52"/>
                  </a:cubicBezTo>
                  <a:cubicBezTo>
                    <a:pt x="225" y="90"/>
                    <a:pt x="431" y="109"/>
                    <a:pt x="636" y="109"/>
                  </a:cubicBezTo>
                  <a:lnTo>
                    <a:pt x="667" y="109"/>
                  </a:lnTo>
                  <a:cubicBezTo>
                    <a:pt x="681" y="109"/>
                    <a:pt x="692" y="96"/>
                    <a:pt x="692" y="82"/>
                  </a:cubicBezTo>
                  <a:cubicBezTo>
                    <a:pt x="692" y="68"/>
                    <a:pt x="681" y="56"/>
                    <a:pt x="667" y="56"/>
                  </a:cubicBezTo>
                  <a:cubicBezTo>
                    <a:pt x="653" y="56"/>
                    <a:pt x="640" y="56"/>
                    <a:pt x="627" y="56"/>
                  </a:cubicBezTo>
                  <a:cubicBezTo>
                    <a:pt x="426" y="56"/>
                    <a:pt x="229" y="37"/>
                    <a:pt x="33" y="1"/>
                  </a:cubicBezTo>
                  <a:cubicBezTo>
                    <a:pt x="31" y="1"/>
                    <a:pt x="3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9" name="Google Shape;9339;p31"/>
            <p:cNvSpPr/>
            <p:nvPr/>
          </p:nvSpPr>
          <p:spPr>
            <a:xfrm>
              <a:off x="1984100" y="4092925"/>
              <a:ext cx="27600" cy="3350"/>
            </a:xfrm>
            <a:custGeom>
              <a:avLst/>
              <a:gdLst/>
              <a:ahLst/>
              <a:cxnLst/>
              <a:rect l="l" t="t" r="r" b="b"/>
              <a:pathLst>
                <a:path w="1104" h="134" extrusionOk="0">
                  <a:moveTo>
                    <a:pt x="28" y="0"/>
                  </a:moveTo>
                  <a:cubicBezTo>
                    <a:pt x="17" y="0"/>
                    <a:pt x="6" y="8"/>
                    <a:pt x="3" y="20"/>
                  </a:cubicBezTo>
                  <a:cubicBezTo>
                    <a:pt x="0" y="34"/>
                    <a:pt x="8" y="48"/>
                    <a:pt x="23" y="52"/>
                  </a:cubicBezTo>
                  <a:cubicBezTo>
                    <a:pt x="264" y="106"/>
                    <a:pt x="507" y="134"/>
                    <a:pt x="753" y="134"/>
                  </a:cubicBezTo>
                  <a:cubicBezTo>
                    <a:pt x="861" y="134"/>
                    <a:pt x="970" y="129"/>
                    <a:pt x="1078" y="118"/>
                  </a:cubicBezTo>
                  <a:cubicBezTo>
                    <a:pt x="1092" y="116"/>
                    <a:pt x="1103" y="103"/>
                    <a:pt x="1102" y="90"/>
                  </a:cubicBezTo>
                  <a:cubicBezTo>
                    <a:pt x="1101" y="76"/>
                    <a:pt x="1089" y="65"/>
                    <a:pt x="1077" y="65"/>
                  </a:cubicBezTo>
                  <a:cubicBezTo>
                    <a:pt x="1076" y="65"/>
                    <a:pt x="1075" y="65"/>
                    <a:pt x="1074" y="65"/>
                  </a:cubicBezTo>
                  <a:cubicBezTo>
                    <a:pt x="966" y="76"/>
                    <a:pt x="858" y="82"/>
                    <a:pt x="750" y="82"/>
                  </a:cubicBezTo>
                  <a:cubicBezTo>
                    <a:pt x="509" y="82"/>
                    <a:pt x="270" y="55"/>
                    <a:pt x="34" y="1"/>
                  </a:cubicBezTo>
                  <a:cubicBezTo>
                    <a:pt x="32" y="0"/>
                    <a:pt x="3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0" name="Google Shape;9340;p31"/>
            <p:cNvSpPr/>
            <p:nvPr/>
          </p:nvSpPr>
          <p:spPr>
            <a:xfrm>
              <a:off x="1915375" y="4083600"/>
              <a:ext cx="16225" cy="36300"/>
            </a:xfrm>
            <a:custGeom>
              <a:avLst/>
              <a:gdLst/>
              <a:ahLst/>
              <a:cxnLst/>
              <a:rect l="l" t="t" r="r" b="b"/>
              <a:pathLst>
                <a:path w="649" h="1452" extrusionOk="0">
                  <a:moveTo>
                    <a:pt x="620" y="1"/>
                  </a:moveTo>
                  <a:cubicBezTo>
                    <a:pt x="611" y="1"/>
                    <a:pt x="602" y="5"/>
                    <a:pt x="598" y="13"/>
                  </a:cubicBezTo>
                  <a:cubicBezTo>
                    <a:pt x="337" y="452"/>
                    <a:pt x="136" y="925"/>
                    <a:pt x="5" y="1419"/>
                  </a:cubicBezTo>
                  <a:cubicBezTo>
                    <a:pt x="1" y="1432"/>
                    <a:pt x="10" y="1447"/>
                    <a:pt x="23" y="1451"/>
                  </a:cubicBezTo>
                  <a:lnTo>
                    <a:pt x="30" y="1451"/>
                  </a:lnTo>
                  <a:cubicBezTo>
                    <a:pt x="41" y="1451"/>
                    <a:pt x="52" y="1445"/>
                    <a:pt x="54" y="1432"/>
                  </a:cubicBezTo>
                  <a:cubicBezTo>
                    <a:pt x="186" y="943"/>
                    <a:pt x="384" y="475"/>
                    <a:pt x="642" y="39"/>
                  </a:cubicBezTo>
                  <a:cubicBezTo>
                    <a:pt x="649" y="27"/>
                    <a:pt x="645" y="10"/>
                    <a:pt x="633" y="4"/>
                  </a:cubicBezTo>
                  <a:cubicBezTo>
                    <a:pt x="629" y="2"/>
                    <a:pt x="625" y="1"/>
                    <a:pt x="62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1" name="Google Shape;9341;p31"/>
            <p:cNvSpPr/>
            <p:nvPr/>
          </p:nvSpPr>
          <p:spPr>
            <a:xfrm>
              <a:off x="1933775" y="4074350"/>
              <a:ext cx="4575" cy="4725"/>
            </a:xfrm>
            <a:custGeom>
              <a:avLst/>
              <a:gdLst/>
              <a:ahLst/>
              <a:cxnLst/>
              <a:rect l="l" t="t" r="r" b="b"/>
              <a:pathLst>
                <a:path w="183" h="189" extrusionOk="0">
                  <a:moveTo>
                    <a:pt x="152" y="0"/>
                  </a:moveTo>
                  <a:cubicBezTo>
                    <a:pt x="147" y="0"/>
                    <a:pt x="143" y="1"/>
                    <a:pt x="139" y="4"/>
                  </a:cubicBezTo>
                  <a:cubicBezTo>
                    <a:pt x="84" y="41"/>
                    <a:pt x="38" y="91"/>
                    <a:pt x="7" y="150"/>
                  </a:cubicBezTo>
                  <a:cubicBezTo>
                    <a:pt x="0" y="163"/>
                    <a:pt x="6" y="179"/>
                    <a:pt x="18" y="185"/>
                  </a:cubicBezTo>
                  <a:cubicBezTo>
                    <a:pt x="22" y="187"/>
                    <a:pt x="26" y="188"/>
                    <a:pt x="30" y="188"/>
                  </a:cubicBezTo>
                  <a:cubicBezTo>
                    <a:pt x="39" y="188"/>
                    <a:pt x="48" y="183"/>
                    <a:pt x="53" y="175"/>
                  </a:cubicBezTo>
                  <a:cubicBezTo>
                    <a:pt x="80" y="124"/>
                    <a:pt x="119" y="79"/>
                    <a:pt x="167" y="47"/>
                  </a:cubicBezTo>
                  <a:cubicBezTo>
                    <a:pt x="179" y="40"/>
                    <a:pt x="182" y="23"/>
                    <a:pt x="174" y="12"/>
                  </a:cubicBezTo>
                  <a:cubicBezTo>
                    <a:pt x="169" y="4"/>
                    <a:pt x="160" y="0"/>
                    <a:pt x="15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2" name="Google Shape;9342;p31"/>
            <p:cNvSpPr/>
            <p:nvPr/>
          </p:nvSpPr>
          <p:spPr>
            <a:xfrm>
              <a:off x="1646725" y="4264650"/>
              <a:ext cx="97850" cy="171000"/>
            </a:xfrm>
            <a:custGeom>
              <a:avLst/>
              <a:gdLst/>
              <a:ahLst/>
              <a:cxnLst/>
              <a:rect l="l" t="t" r="r" b="b"/>
              <a:pathLst>
                <a:path w="3914" h="6840" extrusionOk="0">
                  <a:moveTo>
                    <a:pt x="1846" y="1"/>
                  </a:moveTo>
                  <a:lnTo>
                    <a:pt x="1846" y="1"/>
                  </a:lnTo>
                  <a:cubicBezTo>
                    <a:pt x="1387" y="491"/>
                    <a:pt x="932" y="1011"/>
                    <a:pt x="584" y="1583"/>
                  </a:cubicBezTo>
                  <a:cubicBezTo>
                    <a:pt x="234" y="2155"/>
                    <a:pt x="0" y="2817"/>
                    <a:pt x="42" y="3485"/>
                  </a:cubicBezTo>
                  <a:cubicBezTo>
                    <a:pt x="86" y="4189"/>
                    <a:pt x="431" y="4845"/>
                    <a:pt x="887" y="5382"/>
                  </a:cubicBezTo>
                  <a:cubicBezTo>
                    <a:pt x="1341" y="5919"/>
                    <a:pt x="1958" y="6411"/>
                    <a:pt x="2516" y="6839"/>
                  </a:cubicBezTo>
                  <a:cubicBezTo>
                    <a:pt x="3197" y="6083"/>
                    <a:pt x="3914" y="5205"/>
                    <a:pt x="3845" y="4190"/>
                  </a:cubicBezTo>
                  <a:cubicBezTo>
                    <a:pt x="3793" y="3403"/>
                    <a:pt x="3276" y="2737"/>
                    <a:pt x="2794" y="2113"/>
                  </a:cubicBezTo>
                  <a:cubicBezTo>
                    <a:pt x="2314" y="1489"/>
                    <a:pt x="1824" y="788"/>
                    <a:pt x="1846" y="1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3" name="Google Shape;9343;p31"/>
            <p:cNvSpPr/>
            <p:nvPr/>
          </p:nvSpPr>
          <p:spPr>
            <a:xfrm>
              <a:off x="1645500" y="4263350"/>
              <a:ext cx="100400" cy="173600"/>
            </a:xfrm>
            <a:custGeom>
              <a:avLst/>
              <a:gdLst/>
              <a:ahLst/>
              <a:cxnLst/>
              <a:rect l="l" t="t" r="r" b="b"/>
              <a:pathLst>
                <a:path w="4016" h="6944" extrusionOk="0">
                  <a:moveTo>
                    <a:pt x="1844" y="183"/>
                  </a:moveTo>
                  <a:cubicBezTo>
                    <a:pt x="1875" y="931"/>
                    <a:pt x="2332" y="1587"/>
                    <a:pt x="2803" y="2196"/>
                  </a:cubicBezTo>
                  <a:lnTo>
                    <a:pt x="2811" y="2208"/>
                  </a:lnTo>
                  <a:cubicBezTo>
                    <a:pt x="3293" y="2834"/>
                    <a:pt x="3792" y="3479"/>
                    <a:pt x="3843" y="4245"/>
                  </a:cubicBezTo>
                  <a:cubicBezTo>
                    <a:pt x="3907" y="5218"/>
                    <a:pt x="3250" y="6050"/>
                    <a:pt x="2558" y="6821"/>
                  </a:cubicBezTo>
                  <a:cubicBezTo>
                    <a:pt x="1990" y="6385"/>
                    <a:pt x="1409" y="5912"/>
                    <a:pt x="975" y="5401"/>
                  </a:cubicBezTo>
                  <a:cubicBezTo>
                    <a:pt x="622" y="4985"/>
                    <a:pt x="192" y="4324"/>
                    <a:pt x="142" y="3535"/>
                  </a:cubicBezTo>
                  <a:cubicBezTo>
                    <a:pt x="106" y="2941"/>
                    <a:pt x="290" y="2294"/>
                    <a:pt x="676" y="1662"/>
                  </a:cubicBezTo>
                  <a:cubicBezTo>
                    <a:pt x="1010" y="1116"/>
                    <a:pt x="1447" y="613"/>
                    <a:pt x="1844" y="183"/>
                  </a:cubicBezTo>
                  <a:close/>
                  <a:moveTo>
                    <a:pt x="1894" y="1"/>
                  </a:moveTo>
                  <a:cubicBezTo>
                    <a:pt x="1880" y="1"/>
                    <a:pt x="1866" y="6"/>
                    <a:pt x="1856" y="17"/>
                  </a:cubicBezTo>
                  <a:cubicBezTo>
                    <a:pt x="1433" y="470"/>
                    <a:pt x="952" y="1012"/>
                    <a:pt x="589" y="1608"/>
                  </a:cubicBezTo>
                  <a:cubicBezTo>
                    <a:pt x="190" y="2258"/>
                    <a:pt x="1" y="2927"/>
                    <a:pt x="40" y="3541"/>
                  </a:cubicBezTo>
                  <a:cubicBezTo>
                    <a:pt x="91" y="4359"/>
                    <a:pt x="533" y="5040"/>
                    <a:pt x="895" y="5468"/>
                  </a:cubicBezTo>
                  <a:cubicBezTo>
                    <a:pt x="1346" y="5998"/>
                    <a:pt x="1949" y="6485"/>
                    <a:pt x="2534" y="6933"/>
                  </a:cubicBezTo>
                  <a:cubicBezTo>
                    <a:pt x="2543" y="6940"/>
                    <a:pt x="2554" y="6944"/>
                    <a:pt x="2565" y="6944"/>
                  </a:cubicBezTo>
                  <a:cubicBezTo>
                    <a:pt x="2580" y="6944"/>
                    <a:pt x="2593" y="6937"/>
                    <a:pt x="2604" y="6926"/>
                  </a:cubicBezTo>
                  <a:cubicBezTo>
                    <a:pt x="3289" y="6165"/>
                    <a:pt x="4015" y="5265"/>
                    <a:pt x="3947" y="4238"/>
                  </a:cubicBezTo>
                  <a:cubicBezTo>
                    <a:pt x="3893" y="3440"/>
                    <a:pt x="3384" y="2781"/>
                    <a:pt x="2893" y="2145"/>
                  </a:cubicBezTo>
                  <a:lnTo>
                    <a:pt x="2885" y="2133"/>
                  </a:lnTo>
                  <a:cubicBezTo>
                    <a:pt x="2399" y="1503"/>
                    <a:pt x="1926" y="824"/>
                    <a:pt x="1946" y="54"/>
                  </a:cubicBezTo>
                  <a:cubicBezTo>
                    <a:pt x="1946" y="33"/>
                    <a:pt x="1934" y="13"/>
                    <a:pt x="1914" y="4"/>
                  </a:cubicBezTo>
                  <a:cubicBezTo>
                    <a:pt x="1907" y="2"/>
                    <a:pt x="1901" y="1"/>
                    <a:pt x="189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4" name="Google Shape;9344;p31"/>
            <p:cNvSpPr/>
            <p:nvPr/>
          </p:nvSpPr>
          <p:spPr>
            <a:xfrm>
              <a:off x="1693125" y="4434325"/>
              <a:ext cx="17850" cy="52400"/>
            </a:xfrm>
            <a:custGeom>
              <a:avLst/>
              <a:gdLst/>
              <a:ahLst/>
              <a:cxnLst/>
              <a:rect l="l" t="t" r="r" b="b"/>
              <a:pathLst>
                <a:path w="714" h="2096" extrusionOk="0">
                  <a:moveTo>
                    <a:pt x="657" y="1"/>
                  </a:moveTo>
                  <a:cubicBezTo>
                    <a:pt x="629" y="1"/>
                    <a:pt x="610" y="23"/>
                    <a:pt x="609" y="50"/>
                  </a:cubicBezTo>
                  <a:cubicBezTo>
                    <a:pt x="568" y="718"/>
                    <a:pt x="380" y="1345"/>
                    <a:pt x="14" y="2019"/>
                  </a:cubicBezTo>
                  <a:cubicBezTo>
                    <a:pt x="1" y="2045"/>
                    <a:pt x="10" y="2076"/>
                    <a:pt x="36" y="2089"/>
                  </a:cubicBezTo>
                  <a:cubicBezTo>
                    <a:pt x="44" y="2093"/>
                    <a:pt x="52" y="2096"/>
                    <a:pt x="60" y="2096"/>
                  </a:cubicBezTo>
                  <a:cubicBezTo>
                    <a:pt x="79" y="2096"/>
                    <a:pt x="96" y="2086"/>
                    <a:pt x="106" y="2069"/>
                  </a:cubicBezTo>
                  <a:cubicBezTo>
                    <a:pt x="478" y="1380"/>
                    <a:pt x="671" y="741"/>
                    <a:pt x="712" y="56"/>
                  </a:cubicBezTo>
                  <a:cubicBezTo>
                    <a:pt x="714" y="27"/>
                    <a:pt x="692" y="2"/>
                    <a:pt x="664" y="1"/>
                  </a:cubicBezTo>
                  <a:cubicBezTo>
                    <a:pt x="662" y="1"/>
                    <a:pt x="659" y="1"/>
                    <a:pt x="65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5" name="Google Shape;9345;p31"/>
            <p:cNvSpPr/>
            <p:nvPr/>
          </p:nvSpPr>
          <p:spPr>
            <a:xfrm>
              <a:off x="1685775" y="4264000"/>
              <a:ext cx="25075" cy="172775"/>
            </a:xfrm>
            <a:custGeom>
              <a:avLst/>
              <a:gdLst/>
              <a:ahLst/>
              <a:cxnLst/>
              <a:rect l="l" t="t" r="r" b="b"/>
              <a:pathLst>
                <a:path w="1003" h="6911" extrusionOk="0">
                  <a:moveTo>
                    <a:pt x="283" y="0"/>
                  </a:moveTo>
                  <a:cubicBezTo>
                    <a:pt x="271" y="0"/>
                    <a:pt x="262" y="8"/>
                    <a:pt x="258" y="19"/>
                  </a:cubicBezTo>
                  <a:cubicBezTo>
                    <a:pt x="0" y="930"/>
                    <a:pt x="39" y="2083"/>
                    <a:pt x="377" y="3542"/>
                  </a:cubicBezTo>
                  <a:cubicBezTo>
                    <a:pt x="416" y="3712"/>
                    <a:pt x="457" y="3880"/>
                    <a:pt x="498" y="4048"/>
                  </a:cubicBezTo>
                  <a:cubicBezTo>
                    <a:pt x="720" y="4972"/>
                    <a:pt x="950" y="5928"/>
                    <a:pt x="914" y="6884"/>
                  </a:cubicBezTo>
                  <a:cubicBezTo>
                    <a:pt x="914" y="6899"/>
                    <a:pt x="924" y="6911"/>
                    <a:pt x="939" y="6911"/>
                  </a:cubicBezTo>
                  <a:cubicBezTo>
                    <a:pt x="954" y="6911"/>
                    <a:pt x="965" y="6900"/>
                    <a:pt x="966" y="6885"/>
                  </a:cubicBezTo>
                  <a:cubicBezTo>
                    <a:pt x="1002" y="5922"/>
                    <a:pt x="771" y="4963"/>
                    <a:pt x="548" y="4036"/>
                  </a:cubicBezTo>
                  <a:cubicBezTo>
                    <a:pt x="507" y="3868"/>
                    <a:pt x="467" y="3700"/>
                    <a:pt x="428" y="3531"/>
                  </a:cubicBezTo>
                  <a:cubicBezTo>
                    <a:pt x="92" y="2079"/>
                    <a:pt x="52" y="935"/>
                    <a:pt x="308" y="34"/>
                  </a:cubicBezTo>
                  <a:cubicBezTo>
                    <a:pt x="312" y="20"/>
                    <a:pt x="304" y="5"/>
                    <a:pt x="291" y="1"/>
                  </a:cubicBezTo>
                  <a:cubicBezTo>
                    <a:pt x="288" y="1"/>
                    <a:pt x="285" y="0"/>
                    <a:pt x="28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6" name="Google Shape;9346;p31"/>
            <p:cNvSpPr/>
            <p:nvPr/>
          </p:nvSpPr>
          <p:spPr>
            <a:xfrm>
              <a:off x="1705300" y="4332100"/>
              <a:ext cx="22400" cy="60400"/>
            </a:xfrm>
            <a:custGeom>
              <a:avLst/>
              <a:gdLst/>
              <a:ahLst/>
              <a:cxnLst/>
              <a:rect l="l" t="t" r="r" b="b"/>
              <a:pathLst>
                <a:path w="896" h="2416" extrusionOk="0">
                  <a:moveTo>
                    <a:pt x="869" y="0"/>
                  </a:moveTo>
                  <a:cubicBezTo>
                    <a:pt x="856" y="0"/>
                    <a:pt x="844" y="9"/>
                    <a:pt x="841" y="23"/>
                  </a:cubicBezTo>
                  <a:cubicBezTo>
                    <a:pt x="730" y="849"/>
                    <a:pt x="441" y="1663"/>
                    <a:pt x="9" y="2376"/>
                  </a:cubicBezTo>
                  <a:cubicBezTo>
                    <a:pt x="1" y="2388"/>
                    <a:pt x="5" y="2404"/>
                    <a:pt x="17" y="2412"/>
                  </a:cubicBezTo>
                  <a:cubicBezTo>
                    <a:pt x="21" y="2415"/>
                    <a:pt x="26" y="2415"/>
                    <a:pt x="30" y="2415"/>
                  </a:cubicBezTo>
                  <a:cubicBezTo>
                    <a:pt x="38" y="2415"/>
                    <a:pt x="48" y="2411"/>
                    <a:pt x="52" y="2403"/>
                  </a:cubicBezTo>
                  <a:cubicBezTo>
                    <a:pt x="489" y="1685"/>
                    <a:pt x="780" y="864"/>
                    <a:pt x="893" y="30"/>
                  </a:cubicBezTo>
                  <a:cubicBezTo>
                    <a:pt x="895" y="16"/>
                    <a:pt x="885" y="3"/>
                    <a:pt x="871" y="0"/>
                  </a:cubicBezTo>
                  <a:cubicBezTo>
                    <a:pt x="870" y="0"/>
                    <a:pt x="869" y="0"/>
                    <a:pt x="86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7" name="Google Shape;9347;p31"/>
            <p:cNvSpPr/>
            <p:nvPr/>
          </p:nvSpPr>
          <p:spPr>
            <a:xfrm>
              <a:off x="1690950" y="4298450"/>
              <a:ext cx="11850" cy="32125"/>
            </a:xfrm>
            <a:custGeom>
              <a:avLst/>
              <a:gdLst/>
              <a:ahLst/>
              <a:cxnLst/>
              <a:rect l="l" t="t" r="r" b="b"/>
              <a:pathLst>
                <a:path w="474" h="1285" extrusionOk="0">
                  <a:moveTo>
                    <a:pt x="443" y="0"/>
                  </a:moveTo>
                  <a:cubicBezTo>
                    <a:pt x="431" y="0"/>
                    <a:pt x="422" y="10"/>
                    <a:pt x="420" y="21"/>
                  </a:cubicBezTo>
                  <a:cubicBezTo>
                    <a:pt x="346" y="449"/>
                    <a:pt x="207" y="862"/>
                    <a:pt x="7" y="1247"/>
                  </a:cubicBezTo>
                  <a:cubicBezTo>
                    <a:pt x="0" y="1260"/>
                    <a:pt x="6" y="1275"/>
                    <a:pt x="18" y="1282"/>
                  </a:cubicBezTo>
                  <a:cubicBezTo>
                    <a:pt x="22" y="1284"/>
                    <a:pt x="26" y="1284"/>
                    <a:pt x="30" y="1284"/>
                  </a:cubicBezTo>
                  <a:cubicBezTo>
                    <a:pt x="39" y="1284"/>
                    <a:pt x="49" y="1280"/>
                    <a:pt x="53" y="1271"/>
                  </a:cubicBezTo>
                  <a:cubicBezTo>
                    <a:pt x="256" y="881"/>
                    <a:pt x="396" y="464"/>
                    <a:pt x="471" y="31"/>
                  </a:cubicBezTo>
                  <a:cubicBezTo>
                    <a:pt x="474" y="17"/>
                    <a:pt x="464" y="2"/>
                    <a:pt x="450" y="1"/>
                  </a:cubicBezTo>
                  <a:cubicBezTo>
                    <a:pt x="447" y="0"/>
                    <a:pt x="445" y="0"/>
                    <a:pt x="44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8" name="Google Shape;9348;p31"/>
            <p:cNvSpPr/>
            <p:nvPr/>
          </p:nvSpPr>
          <p:spPr>
            <a:xfrm>
              <a:off x="1650575" y="4325025"/>
              <a:ext cx="46875" cy="37000"/>
            </a:xfrm>
            <a:custGeom>
              <a:avLst/>
              <a:gdLst/>
              <a:ahLst/>
              <a:cxnLst/>
              <a:rect l="l" t="t" r="r" b="b"/>
              <a:pathLst>
                <a:path w="1875" h="1480" extrusionOk="0">
                  <a:moveTo>
                    <a:pt x="31" y="1"/>
                  </a:moveTo>
                  <a:cubicBezTo>
                    <a:pt x="25" y="1"/>
                    <a:pt x="18" y="3"/>
                    <a:pt x="13" y="8"/>
                  </a:cubicBezTo>
                  <a:cubicBezTo>
                    <a:pt x="2" y="17"/>
                    <a:pt x="1" y="33"/>
                    <a:pt x="10" y="44"/>
                  </a:cubicBezTo>
                  <a:cubicBezTo>
                    <a:pt x="552" y="634"/>
                    <a:pt x="1131" y="1089"/>
                    <a:pt x="1832" y="1477"/>
                  </a:cubicBezTo>
                  <a:cubicBezTo>
                    <a:pt x="1836" y="1479"/>
                    <a:pt x="1841" y="1479"/>
                    <a:pt x="1845" y="1479"/>
                  </a:cubicBezTo>
                  <a:cubicBezTo>
                    <a:pt x="1855" y="1479"/>
                    <a:pt x="1863" y="1475"/>
                    <a:pt x="1868" y="1466"/>
                  </a:cubicBezTo>
                  <a:cubicBezTo>
                    <a:pt x="1875" y="1454"/>
                    <a:pt x="1869" y="1438"/>
                    <a:pt x="1857" y="1431"/>
                  </a:cubicBezTo>
                  <a:cubicBezTo>
                    <a:pt x="1160" y="1047"/>
                    <a:pt x="586" y="595"/>
                    <a:pt x="49" y="9"/>
                  </a:cubicBezTo>
                  <a:cubicBezTo>
                    <a:pt x="44" y="3"/>
                    <a:pt x="38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9" name="Google Shape;9349;p31"/>
            <p:cNvSpPr/>
            <p:nvPr/>
          </p:nvSpPr>
          <p:spPr>
            <a:xfrm>
              <a:off x="1653050" y="4372150"/>
              <a:ext cx="55450" cy="41575"/>
            </a:xfrm>
            <a:custGeom>
              <a:avLst/>
              <a:gdLst/>
              <a:ahLst/>
              <a:cxnLst/>
              <a:rect l="l" t="t" r="r" b="b"/>
              <a:pathLst>
                <a:path w="2218" h="1663" extrusionOk="0">
                  <a:moveTo>
                    <a:pt x="28" y="1"/>
                  </a:moveTo>
                  <a:cubicBezTo>
                    <a:pt x="22" y="1"/>
                    <a:pt x="15" y="3"/>
                    <a:pt x="9" y="9"/>
                  </a:cubicBezTo>
                  <a:cubicBezTo>
                    <a:pt x="0" y="18"/>
                    <a:pt x="0" y="36"/>
                    <a:pt x="11" y="45"/>
                  </a:cubicBezTo>
                  <a:cubicBezTo>
                    <a:pt x="653" y="681"/>
                    <a:pt x="1382" y="1225"/>
                    <a:pt x="2175" y="1659"/>
                  </a:cubicBezTo>
                  <a:cubicBezTo>
                    <a:pt x="2179" y="1661"/>
                    <a:pt x="2183" y="1662"/>
                    <a:pt x="2188" y="1662"/>
                  </a:cubicBezTo>
                  <a:cubicBezTo>
                    <a:pt x="2197" y="1662"/>
                    <a:pt x="2205" y="1657"/>
                    <a:pt x="2210" y="1649"/>
                  </a:cubicBezTo>
                  <a:cubicBezTo>
                    <a:pt x="2217" y="1636"/>
                    <a:pt x="2213" y="1620"/>
                    <a:pt x="2200" y="1614"/>
                  </a:cubicBezTo>
                  <a:cubicBezTo>
                    <a:pt x="1411" y="1182"/>
                    <a:pt x="686" y="642"/>
                    <a:pt x="47" y="9"/>
                  </a:cubicBezTo>
                  <a:cubicBezTo>
                    <a:pt x="42" y="3"/>
                    <a:pt x="35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0" name="Google Shape;9350;p31"/>
            <p:cNvSpPr/>
            <p:nvPr/>
          </p:nvSpPr>
          <p:spPr>
            <a:xfrm>
              <a:off x="1707075" y="4311675"/>
              <a:ext cx="4925" cy="11325"/>
            </a:xfrm>
            <a:custGeom>
              <a:avLst/>
              <a:gdLst/>
              <a:ahLst/>
              <a:cxnLst/>
              <a:rect l="l" t="t" r="r" b="b"/>
              <a:pathLst>
                <a:path w="197" h="453" extrusionOk="0">
                  <a:moveTo>
                    <a:pt x="167" y="0"/>
                  </a:moveTo>
                  <a:cubicBezTo>
                    <a:pt x="155" y="0"/>
                    <a:pt x="145" y="9"/>
                    <a:pt x="142" y="21"/>
                  </a:cubicBezTo>
                  <a:cubicBezTo>
                    <a:pt x="114" y="157"/>
                    <a:pt x="68" y="290"/>
                    <a:pt x="8" y="415"/>
                  </a:cubicBezTo>
                  <a:cubicBezTo>
                    <a:pt x="1" y="427"/>
                    <a:pt x="6" y="443"/>
                    <a:pt x="20" y="450"/>
                  </a:cubicBezTo>
                  <a:cubicBezTo>
                    <a:pt x="22" y="451"/>
                    <a:pt x="27" y="453"/>
                    <a:pt x="31" y="453"/>
                  </a:cubicBezTo>
                  <a:lnTo>
                    <a:pt x="31" y="451"/>
                  </a:lnTo>
                  <a:cubicBezTo>
                    <a:pt x="40" y="451"/>
                    <a:pt x="49" y="446"/>
                    <a:pt x="55" y="438"/>
                  </a:cubicBezTo>
                  <a:cubicBezTo>
                    <a:pt x="117" y="309"/>
                    <a:pt x="164" y="172"/>
                    <a:pt x="193" y="32"/>
                  </a:cubicBezTo>
                  <a:cubicBezTo>
                    <a:pt x="196" y="18"/>
                    <a:pt x="187" y="3"/>
                    <a:pt x="172" y="1"/>
                  </a:cubicBezTo>
                  <a:cubicBezTo>
                    <a:pt x="170" y="0"/>
                    <a:pt x="169" y="0"/>
                    <a:pt x="16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1" name="Google Shape;9351;p31"/>
            <p:cNvSpPr/>
            <p:nvPr/>
          </p:nvSpPr>
          <p:spPr>
            <a:xfrm>
              <a:off x="1701325" y="4328925"/>
              <a:ext cx="3525" cy="5550"/>
            </a:xfrm>
            <a:custGeom>
              <a:avLst/>
              <a:gdLst/>
              <a:ahLst/>
              <a:cxnLst/>
              <a:rect l="l" t="t" r="r" b="b"/>
              <a:pathLst>
                <a:path w="141" h="222" extrusionOk="0">
                  <a:moveTo>
                    <a:pt x="111" y="1"/>
                  </a:moveTo>
                  <a:cubicBezTo>
                    <a:pt x="102" y="1"/>
                    <a:pt x="93" y="6"/>
                    <a:pt x="88" y="16"/>
                  </a:cubicBezTo>
                  <a:lnTo>
                    <a:pt x="6" y="184"/>
                  </a:lnTo>
                  <a:cubicBezTo>
                    <a:pt x="1" y="197"/>
                    <a:pt x="6" y="212"/>
                    <a:pt x="18" y="219"/>
                  </a:cubicBezTo>
                  <a:cubicBezTo>
                    <a:pt x="22" y="220"/>
                    <a:pt x="26" y="221"/>
                    <a:pt x="29" y="221"/>
                  </a:cubicBezTo>
                  <a:cubicBezTo>
                    <a:pt x="40" y="221"/>
                    <a:pt x="49" y="216"/>
                    <a:pt x="53" y="207"/>
                  </a:cubicBezTo>
                  <a:lnTo>
                    <a:pt x="135" y="37"/>
                  </a:lnTo>
                  <a:cubicBezTo>
                    <a:pt x="141" y="25"/>
                    <a:pt x="135" y="9"/>
                    <a:pt x="123" y="4"/>
                  </a:cubicBezTo>
                  <a:cubicBezTo>
                    <a:pt x="119" y="2"/>
                    <a:pt x="115" y="1"/>
                    <a:pt x="11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2" name="Google Shape;9352;p31"/>
            <p:cNvSpPr/>
            <p:nvPr/>
          </p:nvSpPr>
          <p:spPr>
            <a:xfrm>
              <a:off x="1675375" y="4374350"/>
              <a:ext cx="30600" cy="19550"/>
            </a:xfrm>
            <a:custGeom>
              <a:avLst/>
              <a:gdLst/>
              <a:ahLst/>
              <a:cxnLst/>
              <a:rect l="l" t="t" r="r" b="b"/>
              <a:pathLst>
                <a:path w="1224" h="782" extrusionOk="0">
                  <a:moveTo>
                    <a:pt x="30" y="0"/>
                  </a:moveTo>
                  <a:cubicBezTo>
                    <a:pt x="23" y="0"/>
                    <a:pt x="15" y="3"/>
                    <a:pt x="10" y="9"/>
                  </a:cubicBezTo>
                  <a:cubicBezTo>
                    <a:pt x="0" y="20"/>
                    <a:pt x="2" y="36"/>
                    <a:pt x="14" y="46"/>
                  </a:cubicBezTo>
                  <a:cubicBezTo>
                    <a:pt x="370" y="338"/>
                    <a:pt x="764" y="584"/>
                    <a:pt x="1183" y="779"/>
                  </a:cubicBezTo>
                  <a:cubicBezTo>
                    <a:pt x="1187" y="782"/>
                    <a:pt x="1190" y="782"/>
                    <a:pt x="1194" y="782"/>
                  </a:cubicBezTo>
                  <a:cubicBezTo>
                    <a:pt x="1203" y="782"/>
                    <a:pt x="1212" y="776"/>
                    <a:pt x="1218" y="767"/>
                  </a:cubicBezTo>
                  <a:cubicBezTo>
                    <a:pt x="1223" y="753"/>
                    <a:pt x="1218" y="739"/>
                    <a:pt x="1204" y="732"/>
                  </a:cubicBezTo>
                  <a:cubicBezTo>
                    <a:pt x="790" y="539"/>
                    <a:pt x="400" y="295"/>
                    <a:pt x="46" y="5"/>
                  </a:cubicBezTo>
                  <a:cubicBezTo>
                    <a:pt x="41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3" name="Google Shape;9353;p31"/>
            <p:cNvSpPr/>
            <p:nvPr/>
          </p:nvSpPr>
          <p:spPr>
            <a:xfrm>
              <a:off x="1667000" y="4368550"/>
              <a:ext cx="4875" cy="4025"/>
            </a:xfrm>
            <a:custGeom>
              <a:avLst/>
              <a:gdLst/>
              <a:ahLst/>
              <a:cxnLst/>
              <a:rect l="l" t="t" r="r" b="b"/>
              <a:pathLst>
                <a:path w="195" h="161" extrusionOk="0">
                  <a:moveTo>
                    <a:pt x="30" y="0"/>
                  </a:moveTo>
                  <a:cubicBezTo>
                    <a:pt x="22" y="0"/>
                    <a:pt x="14" y="4"/>
                    <a:pt x="10" y="10"/>
                  </a:cubicBezTo>
                  <a:cubicBezTo>
                    <a:pt x="0" y="21"/>
                    <a:pt x="2" y="37"/>
                    <a:pt x="14" y="46"/>
                  </a:cubicBezTo>
                  <a:lnTo>
                    <a:pt x="150" y="155"/>
                  </a:lnTo>
                  <a:cubicBezTo>
                    <a:pt x="154" y="159"/>
                    <a:pt x="159" y="161"/>
                    <a:pt x="166" y="161"/>
                  </a:cubicBezTo>
                  <a:cubicBezTo>
                    <a:pt x="173" y="161"/>
                    <a:pt x="181" y="158"/>
                    <a:pt x="186" y="151"/>
                  </a:cubicBezTo>
                  <a:cubicBezTo>
                    <a:pt x="194" y="141"/>
                    <a:pt x="193" y="124"/>
                    <a:pt x="182" y="115"/>
                  </a:cubicBezTo>
                  <a:lnTo>
                    <a:pt x="46" y="6"/>
                  </a:ln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4" name="Google Shape;9354;p31"/>
            <p:cNvSpPr/>
            <p:nvPr/>
          </p:nvSpPr>
          <p:spPr>
            <a:xfrm>
              <a:off x="1673950" y="4333600"/>
              <a:ext cx="9925" cy="7425"/>
            </a:xfrm>
            <a:custGeom>
              <a:avLst/>
              <a:gdLst/>
              <a:ahLst/>
              <a:cxnLst/>
              <a:rect l="l" t="t" r="r" b="b"/>
              <a:pathLst>
                <a:path w="397" h="297" extrusionOk="0">
                  <a:moveTo>
                    <a:pt x="31" y="0"/>
                  </a:moveTo>
                  <a:cubicBezTo>
                    <a:pt x="23" y="0"/>
                    <a:pt x="15" y="4"/>
                    <a:pt x="10" y="10"/>
                  </a:cubicBezTo>
                  <a:cubicBezTo>
                    <a:pt x="1" y="22"/>
                    <a:pt x="4" y="39"/>
                    <a:pt x="16" y="47"/>
                  </a:cubicBezTo>
                  <a:lnTo>
                    <a:pt x="352" y="293"/>
                  </a:lnTo>
                  <a:cubicBezTo>
                    <a:pt x="356" y="295"/>
                    <a:pt x="361" y="297"/>
                    <a:pt x="367" y="297"/>
                  </a:cubicBezTo>
                  <a:cubicBezTo>
                    <a:pt x="375" y="297"/>
                    <a:pt x="383" y="294"/>
                    <a:pt x="388" y="286"/>
                  </a:cubicBezTo>
                  <a:cubicBezTo>
                    <a:pt x="396" y="275"/>
                    <a:pt x="394" y="259"/>
                    <a:pt x="383" y="250"/>
                  </a:cubicBezTo>
                  <a:lnTo>
                    <a:pt x="47" y="5"/>
                  </a:lnTo>
                  <a:cubicBezTo>
                    <a:pt x="42" y="2"/>
                    <a:pt x="3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5" name="Google Shape;9355;p31"/>
            <p:cNvSpPr/>
            <p:nvPr/>
          </p:nvSpPr>
          <p:spPr>
            <a:xfrm>
              <a:off x="1653800" y="4315100"/>
              <a:ext cx="14400" cy="14575"/>
            </a:xfrm>
            <a:custGeom>
              <a:avLst/>
              <a:gdLst/>
              <a:ahLst/>
              <a:cxnLst/>
              <a:rect l="l" t="t" r="r" b="b"/>
              <a:pathLst>
                <a:path w="576" h="583" extrusionOk="0">
                  <a:moveTo>
                    <a:pt x="30" y="0"/>
                  </a:moveTo>
                  <a:cubicBezTo>
                    <a:pt x="24" y="0"/>
                    <a:pt x="18" y="2"/>
                    <a:pt x="13" y="6"/>
                  </a:cubicBezTo>
                  <a:cubicBezTo>
                    <a:pt x="2" y="14"/>
                    <a:pt x="1" y="32"/>
                    <a:pt x="9" y="43"/>
                  </a:cubicBezTo>
                  <a:cubicBezTo>
                    <a:pt x="165" y="236"/>
                    <a:pt x="340" y="415"/>
                    <a:pt x="530" y="575"/>
                  </a:cubicBezTo>
                  <a:cubicBezTo>
                    <a:pt x="535" y="579"/>
                    <a:pt x="540" y="582"/>
                    <a:pt x="546" y="582"/>
                  </a:cubicBezTo>
                  <a:cubicBezTo>
                    <a:pt x="554" y="582"/>
                    <a:pt x="561" y="578"/>
                    <a:pt x="566" y="573"/>
                  </a:cubicBezTo>
                  <a:cubicBezTo>
                    <a:pt x="575" y="562"/>
                    <a:pt x="574" y="546"/>
                    <a:pt x="563" y="536"/>
                  </a:cubicBezTo>
                  <a:cubicBezTo>
                    <a:pt x="376" y="378"/>
                    <a:pt x="203" y="201"/>
                    <a:pt x="49" y="10"/>
                  </a:cubicBezTo>
                  <a:cubicBezTo>
                    <a:pt x="45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6" name="Google Shape;9356;p31"/>
            <p:cNvSpPr/>
            <p:nvPr/>
          </p:nvSpPr>
          <p:spPr>
            <a:xfrm>
              <a:off x="1658925" y="4305600"/>
              <a:ext cx="22125" cy="23525"/>
            </a:xfrm>
            <a:custGeom>
              <a:avLst/>
              <a:gdLst/>
              <a:ahLst/>
              <a:cxnLst/>
              <a:rect l="l" t="t" r="r" b="b"/>
              <a:pathLst>
                <a:path w="885" h="941" extrusionOk="0">
                  <a:moveTo>
                    <a:pt x="30" y="1"/>
                  </a:moveTo>
                  <a:cubicBezTo>
                    <a:pt x="25" y="1"/>
                    <a:pt x="20" y="2"/>
                    <a:pt x="15" y="6"/>
                  </a:cubicBezTo>
                  <a:cubicBezTo>
                    <a:pt x="3" y="14"/>
                    <a:pt x="0" y="30"/>
                    <a:pt x="9" y="42"/>
                  </a:cubicBezTo>
                  <a:cubicBezTo>
                    <a:pt x="236" y="382"/>
                    <a:pt x="514" y="684"/>
                    <a:pt x="839" y="935"/>
                  </a:cubicBezTo>
                  <a:cubicBezTo>
                    <a:pt x="844" y="939"/>
                    <a:pt x="849" y="941"/>
                    <a:pt x="855" y="941"/>
                  </a:cubicBezTo>
                  <a:cubicBezTo>
                    <a:pt x="863" y="941"/>
                    <a:pt x="870" y="938"/>
                    <a:pt x="875" y="931"/>
                  </a:cubicBezTo>
                  <a:cubicBezTo>
                    <a:pt x="884" y="919"/>
                    <a:pt x="882" y="903"/>
                    <a:pt x="871" y="895"/>
                  </a:cubicBezTo>
                  <a:cubicBezTo>
                    <a:pt x="551" y="646"/>
                    <a:pt x="275" y="350"/>
                    <a:pt x="52" y="12"/>
                  </a:cubicBezTo>
                  <a:cubicBezTo>
                    <a:pt x="47" y="5"/>
                    <a:pt x="39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7" name="Google Shape;9357;p31"/>
            <p:cNvSpPr/>
            <p:nvPr/>
          </p:nvSpPr>
          <p:spPr>
            <a:xfrm>
              <a:off x="1706850" y="4369200"/>
              <a:ext cx="22000" cy="40100"/>
            </a:xfrm>
            <a:custGeom>
              <a:avLst/>
              <a:gdLst/>
              <a:ahLst/>
              <a:cxnLst/>
              <a:rect l="l" t="t" r="r" b="b"/>
              <a:pathLst>
                <a:path w="880" h="1604" extrusionOk="0">
                  <a:moveTo>
                    <a:pt x="850" y="0"/>
                  </a:moveTo>
                  <a:cubicBezTo>
                    <a:pt x="840" y="0"/>
                    <a:pt x="828" y="7"/>
                    <a:pt x="825" y="18"/>
                  </a:cubicBezTo>
                  <a:cubicBezTo>
                    <a:pt x="625" y="568"/>
                    <a:pt x="350" y="1087"/>
                    <a:pt x="9" y="1562"/>
                  </a:cubicBezTo>
                  <a:cubicBezTo>
                    <a:pt x="1" y="1574"/>
                    <a:pt x="3" y="1590"/>
                    <a:pt x="14" y="1598"/>
                  </a:cubicBezTo>
                  <a:cubicBezTo>
                    <a:pt x="19" y="1602"/>
                    <a:pt x="25" y="1604"/>
                    <a:pt x="30" y="1604"/>
                  </a:cubicBezTo>
                  <a:cubicBezTo>
                    <a:pt x="37" y="1604"/>
                    <a:pt x="45" y="1600"/>
                    <a:pt x="50" y="1593"/>
                  </a:cubicBezTo>
                  <a:cubicBezTo>
                    <a:pt x="395" y="1114"/>
                    <a:pt x="672" y="589"/>
                    <a:pt x="874" y="35"/>
                  </a:cubicBezTo>
                  <a:cubicBezTo>
                    <a:pt x="879" y="22"/>
                    <a:pt x="871" y="7"/>
                    <a:pt x="858" y="2"/>
                  </a:cubicBezTo>
                  <a:cubicBezTo>
                    <a:pt x="855" y="1"/>
                    <a:pt x="853" y="0"/>
                    <a:pt x="85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8" name="Google Shape;9358;p31"/>
            <p:cNvSpPr/>
            <p:nvPr/>
          </p:nvSpPr>
          <p:spPr>
            <a:xfrm>
              <a:off x="1729900" y="4356400"/>
              <a:ext cx="2375" cy="6600"/>
            </a:xfrm>
            <a:custGeom>
              <a:avLst/>
              <a:gdLst/>
              <a:ahLst/>
              <a:cxnLst/>
              <a:rect l="l" t="t" r="r" b="b"/>
              <a:pathLst>
                <a:path w="95" h="264" extrusionOk="0">
                  <a:moveTo>
                    <a:pt x="61" y="1"/>
                  </a:moveTo>
                  <a:cubicBezTo>
                    <a:pt x="61" y="1"/>
                    <a:pt x="60" y="1"/>
                    <a:pt x="59" y="1"/>
                  </a:cubicBezTo>
                  <a:cubicBezTo>
                    <a:pt x="44" y="2"/>
                    <a:pt x="34" y="16"/>
                    <a:pt x="35" y="29"/>
                  </a:cubicBezTo>
                  <a:cubicBezTo>
                    <a:pt x="42" y="96"/>
                    <a:pt x="31" y="165"/>
                    <a:pt x="5" y="227"/>
                  </a:cubicBezTo>
                  <a:cubicBezTo>
                    <a:pt x="0" y="240"/>
                    <a:pt x="5" y="255"/>
                    <a:pt x="19" y="261"/>
                  </a:cubicBezTo>
                  <a:cubicBezTo>
                    <a:pt x="23" y="262"/>
                    <a:pt x="26" y="263"/>
                    <a:pt x="30" y="263"/>
                  </a:cubicBezTo>
                  <a:cubicBezTo>
                    <a:pt x="39" y="263"/>
                    <a:pt x="49" y="257"/>
                    <a:pt x="53" y="247"/>
                  </a:cubicBezTo>
                  <a:cubicBezTo>
                    <a:pt x="82" y="177"/>
                    <a:pt x="94" y="101"/>
                    <a:pt x="88" y="25"/>
                  </a:cubicBezTo>
                  <a:cubicBezTo>
                    <a:pt x="86" y="11"/>
                    <a:pt x="73" y="1"/>
                    <a:pt x="6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9" name="Google Shape;9359;p31"/>
            <p:cNvSpPr/>
            <p:nvPr/>
          </p:nvSpPr>
          <p:spPr>
            <a:xfrm>
              <a:off x="1713100" y="4156400"/>
              <a:ext cx="94100" cy="141575"/>
            </a:xfrm>
            <a:custGeom>
              <a:avLst/>
              <a:gdLst/>
              <a:ahLst/>
              <a:cxnLst/>
              <a:rect l="l" t="t" r="r" b="b"/>
              <a:pathLst>
                <a:path w="3764" h="5663" extrusionOk="0">
                  <a:moveTo>
                    <a:pt x="1030" y="0"/>
                  </a:moveTo>
                  <a:cubicBezTo>
                    <a:pt x="735" y="501"/>
                    <a:pt x="449" y="1028"/>
                    <a:pt x="260" y="1578"/>
                  </a:cubicBezTo>
                  <a:cubicBezTo>
                    <a:pt x="73" y="2129"/>
                    <a:pt x="1" y="2734"/>
                    <a:pt x="162" y="3292"/>
                  </a:cubicBezTo>
                  <a:cubicBezTo>
                    <a:pt x="332" y="3878"/>
                    <a:pt x="749" y="4369"/>
                    <a:pt x="1236" y="4737"/>
                  </a:cubicBezTo>
                  <a:cubicBezTo>
                    <a:pt x="1722" y="5106"/>
                    <a:pt x="2337" y="5405"/>
                    <a:pt x="2891" y="5662"/>
                  </a:cubicBezTo>
                  <a:lnTo>
                    <a:pt x="2891" y="5662"/>
                  </a:lnTo>
                  <a:cubicBezTo>
                    <a:pt x="3324" y="4894"/>
                    <a:pt x="3764" y="4013"/>
                    <a:pt x="3515" y="3169"/>
                  </a:cubicBezTo>
                  <a:cubicBezTo>
                    <a:pt x="3322" y="2512"/>
                    <a:pt x="2759" y="2047"/>
                    <a:pt x="2233" y="1609"/>
                  </a:cubicBezTo>
                  <a:cubicBezTo>
                    <a:pt x="1708" y="1172"/>
                    <a:pt x="1162" y="672"/>
                    <a:pt x="1030" y="0"/>
                  </a:cubicBezTo>
                  <a:close/>
                  <a:moveTo>
                    <a:pt x="2891" y="5662"/>
                  </a:moveTo>
                  <a:cubicBezTo>
                    <a:pt x="2891" y="5662"/>
                    <a:pt x="2891" y="5663"/>
                    <a:pt x="2891" y="5663"/>
                  </a:cubicBezTo>
                  <a:lnTo>
                    <a:pt x="2892" y="5663"/>
                  </a:lnTo>
                  <a:cubicBezTo>
                    <a:pt x="2892" y="5663"/>
                    <a:pt x="2891" y="5662"/>
                    <a:pt x="2891" y="5662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0" name="Google Shape;9360;p31"/>
            <p:cNvSpPr/>
            <p:nvPr/>
          </p:nvSpPr>
          <p:spPr>
            <a:xfrm>
              <a:off x="1712175" y="4155100"/>
              <a:ext cx="96375" cy="144200"/>
            </a:xfrm>
            <a:custGeom>
              <a:avLst/>
              <a:gdLst/>
              <a:ahLst/>
              <a:cxnLst/>
              <a:rect l="l" t="t" r="r" b="b"/>
              <a:pathLst>
                <a:path w="3855" h="5768" extrusionOk="0">
                  <a:moveTo>
                    <a:pt x="1045" y="190"/>
                  </a:moveTo>
                  <a:lnTo>
                    <a:pt x="1045" y="191"/>
                  </a:lnTo>
                  <a:cubicBezTo>
                    <a:pt x="1219" y="811"/>
                    <a:pt x="1727" y="1277"/>
                    <a:pt x="2236" y="1700"/>
                  </a:cubicBezTo>
                  <a:lnTo>
                    <a:pt x="2247" y="1708"/>
                  </a:lnTo>
                  <a:cubicBezTo>
                    <a:pt x="2771" y="2146"/>
                    <a:pt x="3315" y="2599"/>
                    <a:pt x="3502" y="3235"/>
                  </a:cubicBezTo>
                  <a:cubicBezTo>
                    <a:pt x="3740" y="4040"/>
                    <a:pt x="3343" y="4867"/>
                    <a:pt x="2906" y="5648"/>
                  </a:cubicBezTo>
                  <a:cubicBezTo>
                    <a:pt x="2345" y="5387"/>
                    <a:pt x="1765" y="5097"/>
                    <a:pt x="1304" y="4748"/>
                  </a:cubicBezTo>
                  <a:cubicBezTo>
                    <a:pt x="927" y="4464"/>
                    <a:pt x="440" y="3986"/>
                    <a:pt x="249" y="3330"/>
                  </a:cubicBezTo>
                  <a:cubicBezTo>
                    <a:pt x="106" y="2836"/>
                    <a:pt x="140" y="2255"/>
                    <a:pt x="347" y="1647"/>
                  </a:cubicBezTo>
                  <a:cubicBezTo>
                    <a:pt x="523" y="1127"/>
                    <a:pt x="794" y="624"/>
                    <a:pt x="1045" y="190"/>
                  </a:cubicBezTo>
                  <a:close/>
                  <a:moveTo>
                    <a:pt x="1068" y="1"/>
                  </a:moveTo>
                  <a:cubicBezTo>
                    <a:pt x="1049" y="1"/>
                    <a:pt x="1032" y="10"/>
                    <a:pt x="1021" y="27"/>
                  </a:cubicBezTo>
                  <a:cubicBezTo>
                    <a:pt x="749" y="490"/>
                    <a:pt x="444" y="1041"/>
                    <a:pt x="249" y="1614"/>
                  </a:cubicBezTo>
                  <a:cubicBezTo>
                    <a:pt x="35" y="2241"/>
                    <a:pt x="0" y="2844"/>
                    <a:pt x="149" y="3358"/>
                  </a:cubicBezTo>
                  <a:cubicBezTo>
                    <a:pt x="349" y="4043"/>
                    <a:pt x="853" y="4536"/>
                    <a:pt x="1240" y="4831"/>
                  </a:cubicBezTo>
                  <a:cubicBezTo>
                    <a:pt x="1723" y="5194"/>
                    <a:pt x="2326" y="5493"/>
                    <a:pt x="2906" y="5762"/>
                  </a:cubicBezTo>
                  <a:cubicBezTo>
                    <a:pt x="2913" y="5765"/>
                    <a:pt x="2921" y="5766"/>
                    <a:pt x="2928" y="5766"/>
                  </a:cubicBezTo>
                  <a:lnTo>
                    <a:pt x="2928" y="5767"/>
                  </a:lnTo>
                  <a:cubicBezTo>
                    <a:pt x="2946" y="5767"/>
                    <a:pt x="2964" y="5758"/>
                    <a:pt x="2973" y="5740"/>
                  </a:cubicBezTo>
                  <a:cubicBezTo>
                    <a:pt x="3410" y="4964"/>
                    <a:pt x="3854" y="4064"/>
                    <a:pt x="3602" y="3206"/>
                  </a:cubicBezTo>
                  <a:cubicBezTo>
                    <a:pt x="3405" y="2538"/>
                    <a:pt x="2849" y="2077"/>
                    <a:pt x="2313" y="1629"/>
                  </a:cubicBezTo>
                  <a:lnTo>
                    <a:pt x="2303" y="1621"/>
                  </a:lnTo>
                  <a:cubicBezTo>
                    <a:pt x="1773" y="1181"/>
                    <a:pt x="1246" y="695"/>
                    <a:pt x="1117" y="43"/>
                  </a:cubicBezTo>
                  <a:cubicBezTo>
                    <a:pt x="1113" y="21"/>
                    <a:pt x="1097" y="5"/>
                    <a:pt x="1075" y="1"/>
                  </a:cubicBezTo>
                  <a:cubicBezTo>
                    <a:pt x="1073" y="1"/>
                    <a:pt x="1070" y="1"/>
                    <a:pt x="106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1" name="Google Shape;9361;p31"/>
            <p:cNvSpPr/>
            <p:nvPr/>
          </p:nvSpPr>
          <p:spPr>
            <a:xfrm>
              <a:off x="1780650" y="4296650"/>
              <a:ext cx="8400" cy="47600"/>
            </a:xfrm>
            <a:custGeom>
              <a:avLst/>
              <a:gdLst/>
              <a:ahLst/>
              <a:cxnLst/>
              <a:rect l="l" t="t" r="r" b="b"/>
              <a:pathLst>
                <a:path w="336" h="1904" extrusionOk="0">
                  <a:moveTo>
                    <a:pt x="190" y="1"/>
                  </a:moveTo>
                  <a:cubicBezTo>
                    <a:pt x="187" y="1"/>
                    <a:pt x="184" y="1"/>
                    <a:pt x="180" y="2"/>
                  </a:cubicBezTo>
                  <a:cubicBezTo>
                    <a:pt x="152" y="7"/>
                    <a:pt x="133" y="33"/>
                    <a:pt x="139" y="61"/>
                  </a:cubicBezTo>
                  <a:cubicBezTo>
                    <a:pt x="230" y="634"/>
                    <a:pt x="189" y="1199"/>
                    <a:pt x="8" y="1838"/>
                  </a:cubicBezTo>
                  <a:cubicBezTo>
                    <a:pt x="0" y="1865"/>
                    <a:pt x="16" y="1895"/>
                    <a:pt x="43" y="1901"/>
                  </a:cubicBezTo>
                  <a:cubicBezTo>
                    <a:pt x="49" y="1903"/>
                    <a:pt x="53" y="1904"/>
                    <a:pt x="58" y="1904"/>
                  </a:cubicBezTo>
                  <a:cubicBezTo>
                    <a:pt x="80" y="1904"/>
                    <a:pt x="101" y="1889"/>
                    <a:pt x="108" y="1866"/>
                  </a:cubicBezTo>
                  <a:cubicBezTo>
                    <a:pt x="293" y="1212"/>
                    <a:pt x="335" y="633"/>
                    <a:pt x="241" y="45"/>
                  </a:cubicBezTo>
                  <a:cubicBezTo>
                    <a:pt x="236" y="20"/>
                    <a:pt x="215" y="1"/>
                    <a:pt x="19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2" name="Google Shape;9362;p31"/>
            <p:cNvSpPr/>
            <p:nvPr/>
          </p:nvSpPr>
          <p:spPr>
            <a:xfrm>
              <a:off x="1737025" y="4155750"/>
              <a:ext cx="48850" cy="143375"/>
            </a:xfrm>
            <a:custGeom>
              <a:avLst/>
              <a:gdLst/>
              <a:ahLst/>
              <a:cxnLst/>
              <a:rect l="l" t="t" r="r" b="b"/>
              <a:pathLst>
                <a:path w="1954" h="5735" extrusionOk="0">
                  <a:moveTo>
                    <a:pt x="72" y="1"/>
                  </a:moveTo>
                  <a:cubicBezTo>
                    <a:pt x="61" y="1"/>
                    <a:pt x="47" y="12"/>
                    <a:pt x="46" y="25"/>
                  </a:cubicBezTo>
                  <a:cubicBezTo>
                    <a:pt x="0" y="846"/>
                    <a:pt x="252" y="1814"/>
                    <a:pt x="814" y="2987"/>
                  </a:cubicBezTo>
                  <a:cubicBezTo>
                    <a:pt x="879" y="3122"/>
                    <a:pt x="945" y="3256"/>
                    <a:pt x="1012" y="3392"/>
                  </a:cubicBezTo>
                  <a:cubicBezTo>
                    <a:pt x="1375" y="4132"/>
                    <a:pt x="1751" y="4896"/>
                    <a:pt x="1900" y="5713"/>
                  </a:cubicBezTo>
                  <a:cubicBezTo>
                    <a:pt x="1903" y="5725"/>
                    <a:pt x="1913" y="5735"/>
                    <a:pt x="1925" y="5735"/>
                  </a:cubicBezTo>
                  <a:lnTo>
                    <a:pt x="1931" y="5735"/>
                  </a:lnTo>
                  <a:cubicBezTo>
                    <a:pt x="1944" y="5732"/>
                    <a:pt x="1954" y="5718"/>
                    <a:pt x="1951" y="5704"/>
                  </a:cubicBezTo>
                  <a:cubicBezTo>
                    <a:pt x="1799" y="4880"/>
                    <a:pt x="1422" y="4112"/>
                    <a:pt x="1058" y="3369"/>
                  </a:cubicBezTo>
                  <a:cubicBezTo>
                    <a:pt x="992" y="3235"/>
                    <a:pt x="926" y="3100"/>
                    <a:pt x="861" y="2965"/>
                  </a:cubicBezTo>
                  <a:cubicBezTo>
                    <a:pt x="302" y="1799"/>
                    <a:pt x="53" y="839"/>
                    <a:pt x="99" y="28"/>
                  </a:cubicBezTo>
                  <a:cubicBezTo>
                    <a:pt x="100" y="14"/>
                    <a:pt x="88" y="2"/>
                    <a:pt x="74" y="1"/>
                  </a:cubicBezTo>
                  <a:cubicBezTo>
                    <a:pt x="74" y="1"/>
                    <a:pt x="73" y="1"/>
                    <a:pt x="7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3" name="Google Shape;9363;p31"/>
            <p:cNvSpPr/>
            <p:nvPr/>
          </p:nvSpPr>
          <p:spPr>
            <a:xfrm>
              <a:off x="1773350" y="4206950"/>
              <a:ext cx="9475" cy="55275"/>
            </a:xfrm>
            <a:custGeom>
              <a:avLst/>
              <a:gdLst/>
              <a:ahLst/>
              <a:cxnLst/>
              <a:rect l="l" t="t" r="r" b="b"/>
              <a:pathLst>
                <a:path w="379" h="2211" extrusionOk="0">
                  <a:moveTo>
                    <a:pt x="291" y="0"/>
                  </a:moveTo>
                  <a:cubicBezTo>
                    <a:pt x="290" y="0"/>
                    <a:pt x="289" y="0"/>
                    <a:pt x="288" y="0"/>
                  </a:cubicBezTo>
                  <a:cubicBezTo>
                    <a:pt x="273" y="2"/>
                    <a:pt x="263" y="14"/>
                    <a:pt x="264" y="29"/>
                  </a:cubicBezTo>
                  <a:cubicBezTo>
                    <a:pt x="326" y="748"/>
                    <a:pt x="236" y="1491"/>
                    <a:pt x="4" y="2177"/>
                  </a:cubicBezTo>
                  <a:cubicBezTo>
                    <a:pt x="0" y="2191"/>
                    <a:pt x="7" y="2205"/>
                    <a:pt x="20" y="2209"/>
                  </a:cubicBezTo>
                  <a:cubicBezTo>
                    <a:pt x="23" y="2211"/>
                    <a:pt x="26" y="2211"/>
                    <a:pt x="28" y="2211"/>
                  </a:cubicBezTo>
                  <a:cubicBezTo>
                    <a:pt x="39" y="2211"/>
                    <a:pt x="50" y="2204"/>
                    <a:pt x="53" y="2193"/>
                  </a:cubicBezTo>
                  <a:cubicBezTo>
                    <a:pt x="287" y="1502"/>
                    <a:pt x="378" y="751"/>
                    <a:pt x="316" y="23"/>
                  </a:cubicBezTo>
                  <a:cubicBezTo>
                    <a:pt x="315" y="11"/>
                    <a:pt x="305" y="0"/>
                    <a:pt x="29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4" name="Google Shape;9364;p31"/>
            <p:cNvSpPr/>
            <p:nvPr/>
          </p:nvSpPr>
          <p:spPr>
            <a:xfrm>
              <a:off x="1749475" y="4183175"/>
              <a:ext cx="4800" cy="29350"/>
            </a:xfrm>
            <a:custGeom>
              <a:avLst/>
              <a:gdLst/>
              <a:ahLst/>
              <a:cxnLst/>
              <a:rect l="l" t="t" r="r" b="b"/>
              <a:pathLst>
                <a:path w="192" h="1174" extrusionOk="0">
                  <a:moveTo>
                    <a:pt x="149" y="0"/>
                  </a:moveTo>
                  <a:cubicBezTo>
                    <a:pt x="148" y="0"/>
                    <a:pt x="148" y="0"/>
                    <a:pt x="147" y="0"/>
                  </a:cubicBezTo>
                  <a:cubicBezTo>
                    <a:pt x="132" y="0"/>
                    <a:pt x="121" y="12"/>
                    <a:pt x="121" y="27"/>
                  </a:cubicBezTo>
                  <a:cubicBezTo>
                    <a:pt x="140" y="402"/>
                    <a:pt x="100" y="778"/>
                    <a:pt x="4" y="1141"/>
                  </a:cubicBezTo>
                  <a:cubicBezTo>
                    <a:pt x="0" y="1154"/>
                    <a:pt x="9" y="1169"/>
                    <a:pt x="23" y="1173"/>
                  </a:cubicBezTo>
                  <a:lnTo>
                    <a:pt x="30" y="1173"/>
                  </a:lnTo>
                  <a:cubicBezTo>
                    <a:pt x="40" y="1173"/>
                    <a:pt x="51" y="1167"/>
                    <a:pt x="54" y="1154"/>
                  </a:cubicBezTo>
                  <a:cubicBezTo>
                    <a:pt x="152" y="786"/>
                    <a:pt x="191" y="406"/>
                    <a:pt x="174" y="24"/>
                  </a:cubicBezTo>
                  <a:cubicBezTo>
                    <a:pt x="172" y="10"/>
                    <a:pt x="163" y="0"/>
                    <a:pt x="14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5" name="Google Shape;9365;p31"/>
            <p:cNvSpPr/>
            <p:nvPr/>
          </p:nvSpPr>
          <p:spPr>
            <a:xfrm>
              <a:off x="1714475" y="4215275"/>
              <a:ext cx="46650" cy="22950"/>
            </a:xfrm>
            <a:custGeom>
              <a:avLst/>
              <a:gdLst/>
              <a:ahLst/>
              <a:cxnLst/>
              <a:rect l="l" t="t" r="r" b="b"/>
              <a:pathLst>
                <a:path w="1866" h="918" extrusionOk="0">
                  <a:moveTo>
                    <a:pt x="30" y="0"/>
                  </a:moveTo>
                  <a:cubicBezTo>
                    <a:pt x="22" y="0"/>
                    <a:pt x="14" y="4"/>
                    <a:pt x="9" y="12"/>
                  </a:cubicBezTo>
                  <a:cubicBezTo>
                    <a:pt x="1" y="23"/>
                    <a:pt x="4" y="39"/>
                    <a:pt x="16" y="47"/>
                  </a:cubicBezTo>
                  <a:cubicBezTo>
                    <a:pt x="585" y="445"/>
                    <a:pt x="1162" y="721"/>
                    <a:pt x="1829" y="916"/>
                  </a:cubicBezTo>
                  <a:cubicBezTo>
                    <a:pt x="1832" y="917"/>
                    <a:pt x="1833" y="917"/>
                    <a:pt x="1836" y="917"/>
                  </a:cubicBezTo>
                  <a:cubicBezTo>
                    <a:pt x="1848" y="917"/>
                    <a:pt x="1857" y="909"/>
                    <a:pt x="1862" y="898"/>
                  </a:cubicBezTo>
                  <a:cubicBezTo>
                    <a:pt x="1866" y="885"/>
                    <a:pt x="1857" y="870"/>
                    <a:pt x="1844" y="866"/>
                  </a:cubicBezTo>
                  <a:cubicBezTo>
                    <a:pt x="1182" y="674"/>
                    <a:pt x="610" y="399"/>
                    <a:pt x="45" y="5"/>
                  </a:cubicBezTo>
                  <a:cubicBezTo>
                    <a:pt x="41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6" name="Google Shape;9366;p31"/>
            <p:cNvSpPr/>
            <p:nvPr/>
          </p:nvSpPr>
          <p:spPr>
            <a:xfrm>
              <a:off x="1725450" y="4254700"/>
              <a:ext cx="54775" cy="25175"/>
            </a:xfrm>
            <a:custGeom>
              <a:avLst/>
              <a:gdLst/>
              <a:ahLst/>
              <a:cxnLst/>
              <a:rect l="l" t="t" r="r" b="b"/>
              <a:pathLst>
                <a:path w="2191" h="1007" extrusionOk="0">
                  <a:moveTo>
                    <a:pt x="30" y="1"/>
                  </a:moveTo>
                  <a:cubicBezTo>
                    <a:pt x="21" y="1"/>
                    <a:pt x="13" y="5"/>
                    <a:pt x="9" y="13"/>
                  </a:cubicBezTo>
                  <a:cubicBezTo>
                    <a:pt x="1" y="25"/>
                    <a:pt x="5" y="41"/>
                    <a:pt x="17" y="48"/>
                  </a:cubicBezTo>
                  <a:cubicBezTo>
                    <a:pt x="681" y="466"/>
                    <a:pt x="1401" y="788"/>
                    <a:pt x="2154" y="1006"/>
                  </a:cubicBezTo>
                  <a:lnTo>
                    <a:pt x="2162" y="1006"/>
                  </a:lnTo>
                  <a:lnTo>
                    <a:pt x="2162" y="1007"/>
                  </a:lnTo>
                  <a:cubicBezTo>
                    <a:pt x="2173" y="1007"/>
                    <a:pt x="2184" y="999"/>
                    <a:pt x="2187" y="988"/>
                  </a:cubicBezTo>
                  <a:cubicBezTo>
                    <a:pt x="2191" y="973"/>
                    <a:pt x="2183" y="960"/>
                    <a:pt x="2169" y="956"/>
                  </a:cubicBezTo>
                  <a:cubicBezTo>
                    <a:pt x="1420" y="739"/>
                    <a:pt x="704" y="419"/>
                    <a:pt x="44" y="5"/>
                  </a:cubicBezTo>
                  <a:cubicBezTo>
                    <a:pt x="39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7" name="Google Shape;9367;p31"/>
            <p:cNvSpPr/>
            <p:nvPr/>
          </p:nvSpPr>
          <p:spPr>
            <a:xfrm>
              <a:off x="1761700" y="4192625"/>
              <a:ext cx="2450" cy="10450"/>
            </a:xfrm>
            <a:custGeom>
              <a:avLst/>
              <a:gdLst/>
              <a:ahLst/>
              <a:cxnLst/>
              <a:rect l="l" t="t" r="r" b="b"/>
              <a:pathLst>
                <a:path w="98" h="418" extrusionOk="0">
                  <a:moveTo>
                    <a:pt x="69" y="0"/>
                  </a:moveTo>
                  <a:cubicBezTo>
                    <a:pt x="55" y="0"/>
                    <a:pt x="44" y="12"/>
                    <a:pt x="44" y="27"/>
                  </a:cubicBezTo>
                  <a:cubicBezTo>
                    <a:pt x="45" y="147"/>
                    <a:pt x="32" y="268"/>
                    <a:pt x="3" y="385"/>
                  </a:cubicBezTo>
                  <a:cubicBezTo>
                    <a:pt x="1" y="398"/>
                    <a:pt x="9" y="412"/>
                    <a:pt x="24" y="416"/>
                  </a:cubicBezTo>
                  <a:lnTo>
                    <a:pt x="29" y="416"/>
                  </a:lnTo>
                  <a:lnTo>
                    <a:pt x="29" y="417"/>
                  </a:lnTo>
                  <a:cubicBezTo>
                    <a:pt x="41" y="417"/>
                    <a:pt x="52" y="409"/>
                    <a:pt x="55" y="397"/>
                  </a:cubicBezTo>
                  <a:cubicBezTo>
                    <a:pt x="83" y="276"/>
                    <a:pt x="98" y="151"/>
                    <a:pt x="95" y="26"/>
                  </a:cubicBezTo>
                  <a:cubicBezTo>
                    <a:pt x="95" y="12"/>
                    <a:pt x="83" y="0"/>
                    <a:pt x="6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8" name="Google Shape;9368;p31"/>
            <p:cNvSpPr/>
            <p:nvPr/>
          </p:nvSpPr>
          <p:spPr>
            <a:xfrm>
              <a:off x="1758975" y="4208575"/>
              <a:ext cx="2375" cy="5300"/>
            </a:xfrm>
            <a:custGeom>
              <a:avLst/>
              <a:gdLst/>
              <a:ahLst/>
              <a:cxnLst/>
              <a:rect l="l" t="t" r="r" b="b"/>
              <a:pathLst>
                <a:path w="95" h="212" extrusionOk="0">
                  <a:moveTo>
                    <a:pt x="67" y="0"/>
                  </a:moveTo>
                  <a:cubicBezTo>
                    <a:pt x="55" y="0"/>
                    <a:pt x="45" y="9"/>
                    <a:pt x="42" y="20"/>
                  </a:cubicBezTo>
                  <a:lnTo>
                    <a:pt x="5" y="179"/>
                  </a:lnTo>
                  <a:cubicBezTo>
                    <a:pt x="1" y="192"/>
                    <a:pt x="10" y="207"/>
                    <a:pt x="24" y="210"/>
                  </a:cubicBezTo>
                  <a:cubicBezTo>
                    <a:pt x="25" y="211"/>
                    <a:pt x="28" y="211"/>
                    <a:pt x="29" y="211"/>
                  </a:cubicBezTo>
                  <a:cubicBezTo>
                    <a:pt x="41" y="211"/>
                    <a:pt x="52" y="203"/>
                    <a:pt x="55" y="191"/>
                  </a:cubicBezTo>
                  <a:lnTo>
                    <a:pt x="92" y="32"/>
                  </a:lnTo>
                  <a:cubicBezTo>
                    <a:pt x="95" y="19"/>
                    <a:pt x="87" y="5"/>
                    <a:pt x="73" y="1"/>
                  </a:cubicBezTo>
                  <a:cubicBezTo>
                    <a:pt x="71" y="1"/>
                    <a:pt x="69" y="0"/>
                    <a:pt x="6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9" name="Google Shape;9369;p31"/>
            <p:cNvSpPr/>
            <p:nvPr/>
          </p:nvSpPr>
          <p:spPr>
            <a:xfrm>
              <a:off x="1744800" y="4252300"/>
              <a:ext cx="29550" cy="11275"/>
            </a:xfrm>
            <a:custGeom>
              <a:avLst/>
              <a:gdLst/>
              <a:ahLst/>
              <a:cxnLst/>
              <a:rect l="l" t="t" r="r" b="b"/>
              <a:pathLst>
                <a:path w="1182" h="451" extrusionOk="0">
                  <a:moveTo>
                    <a:pt x="29" y="1"/>
                  </a:moveTo>
                  <a:cubicBezTo>
                    <a:pt x="20" y="1"/>
                    <a:pt x="10" y="6"/>
                    <a:pt x="5" y="15"/>
                  </a:cubicBezTo>
                  <a:cubicBezTo>
                    <a:pt x="0" y="28"/>
                    <a:pt x="5" y="44"/>
                    <a:pt x="18" y="50"/>
                  </a:cubicBezTo>
                  <a:cubicBezTo>
                    <a:pt x="377" y="230"/>
                    <a:pt x="756" y="364"/>
                    <a:pt x="1148" y="451"/>
                  </a:cubicBezTo>
                  <a:lnTo>
                    <a:pt x="1153" y="451"/>
                  </a:lnTo>
                  <a:cubicBezTo>
                    <a:pt x="1165" y="451"/>
                    <a:pt x="1176" y="442"/>
                    <a:pt x="1179" y="430"/>
                  </a:cubicBezTo>
                  <a:cubicBezTo>
                    <a:pt x="1181" y="417"/>
                    <a:pt x="1172" y="402"/>
                    <a:pt x="1158" y="399"/>
                  </a:cubicBezTo>
                  <a:cubicBezTo>
                    <a:pt x="771" y="315"/>
                    <a:pt x="396" y="181"/>
                    <a:pt x="40" y="4"/>
                  </a:cubicBezTo>
                  <a:cubicBezTo>
                    <a:pt x="37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0" name="Google Shape;9370;p31"/>
            <p:cNvSpPr/>
            <p:nvPr/>
          </p:nvSpPr>
          <p:spPr>
            <a:xfrm>
              <a:off x="1736575" y="4249000"/>
              <a:ext cx="4900" cy="2975"/>
            </a:xfrm>
            <a:custGeom>
              <a:avLst/>
              <a:gdLst/>
              <a:ahLst/>
              <a:cxnLst/>
              <a:rect l="l" t="t" r="r" b="b"/>
              <a:pathLst>
                <a:path w="196" h="119" extrusionOk="0">
                  <a:moveTo>
                    <a:pt x="31" y="0"/>
                  </a:moveTo>
                  <a:cubicBezTo>
                    <a:pt x="21" y="0"/>
                    <a:pt x="12" y="5"/>
                    <a:pt x="8" y="15"/>
                  </a:cubicBezTo>
                  <a:cubicBezTo>
                    <a:pt x="1" y="27"/>
                    <a:pt x="6" y="43"/>
                    <a:pt x="20" y="50"/>
                  </a:cubicBezTo>
                  <a:lnTo>
                    <a:pt x="156" y="116"/>
                  </a:lnTo>
                  <a:cubicBezTo>
                    <a:pt x="158" y="118"/>
                    <a:pt x="162" y="118"/>
                    <a:pt x="166" y="118"/>
                  </a:cubicBezTo>
                  <a:cubicBezTo>
                    <a:pt x="176" y="118"/>
                    <a:pt x="185" y="113"/>
                    <a:pt x="189" y="104"/>
                  </a:cubicBezTo>
                  <a:cubicBezTo>
                    <a:pt x="196" y="91"/>
                    <a:pt x="190" y="75"/>
                    <a:pt x="178" y="70"/>
                  </a:cubicBezTo>
                  <a:lnTo>
                    <a:pt x="43" y="3"/>
                  </a:lnTo>
                  <a:cubicBezTo>
                    <a:pt x="39" y="1"/>
                    <a:pt x="35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1" name="Google Shape;9371;p31"/>
            <p:cNvSpPr/>
            <p:nvPr/>
          </p:nvSpPr>
          <p:spPr>
            <a:xfrm>
              <a:off x="1735900" y="4218100"/>
              <a:ext cx="9800" cy="4925"/>
            </a:xfrm>
            <a:custGeom>
              <a:avLst/>
              <a:gdLst/>
              <a:ahLst/>
              <a:cxnLst/>
              <a:rect l="l" t="t" r="r" b="b"/>
              <a:pathLst>
                <a:path w="392" h="197" extrusionOk="0">
                  <a:moveTo>
                    <a:pt x="29" y="0"/>
                  </a:moveTo>
                  <a:cubicBezTo>
                    <a:pt x="19" y="0"/>
                    <a:pt x="10" y="6"/>
                    <a:pt x="6" y="16"/>
                  </a:cubicBezTo>
                  <a:cubicBezTo>
                    <a:pt x="1" y="29"/>
                    <a:pt x="6" y="44"/>
                    <a:pt x="20" y="49"/>
                  </a:cubicBezTo>
                  <a:lnTo>
                    <a:pt x="351" y="193"/>
                  </a:lnTo>
                  <a:cubicBezTo>
                    <a:pt x="353" y="195"/>
                    <a:pt x="357" y="196"/>
                    <a:pt x="361" y="196"/>
                  </a:cubicBezTo>
                  <a:cubicBezTo>
                    <a:pt x="371" y="196"/>
                    <a:pt x="380" y="189"/>
                    <a:pt x="384" y="180"/>
                  </a:cubicBezTo>
                  <a:cubicBezTo>
                    <a:pt x="391" y="166"/>
                    <a:pt x="384" y="152"/>
                    <a:pt x="371" y="146"/>
                  </a:cubicBezTo>
                  <a:lnTo>
                    <a:pt x="40" y="2"/>
                  </a:lnTo>
                  <a:cubicBezTo>
                    <a:pt x="36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2" name="Google Shape;9372;p31"/>
            <p:cNvSpPr/>
            <p:nvPr/>
          </p:nvSpPr>
          <p:spPr>
            <a:xfrm>
              <a:off x="1715325" y="4206225"/>
              <a:ext cx="14925" cy="10100"/>
            </a:xfrm>
            <a:custGeom>
              <a:avLst/>
              <a:gdLst/>
              <a:ahLst/>
              <a:cxnLst/>
              <a:rect l="l" t="t" r="r" b="b"/>
              <a:pathLst>
                <a:path w="597" h="404" extrusionOk="0">
                  <a:moveTo>
                    <a:pt x="30" y="1"/>
                  </a:moveTo>
                  <a:cubicBezTo>
                    <a:pt x="22" y="1"/>
                    <a:pt x="14" y="4"/>
                    <a:pt x="9" y="11"/>
                  </a:cubicBezTo>
                  <a:cubicBezTo>
                    <a:pt x="1" y="23"/>
                    <a:pt x="2" y="39"/>
                    <a:pt x="13" y="47"/>
                  </a:cubicBezTo>
                  <a:cubicBezTo>
                    <a:pt x="182" y="183"/>
                    <a:pt x="364" y="301"/>
                    <a:pt x="555" y="401"/>
                  </a:cubicBezTo>
                  <a:cubicBezTo>
                    <a:pt x="559" y="403"/>
                    <a:pt x="563" y="403"/>
                    <a:pt x="567" y="403"/>
                  </a:cubicBezTo>
                  <a:cubicBezTo>
                    <a:pt x="576" y="403"/>
                    <a:pt x="586" y="399"/>
                    <a:pt x="590" y="390"/>
                  </a:cubicBezTo>
                  <a:cubicBezTo>
                    <a:pt x="597" y="378"/>
                    <a:pt x="591" y="362"/>
                    <a:pt x="579" y="355"/>
                  </a:cubicBezTo>
                  <a:cubicBezTo>
                    <a:pt x="391" y="257"/>
                    <a:pt x="212" y="140"/>
                    <a:pt x="46" y="6"/>
                  </a:cubicBezTo>
                  <a:cubicBezTo>
                    <a:pt x="41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3" name="Google Shape;9373;p31"/>
            <p:cNvSpPr/>
            <p:nvPr/>
          </p:nvSpPr>
          <p:spPr>
            <a:xfrm>
              <a:off x="1717875" y="4197250"/>
              <a:ext cx="23150" cy="16200"/>
            </a:xfrm>
            <a:custGeom>
              <a:avLst/>
              <a:gdLst/>
              <a:ahLst/>
              <a:cxnLst/>
              <a:rect l="l" t="t" r="r" b="b"/>
              <a:pathLst>
                <a:path w="926" h="648" extrusionOk="0">
                  <a:moveTo>
                    <a:pt x="30" y="1"/>
                  </a:moveTo>
                  <a:cubicBezTo>
                    <a:pt x="23" y="1"/>
                    <a:pt x="16" y="3"/>
                    <a:pt x="10" y="9"/>
                  </a:cubicBezTo>
                  <a:cubicBezTo>
                    <a:pt x="1" y="18"/>
                    <a:pt x="1" y="36"/>
                    <a:pt x="12" y="45"/>
                  </a:cubicBezTo>
                  <a:cubicBezTo>
                    <a:pt x="269" y="291"/>
                    <a:pt x="562" y="493"/>
                    <a:pt x="885" y="645"/>
                  </a:cubicBezTo>
                  <a:cubicBezTo>
                    <a:pt x="889" y="647"/>
                    <a:pt x="891" y="648"/>
                    <a:pt x="895" y="648"/>
                  </a:cubicBezTo>
                  <a:cubicBezTo>
                    <a:pt x="905" y="648"/>
                    <a:pt x="914" y="643"/>
                    <a:pt x="920" y="633"/>
                  </a:cubicBezTo>
                  <a:cubicBezTo>
                    <a:pt x="925" y="620"/>
                    <a:pt x="920" y="605"/>
                    <a:pt x="906" y="598"/>
                  </a:cubicBezTo>
                  <a:cubicBezTo>
                    <a:pt x="590" y="449"/>
                    <a:pt x="301" y="250"/>
                    <a:pt x="48" y="8"/>
                  </a:cubicBezTo>
                  <a:cubicBezTo>
                    <a:pt x="43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4" name="Google Shape;9374;p31"/>
            <p:cNvSpPr/>
            <p:nvPr/>
          </p:nvSpPr>
          <p:spPr>
            <a:xfrm>
              <a:off x="1777775" y="4238150"/>
              <a:ext cx="11475" cy="38000"/>
            </a:xfrm>
            <a:custGeom>
              <a:avLst/>
              <a:gdLst/>
              <a:ahLst/>
              <a:cxnLst/>
              <a:rect l="l" t="t" r="r" b="b"/>
              <a:pathLst>
                <a:path w="459" h="1520" extrusionOk="0">
                  <a:moveTo>
                    <a:pt x="431" y="1"/>
                  </a:moveTo>
                  <a:cubicBezTo>
                    <a:pt x="419" y="1"/>
                    <a:pt x="407" y="10"/>
                    <a:pt x="406" y="22"/>
                  </a:cubicBezTo>
                  <a:cubicBezTo>
                    <a:pt x="340" y="525"/>
                    <a:pt x="207" y="1018"/>
                    <a:pt x="6" y="1483"/>
                  </a:cubicBezTo>
                  <a:cubicBezTo>
                    <a:pt x="1" y="1497"/>
                    <a:pt x="8" y="1513"/>
                    <a:pt x="21" y="1518"/>
                  </a:cubicBezTo>
                  <a:cubicBezTo>
                    <a:pt x="24" y="1520"/>
                    <a:pt x="28" y="1520"/>
                    <a:pt x="30" y="1520"/>
                  </a:cubicBezTo>
                  <a:cubicBezTo>
                    <a:pt x="41" y="1520"/>
                    <a:pt x="51" y="1514"/>
                    <a:pt x="55" y="1504"/>
                  </a:cubicBezTo>
                  <a:cubicBezTo>
                    <a:pt x="255" y="1033"/>
                    <a:pt x="391" y="538"/>
                    <a:pt x="457" y="29"/>
                  </a:cubicBezTo>
                  <a:cubicBezTo>
                    <a:pt x="458" y="16"/>
                    <a:pt x="449" y="2"/>
                    <a:pt x="434" y="1"/>
                  </a:cubicBezTo>
                  <a:cubicBezTo>
                    <a:pt x="433" y="1"/>
                    <a:pt x="432" y="1"/>
                    <a:pt x="4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5" name="Google Shape;9375;p31"/>
            <p:cNvSpPr/>
            <p:nvPr/>
          </p:nvSpPr>
          <p:spPr>
            <a:xfrm>
              <a:off x="1788250" y="4226700"/>
              <a:ext cx="1975" cy="5900"/>
            </a:xfrm>
            <a:custGeom>
              <a:avLst/>
              <a:gdLst/>
              <a:ahLst/>
              <a:cxnLst/>
              <a:rect l="l" t="t" r="r" b="b"/>
              <a:pathLst>
                <a:path w="79" h="236" extrusionOk="0">
                  <a:moveTo>
                    <a:pt x="28" y="0"/>
                  </a:moveTo>
                  <a:cubicBezTo>
                    <a:pt x="26" y="0"/>
                    <a:pt x="23" y="1"/>
                    <a:pt x="20" y="1"/>
                  </a:cubicBezTo>
                  <a:cubicBezTo>
                    <a:pt x="7" y="5"/>
                    <a:pt x="0" y="20"/>
                    <a:pt x="4" y="34"/>
                  </a:cubicBezTo>
                  <a:cubicBezTo>
                    <a:pt x="22" y="89"/>
                    <a:pt x="26" y="148"/>
                    <a:pt x="16" y="205"/>
                  </a:cubicBezTo>
                  <a:cubicBezTo>
                    <a:pt x="14" y="219"/>
                    <a:pt x="23" y="233"/>
                    <a:pt x="37" y="235"/>
                  </a:cubicBezTo>
                  <a:lnTo>
                    <a:pt x="41" y="235"/>
                  </a:lnTo>
                  <a:cubicBezTo>
                    <a:pt x="54" y="235"/>
                    <a:pt x="65" y="226"/>
                    <a:pt x="66" y="214"/>
                  </a:cubicBezTo>
                  <a:cubicBezTo>
                    <a:pt x="78" y="148"/>
                    <a:pt x="74" y="81"/>
                    <a:pt x="54" y="18"/>
                  </a:cubicBezTo>
                  <a:cubicBezTo>
                    <a:pt x="50" y="7"/>
                    <a:pt x="39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6" name="Google Shape;9376;p31"/>
            <p:cNvSpPr/>
            <p:nvPr/>
          </p:nvSpPr>
          <p:spPr>
            <a:xfrm>
              <a:off x="1777550" y="4036200"/>
              <a:ext cx="94100" cy="141575"/>
            </a:xfrm>
            <a:custGeom>
              <a:avLst/>
              <a:gdLst/>
              <a:ahLst/>
              <a:cxnLst/>
              <a:rect l="l" t="t" r="r" b="b"/>
              <a:pathLst>
                <a:path w="3764" h="5663" extrusionOk="0">
                  <a:moveTo>
                    <a:pt x="1030" y="0"/>
                  </a:moveTo>
                  <a:cubicBezTo>
                    <a:pt x="735" y="501"/>
                    <a:pt x="448" y="1028"/>
                    <a:pt x="260" y="1578"/>
                  </a:cubicBezTo>
                  <a:cubicBezTo>
                    <a:pt x="73" y="2127"/>
                    <a:pt x="0" y="2733"/>
                    <a:pt x="162" y="3291"/>
                  </a:cubicBezTo>
                  <a:cubicBezTo>
                    <a:pt x="331" y="3877"/>
                    <a:pt x="748" y="4368"/>
                    <a:pt x="1235" y="4736"/>
                  </a:cubicBezTo>
                  <a:cubicBezTo>
                    <a:pt x="1722" y="5104"/>
                    <a:pt x="2337" y="5406"/>
                    <a:pt x="2890" y="5663"/>
                  </a:cubicBezTo>
                  <a:lnTo>
                    <a:pt x="2890" y="5661"/>
                  </a:lnTo>
                  <a:cubicBezTo>
                    <a:pt x="3323" y="4893"/>
                    <a:pt x="3763" y="4013"/>
                    <a:pt x="3514" y="3167"/>
                  </a:cubicBezTo>
                  <a:cubicBezTo>
                    <a:pt x="3322" y="2512"/>
                    <a:pt x="2758" y="2045"/>
                    <a:pt x="2232" y="1608"/>
                  </a:cubicBezTo>
                  <a:cubicBezTo>
                    <a:pt x="1708" y="1171"/>
                    <a:pt x="1161" y="670"/>
                    <a:pt x="1030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7" name="Google Shape;9377;p31"/>
            <p:cNvSpPr/>
            <p:nvPr/>
          </p:nvSpPr>
          <p:spPr>
            <a:xfrm>
              <a:off x="1776600" y="4034900"/>
              <a:ext cx="96400" cy="144150"/>
            </a:xfrm>
            <a:custGeom>
              <a:avLst/>
              <a:gdLst/>
              <a:ahLst/>
              <a:cxnLst/>
              <a:rect l="l" t="t" r="r" b="b"/>
              <a:pathLst>
                <a:path w="3856" h="5766" extrusionOk="0">
                  <a:moveTo>
                    <a:pt x="1046" y="189"/>
                  </a:moveTo>
                  <a:cubicBezTo>
                    <a:pt x="1220" y="811"/>
                    <a:pt x="1728" y="1276"/>
                    <a:pt x="2237" y="1700"/>
                  </a:cubicBezTo>
                  <a:lnTo>
                    <a:pt x="2247" y="1708"/>
                  </a:lnTo>
                  <a:cubicBezTo>
                    <a:pt x="2772" y="2145"/>
                    <a:pt x="3316" y="2598"/>
                    <a:pt x="3503" y="3234"/>
                  </a:cubicBezTo>
                  <a:cubicBezTo>
                    <a:pt x="3741" y="4040"/>
                    <a:pt x="3344" y="4867"/>
                    <a:pt x="2907" y="5647"/>
                  </a:cubicBezTo>
                  <a:cubicBezTo>
                    <a:pt x="2346" y="5386"/>
                    <a:pt x="1766" y="5096"/>
                    <a:pt x="1304" y="4747"/>
                  </a:cubicBezTo>
                  <a:cubicBezTo>
                    <a:pt x="928" y="4462"/>
                    <a:pt x="439" y="3986"/>
                    <a:pt x="250" y="3328"/>
                  </a:cubicBezTo>
                  <a:cubicBezTo>
                    <a:pt x="107" y="2834"/>
                    <a:pt x="141" y="2253"/>
                    <a:pt x="346" y="1646"/>
                  </a:cubicBezTo>
                  <a:cubicBezTo>
                    <a:pt x="524" y="1127"/>
                    <a:pt x="793" y="624"/>
                    <a:pt x="1046" y="189"/>
                  </a:cubicBezTo>
                  <a:close/>
                  <a:moveTo>
                    <a:pt x="1066" y="0"/>
                  </a:moveTo>
                  <a:cubicBezTo>
                    <a:pt x="1048" y="0"/>
                    <a:pt x="1031" y="9"/>
                    <a:pt x="1022" y="25"/>
                  </a:cubicBezTo>
                  <a:cubicBezTo>
                    <a:pt x="750" y="489"/>
                    <a:pt x="445" y="1040"/>
                    <a:pt x="250" y="1613"/>
                  </a:cubicBezTo>
                  <a:cubicBezTo>
                    <a:pt x="36" y="2240"/>
                    <a:pt x="1" y="2844"/>
                    <a:pt x="150" y="3358"/>
                  </a:cubicBezTo>
                  <a:cubicBezTo>
                    <a:pt x="348" y="4042"/>
                    <a:pt x="854" y="4536"/>
                    <a:pt x="1241" y="4829"/>
                  </a:cubicBezTo>
                  <a:cubicBezTo>
                    <a:pt x="1724" y="5194"/>
                    <a:pt x="2327" y="5493"/>
                    <a:pt x="2907" y="5762"/>
                  </a:cubicBezTo>
                  <a:cubicBezTo>
                    <a:pt x="2913" y="5764"/>
                    <a:pt x="2921" y="5766"/>
                    <a:pt x="2928" y="5766"/>
                  </a:cubicBezTo>
                  <a:cubicBezTo>
                    <a:pt x="2947" y="5766"/>
                    <a:pt x="2964" y="5756"/>
                    <a:pt x="2974" y="5739"/>
                  </a:cubicBezTo>
                  <a:cubicBezTo>
                    <a:pt x="3410" y="4964"/>
                    <a:pt x="3855" y="4064"/>
                    <a:pt x="3602" y="3204"/>
                  </a:cubicBezTo>
                  <a:cubicBezTo>
                    <a:pt x="3406" y="2538"/>
                    <a:pt x="2850" y="2076"/>
                    <a:pt x="2313" y="1629"/>
                  </a:cubicBezTo>
                  <a:lnTo>
                    <a:pt x="2303" y="1621"/>
                  </a:lnTo>
                  <a:cubicBezTo>
                    <a:pt x="1774" y="1180"/>
                    <a:pt x="1247" y="695"/>
                    <a:pt x="1117" y="41"/>
                  </a:cubicBezTo>
                  <a:cubicBezTo>
                    <a:pt x="1113" y="21"/>
                    <a:pt x="1097" y="5"/>
                    <a:pt x="1076" y="1"/>
                  </a:cubicBezTo>
                  <a:cubicBezTo>
                    <a:pt x="1072" y="0"/>
                    <a:pt x="1069" y="0"/>
                    <a:pt x="106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8" name="Google Shape;9378;p31"/>
            <p:cNvSpPr/>
            <p:nvPr/>
          </p:nvSpPr>
          <p:spPr>
            <a:xfrm>
              <a:off x="1845075" y="4176450"/>
              <a:ext cx="8400" cy="47575"/>
            </a:xfrm>
            <a:custGeom>
              <a:avLst/>
              <a:gdLst/>
              <a:ahLst/>
              <a:cxnLst/>
              <a:rect l="l" t="t" r="r" b="b"/>
              <a:pathLst>
                <a:path w="336" h="1903" extrusionOk="0">
                  <a:moveTo>
                    <a:pt x="191" y="1"/>
                  </a:moveTo>
                  <a:cubicBezTo>
                    <a:pt x="188" y="1"/>
                    <a:pt x="184" y="1"/>
                    <a:pt x="181" y="1"/>
                  </a:cubicBezTo>
                  <a:cubicBezTo>
                    <a:pt x="153" y="6"/>
                    <a:pt x="134" y="32"/>
                    <a:pt x="139" y="61"/>
                  </a:cubicBezTo>
                  <a:cubicBezTo>
                    <a:pt x="231" y="634"/>
                    <a:pt x="189" y="1197"/>
                    <a:pt x="9" y="1837"/>
                  </a:cubicBezTo>
                  <a:cubicBezTo>
                    <a:pt x="1" y="1865"/>
                    <a:pt x="17" y="1893"/>
                    <a:pt x="44" y="1901"/>
                  </a:cubicBezTo>
                  <a:cubicBezTo>
                    <a:pt x="49" y="1902"/>
                    <a:pt x="53" y="1902"/>
                    <a:pt x="59" y="1902"/>
                  </a:cubicBezTo>
                  <a:cubicBezTo>
                    <a:pt x="80" y="1902"/>
                    <a:pt x="102" y="1888"/>
                    <a:pt x="108" y="1865"/>
                  </a:cubicBezTo>
                  <a:cubicBezTo>
                    <a:pt x="294" y="1211"/>
                    <a:pt x="336" y="632"/>
                    <a:pt x="242" y="43"/>
                  </a:cubicBezTo>
                  <a:cubicBezTo>
                    <a:pt x="237" y="19"/>
                    <a:pt x="216" y="1"/>
                    <a:pt x="19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9" name="Google Shape;9379;p31"/>
            <p:cNvSpPr/>
            <p:nvPr/>
          </p:nvSpPr>
          <p:spPr>
            <a:xfrm>
              <a:off x="1801450" y="4035525"/>
              <a:ext cx="48875" cy="143350"/>
            </a:xfrm>
            <a:custGeom>
              <a:avLst/>
              <a:gdLst/>
              <a:ahLst/>
              <a:cxnLst/>
              <a:rect l="l" t="t" r="r" b="b"/>
              <a:pathLst>
                <a:path w="1955" h="5734" extrusionOk="0">
                  <a:moveTo>
                    <a:pt x="75" y="0"/>
                  </a:moveTo>
                  <a:cubicBezTo>
                    <a:pt x="60" y="0"/>
                    <a:pt x="48" y="11"/>
                    <a:pt x="47" y="26"/>
                  </a:cubicBezTo>
                  <a:cubicBezTo>
                    <a:pt x="1" y="845"/>
                    <a:pt x="251" y="1814"/>
                    <a:pt x="815" y="2987"/>
                  </a:cubicBezTo>
                  <a:cubicBezTo>
                    <a:pt x="879" y="3121"/>
                    <a:pt x="945" y="3257"/>
                    <a:pt x="1011" y="3392"/>
                  </a:cubicBezTo>
                  <a:cubicBezTo>
                    <a:pt x="1375" y="4132"/>
                    <a:pt x="1750" y="4896"/>
                    <a:pt x="1901" y="5712"/>
                  </a:cubicBezTo>
                  <a:cubicBezTo>
                    <a:pt x="1903" y="5726"/>
                    <a:pt x="1914" y="5734"/>
                    <a:pt x="1926" y="5734"/>
                  </a:cubicBezTo>
                  <a:lnTo>
                    <a:pt x="1930" y="5734"/>
                  </a:lnTo>
                  <a:cubicBezTo>
                    <a:pt x="1945" y="5731"/>
                    <a:pt x="1954" y="5718"/>
                    <a:pt x="1952" y="5703"/>
                  </a:cubicBezTo>
                  <a:cubicBezTo>
                    <a:pt x="1800" y="4880"/>
                    <a:pt x="1423" y="4112"/>
                    <a:pt x="1058" y="3369"/>
                  </a:cubicBezTo>
                  <a:cubicBezTo>
                    <a:pt x="992" y="3234"/>
                    <a:pt x="927" y="3100"/>
                    <a:pt x="861" y="2964"/>
                  </a:cubicBezTo>
                  <a:cubicBezTo>
                    <a:pt x="302" y="1800"/>
                    <a:pt x="53" y="838"/>
                    <a:pt x="99" y="28"/>
                  </a:cubicBezTo>
                  <a:cubicBezTo>
                    <a:pt x="99" y="14"/>
                    <a:pt x="88" y="2"/>
                    <a:pt x="7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0" name="Google Shape;9380;p31"/>
            <p:cNvSpPr/>
            <p:nvPr/>
          </p:nvSpPr>
          <p:spPr>
            <a:xfrm>
              <a:off x="1837750" y="4086700"/>
              <a:ext cx="9500" cy="55300"/>
            </a:xfrm>
            <a:custGeom>
              <a:avLst/>
              <a:gdLst/>
              <a:ahLst/>
              <a:cxnLst/>
              <a:rect l="l" t="t" r="r" b="b"/>
              <a:pathLst>
                <a:path w="380" h="2212" extrusionOk="0">
                  <a:moveTo>
                    <a:pt x="292" y="1"/>
                  </a:moveTo>
                  <a:cubicBezTo>
                    <a:pt x="291" y="1"/>
                    <a:pt x="291" y="1"/>
                    <a:pt x="290" y="1"/>
                  </a:cubicBezTo>
                  <a:cubicBezTo>
                    <a:pt x="275" y="2"/>
                    <a:pt x="264" y="16"/>
                    <a:pt x="266" y="29"/>
                  </a:cubicBezTo>
                  <a:cubicBezTo>
                    <a:pt x="327" y="750"/>
                    <a:pt x="237" y="1493"/>
                    <a:pt x="6" y="2178"/>
                  </a:cubicBezTo>
                  <a:cubicBezTo>
                    <a:pt x="1" y="2191"/>
                    <a:pt x="9" y="2206"/>
                    <a:pt x="22" y="2210"/>
                  </a:cubicBezTo>
                  <a:cubicBezTo>
                    <a:pt x="25" y="2211"/>
                    <a:pt x="27" y="2211"/>
                    <a:pt x="30" y="2211"/>
                  </a:cubicBezTo>
                  <a:cubicBezTo>
                    <a:pt x="41" y="2211"/>
                    <a:pt x="52" y="2204"/>
                    <a:pt x="54" y="2194"/>
                  </a:cubicBezTo>
                  <a:cubicBezTo>
                    <a:pt x="288" y="1502"/>
                    <a:pt x="380" y="753"/>
                    <a:pt x="318" y="25"/>
                  </a:cubicBezTo>
                  <a:cubicBezTo>
                    <a:pt x="317" y="11"/>
                    <a:pt x="306" y="1"/>
                    <a:pt x="2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1" name="Google Shape;9381;p31"/>
            <p:cNvSpPr/>
            <p:nvPr/>
          </p:nvSpPr>
          <p:spPr>
            <a:xfrm>
              <a:off x="1813900" y="4062925"/>
              <a:ext cx="4850" cy="29400"/>
            </a:xfrm>
            <a:custGeom>
              <a:avLst/>
              <a:gdLst/>
              <a:ahLst/>
              <a:cxnLst/>
              <a:rect l="l" t="t" r="r" b="b"/>
              <a:pathLst>
                <a:path w="194" h="1176" extrusionOk="0">
                  <a:moveTo>
                    <a:pt x="147" y="1"/>
                  </a:moveTo>
                  <a:cubicBezTo>
                    <a:pt x="133" y="2"/>
                    <a:pt x="122" y="14"/>
                    <a:pt x="122" y="28"/>
                  </a:cubicBezTo>
                  <a:cubicBezTo>
                    <a:pt x="141" y="404"/>
                    <a:pt x="102" y="778"/>
                    <a:pt x="5" y="1143"/>
                  </a:cubicBezTo>
                  <a:cubicBezTo>
                    <a:pt x="1" y="1156"/>
                    <a:pt x="10" y="1170"/>
                    <a:pt x="24" y="1174"/>
                  </a:cubicBezTo>
                  <a:cubicBezTo>
                    <a:pt x="25" y="1175"/>
                    <a:pt x="28" y="1175"/>
                    <a:pt x="30" y="1175"/>
                  </a:cubicBezTo>
                  <a:cubicBezTo>
                    <a:pt x="41" y="1175"/>
                    <a:pt x="52" y="1167"/>
                    <a:pt x="55" y="1156"/>
                  </a:cubicBezTo>
                  <a:cubicBezTo>
                    <a:pt x="153" y="786"/>
                    <a:pt x="193" y="407"/>
                    <a:pt x="174" y="26"/>
                  </a:cubicBezTo>
                  <a:cubicBezTo>
                    <a:pt x="173" y="11"/>
                    <a:pt x="159" y="2"/>
                    <a:pt x="14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2" name="Google Shape;9382;p31"/>
            <p:cNvSpPr/>
            <p:nvPr/>
          </p:nvSpPr>
          <p:spPr>
            <a:xfrm>
              <a:off x="1778925" y="4095025"/>
              <a:ext cx="46650" cy="22950"/>
            </a:xfrm>
            <a:custGeom>
              <a:avLst/>
              <a:gdLst/>
              <a:ahLst/>
              <a:cxnLst/>
              <a:rect l="l" t="t" r="r" b="b"/>
              <a:pathLst>
                <a:path w="1866" h="918" extrusionOk="0">
                  <a:moveTo>
                    <a:pt x="30" y="1"/>
                  </a:moveTo>
                  <a:cubicBezTo>
                    <a:pt x="22" y="1"/>
                    <a:pt x="14" y="5"/>
                    <a:pt x="9" y="12"/>
                  </a:cubicBezTo>
                  <a:cubicBezTo>
                    <a:pt x="1" y="24"/>
                    <a:pt x="3" y="40"/>
                    <a:pt x="15" y="49"/>
                  </a:cubicBezTo>
                  <a:cubicBezTo>
                    <a:pt x="584" y="447"/>
                    <a:pt x="1162" y="723"/>
                    <a:pt x="1829" y="918"/>
                  </a:cubicBezTo>
                  <a:lnTo>
                    <a:pt x="1836" y="918"/>
                  </a:lnTo>
                  <a:cubicBezTo>
                    <a:pt x="1848" y="918"/>
                    <a:pt x="1857" y="911"/>
                    <a:pt x="1861" y="899"/>
                  </a:cubicBezTo>
                  <a:cubicBezTo>
                    <a:pt x="1865" y="885"/>
                    <a:pt x="1857" y="872"/>
                    <a:pt x="1844" y="868"/>
                  </a:cubicBezTo>
                  <a:cubicBezTo>
                    <a:pt x="1182" y="674"/>
                    <a:pt x="610" y="401"/>
                    <a:pt x="44" y="6"/>
                  </a:cubicBezTo>
                  <a:cubicBezTo>
                    <a:pt x="39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3" name="Google Shape;9383;p31"/>
            <p:cNvSpPr/>
            <p:nvPr/>
          </p:nvSpPr>
          <p:spPr>
            <a:xfrm>
              <a:off x="1789900" y="4134475"/>
              <a:ext cx="54775" cy="25175"/>
            </a:xfrm>
            <a:custGeom>
              <a:avLst/>
              <a:gdLst/>
              <a:ahLst/>
              <a:cxnLst/>
              <a:rect l="l" t="t" r="r" b="b"/>
              <a:pathLst>
                <a:path w="2191" h="1007" extrusionOk="0">
                  <a:moveTo>
                    <a:pt x="29" y="1"/>
                  </a:moveTo>
                  <a:cubicBezTo>
                    <a:pt x="21" y="1"/>
                    <a:pt x="12" y="5"/>
                    <a:pt x="7" y="12"/>
                  </a:cubicBezTo>
                  <a:cubicBezTo>
                    <a:pt x="0" y="24"/>
                    <a:pt x="4" y="41"/>
                    <a:pt x="16" y="49"/>
                  </a:cubicBezTo>
                  <a:cubicBezTo>
                    <a:pt x="681" y="466"/>
                    <a:pt x="1399" y="789"/>
                    <a:pt x="2154" y="1005"/>
                  </a:cubicBezTo>
                  <a:cubicBezTo>
                    <a:pt x="2156" y="1006"/>
                    <a:pt x="2159" y="1006"/>
                    <a:pt x="2161" y="1006"/>
                  </a:cubicBezTo>
                  <a:lnTo>
                    <a:pt x="2161" y="1006"/>
                  </a:lnTo>
                  <a:cubicBezTo>
                    <a:pt x="2173" y="1006"/>
                    <a:pt x="2182" y="1000"/>
                    <a:pt x="2186" y="988"/>
                  </a:cubicBezTo>
                  <a:cubicBezTo>
                    <a:pt x="2190" y="974"/>
                    <a:pt x="2182" y="959"/>
                    <a:pt x="2169" y="955"/>
                  </a:cubicBezTo>
                  <a:cubicBezTo>
                    <a:pt x="1418" y="740"/>
                    <a:pt x="704" y="420"/>
                    <a:pt x="43" y="4"/>
                  </a:cubicBezTo>
                  <a:cubicBezTo>
                    <a:pt x="39" y="2"/>
                    <a:pt x="34" y="1"/>
                    <a:pt x="29" y="1"/>
                  </a:cubicBezTo>
                  <a:close/>
                  <a:moveTo>
                    <a:pt x="2161" y="1006"/>
                  </a:moveTo>
                  <a:cubicBezTo>
                    <a:pt x="2161" y="1006"/>
                    <a:pt x="2161" y="1006"/>
                    <a:pt x="2161" y="1006"/>
                  </a:cubicBezTo>
                  <a:lnTo>
                    <a:pt x="2162" y="1006"/>
                  </a:lnTo>
                  <a:cubicBezTo>
                    <a:pt x="2162" y="1006"/>
                    <a:pt x="2161" y="1006"/>
                    <a:pt x="2161" y="1006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4" name="Google Shape;9384;p31"/>
            <p:cNvSpPr/>
            <p:nvPr/>
          </p:nvSpPr>
          <p:spPr>
            <a:xfrm>
              <a:off x="1826150" y="4072400"/>
              <a:ext cx="2450" cy="10425"/>
            </a:xfrm>
            <a:custGeom>
              <a:avLst/>
              <a:gdLst/>
              <a:ahLst/>
              <a:cxnLst/>
              <a:rect l="l" t="t" r="r" b="b"/>
              <a:pathLst>
                <a:path w="98" h="417" extrusionOk="0">
                  <a:moveTo>
                    <a:pt x="73" y="1"/>
                  </a:moveTo>
                  <a:cubicBezTo>
                    <a:pt x="72" y="1"/>
                    <a:pt x="70" y="1"/>
                    <a:pt x="69" y="1"/>
                  </a:cubicBezTo>
                  <a:cubicBezTo>
                    <a:pt x="54" y="1"/>
                    <a:pt x="42" y="13"/>
                    <a:pt x="43" y="27"/>
                  </a:cubicBezTo>
                  <a:cubicBezTo>
                    <a:pt x="45" y="148"/>
                    <a:pt x="31" y="267"/>
                    <a:pt x="3" y="384"/>
                  </a:cubicBezTo>
                  <a:cubicBezTo>
                    <a:pt x="0" y="398"/>
                    <a:pt x="8" y="413"/>
                    <a:pt x="23" y="415"/>
                  </a:cubicBezTo>
                  <a:cubicBezTo>
                    <a:pt x="25" y="417"/>
                    <a:pt x="27" y="417"/>
                    <a:pt x="29" y="417"/>
                  </a:cubicBezTo>
                  <a:cubicBezTo>
                    <a:pt x="41" y="417"/>
                    <a:pt x="52" y="409"/>
                    <a:pt x="54" y="397"/>
                  </a:cubicBezTo>
                  <a:cubicBezTo>
                    <a:pt x="82" y="276"/>
                    <a:pt x="97" y="150"/>
                    <a:pt x="95" y="27"/>
                  </a:cubicBezTo>
                  <a:cubicBezTo>
                    <a:pt x="95" y="13"/>
                    <a:pt x="86" y="1"/>
                    <a:pt x="7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5" name="Google Shape;9385;p31"/>
            <p:cNvSpPr/>
            <p:nvPr/>
          </p:nvSpPr>
          <p:spPr>
            <a:xfrm>
              <a:off x="1823425" y="4088375"/>
              <a:ext cx="2375" cy="5250"/>
            </a:xfrm>
            <a:custGeom>
              <a:avLst/>
              <a:gdLst/>
              <a:ahLst/>
              <a:cxnLst/>
              <a:rect l="l" t="t" r="r" b="b"/>
              <a:pathLst>
                <a:path w="95" h="210" extrusionOk="0">
                  <a:moveTo>
                    <a:pt x="66" y="0"/>
                  </a:moveTo>
                  <a:cubicBezTo>
                    <a:pt x="54" y="0"/>
                    <a:pt x="44" y="8"/>
                    <a:pt x="42" y="20"/>
                  </a:cubicBezTo>
                  <a:lnTo>
                    <a:pt x="4" y="179"/>
                  </a:lnTo>
                  <a:cubicBezTo>
                    <a:pt x="0" y="192"/>
                    <a:pt x="10" y="206"/>
                    <a:pt x="23" y="210"/>
                  </a:cubicBezTo>
                  <a:lnTo>
                    <a:pt x="29" y="210"/>
                  </a:lnTo>
                  <a:cubicBezTo>
                    <a:pt x="41" y="210"/>
                    <a:pt x="52" y="202"/>
                    <a:pt x="54" y="191"/>
                  </a:cubicBezTo>
                  <a:lnTo>
                    <a:pt x="92" y="32"/>
                  </a:lnTo>
                  <a:cubicBezTo>
                    <a:pt x="95" y="19"/>
                    <a:pt x="87" y="4"/>
                    <a:pt x="73" y="1"/>
                  </a:cubicBezTo>
                  <a:cubicBezTo>
                    <a:pt x="71" y="0"/>
                    <a:pt x="68" y="0"/>
                    <a:pt x="6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6" name="Google Shape;9386;p31"/>
            <p:cNvSpPr/>
            <p:nvPr/>
          </p:nvSpPr>
          <p:spPr>
            <a:xfrm>
              <a:off x="1809225" y="4132100"/>
              <a:ext cx="29550" cy="11275"/>
            </a:xfrm>
            <a:custGeom>
              <a:avLst/>
              <a:gdLst/>
              <a:ahLst/>
              <a:cxnLst/>
              <a:rect l="l" t="t" r="r" b="b"/>
              <a:pathLst>
                <a:path w="1182" h="451" extrusionOk="0">
                  <a:moveTo>
                    <a:pt x="30" y="0"/>
                  </a:moveTo>
                  <a:cubicBezTo>
                    <a:pt x="20" y="0"/>
                    <a:pt x="11" y="5"/>
                    <a:pt x="6" y="14"/>
                  </a:cubicBezTo>
                  <a:cubicBezTo>
                    <a:pt x="1" y="27"/>
                    <a:pt x="6" y="43"/>
                    <a:pt x="18" y="49"/>
                  </a:cubicBezTo>
                  <a:cubicBezTo>
                    <a:pt x="377" y="228"/>
                    <a:pt x="757" y="363"/>
                    <a:pt x="1148" y="449"/>
                  </a:cubicBezTo>
                  <a:cubicBezTo>
                    <a:pt x="1150" y="450"/>
                    <a:pt x="1152" y="450"/>
                    <a:pt x="1154" y="450"/>
                  </a:cubicBezTo>
                  <a:cubicBezTo>
                    <a:pt x="1166" y="450"/>
                    <a:pt x="1177" y="441"/>
                    <a:pt x="1179" y="429"/>
                  </a:cubicBezTo>
                  <a:cubicBezTo>
                    <a:pt x="1182" y="415"/>
                    <a:pt x="1172" y="402"/>
                    <a:pt x="1159" y="398"/>
                  </a:cubicBezTo>
                  <a:cubicBezTo>
                    <a:pt x="772" y="313"/>
                    <a:pt x="396" y="180"/>
                    <a:pt x="41" y="2"/>
                  </a:cubicBezTo>
                  <a:cubicBezTo>
                    <a:pt x="38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7" name="Google Shape;9387;p31"/>
            <p:cNvSpPr/>
            <p:nvPr/>
          </p:nvSpPr>
          <p:spPr>
            <a:xfrm>
              <a:off x="1801025" y="4128775"/>
              <a:ext cx="4900" cy="3000"/>
            </a:xfrm>
            <a:custGeom>
              <a:avLst/>
              <a:gdLst/>
              <a:ahLst/>
              <a:cxnLst/>
              <a:rect l="l" t="t" r="r" b="b"/>
              <a:pathLst>
                <a:path w="196" h="120" extrusionOk="0">
                  <a:moveTo>
                    <a:pt x="30" y="1"/>
                  </a:moveTo>
                  <a:cubicBezTo>
                    <a:pt x="21" y="1"/>
                    <a:pt x="12" y="6"/>
                    <a:pt x="7" y="14"/>
                  </a:cubicBezTo>
                  <a:cubicBezTo>
                    <a:pt x="0" y="28"/>
                    <a:pt x="6" y="44"/>
                    <a:pt x="19" y="49"/>
                  </a:cubicBezTo>
                  <a:lnTo>
                    <a:pt x="155" y="117"/>
                  </a:lnTo>
                  <a:cubicBezTo>
                    <a:pt x="158" y="118"/>
                    <a:pt x="162" y="119"/>
                    <a:pt x="166" y="119"/>
                  </a:cubicBezTo>
                  <a:cubicBezTo>
                    <a:pt x="175" y="119"/>
                    <a:pt x="185" y="114"/>
                    <a:pt x="189" y="104"/>
                  </a:cubicBezTo>
                  <a:cubicBezTo>
                    <a:pt x="196" y="91"/>
                    <a:pt x="190" y="76"/>
                    <a:pt x="178" y="69"/>
                  </a:cubicBezTo>
                  <a:lnTo>
                    <a:pt x="42" y="4"/>
                  </a:lnTo>
                  <a:cubicBezTo>
                    <a:pt x="38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8" name="Google Shape;9388;p31"/>
            <p:cNvSpPr/>
            <p:nvPr/>
          </p:nvSpPr>
          <p:spPr>
            <a:xfrm>
              <a:off x="1800350" y="4097850"/>
              <a:ext cx="9775" cy="4925"/>
            </a:xfrm>
            <a:custGeom>
              <a:avLst/>
              <a:gdLst/>
              <a:ahLst/>
              <a:cxnLst/>
              <a:rect l="l" t="t" r="r" b="b"/>
              <a:pathLst>
                <a:path w="391" h="197" extrusionOk="0">
                  <a:moveTo>
                    <a:pt x="30" y="1"/>
                  </a:moveTo>
                  <a:cubicBezTo>
                    <a:pt x="20" y="1"/>
                    <a:pt x="10" y="7"/>
                    <a:pt x="6" y="16"/>
                  </a:cubicBezTo>
                  <a:cubicBezTo>
                    <a:pt x="1" y="30"/>
                    <a:pt x="6" y="45"/>
                    <a:pt x="19" y="51"/>
                  </a:cubicBezTo>
                  <a:lnTo>
                    <a:pt x="350" y="195"/>
                  </a:lnTo>
                  <a:cubicBezTo>
                    <a:pt x="353" y="197"/>
                    <a:pt x="357" y="197"/>
                    <a:pt x="361" y="197"/>
                  </a:cubicBezTo>
                  <a:cubicBezTo>
                    <a:pt x="370" y="197"/>
                    <a:pt x="380" y="191"/>
                    <a:pt x="384" y="182"/>
                  </a:cubicBezTo>
                  <a:cubicBezTo>
                    <a:pt x="391" y="168"/>
                    <a:pt x="384" y="153"/>
                    <a:pt x="370" y="147"/>
                  </a:cubicBezTo>
                  <a:lnTo>
                    <a:pt x="40" y="3"/>
                  </a:lnTo>
                  <a:cubicBezTo>
                    <a:pt x="36" y="2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9" name="Google Shape;9389;p31"/>
            <p:cNvSpPr/>
            <p:nvPr/>
          </p:nvSpPr>
          <p:spPr>
            <a:xfrm>
              <a:off x="1779775" y="4086025"/>
              <a:ext cx="14925" cy="10100"/>
            </a:xfrm>
            <a:custGeom>
              <a:avLst/>
              <a:gdLst/>
              <a:ahLst/>
              <a:cxnLst/>
              <a:rect l="l" t="t" r="r" b="b"/>
              <a:pathLst>
                <a:path w="597" h="404" extrusionOk="0">
                  <a:moveTo>
                    <a:pt x="29" y="0"/>
                  </a:moveTo>
                  <a:cubicBezTo>
                    <a:pt x="21" y="0"/>
                    <a:pt x="14" y="4"/>
                    <a:pt x="8" y="10"/>
                  </a:cubicBezTo>
                  <a:cubicBezTo>
                    <a:pt x="0" y="21"/>
                    <a:pt x="2" y="37"/>
                    <a:pt x="12" y="47"/>
                  </a:cubicBezTo>
                  <a:cubicBezTo>
                    <a:pt x="182" y="181"/>
                    <a:pt x="363" y="300"/>
                    <a:pt x="554" y="400"/>
                  </a:cubicBezTo>
                  <a:cubicBezTo>
                    <a:pt x="559" y="402"/>
                    <a:pt x="563" y="403"/>
                    <a:pt x="567" y="403"/>
                  </a:cubicBezTo>
                  <a:cubicBezTo>
                    <a:pt x="576" y="403"/>
                    <a:pt x="585" y="398"/>
                    <a:pt x="589" y="388"/>
                  </a:cubicBezTo>
                  <a:cubicBezTo>
                    <a:pt x="596" y="376"/>
                    <a:pt x="591" y="360"/>
                    <a:pt x="579" y="353"/>
                  </a:cubicBezTo>
                  <a:cubicBezTo>
                    <a:pt x="390" y="255"/>
                    <a:pt x="211" y="138"/>
                    <a:pt x="46" y="6"/>
                  </a:cubicBezTo>
                  <a:cubicBezTo>
                    <a:pt x="41" y="2"/>
                    <a:pt x="35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0" name="Google Shape;9390;p31"/>
            <p:cNvSpPr/>
            <p:nvPr/>
          </p:nvSpPr>
          <p:spPr>
            <a:xfrm>
              <a:off x="1782325" y="4077025"/>
              <a:ext cx="23125" cy="16200"/>
            </a:xfrm>
            <a:custGeom>
              <a:avLst/>
              <a:gdLst/>
              <a:ahLst/>
              <a:cxnLst/>
              <a:rect l="l" t="t" r="r" b="b"/>
              <a:pathLst>
                <a:path w="925" h="648" extrusionOk="0">
                  <a:moveTo>
                    <a:pt x="29" y="0"/>
                  </a:moveTo>
                  <a:cubicBezTo>
                    <a:pt x="22" y="0"/>
                    <a:pt x="15" y="3"/>
                    <a:pt x="10" y="8"/>
                  </a:cubicBezTo>
                  <a:cubicBezTo>
                    <a:pt x="0" y="19"/>
                    <a:pt x="0" y="35"/>
                    <a:pt x="11" y="45"/>
                  </a:cubicBezTo>
                  <a:cubicBezTo>
                    <a:pt x="268" y="292"/>
                    <a:pt x="561" y="494"/>
                    <a:pt x="884" y="646"/>
                  </a:cubicBezTo>
                  <a:cubicBezTo>
                    <a:pt x="888" y="647"/>
                    <a:pt x="891" y="647"/>
                    <a:pt x="895" y="647"/>
                  </a:cubicBezTo>
                  <a:cubicBezTo>
                    <a:pt x="905" y="647"/>
                    <a:pt x="914" y="642"/>
                    <a:pt x="919" y="633"/>
                  </a:cubicBezTo>
                  <a:cubicBezTo>
                    <a:pt x="925" y="621"/>
                    <a:pt x="919" y="604"/>
                    <a:pt x="906" y="599"/>
                  </a:cubicBezTo>
                  <a:cubicBezTo>
                    <a:pt x="590" y="450"/>
                    <a:pt x="300" y="251"/>
                    <a:pt x="48" y="8"/>
                  </a:cubicBezTo>
                  <a:cubicBezTo>
                    <a:pt x="42" y="3"/>
                    <a:pt x="35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1" name="Google Shape;9391;p31"/>
            <p:cNvSpPr/>
            <p:nvPr/>
          </p:nvSpPr>
          <p:spPr>
            <a:xfrm>
              <a:off x="1842225" y="4117925"/>
              <a:ext cx="11450" cy="38025"/>
            </a:xfrm>
            <a:custGeom>
              <a:avLst/>
              <a:gdLst/>
              <a:ahLst/>
              <a:cxnLst/>
              <a:rect l="l" t="t" r="r" b="b"/>
              <a:pathLst>
                <a:path w="458" h="1521" extrusionOk="0">
                  <a:moveTo>
                    <a:pt x="431" y="0"/>
                  </a:moveTo>
                  <a:cubicBezTo>
                    <a:pt x="417" y="0"/>
                    <a:pt x="407" y="9"/>
                    <a:pt x="405" y="23"/>
                  </a:cubicBezTo>
                  <a:cubicBezTo>
                    <a:pt x="339" y="525"/>
                    <a:pt x="205" y="1017"/>
                    <a:pt x="6" y="1484"/>
                  </a:cubicBezTo>
                  <a:cubicBezTo>
                    <a:pt x="0" y="1498"/>
                    <a:pt x="7" y="1512"/>
                    <a:pt x="19" y="1518"/>
                  </a:cubicBezTo>
                  <a:cubicBezTo>
                    <a:pt x="23" y="1519"/>
                    <a:pt x="27" y="1520"/>
                    <a:pt x="30" y="1520"/>
                  </a:cubicBezTo>
                  <a:cubicBezTo>
                    <a:pt x="39" y="1520"/>
                    <a:pt x="50" y="1514"/>
                    <a:pt x="54" y="1504"/>
                  </a:cubicBezTo>
                  <a:cubicBezTo>
                    <a:pt x="255" y="1033"/>
                    <a:pt x="391" y="537"/>
                    <a:pt x="457" y="30"/>
                  </a:cubicBezTo>
                  <a:cubicBezTo>
                    <a:pt x="458" y="15"/>
                    <a:pt x="448" y="2"/>
                    <a:pt x="434" y="0"/>
                  </a:cubicBezTo>
                  <a:cubicBezTo>
                    <a:pt x="433" y="0"/>
                    <a:pt x="432" y="0"/>
                    <a:pt x="4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2" name="Google Shape;9392;p31"/>
            <p:cNvSpPr/>
            <p:nvPr/>
          </p:nvSpPr>
          <p:spPr>
            <a:xfrm>
              <a:off x="1852675" y="4106450"/>
              <a:ext cx="1975" cy="5900"/>
            </a:xfrm>
            <a:custGeom>
              <a:avLst/>
              <a:gdLst/>
              <a:ahLst/>
              <a:cxnLst/>
              <a:rect l="l" t="t" r="r" b="b"/>
              <a:pathLst>
                <a:path w="79" h="236" extrusionOk="0">
                  <a:moveTo>
                    <a:pt x="28" y="1"/>
                  </a:moveTo>
                  <a:cubicBezTo>
                    <a:pt x="26" y="1"/>
                    <a:pt x="23" y="1"/>
                    <a:pt x="21" y="2"/>
                  </a:cubicBezTo>
                  <a:cubicBezTo>
                    <a:pt x="8" y="6"/>
                    <a:pt x="1" y="21"/>
                    <a:pt x="5" y="34"/>
                  </a:cubicBezTo>
                  <a:cubicBezTo>
                    <a:pt x="22" y="89"/>
                    <a:pt x="26" y="149"/>
                    <a:pt x="17" y="206"/>
                  </a:cubicBezTo>
                  <a:cubicBezTo>
                    <a:pt x="14" y="220"/>
                    <a:pt x="24" y="233"/>
                    <a:pt x="37" y="236"/>
                  </a:cubicBezTo>
                  <a:lnTo>
                    <a:pt x="41" y="236"/>
                  </a:lnTo>
                  <a:cubicBezTo>
                    <a:pt x="55" y="236"/>
                    <a:pt x="65" y="228"/>
                    <a:pt x="67" y="216"/>
                  </a:cubicBezTo>
                  <a:cubicBezTo>
                    <a:pt x="79" y="150"/>
                    <a:pt x="75" y="81"/>
                    <a:pt x="53" y="19"/>
                  </a:cubicBezTo>
                  <a:cubicBezTo>
                    <a:pt x="50" y="8"/>
                    <a:pt x="3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3" name="Google Shape;9393;p31"/>
            <p:cNvSpPr/>
            <p:nvPr/>
          </p:nvSpPr>
          <p:spPr>
            <a:xfrm>
              <a:off x="1594875" y="4168975"/>
              <a:ext cx="277700" cy="450475"/>
            </a:xfrm>
            <a:custGeom>
              <a:avLst/>
              <a:gdLst/>
              <a:ahLst/>
              <a:cxnLst/>
              <a:rect l="l" t="t" r="r" b="b"/>
              <a:pathLst>
                <a:path w="11108" h="18019" extrusionOk="0">
                  <a:moveTo>
                    <a:pt x="11050" y="0"/>
                  </a:moveTo>
                  <a:cubicBezTo>
                    <a:pt x="11030" y="0"/>
                    <a:pt x="11011" y="11"/>
                    <a:pt x="11002" y="31"/>
                  </a:cubicBezTo>
                  <a:cubicBezTo>
                    <a:pt x="8104" y="6438"/>
                    <a:pt x="4408" y="12461"/>
                    <a:pt x="18" y="17934"/>
                  </a:cubicBezTo>
                  <a:cubicBezTo>
                    <a:pt x="1" y="17956"/>
                    <a:pt x="4" y="17989"/>
                    <a:pt x="27" y="18006"/>
                  </a:cubicBezTo>
                  <a:cubicBezTo>
                    <a:pt x="36" y="18014"/>
                    <a:pt x="47" y="18018"/>
                    <a:pt x="59" y="18018"/>
                  </a:cubicBezTo>
                  <a:cubicBezTo>
                    <a:pt x="74" y="18018"/>
                    <a:pt x="88" y="18012"/>
                    <a:pt x="99" y="17998"/>
                  </a:cubicBezTo>
                  <a:cubicBezTo>
                    <a:pt x="4494" y="12519"/>
                    <a:pt x="8195" y="6488"/>
                    <a:pt x="11096" y="73"/>
                  </a:cubicBezTo>
                  <a:cubicBezTo>
                    <a:pt x="11108" y="48"/>
                    <a:pt x="11097" y="17"/>
                    <a:pt x="11070" y="5"/>
                  </a:cubicBezTo>
                  <a:cubicBezTo>
                    <a:pt x="11064" y="2"/>
                    <a:pt x="11057" y="0"/>
                    <a:pt x="1105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94" name="Google Shape;9394;p31"/>
          <p:cNvGrpSpPr/>
          <p:nvPr/>
        </p:nvGrpSpPr>
        <p:grpSpPr>
          <a:xfrm rot="-7853864" flipH="1">
            <a:off x="-254054" y="-873671"/>
            <a:ext cx="1960431" cy="2130489"/>
            <a:chOff x="2577850" y="3421550"/>
            <a:chExt cx="447000" cy="485775"/>
          </a:xfrm>
        </p:grpSpPr>
        <p:sp>
          <p:nvSpPr>
            <p:cNvPr id="9395" name="Google Shape;9395;p31"/>
            <p:cNvSpPr/>
            <p:nvPr/>
          </p:nvSpPr>
          <p:spPr>
            <a:xfrm>
              <a:off x="2578825" y="3422850"/>
              <a:ext cx="444725" cy="483200"/>
            </a:xfrm>
            <a:custGeom>
              <a:avLst/>
              <a:gdLst/>
              <a:ahLst/>
              <a:cxnLst/>
              <a:rect l="l" t="t" r="r" b="b"/>
              <a:pathLst>
                <a:path w="17789" h="19328" extrusionOk="0">
                  <a:moveTo>
                    <a:pt x="6587" y="1"/>
                  </a:moveTo>
                  <a:cubicBezTo>
                    <a:pt x="6296" y="1170"/>
                    <a:pt x="5465" y="2148"/>
                    <a:pt x="5174" y="3316"/>
                  </a:cubicBezTo>
                  <a:cubicBezTo>
                    <a:pt x="4887" y="4473"/>
                    <a:pt x="5158" y="5700"/>
                    <a:pt x="5587" y="6812"/>
                  </a:cubicBezTo>
                  <a:cubicBezTo>
                    <a:pt x="6017" y="7925"/>
                    <a:pt x="6506" y="8941"/>
                    <a:pt x="6878" y="10073"/>
                  </a:cubicBezTo>
                  <a:cubicBezTo>
                    <a:pt x="6193" y="9192"/>
                    <a:pt x="5756" y="8149"/>
                    <a:pt x="5213" y="7174"/>
                  </a:cubicBezTo>
                  <a:cubicBezTo>
                    <a:pt x="4671" y="6199"/>
                    <a:pt x="3981" y="5246"/>
                    <a:pt x="2986" y="4743"/>
                  </a:cubicBezTo>
                  <a:cubicBezTo>
                    <a:pt x="2156" y="4323"/>
                    <a:pt x="1246" y="4225"/>
                    <a:pt x="318" y="4175"/>
                  </a:cubicBezTo>
                  <a:lnTo>
                    <a:pt x="318" y="4175"/>
                  </a:lnTo>
                  <a:cubicBezTo>
                    <a:pt x="0" y="5043"/>
                    <a:pt x="113" y="6036"/>
                    <a:pt x="517" y="6867"/>
                  </a:cubicBezTo>
                  <a:cubicBezTo>
                    <a:pt x="919" y="7699"/>
                    <a:pt x="1593" y="8380"/>
                    <a:pt x="2359" y="8896"/>
                  </a:cubicBezTo>
                  <a:cubicBezTo>
                    <a:pt x="3782" y="9858"/>
                    <a:pt x="5542" y="10302"/>
                    <a:pt x="6786" y="11486"/>
                  </a:cubicBezTo>
                  <a:cubicBezTo>
                    <a:pt x="6254" y="11237"/>
                    <a:pt x="5668" y="11108"/>
                    <a:pt x="5081" y="11108"/>
                  </a:cubicBezTo>
                  <a:cubicBezTo>
                    <a:pt x="4939" y="11108"/>
                    <a:pt x="4796" y="11116"/>
                    <a:pt x="4655" y="11131"/>
                  </a:cubicBezTo>
                  <a:cubicBezTo>
                    <a:pt x="3217" y="11285"/>
                    <a:pt x="1912" y="12106"/>
                    <a:pt x="759" y="12978"/>
                  </a:cubicBezTo>
                  <a:cubicBezTo>
                    <a:pt x="1570" y="13537"/>
                    <a:pt x="2554" y="13837"/>
                    <a:pt x="3538" y="13837"/>
                  </a:cubicBezTo>
                  <a:cubicBezTo>
                    <a:pt x="3762" y="13837"/>
                    <a:pt x="3985" y="13822"/>
                    <a:pt x="4206" y="13790"/>
                  </a:cubicBezTo>
                  <a:cubicBezTo>
                    <a:pt x="5403" y="13621"/>
                    <a:pt x="6579" y="13225"/>
                    <a:pt x="7343" y="12290"/>
                  </a:cubicBezTo>
                  <a:lnTo>
                    <a:pt x="7343" y="12290"/>
                  </a:lnTo>
                  <a:cubicBezTo>
                    <a:pt x="7050" y="13529"/>
                    <a:pt x="6840" y="14650"/>
                    <a:pt x="6900" y="15921"/>
                  </a:cubicBezTo>
                  <a:cubicBezTo>
                    <a:pt x="6962" y="17194"/>
                    <a:pt x="7417" y="18526"/>
                    <a:pt x="8407" y="19328"/>
                  </a:cubicBezTo>
                  <a:cubicBezTo>
                    <a:pt x="9588" y="17296"/>
                    <a:pt x="9621" y="14564"/>
                    <a:pt x="8542" y="12476"/>
                  </a:cubicBezTo>
                  <a:lnTo>
                    <a:pt x="8542" y="12476"/>
                  </a:lnTo>
                  <a:cubicBezTo>
                    <a:pt x="9338" y="13036"/>
                    <a:pt x="10018" y="13743"/>
                    <a:pt x="10728" y="14408"/>
                  </a:cubicBezTo>
                  <a:cubicBezTo>
                    <a:pt x="11438" y="15074"/>
                    <a:pt x="12201" y="15710"/>
                    <a:pt x="13100" y="16086"/>
                  </a:cubicBezTo>
                  <a:cubicBezTo>
                    <a:pt x="13618" y="16301"/>
                    <a:pt x="14189" y="16445"/>
                    <a:pt x="14746" y="16445"/>
                  </a:cubicBezTo>
                  <a:cubicBezTo>
                    <a:pt x="15156" y="16445"/>
                    <a:pt x="15558" y="16367"/>
                    <a:pt x="15928" y="16184"/>
                  </a:cubicBezTo>
                  <a:cubicBezTo>
                    <a:pt x="15741" y="15382"/>
                    <a:pt x="15535" y="14545"/>
                    <a:pt x="14993" y="13926"/>
                  </a:cubicBezTo>
                  <a:cubicBezTo>
                    <a:pt x="14308" y="13145"/>
                    <a:pt x="13228" y="12865"/>
                    <a:pt x="12209" y="12655"/>
                  </a:cubicBezTo>
                  <a:cubicBezTo>
                    <a:pt x="11192" y="12446"/>
                    <a:pt x="10089" y="12220"/>
                    <a:pt x="9315" y="11528"/>
                  </a:cubicBezTo>
                  <a:lnTo>
                    <a:pt x="9315" y="11528"/>
                  </a:lnTo>
                  <a:cubicBezTo>
                    <a:pt x="10254" y="11672"/>
                    <a:pt x="11197" y="11815"/>
                    <a:pt x="12149" y="11826"/>
                  </a:cubicBezTo>
                  <a:cubicBezTo>
                    <a:pt x="12185" y="11827"/>
                    <a:pt x="12222" y="11827"/>
                    <a:pt x="12259" y="11827"/>
                  </a:cubicBezTo>
                  <a:cubicBezTo>
                    <a:pt x="13173" y="11827"/>
                    <a:pt x="14097" y="11696"/>
                    <a:pt x="14935" y="11331"/>
                  </a:cubicBezTo>
                  <a:cubicBezTo>
                    <a:pt x="16022" y="10859"/>
                    <a:pt x="16930" y="10119"/>
                    <a:pt x="17788" y="9301"/>
                  </a:cubicBezTo>
                  <a:cubicBezTo>
                    <a:pt x="16956" y="8611"/>
                    <a:pt x="15875" y="8235"/>
                    <a:pt x="14796" y="8235"/>
                  </a:cubicBezTo>
                  <a:cubicBezTo>
                    <a:pt x="14496" y="8235"/>
                    <a:pt x="14197" y="8264"/>
                    <a:pt x="13903" y="8323"/>
                  </a:cubicBezTo>
                  <a:cubicBezTo>
                    <a:pt x="12220" y="8662"/>
                    <a:pt x="10881" y="9892"/>
                    <a:pt x="9365" y="10696"/>
                  </a:cubicBezTo>
                  <a:cubicBezTo>
                    <a:pt x="10279" y="9958"/>
                    <a:pt x="11195" y="9215"/>
                    <a:pt x="12001" y="8361"/>
                  </a:cubicBezTo>
                  <a:cubicBezTo>
                    <a:pt x="12806" y="7506"/>
                    <a:pt x="13503" y="6530"/>
                    <a:pt x="13911" y="5428"/>
                  </a:cubicBezTo>
                  <a:cubicBezTo>
                    <a:pt x="14390" y="4134"/>
                    <a:pt x="14562" y="2740"/>
                    <a:pt x="14519" y="1361"/>
                  </a:cubicBezTo>
                  <a:lnTo>
                    <a:pt x="14519" y="1361"/>
                  </a:lnTo>
                  <a:cubicBezTo>
                    <a:pt x="13343" y="1703"/>
                    <a:pt x="12128" y="2065"/>
                    <a:pt x="11199" y="2862"/>
                  </a:cubicBezTo>
                  <a:cubicBezTo>
                    <a:pt x="10187" y="3729"/>
                    <a:pt x="9633" y="5011"/>
                    <a:pt x="9262" y="6289"/>
                  </a:cubicBezTo>
                  <a:cubicBezTo>
                    <a:pt x="8890" y="7567"/>
                    <a:pt x="8602" y="8860"/>
                    <a:pt x="8088" y="10087"/>
                  </a:cubicBezTo>
                  <a:cubicBezTo>
                    <a:pt x="8504" y="8210"/>
                    <a:pt x="8923" y="6270"/>
                    <a:pt x="8567" y="4381"/>
                  </a:cubicBezTo>
                  <a:cubicBezTo>
                    <a:pt x="8269" y="2795"/>
                    <a:pt x="7490" y="1339"/>
                    <a:pt x="6587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6" name="Google Shape;9396;p31"/>
            <p:cNvSpPr/>
            <p:nvPr/>
          </p:nvSpPr>
          <p:spPr>
            <a:xfrm>
              <a:off x="2577850" y="3421550"/>
              <a:ext cx="447000" cy="485775"/>
            </a:xfrm>
            <a:custGeom>
              <a:avLst/>
              <a:gdLst/>
              <a:ahLst/>
              <a:cxnLst/>
              <a:rect l="l" t="t" r="r" b="b"/>
              <a:pathLst>
                <a:path w="17880" h="19431" extrusionOk="0">
                  <a:moveTo>
                    <a:pt x="6648" y="177"/>
                  </a:moveTo>
                  <a:cubicBezTo>
                    <a:pt x="7697" y="1751"/>
                    <a:pt x="8304" y="3108"/>
                    <a:pt x="8555" y="4443"/>
                  </a:cubicBezTo>
                  <a:cubicBezTo>
                    <a:pt x="8914" y="6352"/>
                    <a:pt x="8469" y="8358"/>
                    <a:pt x="8076" y="10128"/>
                  </a:cubicBezTo>
                  <a:cubicBezTo>
                    <a:pt x="8071" y="10154"/>
                    <a:pt x="8086" y="10180"/>
                    <a:pt x="8111" y="10189"/>
                  </a:cubicBezTo>
                  <a:cubicBezTo>
                    <a:pt x="8116" y="10190"/>
                    <a:pt x="8121" y="10191"/>
                    <a:pt x="8127" y="10191"/>
                  </a:cubicBezTo>
                  <a:cubicBezTo>
                    <a:pt x="8147" y="10191"/>
                    <a:pt x="8167" y="10178"/>
                    <a:pt x="8175" y="10159"/>
                  </a:cubicBezTo>
                  <a:cubicBezTo>
                    <a:pt x="8555" y="9252"/>
                    <a:pt x="8815" y="8296"/>
                    <a:pt x="9068" y="7370"/>
                  </a:cubicBezTo>
                  <a:cubicBezTo>
                    <a:pt x="9158" y="7036"/>
                    <a:pt x="9252" y="6692"/>
                    <a:pt x="9350" y="6356"/>
                  </a:cubicBezTo>
                  <a:cubicBezTo>
                    <a:pt x="9814" y="4760"/>
                    <a:pt x="10424" y="3679"/>
                    <a:pt x="11271" y="2953"/>
                  </a:cubicBezTo>
                  <a:cubicBezTo>
                    <a:pt x="12192" y="2165"/>
                    <a:pt x="13417" y="1798"/>
                    <a:pt x="14508" y="1480"/>
                  </a:cubicBezTo>
                  <a:lnTo>
                    <a:pt x="14508" y="1480"/>
                  </a:lnTo>
                  <a:cubicBezTo>
                    <a:pt x="14546" y="2933"/>
                    <a:pt x="14341" y="4272"/>
                    <a:pt x="13902" y="5461"/>
                  </a:cubicBezTo>
                  <a:cubicBezTo>
                    <a:pt x="13538" y="6444"/>
                    <a:pt x="12899" y="7425"/>
                    <a:pt x="12002" y="8376"/>
                  </a:cubicBezTo>
                  <a:cubicBezTo>
                    <a:pt x="11196" y="9231"/>
                    <a:pt x="10269" y="9981"/>
                    <a:pt x="9372" y="10708"/>
                  </a:cubicBezTo>
                  <a:cubicBezTo>
                    <a:pt x="9352" y="10724"/>
                    <a:pt x="9346" y="10755"/>
                    <a:pt x="9361" y="10776"/>
                  </a:cubicBezTo>
                  <a:cubicBezTo>
                    <a:pt x="9371" y="10792"/>
                    <a:pt x="9388" y="10800"/>
                    <a:pt x="9404" y="10800"/>
                  </a:cubicBezTo>
                  <a:cubicBezTo>
                    <a:pt x="9413" y="10800"/>
                    <a:pt x="9421" y="10798"/>
                    <a:pt x="9428" y="10794"/>
                  </a:cubicBezTo>
                  <a:cubicBezTo>
                    <a:pt x="9926" y="10530"/>
                    <a:pt x="10410" y="10217"/>
                    <a:pt x="10880" y="9913"/>
                  </a:cubicBezTo>
                  <a:cubicBezTo>
                    <a:pt x="11838" y="9293"/>
                    <a:pt x="12829" y="8652"/>
                    <a:pt x="13951" y="8425"/>
                  </a:cubicBezTo>
                  <a:cubicBezTo>
                    <a:pt x="14247" y="8365"/>
                    <a:pt x="14546" y="8336"/>
                    <a:pt x="14845" y="8336"/>
                  </a:cubicBezTo>
                  <a:cubicBezTo>
                    <a:pt x="15891" y="8336"/>
                    <a:pt x="16930" y="8693"/>
                    <a:pt x="17749" y="9356"/>
                  </a:cubicBezTo>
                  <a:cubicBezTo>
                    <a:pt x="17005" y="10061"/>
                    <a:pt x="16093" y="10840"/>
                    <a:pt x="14954" y="11335"/>
                  </a:cubicBezTo>
                  <a:cubicBezTo>
                    <a:pt x="14203" y="11661"/>
                    <a:pt x="13306" y="11826"/>
                    <a:pt x="12295" y="11826"/>
                  </a:cubicBezTo>
                  <a:cubicBezTo>
                    <a:pt x="12259" y="11826"/>
                    <a:pt x="12224" y="11826"/>
                    <a:pt x="12188" y="11826"/>
                  </a:cubicBezTo>
                  <a:cubicBezTo>
                    <a:pt x="11239" y="11815"/>
                    <a:pt x="10285" y="11668"/>
                    <a:pt x="9362" y="11527"/>
                  </a:cubicBezTo>
                  <a:cubicBezTo>
                    <a:pt x="9360" y="11527"/>
                    <a:pt x="9358" y="11527"/>
                    <a:pt x="9356" y="11527"/>
                  </a:cubicBezTo>
                  <a:cubicBezTo>
                    <a:pt x="9335" y="11527"/>
                    <a:pt x="9316" y="11538"/>
                    <a:pt x="9307" y="11557"/>
                  </a:cubicBezTo>
                  <a:cubicBezTo>
                    <a:pt x="9298" y="11577"/>
                    <a:pt x="9302" y="11602"/>
                    <a:pt x="9319" y="11617"/>
                  </a:cubicBezTo>
                  <a:cubicBezTo>
                    <a:pt x="10101" y="12318"/>
                    <a:pt x="11231" y="12551"/>
                    <a:pt x="12239" y="12758"/>
                  </a:cubicBezTo>
                  <a:cubicBezTo>
                    <a:pt x="13215" y="12959"/>
                    <a:pt x="14315" y="13238"/>
                    <a:pt x="14993" y="14012"/>
                  </a:cubicBezTo>
                  <a:cubicBezTo>
                    <a:pt x="15529" y="14625"/>
                    <a:pt x="15733" y="15462"/>
                    <a:pt x="15907" y="16207"/>
                  </a:cubicBezTo>
                  <a:cubicBezTo>
                    <a:pt x="15542" y="16380"/>
                    <a:pt x="15158" y="16445"/>
                    <a:pt x="14788" y="16445"/>
                  </a:cubicBezTo>
                  <a:cubicBezTo>
                    <a:pt x="14142" y="16445"/>
                    <a:pt x="13540" y="16248"/>
                    <a:pt x="13159" y="16089"/>
                  </a:cubicBezTo>
                  <a:cubicBezTo>
                    <a:pt x="12245" y="15708"/>
                    <a:pt x="11487" y="15063"/>
                    <a:pt x="10802" y="14422"/>
                  </a:cubicBezTo>
                  <a:cubicBezTo>
                    <a:pt x="10647" y="14277"/>
                    <a:pt x="10494" y="14130"/>
                    <a:pt x="10340" y="13982"/>
                  </a:cubicBezTo>
                  <a:cubicBezTo>
                    <a:pt x="9798" y="13463"/>
                    <a:pt x="9237" y="12925"/>
                    <a:pt x="8612" y="12485"/>
                  </a:cubicBezTo>
                  <a:cubicBezTo>
                    <a:pt x="8602" y="12479"/>
                    <a:pt x="8592" y="12476"/>
                    <a:pt x="8581" y="12476"/>
                  </a:cubicBezTo>
                  <a:cubicBezTo>
                    <a:pt x="8569" y="12476"/>
                    <a:pt x="8557" y="12480"/>
                    <a:pt x="8547" y="12488"/>
                  </a:cubicBezTo>
                  <a:cubicBezTo>
                    <a:pt x="8530" y="12504"/>
                    <a:pt x="8524" y="12529"/>
                    <a:pt x="8535" y="12551"/>
                  </a:cubicBezTo>
                  <a:cubicBezTo>
                    <a:pt x="9602" y="14615"/>
                    <a:pt x="9557" y="17317"/>
                    <a:pt x="8431" y="19300"/>
                  </a:cubicBezTo>
                  <a:cubicBezTo>
                    <a:pt x="7584" y="18585"/>
                    <a:pt x="7059" y="17375"/>
                    <a:pt x="6992" y="15971"/>
                  </a:cubicBezTo>
                  <a:cubicBezTo>
                    <a:pt x="6934" y="14756"/>
                    <a:pt x="7117" y="13686"/>
                    <a:pt x="7433" y="12354"/>
                  </a:cubicBezTo>
                  <a:cubicBezTo>
                    <a:pt x="7439" y="12330"/>
                    <a:pt x="7428" y="12306"/>
                    <a:pt x="7405" y="12295"/>
                  </a:cubicBezTo>
                  <a:cubicBezTo>
                    <a:pt x="7398" y="12291"/>
                    <a:pt x="7390" y="12290"/>
                    <a:pt x="7382" y="12290"/>
                  </a:cubicBezTo>
                  <a:cubicBezTo>
                    <a:pt x="7367" y="12290"/>
                    <a:pt x="7353" y="12297"/>
                    <a:pt x="7343" y="12309"/>
                  </a:cubicBezTo>
                  <a:cubicBezTo>
                    <a:pt x="6696" y="13101"/>
                    <a:pt x="5680" y="13585"/>
                    <a:pt x="4238" y="13791"/>
                  </a:cubicBezTo>
                  <a:cubicBezTo>
                    <a:pt x="4020" y="13822"/>
                    <a:pt x="3799" y="13837"/>
                    <a:pt x="3579" y="13837"/>
                  </a:cubicBezTo>
                  <a:cubicBezTo>
                    <a:pt x="2629" y="13837"/>
                    <a:pt x="1679" y="13555"/>
                    <a:pt x="887" y="13027"/>
                  </a:cubicBezTo>
                  <a:cubicBezTo>
                    <a:pt x="1901" y="12266"/>
                    <a:pt x="3240" y="11391"/>
                    <a:pt x="4700" y="11234"/>
                  </a:cubicBezTo>
                  <a:cubicBezTo>
                    <a:pt x="4840" y="11219"/>
                    <a:pt x="4981" y="11211"/>
                    <a:pt x="5122" y="11211"/>
                  </a:cubicBezTo>
                  <a:cubicBezTo>
                    <a:pt x="5701" y="11211"/>
                    <a:pt x="6275" y="11338"/>
                    <a:pt x="6804" y="11585"/>
                  </a:cubicBezTo>
                  <a:cubicBezTo>
                    <a:pt x="6811" y="11588"/>
                    <a:pt x="6818" y="11590"/>
                    <a:pt x="6826" y="11590"/>
                  </a:cubicBezTo>
                  <a:cubicBezTo>
                    <a:pt x="6842" y="11590"/>
                    <a:pt x="6858" y="11582"/>
                    <a:pt x="6868" y="11567"/>
                  </a:cubicBezTo>
                  <a:cubicBezTo>
                    <a:pt x="6883" y="11547"/>
                    <a:pt x="6879" y="11519"/>
                    <a:pt x="6861" y="11502"/>
                  </a:cubicBezTo>
                  <a:cubicBezTo>
                    <a:pt x="6118" y="10794"/>
                    <a:pt x="5178" y="10342"/>
                    <a:pt x="4269" y="9905"/>
                  </a:cubicBezTo>
                  <a:cubicBezTo>
                    <a:pt x="3647" y="9605"/>
                    <a:pt x="3004" y="9295"/>
                    <a:pt x="2427" y="8905"/>
                  </a:cubicBezTo>
                  <a:cubicBezTo>
                    <a:pt x="1600" y="8347"/>
                    <a:pt x="969" y="7651"/>
                    <a:pt x="603" y="6897"/>
                  </a:cubicBezTo>
                  <a:cubicBezTo>
                    <a:pt x="186" y="6038"/>
                    <a:pt x="111" y="5087"/>
                    <a:pt x="393" y="4281"/>
                  </a:cubicBezTo>
                  <a:lnTo>
                    <a:pt x="393" y="4281"/>
                  </a:lnTo>
                  <a:cubicBezTo>
                    <a:pt x="1214" y="4326"/>
                    <a:pt x="2156" y="4413"/>
                    <a:pt x="3002" y="4841"/>
                  </a:cubicBezTo>
                  <a:cubicBezTo>
                    <a:pt x="4083" y="5388"/>
                    <a:pt x="4779" y="6478"/>
                    <a:pt x="5207" y="7252"/>
                  </a:cubicBezTo>
                  <a:cubicBezTo>
                    <a:pt x="5367" y="7538"/>
                    <a:pt x="5520" y="7837"/>
                    <a:pt x="5668" y="8125"/>
                  </a:cubicBezTo>
                  <a:cubicBezTo>
                    <a:pt x="6023" y="8816"/>
                    <a:pt x="6391" y="9532"/>
                    <a:pt x="6876" y="10158"/>
                  </a:cubicBezTo>
                  <a:cubicBezTo>
                    <a:pt x="6887" y="10171"/>
                    <a:pt x="6902" y="10177"/>
                    <a:pt x="6917" y="10177"/>
                  </a:cubicBezTo>
                  <a:cubicBezTo>
                    <a:pt x="6925" y="10177"/>
                    <a:pt x="6934" y="10175"/>
                    <a:pt x="6942" y="10171"/>
                  </a:cubicBezTo>
                  <a:cubicBezTo>
                    <a:pt x="6964" y="10159"/>
                    <a:pt x="6974" y="10133"/>
                    <a:pt x="6966" y="10109"/>
                  </a:cubicBezTo>
                  <a:cubicBezTo>
                    <a:pt x="6735" y="9402"/>
                    <a:pt x="6451" y="8728"/>
                    <a:pt x="6177" y="8074"/>
                  </a:cubicBezTo>
                  <a:cubicBezTo>
                    <a:pt x="6010" y="7677"/>
                    <a:pt x="5836" y="7265"/>
                    <a:pt x="5675" y="6845"/>
                  </a:cubicBezTo>
                  <a:cubicBezTo>
                    <a:pt x="5154" y="5495"/>
                    <a:pt x="5020" y="4361"/>
                    <a:pt x="5263" y="3380"/>
                  </a:cubicBezTo>
                  <a:cubicBezTo>
                    <a:pt x="5409" y="2801"/>
                    <a:pt x="5692" y="2258"/>
                    <a:pt x="5967" y="1733"/>
                  </a:cubicBezTo>
                  <a:cubicBezTo>
                    <a:pt x="6226" y="1237"/>
                    <a:pt x="6494" y="724"/>
                    <a:pt x="6648" y="177"/>
                  </a:cubicBezTo>
                  <a:close/>
                  <a:moveTo>
                    <a:pt x="6627" y="1"/>
                  </a:moveTo>
                  <a:cubicBezTo>
                    <a:pt x="6624" y="1"/>
                    <a:pt x="6621" y="1"/>
                    <a:pt x="6618" y="2"/>
                  </a:cubicBezTo>
                  <a:cubicBezTo>
                    <a:pt x="6598" y="6"/>
                    <a:pt x="6582" y="21"/>
                    <a:pt x="6576" y="41"/>
                  </a:cubicBezTo>
                  <a:cubicBezTo>
                    <a:pt x="6432" y="618"/>
                    <a:pt x="6148" y="1161"/>
                    <a:pt x="5874" y="1685"/>
                  </a:cubicBezTo>
                  <a:cubicBezTo>
                    <a:pt x="5597" y="2216"/>
                    <a:pt x="5310" y="2765"/>
                    <a:pt x="5162" y="3356"/>
                  </a:cubicBezTo>
                  <a:cubicBezTo>
                    <a:pt x="4913" y="4358"/>
                    <a:pt x="5049" y="5511"/>
                    <a:pt x="5578" y="6883"/>
                  </a:cubicBezTo>
                  <a:cubicBezTo>
                    <a:pt x="5741" y="7304"/>
                    <a:pt x="5913" y="7716"/>
                    <a:pt x="6081" y="8114"/>
                  </a:cubicBezTo>
                  <a:cubicBezTo>
                    <a:pt x="6313" y="8667"/>
                    <a:pt x="6552" y="9236"/>
                    <a:pt x="6761" y="9825"/>
                  </a:cubicBezTo>
                  <a:cubicBezTo>
                    <a:pt x="6374" y="9275"/>
                    <a:pt x="6062" y="8667"/>
                    <a:pt x="5760" y="8078"/>
                  </a:cubicBezTo>
                  <a:cubicBezTo>
                    <a:pt x="5612" y="7788"/>
                    <a:pt x="5458" y="7490"/>
                    <a:pt x="5298" y="7201"/>
                  </a:cubicBezTo>
                  <a:cubicBezTo>
                    <a:pt x="4862" y="6416"/>
                    <a:pt x="4155" y="5309"/>
                    <a:pt x="3047" y="4748"/>
                  </a:cubicBezTo>
                  <a:cubicBezTo>
                    <a:pt x="2172" y="4305"/>
                    <a:pt x="1200" y="4221"/>
                    <a:pt x="360" y="4176"/>
                  </a:cubicBezTo>
                  <a:cubicBezTo>
                    <a:pt x="358" y="4176"/>
                    <a:pt x="357" y="4176"/>
                    <a:pt x="356" y="4176"/>
                  </a:cubicBezTo>
                  <a:cubicBezTo>
                    <a:pt x="333" y="4176"/>
                    <a:pt x="315" y="4189"/>
                    <a:pt x="308" y="4210"/>
                  </a:cubicBezTo>
                  <a:cubicBezTo>
                    <a:pt x="0" y="5049"/>
                    <a:pt x="74" y="6045"/>
                    <a:pt x="509" y="6942"/>
                  </a:cubicBezTo>
                  <a:cubicBezTo>
                    <a:pt x="883" y="7713"/>
                    <a:pt x="1526" y="8422"/>
                    <a:pt x="2369" y="8991"/>
                  </a:cubicBezTo>
                  <a:cubicBezTo>
                    <a:pt x="2952" y="9385"/>
                    <a:pt x="3599" y="9696"/>
                    <a:pt x="4225" y="9997"/>
                  </a:cubicBezTo>
                  <a:cubicBezTo>
                    <a:pt x="5033" y="10386"/>
                    <a:pt x="5867" y="10789"/>
                    <a:pt x="6559" y="11370"/>
                  </a:cubicBezTo>
                  <a:cubicBezTo>
                    <a:pt x="6100" y="11197"/>
                    <a:pt x="5615" y="11108"/>
                    <a:pt x="5125" y="11108"/>
                  </a:cubicBezTo>
                  <a:cubicBezTo>
                    <a:pt x="4980" y="11108"/>
                    <a:pt x="4834" y="11116"/>
                    <a:pt x="4689" y="11132"/>
                  </a:cubicBezTo>
                  <a:cubicBezTo>
                    <a:pt x="3175" y="11294"/>
                    <a:pt x="1798" y="12209"/>
                    <a:pt x="767" y="12988"/>
                  </a:cubicBezTo>
                  <a:cubicBezTo>
                    <a:pt x="754" y="12998"/>
                    <a:pt x="746" y="13014"/>
                    <a:pt x="747" y="13030"/>
                  </a:cubicBezTo>
                  <a:cubicBezTo>
                    <a:pt x="747" y="13047"/>
                    <a:pt x="755" y="13062"/>
                    <a:pt x="769" y="13072"/>
                  </a:cubicBezTo>
                  <a:cubicBezTo>
                    <a:pt x="1587" y="13637"/>
                    <a:pt x="2582" y="13941"/>
                    <a:pt x="3577" y="13941"/>
                  </a:cubicBezTo>
                  <a:cubicBezTo>
                    <a:pt x="3803" y="13941"/>
                    <a:pt x="4029" y="13925"/>
                    <a:pt x="4253" y="13894"/>
                  </a:cubicBezTo>
                  <a:cubicBezTo>
                    <a:pt x="5624" y="13698"/>
                    <a:pt x="6618" y="13253"/>
                    <a:pt x="7284" y="12533"/>
                  </a:cubicBezTo>
                  <a:lnTo>
                    <a:pt x="7284" y="12533"/>
                  </a:lnTo>
                  <a:cubicBezTo>
                    <a:pt x="6996" y="13782"/>
                    <a:pt x="6833" y="14811"/>
                    <a:pt x="6888" y="15976"/>
                  </a:cubicBezTo>
                  <a:cubicBezTo>
                    <a:pt x="6958" y="17436"/>
                    <a:pt x="7514" y="18691"/>
                    <a:pt x="8414" y="19420"/>
                  </a:cubicBezTo>
                  <a:cubicBezTo>
                    <a:pt x="8422" y="19427"/>
                    <a:pt x="8434" y="19431"/>
                    <a:pt x="8446" y="19431"/>
                  </a:cubicBezTo>
                  <a:cubicBezTo>
                    <a:pt x="8449" y="19431"/>
                    <a:pt x="8452" y="19431"/>
                    <a:pt x="8456" y="19430"/>
                  </a:cubicBezTo>
                  <a:cubicBezTo>
                    <a:pt x="8470" y="19427"/>
                    <a:pt x="8483" y="19419"/>
                    <a:pt x="8491" y="19405"/>
                  </a:cubicBezTo>
                  <a:cubicBezTo>
                    <a:pt x="9629" y="17448"/>
                    <a:pt x="9715" y="14779"/>
                    <a:pt x="8721" y="12692"/>
                  </a:cubicBezTo>
                  <a:lnTo>
                    <a:pt x="8721" y="12692"/>
                  </a:lnTo>
                  <a:cubicBezTo>
                    <a:pt x="9274" y="13102"/>
                    <a:pt x="9778" y="13587"/>
                    <a:pt x="10269" y="14058"/>
                  </a:cubicBezTo>
                  <a:cubicBezTo>
                    <a:pt x="10423" y="14204"/>
                    <a:pt x="10576" y="14352"/>
                    <a:pt x="10732" y="14498"/>
                  </a:cubicBezTo>
                  <a:cubicBezTo>
                    <a:pt x="11422" y="15145"/>
                    <a:pt x="12190" y="15797"/>
                    <a:pt x="13119" y="16185"/>
                  </a:cubicBezTo>
                  <a:cubicBezTo>
                    <a:pt x="13509" y="16347"/>
                    <a:pt x="14125" y="16548"/>
                    <a:pt x="14789" y="16548"/>
                  </a:cubicBezTo>
                  <a:cubicBezTo>
                    <a:pt x="15185" y="16548"/>
                    <a:pt x="15598" y="16477"/>
                    <a:pt x="15989" y="16283"/>
                  </a:cubicBezTo>
                  <a:cubicBezTo>
                    <a:pt x="16011" y="16272"/>
                    <a:pt x="16023" y="16248"/>
                    <a:pt x="16018" y="16224"/>
                  </a:cubicBezTo>
                  <a:cubicBezTo>
                    <a:pt x="15837" y="15457"/>
                    <a:pt x="15634" y="14588"/>
                    <a:pt x="15071" y="13943"/>
                  </a:cubicBezTo>
                  <a:cubicBezTo>
                    <a:pt x="14371" y="13146"/>
                    <a:pt x="13253" y="12860"/>
                    <a:pt x="12249" y="12654"/>
                  </a:cubicBezTo>
                  <a:cubicBezTo>
                    <a:pt x="11280" y="12454"/>
                    <a:pt x="10277" y="12248"/>
                    <a:pt x="9529" y="11658"/>
                  </a:cubicBezTo>
                  <a:lnTo>
                    <a:pt x="9529" y="11658"/>
                  </a:lnTo>
                  <a:cubicBezTo>
                    <a:pt x="10398" y="11791"/>
                    <a:pt x="11293" y="11920"/>
                    <a:pt x="12186" y="11929"/>
                  </a:cubicBezTo>
                  <a:cubicBezTo>
                    <a:pt x="12223" y="11930"/>
                    <a:pt x="12259" y="11930"/>
                    <a:pt x="12295" y="11930"/>
                  </a:cubicBezTo>
                  <a:cubicBezTo>
                    <a:pt x="13324" y="11930"/>
                    <a:pt x="14231" y="11763"/>
                    <a:pt x="14994" y="11430"/>
                  </a:cubicBezTo>
                  <a:cubicBezTo>
                    <a:pt x="16171" y="10919"/>
                    <a:pt x="17105" y="10112"/>
                    <a:pt x="17862" y="9391"/>
                  </a:cubicBezTo>
                  <a:cubicBezTo>
                    <a:pt x="17873" y="9381"/>
                    <a:pt x="17880" y="9367"/>
                    <a:pt x="17878" y="9352"/>
                  </a:cubicBezTo>
                  <a:cubicBezTo>
                    <a:pt x="17878" y="9337"/>
                    <a:pt x="17872" y="9323"/>
                    <a:pt x="17861" y="9314"/>
                  </a:cubicBezTo>
                  <a:cubicBezTo>
                    <a:pt x="17015" y="8612"/>
                    <a:pt x="15935" y="8233"/>
                    <a:pt x="14846" y="8233"/>
                  </a:cubicBezTo>
                  <a:cubicBezTo>
                    <a:pt x="14540" y="8233"/>
                    <a:pt x="14233" y="8263"/>
                    <a:pt x="13931" y="8324"/>
                  </a:cubicBezTo>
                  <a:cubicBezTo>
                    <a:pt x="12789" y="8554"/>
                    <a:pt x="11789" y="9201"/>
                    <a:pt x="10823" y="9825"/>
                  </a:cubicBezTo>
                  <a:cubicBezTo>
                    <a:pt x="10529" y="10016"/>
                    <a:pt x="10227" y="10211"/>
                    <a:pt x="9921" y="10396"/>
                  </a:cubicBezTo>
                  <a:cubicBezTo>
                    <a:pt x="10665" y="9788"/>
                    <a:pt x="11411" y="9154"/>
                    <a:pt x="12077" y="8448"/>
                  </a:cubicBezTo>
                  <a:cubicBezTo>
                    <a:pt x="12984" y="7486"/>
                    <a:pt x="13631" y="6493"/>
                    <a:pt x="14000" y="5497"/>
                  </a:cubicBezTo>
                  <a:cubicBezTo>
                    <a:pt x="14450" y="4277"/>
                    <a:pt x="14656" y="2902"/>
                    <a:pt x="14611" y="1410"/>
                  </a:cubicBezTo>
                  <a:cubicBezTo>
                    <a:pt x="14611" y="1394"/>
                    <a:pt x="14602" y="1379"/>
                    <a:pt x="14589" y="1370"/>
                  </a:cubicBezTo>
                  <a:cubicBezTo>
                    <a:pt x="14581" y="1364"/>
                    <a:pt x="14570" y="1361"/>
                    <a:pt x="14559" y="1361"/>
                  </a:cubicBezTo>
                  <a:cubicBezTo>
                    <a:pt x="14554" y="1361"/>
                    <a:pt x="14549" y="1362"/>
                    <a:pt x="14545" y="1363"/>
                  </a:cubicBezTo>
                  <a:cubicBezTo>
                    <a:pt x="13427" y="1687"/>
                    <a:pt x="12159" y="2056"/>
                    <a:pt x="11204" y="2874"/>
                  </a:cubicBezTo>
                  <a:cubicBezTo>
                    <a:pt x="10340" y="3614"/>
                    <a:pt x="9720" y="4712"/>
                    <a:pt x="9251" y="6326"/>
                  </a:cubicBezTo>
                  <a:cubicBezTo>
                    <a:pt x="9153" y="6665"/>
                    <a:pt x="9058" y="7010"/>
                    <a:pt x="8968" y="7342"/>
                  </a:cubicBezTo>
                  <a:cubicBezTo>
                    <a:pt x="8775" y="8051"/>
                    <a:pt x="8577" y="8780"/>
                    <a:pt x="8324" y="9486"/>
                  </a:cubicBezTo>
                  <a:cubicBezTo>
                    <a:pt x="8670" y="7879"/>
                    <a:pt x="8976" y="6116"/>
                    <a:pt x="8657" y="4422"/>
                  </a:cubicBezTo>
                  <a:cubicBezTo>
                    <a:pt x="8398" y="3048"/>
                    <a:pt x="7767" y="1650"/>
                    <a:pt x="6669" y="25"/>
                  </a:cubicBezTo>
                  <a:cubicBezTo>
                    <a:pt x="6660" y="10"/>
                    <a:pt x="6644" y="1"/>
                    <a:pt x="66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7" name="Google Shape;9397;p31"/>
            <p:cNvSpPr/>
            <p:nvPr/>
          </p:nvSpPr>
          <p:spPr>
            <a:xfrm>
              <a:off x="2779375" y="3456475"/>
              <a:ext cx="197050" cy="371675"/>
            </a:xfrm>
            <a:custGeom>
              <a:avLst/>
              <a:gdLst/>
              <a:ahLst/>
              <a:cxnLst/>
              <a:rect l="l" t="t" r="r" b="b"/>
              <a:pathLst>
                <a:path w="7882" h="14867" extrusionOk="0">
                  <a:moveTo>
                    <a:pt x="6495" y="1"/>
                  </a:moveTo>
                  <a:cubicBezTo>
                    <a:pt x="6487" y="1"/>
                    <a:pt x="6479" y="4"/>
                    <a:pt x="6474" y="12"/>
                  </a:cubicBezTo>
                  <a:cubicBezTo>
                    <a:pt x="4385" y="2962"/>
                    <a:pt x="2269" y="6222"/>
                    <a:pt x="6" y="9974"/>
                  </a:cubicBezTo>
                  <a:cubicBezTo>
                    <a:pt x="0" y="9985"/>
                    <a:pt x="2" y="9997"/>
                    <a:pt x="9" y="10006"/>
                  </a:cubicBezTo>
                  <a:cubicBezTo>
                    <a:pt x="1065" y="11139"/>
                    <a:pt x="2477" y="11875"/>
                    <a:pt x="3841" y="12588"/>
                  </a:cubicBezTo>
                  <a:cubicBezTo>
                    <a:pt x="4093" y="12719"/>
                    <a:pt x="4346" y="12848"/>
                    <a:pt x="4599" y="12977"/>
                  </a:cubicBezTo>
                  <a:cubicBezTo>
                    <a:pt x="5697" y="13538"/>
                    <a:pt x="6832" y="14118"/>
                    <a:pt x="7837" y="14862"/>
                  </a:cubicBezTo>
                  <a:cubicBezTo>
                    <a:pt x="7841" y="14864"/>
                    <a:pt x="7846" y="14867"/>
                    <a:pt x="7852" y="14867"/>
                  </a:cubicBezTo>
                  <a:lnTo>
                    <a:pt x="7852" y="14866"/>
                  </a:lnTo>
                  <a:cubicBezTo>
                    <a:pt x="7860" y="14866"/>
                    <a:pt x="7868" y="14863"/>
                    <a:pt x="7873" y="14856"/>
                  </a:cubicBezTo>
                  <a:cubicBezTo>
                    <a:pt x="7881" y="14844"/>
                    <a:pt x="7879" y="14828"/>
                    <a:pt x="7868" y="14820"/>
                  </a:cubicBezTo>
                  <a:cubicBezTo>
                    <a:pt x="6859" y="14073"/>
                    <a:pt x="5722" y="13492"/>
                    <a:pt x="4622" y="12930"/>
                  </a:cubicBezTo>
                  <a:cubicBezTo>
                    <a:pt x="4370" y="12802"/>
                    <a:pt x="4117" y="12673"/>
                    <a:pt x="3866" y="12541"/>
                  </a:cubicBezTo>
                  <a:cubicBezTo>
                    <a:pt x="2511" y="11835"/>
                    <a:pt x="1109" y="11103"/>
                    <a:pt x="61" y="9985"/>
                  </a:cubicBezTo>
                  <a:cubicBezTo>
                    <a:pt x="2318" y="6239"/>
                    <a:pt x="4431" y="2986"/>
                    <a:pt x="6516" y="42"/>
                  </a:cubicBezTo>
                  <a:cubicBezTo>
                    <a:pt x="6524" y="29"/>
                    <a:pt x="6521" y="13"/>
                    <a:pt x="6511" y="5"/>
                  </a:cubicBezTo>
                  <a:cubicBezTo>
                    <a:pt x="6506" y="2"/>
                    <a:pt x="6501" y="1"/>
                    <a:pt x="649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8" name="Google Shape;9398;p31"/>
            <p:cNvSpPr/>
            <p:nvPr/>
          </p:nvSpPr>
          <p:spPr>
            <a:xfrm>
              <a:off x="2596975" y="3705525"/>
              <a:ext cx="183825" cy="41750"/>
            </a:xfrm>
            <a:custGeom>
              <a:avLst/>
              <a:gdLst/>
              <a:ahLst/>
              <a:cxnLst/>
              <a:rect l="l" t="t" r="r" b="b"/>
              <a:pathLst>
                <a:path w="7353" h="1670" extrusionOk="0">
                  <a:moveTo>
                    <a:pt x="7324" y="1"/>
                  </a:moveTo>
                  <a:cubicBezTo>
                    <a:pt x="7321" y="1"/>
                    <a:pt x="7317" y="1"/>
                    <a:pt x="7314" y="3"/>
                  </a:cubicBezTo>
                  <a:cubicBezTo>
                    <a:pt x="5038" y="1014"/>
                    <a:pt x="2518" y="1573"/>
                    <a:pt x="26" y="1617"/>
                  </a:cubicBezTo>
                  <a:cubicBezTo>
                    <a:pt x="12" y="1618"/>
                    <a:pt x="1" y="1629"/>
                    <a:pt x="1" y="1644"/>
                  </a:cubicBezTo>
                  <a:cubicBezTo>
                    <a:pt x="1" y="1659"/>
                    <a:pt x="13" y="1669"/>
                    <a:pt x="26" y="1669"/>
                  </a:cubicBezTo>
                  <a:lnTo>
                    <a:pt x="28" y="1669"/>
                  </a:lnTo>
                  <a:cubicBezTo>
                    <a:pt x="2525" y="1625"/>
                    <a:pt x="5051" y="1064"/>
                    <a:pt x="7334" y="50"/>
                  </a:cubicBezTo>
                  <a:cubicBezTo>
                    <a:pt x="7348" y="44"/>
                    <a:pt x="7353" y="28"/>
                    <a:pt x="7348" y="16"/>
                  </a:cubicBezTo>
                  <a:cubicBezTo>
                    <a:pt x="7344" y="6"/>
                    <a:pt x="7334" y="1"/>
                    <a:pt x="732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9" name="Google Shape;9399;p31"/>
            <p:cNvSpPr/>
            <p:nvPr/>
          </p:nvSpPr>
          <p:spPr>
            <a:xfrm>
              <a:off x="2774275" y="3705500"/>
              <a:ext cx="15450" cy="201200"/>
            </a:xfrm>
            <a:custGeom>
              <a:avLst/>
              <a:gdLst/>
              <a:ahLst/>
              <a:cxnLst/>
              <a:rect l="l" t="t" r="r" b="b"/>
              <a:pathLst>
                <a:path w="618" h="8048" extrusionOk="0">
                  <a:moveTo>
                    <a:pt x="232" y="1"/>
                  </a:moveTo>
                  <a:cubicBezTo>
                    <a:pt x="219" y="1"/>
                    <a:pt x="207" y="11"/>
                    <a:pt x="206" y="24"/>
                  </a:cubicBezTo>
                  <a:cubicBezTo>
                    <a:pt x="70" y="1397"/>
                    <a:pt x="1" y="2747"/>
                    <a:pt x="0" y="4034"/>
                  </a:cubicBezTo>
                  <a:cubicBezTo>
                    <a:pt x="0" y="5432"/>
                    <a:pt x="195" y="6814"/>
                    <a:pt x="564" y="8028"/>
                  </a:cubicBezTo>
                  <a:cubicBezTo>
                    <a:pt x="568" y="8041"/>
                    <a:pt x="578" y="8047"/>
                    <a:pt x="589" y="8047"/>
                  </a:cubicBezTo>
                  <a:cubicBezTo>
                    <a:pt x="592" y="8047"/>
                    <a:pt x="595" y="8047"/>
                    <a:pt x="596" y="8046"/>
                  </a:cubicBezTo>
                  <a:cubicBezTo>
                    <a:pt x="611" y="8042"/>
                    <a:pt x="618" y="8027"/>
                    <a:pt x="613" y="8014"/>
                  </a:cubicBezTo>
                  <a:cubicBezTo>
                    <a:pt x="246" y="6803"/>
                    <a:pt x="52" y="5428"/>
                    <a:pt x="52" y="4034"/>
                  </a:cubicBezTo>
                  <a:cubicBezTo>
                    <a:pt x="52" y="2749"/>
                    <a:pt x="122" y="1401"/>
                    <a:pt x="258" y="29"/>
                  </a:cubicBezTo>
                  <a:cubicBezTo>
                    <a:pt x="260" y="16"/>
                    <a:pt x="249" y="2"/>
                    <a:pt x="234" y="1"/>
                  </a:cubicBezTo>
                  <a:cubicBezTo>
                    <a:pt x="233" y="1"/>
                    <a:pt x="233" y="1"/>
                    <a:pt x="23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0" name="Google Shape;9400;p31"/>
            <p:cNvSpPr/>
            <p:nvPr/>
          </p:nvSpPr>
          <p:spPr>
            <a:xfrm>
              <a:off x="2779375" y="3655350"/>
              <a:ext cx="243550" cy="51500"/>
            </a:xfrm>
            <a:custGeom>
              <a:avLst/>
              <a:gdLst/>
              <a:ahLst/>
              <a:cxnLst/>
              <a:rect l="l" t="t" r="r" b="b"/>
              <a:pathLst>
                <a:path w="9742" h="2060" extrusionOk="0">
                  <a:moveTo>
                    <a:pt x="9714" y="1"/>
                  </a:moveTo>
                  <a:cubicBezTo>
                    <a:pt x="9712" y="1"/>
                    <a:pt x="9711" y="1"/>
                    <a:pt x="9710" y="1"/>
                  </a:cubicBezTo>
                  <a:cubicBezTo>
                    <a:pt x="8289" y="250"/>
                    <a:pt x="7018" y="549"/>
                    <a:pt x="5671" y="866"/>
                  </a:cubicBezTo>
                  <a:cubicBezTo>
                    <a:pt x="3957" y="1270"/>
                    <a:pt x="2187" y="1687"/>
                    <a:pt x="25" y="2007"/>
                  </a:cubicBezTo>
                  <a:cubicBezTo>
                    <a:pt x="10" y="2010"/>
                    <a:pt x="0" y="2023"/>
                    <a:pt x="2" y="2037"/>
                  </a:cubicBezTo>
                  <a:cubicBezTo>
                    <a:pt x="5" y="2050"/>
                    <a:pt x="15" y="2059"/>
                    <a:pt x="29" y="2059"/>
                  </a:cubicBezTo>
                  <a:cubicBezTo>
                    <a:pt x="29" y="2059"/>
                    <a:pt x="30" y="2059"/>
                    <a:pt x="31" y="2058"/>
                  </a:cubicBezTo>
                  <a:cubicBezTo>
                    <a:pt x="2196" y="1738"/>
                    <a:pt x="3968" y="1321"/>
                    <a:pt x="5683" y="917"/>
                  </a:cubicBezTo>
                  <a:cubicBezTo>
                    <a:pt x="7028" y="600"/>
                    <a:pt x="8300" y="300"/>
                    <a:pt x="9718" y="52"/>
                  </a:cubicBezTo>
                  <a:cubicBezTo>
                    <a:pt x="9733" y="51"/>
                    <a:pt x="9742" y="37"/>
                    <a:pt x="9739" y="23"/>
                  </a:cubicBezTo>
                  <a:cubicBezTo>
                    <a:pt x="9737" y="11"/>
                    <a:pt x="9726" y="1"/>
                    <a:pt x="971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1" name="Google Shape;9401;p31"/>
            <p:cNvSpPr/>
            <p:nvPr/>
          </p:nvSpPr>
          <p:spPr>
            <a:xfrm>
              <a:off x="2744150" y="3424150"/>
              <a:ext cx="36700" cy="282700"/>
            </a:xfrm>
            <a:custGeom>
              <a:avLst/>
              <a:gdLst/>
              <a:ahLst/>
              <a:cxnLst/>
              <a:rect l="l" t="t" r="r" b="b"/>
              <a:pathLst>
                <a:path w="1468" h="11308" extrusionOk="0">
                  <a:moveTo>
                    <a:pt x="30" y="1"/>
                  </a:moveTo>
                  <a:cubicBezTo>
                    <a:pt x="28" y="1"/>
                    <a:pt x="27" y="1"/>
                    <a:pt x="25" y="1"/>
                  </a:cubicBezTo>
                  <a:cubicBezTo>
                    <a:pt x="10" y="3"/>
                    <a:pt x="1" y="16"/>
                    <a:pt x="4" y="31"/>
                  </a:cubicBezTo>
                  <a:cubicBezTo>
                    <a:pt x="197" y="1347"/>
                    <a:pt x="187" y="2703"/>
                    <a:pt x="176" y="4014"/>
                  </a:cubicBezTo>
                  <a:cubicBezTo>
                    <a:pt x="172" y="4510"/>
                    <a:pt x="168" y="5022"/>
                    <a:pt x="174" y="5525"/>
                  </a:cubicBezTo>
                  <a:cubicBezTo>
                    <a:pt x="199" y="7175"/>
                    <a:pt x="536" y="9554"/>
                    <a:pt x="1414" y="11293"/>
                  </a:cubicBezTo>
                  <a:cubicBezTo>
                    <a:pt x="1419" y="11302"/>
                    <a:pt x="1427" y="11307"/>
                    <a:pt x="1438" y="11307"/>
                  </a:cubicBezTo>
                  <a:cubicBezTo>
                    <a:pt x="1442" y="11307"/>
                    <a:pt x="1444" y="11306"/>
                    <a:pt x="1449" y="11303"/>
                  </a:cubicBezTo>
                  <a:cubicBezTo>
                    <a:pt x="1462" y="11298"/>
                    <a:pt x="1467" y="11282"/>
                    <a:pt x="1461" y="11270"/>
                  </a:cubicBezTo>
                  <a:cubicBezTo>
                    <a:pt x="586" y="9540"/>
                    <a:pt x="250" y="7168"/>
                    <a:pt x="227" y="5525"/>
                  </a:cubicBezTo>
                  <a:cubicBezTo>
                    <a:pt x="220" y="5022"/>
                    <a:pt x="224" y="4510"/>
                    <a:pt x="228" y="4014"/>
                  </a:cubicBezTo>
                  <a:cubicBezTo>
                    <a:pt x="238" y="2701"/>
                    <a:pt x="248" y="1343"/>
                    <a:pt x="55" y="23"/>
                  </a:cubicBezTo>
                  <a:cubicBezTo>
                    <a:pt x="52" y="10"/>
                    <a:pt x="4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2" name="Google Shape;9402;p31"/>
            <p:cNvSpPr/>
            <p:nvPr/>
          </p:nvSpPr>
          <p:spPr>
            <a:xfrm>
              <a:off x="2586425" y="3527725"/>
              <a:ext cx="194425" cy="179125"/>
            </a:xfrm>
            <a:custGeom>
              <a:avLst/>
              <a:gdLst/>
              <a:ahLst/>
              <a:cxnLst/>
              <a:rect l="l" t="t" r="r" b="b"/>
              <a:pathLst>
                <a:path w="7777" h="7165" extrusionOk="0">
                  <a:moveTo>
                    <a:pt x="30" y="0"/>
                  </a:moveTo>
                  <a:cubicBezTo>
                    <a:pt x="26" y="0"/>
                    <a:pt x="21" y="2"/>
                    <a:pt x="17" y="5"/>
                  </a:cubicBezTo>
                  <a:cubicBezTo>
                    <a:pt x="4" y="11"/>
                    <a:pt x="0" y="27"/>
                    <a:pt x="7" y="40"/>
                  </a:cubicBezTo>
                  <a:cubicBezTo>
                    <a:pt x="1780" y="3060"/>
                    <a:pt x="4525" y="5589"/>
                    <a:pt x="7735" y="7162"/>
                  </a:cubicBezTo>
                  <a:cubicBezTo>
                    <a:pt x="7739" y="7163"/>
                    <a:pt x="7743" y="7164"/>
                    <a:pt x="7747" y="7164"/>
                  </a:cubicBezTo>
                  <a:cubicBezTo>
                    <a:pt x="7756" y="7164"/>
                    <a:pt x="7764" y="7159"/>
                    <a:pt x="7770" y="7150"/>
                  </a:cubicBezTo>
                  <a:cubicBezTo>
                    <a:pt x="7776" y="7136"/>
                    <a:pt x="7771" y="7121"/>
                    <a:pt x="7758" y="7115"/>
                  </a:cubicBezTo>
                  <a:cubicBezTo>
                    <a:pt x="4557" y="5546"/>
                    <a:pt x="1821" y="3025"/>
                    <a:pt x="52" y="13"/>
                  </a:cubicBezTo>
                  <a:cubicBezTo>
                    <a:pt x="47" y="5"/>
                    <a:pt x="39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3" name="Google Shape;9403;p31"/>
            <p:cNvSpPr/>
            <p:nvPr/>
          </p:nvSpPr>
          <p:spPr>
            <a:xfrm>
              <a:off x="2749375" y="3524625"/>
              <a:ext cx="43250" cy="52225"/>
            </a:xfrm>
            <a:custGeom>
              <a:avLst/>
              <a:gdLst/>
              <a:ahLst/>
              <a:cxnLst/>
              <a:rect l="l" t="t" r="r" b="b"/>
              <a:pathLst>
                <a:path w="1730" h="2089" extrusionOk="0">
                  <a:moveTo>
                    <a:pt x="1699" y="1"/>
                  </a:moveTo>
                  <a:cubicBezTo>
                    <a:pt x="1691" y="1"/>
                    <a:pt x="1682" y="5"/>
                    <a:pt x="1678" y="13"/>
                  </a:cubicBezTo>
                  <a:cubicBezTo>
                    <a:pt x="1200" y="749"/>
                    <a:pt x="639" y="1434"/>
                    <a:pt x="10" y="2044"/>
                  </a:cubicBezTo>
                  <a:cubicBezTo>
                    <a:pt x="0" y="2055"/>
                    <a:pt x="0" y="2071"/>
                    <a:pt x="10" y="2081"/>
                  </a:cubicBezTo>
                  <a:cubicBezTo>
                    <a:pt x="15" y="2086"/>
                    <a:pt x="22" y="2089"/>
                    <a:pt x="29" y="2089"/>
                  </a:cubicBezTo>
                  <a:cubicBezTo>
                    <a:pt x="35" y="2089"/>
                    <a:pt x="42" y="2086"/>
                    <a:pt x="46" y="2082"/>
                  </a:cubicBezTo>
                  <a:cubicBezTo>
                    <a:pt x="679" y="1467"/>
                    <a:pt x="1242" y="781"/>
                    <a:pt x="1721" y="41"/>
                  </a:cubicBezTo>
                  <a:cubicBezTo>
                    <a:pt x="1729" y="29"/>
                    <a:pt x="1725" y="13"/>
                    <a:pt x="1713" y="5"/>
                  </a:cubicBezTo>
                  <a:cubicBezTo>
                    <a:pt x="1709" y="2"/>
                    <a:pt x="1704" y="1"/>
                    <a:pt x="169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4" name="Google Shape;9404;p31"/>
            <p:cNvSpPr/>
            <p:nvPr/>
          </p:nvSpPr>
          <p:spPr>
            <a:xfrm>
              <a:off x="2710725" y="3498025"/>
              <a:ext cx="38650" cy="47900"/>
            </a:xfrm>
            <a:custGeom>
              <a:avLst/>
              <a:gdLst/>
              <a:ahLst/>
              <a:cxnLst/>
              <a:rect l="l" t="t" r="r" b="b"/>
              <a:pathLst>
                <a:path w="1546" h="1916" extrusionOk="0">
                  <a:moveTo>
                    <a:pt x="31" y="0"/>
                  </a:moveTo>
                  <a:cubicBezTo>
                    <a:pt x="26" y="0"/>
                    <a:pt x="22" y="1"/>
                    <a:pt x="18" y="3"/>
                  </a:cubicBezTo>
                  <a:cubicBezTo>
                    <a:pt x="5" y="11"/>
                    <a:pt x="1" y="28"/>
                    <a:pt x="7" y="40"/>
                  </a:cubicBezTo>
                  <a:cubicBezTo>
                    <a:pt x="410" y="734"/>
                    <a:pt x="911" y="1362"/>
                    <a:pt x="1498" y="1908"/>
                  </a:cubicBezTo>
                  <a:cubicBezTo>
                    <a:pt x="1503" y="1912"/>
                    <a:pt x="1510" y="1915"/>
                    <a:pt x="1516" y="1915"/>
                  </a:cubicBezTo>
                  <a:cubicBezTo>
                    <a:pt x="1524" y="1915"/>
                    <a:pt x="1530" y="1912"/>
                    <a:pt x="1534" y="1907"/>
                  </a:cubicBezTo>
                  <a:cubicBezTo>
                    <a:pt x="1545" y="1896"/>
                    <a:pt x="1544" y="1880"/>
                    <a:pt x="1533" y="1871"/>
                  </a:cubicBezTo>
                  <a:cubicBezTo>
                    <a:pt x="950" y="1327"/>
                    <a:pt x="453" y="703"/>
                    <a:pt x="53" y="13"/>
                  </a:cubicBezTo>
                  <a:cubicBezTo>
                    <a:pt x="48" y="5"/>
                    <a:pt x="39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5" name="Google Shape;9405;p31"/>
            <p:cNvSpPr/>
            <p:nvPr/>
          </p:nvSpPr>
          <p:spPr>
            <a:xfrm>
              <a:off x="2718200" y="3593125"/>
              <a:ext cx="36625" cy="31250"/>
            </a:xfrm>
            <a:custGeom>
              <a:avLst/>
              <a:gdLst/>
              <a:ahLst/>
              <a:cxnLst/>
              <a:rect l="l" t="t" r="r" b="b"/>
              <a:pathLst>
                <a:path w="1465" h="1250" extrusionOk="0">
                  <a:moveTo>
                    <a:pt x="31" y="0"/>
                  </a:moveTo>
                  <a:cubicBezTo>
                    <a:pt x="23" y="0"/>
                    <a:pt x="16" y="3"/>
                    <a:pt x="10" y="9"/>
                  </a:cubicBezTo>
                  <a:cubicBezTo>
                    <a:pt x="0" y="20"/>
                    <a:pt x="2" y="36"/>
                    <a:pt x="14" y="46"/>
                  </a:cubicBezTo>
                  <a:lnTo>
                    <a:pt x="1418" y="1243"/>
                  </a:lnTo>
                  <a:cubicBezTo>
                    <a:pt x="1424" y="1247"/>
                    <a:pt x="1429" y="1250"/>
                    <a:pt x="1436" y="1250"/>
                  </a:cubicBezTo>
                  <a:cubicBezTo>
                    <a:pt x="1443" y="1250"/>
                    <a:pt x="1449" y="1246"/>
                    <a:pt x="1455" y="1240"/>
                  </a:cubicBezTo>
                  <a:cubicBezTo>
                    <a:pt x="1464" y="1230"/>
                    <a:pt x="1463" y="1213"/>
                    <a:pt x="1452" y="1204"/>
                  </a:cubicBezTo>
                  <a:lnTo>
                    <a:pt x="47" y="7"/>
                  </a:lnTo>
                  <a:cubicBezTo>
                    <a:pt x="43" y="2"/>
                    <a:pt x="37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6" name="Google Shape;9406;p31"/>
            <p:cNvSpPr/>
            <p:nvPr/>
          </p:nvSpPr>
          <p:spPr>
            <a:xfrm>
              <a:off x="2759000" y="3606850"/>
              <a:ext cx="36200" cy="41950"/>
            </a:xfrm>
            <a:custGeom>
              <a:avLst/>
              <a:gdLst/>
              <a:ahLst/>
              <a:cxnLst/>
              <a:rect l="l" t="t" r="r" b="b"/>
              <a:pathLst>
                <a:path w="1448" h="1678" extrusionOk="0">
                  <a:moveTo>
                    <a:pt x="1418" y="1"/>
                  </a:moveTo>
                  <a:cubicBezTo>
                    <a:pt x="1409" y="1"/>
                    <a:pt x="1401" y="5"/>
                    <a:pt x="1395" y="13"/>
                  </a:cubicBezTo>
                  <a:cubicBezTo>
                    <a:pt x="1025" y="664"/>
                    <a:pt x="561" y="1208"/>
                    <a:pt x="14" y="1630"/>
                  </a:cubicBezTo>
                  <a:cubicBezTo>
                    <a:pt x="3" y="1640"/>
                    <a:pt x="0" y="1656"/>
                    <a:pt x="10" y="1667"/>
                  </a:cubicBezTo>
                  <a:cubicBezTo>
                    <a:pt x="14" y="1673"/>
                    <a:pt x="22" y="1677"/>
                    <a:pt x="30" y="1677"/>
                  </a:cubicBezTo>
                  <a:cubicBezTo>
                    <a:pt x="35" y="1677"/>
                    <a:pt x="41" y="1676"/>
                    <a:pt x="46" y="1672"/>
                  </a:cubicBezTo>
                  <a:cubicBezTo>
                    <a:pt x="598" y="1244"/>
                    <a:pt x="1067" y="695"/>
                    <a:pt x="1441" y="40"/>
                  </a:cubicBezTo>
                  <a:cubicBezTo>
                    <a:pt x="1448" y="27"/>
                    <a:pt x="1444" y="12"/>
                    <a:pt x="1432" y="4"/>
                  </a:cubicBezTo>
                  <a:cubicBezTo>
                    <a:pt x="1427" y="2"/>
                    <a:pt x="1423" y="1"/>
                    <a:pt x="141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7" name="Google Shape;9407;p31"/>
            <p:cNvSpPr/>
            <p:nvPr/>
          </p:nvSpPr>
          <p:spPr>
            <a:xfrm>
              <a:off x="2874700" y="3481700"/>
              <a:ext cx="5725" cy="66900"/>
            </a:xfrm>
            <a:custGeom>
              <a:avLst/>
              <a:gdLst/>
              <a:ahLst/>
              <a:cxnLst/>
              <a:rect l="l" t="t" r="r" b="b"/>
              <a:pathLst>
                <a:path w="229" h="2676" extrusionOk="0">
                  <a:moveTo>
                    <a:pt x="80" y="0"/>
                  </a:moveTo>
                  <a:cubicBezTo>
                    <a:pt x="68" y="0"/>
                    <a:pt x="58" y="12"/>
                    <a:pt x="57" y="24"/>
                  </a:cubicBezTo>
                  <a:cubicBezTo>
                    <a:pt x="0" y="901"/>
                    <a:pt x="40" y="1786"/>
                    <a:pt x="176" y="2654"/>
                  </a:cubicBezTo>
                  <a:cubicBezTo>
                    <a:pt x="178" y="2668"/>
                    <a:pt x="188" y="2676"/>
                    <a:pt x="202" y="2676"/>
                  </a:cubicBezTo>
                  <a:lnTo>
                    <a:pt x="206" y="2676"/>
                  </a:lnTo>
                  <a:cubicBezTo>
                    <a:pt x="219" y="2673"/>
                    <a:pt x="229" y="2661"/>
                    <a:pt x="227" y="2646"/>
                  </a:cubicBezTo>
                  <a:cubicBezTo>
                    <a:pt x="93" y="1782"/>
                    <a:pt x="53" y="901"/>
                    <a:pt x="109" y="28"/>
                  </a:cubicBezTo>
                  <a:cubicBezTo>
                    <a:pt x="109" y="13"/>
                    <a:pt x="98" y="1"/>
                    <a:pt x="85" y="1"/>
                  </a:cubicBezTo>
                  <a:cubicBezTo>
                    <a:pt x="83" y="1"/>
                    <a:pt x="82" y="0"/>
                    <a:pt x="8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8" name="Google Shape;9408;p31"/>
            <p:cNvSpPr/>
            <p:nvPr/>
          </p:nvSpPr>
          <p:spPr>
            <a:xfrm>
              <a:off x="2862650" y="3559950"/>
              <a:ext cx="63450" cy="13650"/>
            </a:xfrm>
            <a:custGeom>
              <a:avLst/>
              <a:gdLst/>
              <a:ahLst/>
              <a:cxnLst/>
              <a:rect l="l" t="t" r="r" b="b"/>
              <a:pathLst>
                <a:path w="2538" h="546" extrusionOk="0">
                  <a:moveTo>
                    <a:pt x="2508" y="1"/>
                  </a:moveTo>
                  <a:cubicBezTo>
                    <a:pt x="2505" y="1"/>
                    <a:pt x="2503" y="1"/>
                    <a:pt x="2500" y="2"/>
                  </a:cubicBezTo>
                  <a:cubicBezTo>
                    <a:pt x="1701" y="273"/>
                    <a:pt x="868" y="439"/>
                    <a:pt x="26" y="494"/>
                  </a:cubicBezTo>
                  <a:cubicBezTo>
                    <a:pt x="11" y="494"/>
                    <a:pt x="1" y="506"/>
                    <a:pt x="2" y="521"/>
                  </a:cubicBezTo>
                  <a:cubicBezTo>
                    <a:pt x="2" y="534"/>
                    <a:pt x="14" y="545"/>
                    <a:pt x="27" y="545"/>
                  </a:cubicBezTo>
                  <a:lnTo>
                    <a:pt x="29" y="545"/>
                  </a:lnTo>
                  <a:cubicBezTo>
                    <a:pt x="876" y="490"/>
                    <a:pt x="1713" y="325"/>
                    <a:pt x="2516" y="52"/>
                  </a:cubicBezTo>
                  <a:cubicBezTo>
                    <a:pt x="2530" y="46"/>
                    <a:pt x="2538" y="33"/>
                    <a:pt x="2532" y="18"/>
                  </a:cubicBezTo>
                  <a:cubicBezTo>
                    <a:pt x="2529" y="7"/>
                    <a:pt x="2519" y="1"/>
                    <a:pt x="250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9" name="Google Shape;9409;p31"/>
            <p:cNvSpPr/>
            <p:nvPr/>
          </p:nvSpPr>
          <p:spPr>
            <a:xfrm>
              <a:off x="2829625" y="3532025"/>
              <a:ext cx="16575" cy="68700"/>
            </a:xfrm>
            <a:custGeom>
              <a:avLst/>
              <a:gdLst/>
              <a:ahLst/>
              <a:cxnLst/>
              <a:rect l="l" t="t" r="r" b="b"/>
              <a:pathLst>
                <a:path w="663" h="2748" extrusionOk="0">
                  <a:moveTo>
                    <a:pt x="29" y="0"/>
                  </a:moveTo>
                  <a:cubicBezTo>
                    <a:pt x="28" y="0"/>
                    <a:pt x="26" y="1"/>
                    <a:pt x="25" y="1"/>
                  </a:cubicBezTo>
                  <a:cubicBezTo>
                    <a:pt x="11" y="2"/>
                    <a:pt x="0" y="14"/>
                    <a:pt x="2" y="28"/>
                  </a:cubicBezTo>
                  <a:cubicBezTo>
                    <a:pt x="80" y="953"/>
                    <a:pt x="284" y="1861"/>
                    <a:pt x="608" y="2730"/>
                  </a:cubicBezTo>
                  <a:cubicBezTo>
                    <a:pt x="613" y="2741"/>
                    <a:pt x="622" y="2748"/>
                    <a:pt x="633" y="2748"/>
                  </a:cubicBezTo>
                  <a:cubicBezTo>
                    <a:pt x="637" y="2748"/>
                    <a:pt x="639" y="2748"/>
                    <a:pt x="642" y="2747"/>
                  </a:cubicBezTo>
                  <a:cubicBezTo>
                    <a:pt x="656" y="2741"/>
                    <a:pt x="662" y="2726"/>
                    <a:pt x="657" y="2713"/>
                  </a:cubicBezTo>
                  <a:cubicBezTo>
                    <a:pt x="334" y="1848"/>
                    <a:pt x="131" y="944"/>
                    <a:pt x="53" y="24"/>
                  </a:cubicBezTo>
                  <a:cubicBezTo>
                    <a:pt x="52" y="11"/>
                    <a:pt x="4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0" name="Google Shape;9410;p31"/>
            <p:cNvSpPr/>
            <p:nvPr/>
          </p:nvSpPr>
          <p:spPr>
            <a:xfrm>
              <a:off x="2827675" y="3624300"/>
              <a:ext cx="59575" cy="5500"/>
            </a:xfrm>
            <a:custGeom>
              <a:avLst/>
              <a:gdLst/>
              <a:ahLst/>
              <a:cxnLst/>
              <a:rect l="l" t="t" r="r" b="b"/>
              <a:pathLst>
                <a:path w="2383" h="220" extrusionOk="0">
                  <a:moveTo>
                    <a:pt x="2354" y="1"/>
                  </a:moveTo>
                  <a:cubicBezTo>
                    <a:pt x="2353" y="1"/>
                    <a:pt x="2351" y="1"/>
                    <a:pt x="2349" y="1"/>
                  </a:cubicBezTo>
                  <a:cubicBezTo>
                    <a:pt x="1829" y="112"/>
                    <a:pt x="1300" y="168"/>
                    <a:pt x="770" y="168"/>
                  </a:cubicBezTo>
                  <a:cubicBezTo>
                    <a:pt x="523" y="168"/>
                    <a:pt x="277" y="156"/>
                    <a:pt x="30" y="132"/>
                  </a:cubicBezTo>
                  <a:cubicBezTo>
                    <a:pt x="29" y="132"/>
                    <a:pt x="28" y="132"/>
                    <a:pt x="27" y="132"/>
                  </a:cubicBezTo>
                  <a:cubicBezTo>
                    <a:pt x="13" y="132"/>
                    <a:pt x="3" y="142"/>
                    <a:pt x="2" y="156"/>
                  </a:cubicBezTo>
                  <a:cubicBezTo>
                    <a:pt x="0" y="170"/>
                    <a:pt x="11" y="183"/>
                    <a:pt x="25" y="184"/>
                  </a:cubicBezTo>
                  <a:cubicBezTo>
                    <a:pt x="272" y="207"/>
                    <a:pt x="520" y="219"/>
                    <a:pt x="766" y="219"/>
                  </a:cubicBezTo>
                  <a:cubicBezTo>
                    <a:pt x="1301" y="219"/>
                    <a:pt x="1834" y="164"/>
                    <a:pt x="2360" y="52"/>
                  </a:cubicBezTo>
                  <a:cubicBezTo>
                    <a:pt x="2374" y="50"/>
                    <a:pt x="2383" y="36"/>
                    <a:pt x="2380" y="22"/>
                  </a:cubicBezTo>
                  <a:cubicBezTo>
                    <a:pt x="2378" y="10"/>
                    <a:pt x="2367" y="1"/>
                    <a:pt x="235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1" name="Google Shape;9411;p31"/>
            <p:cNvSpPr/>
            <p:nvPr/>
          </p:nvSpPr>
          <p:spPr>
            <a:xfrm>
              <a:off x="2803800" y="3601350"/>
              <a:ext cx="8200" cy="54350"/>
            </a:xfrm>
            <a:custGeom>
              <a:avLst/>
              <a:gdLst/>
              <a:ahLst/>
              <a:cxnLst/>
              <a:rect l="l" t="t" r="r" b="b"/>
              <a:pathLst>
                <a:path w="328" h="2174" extrusionOk="0">
                  <a:moveTo>
                    <a:pt x="41" y="0"/>
                  </a:moveTo>
                  <a:cubicBezTo>
                    <a:pt x="26" y="0"/>
                    <a:pt x="15" y="11"/>
                    <a:pt x="15" y="25"/>
                  </a:cubicBezTo>
                  <a:cubicBezTo>
                    <a:pt x="0" y="744"/>
                    <a:pt x="88" y="1460"/>
                    <a:pt x="273" y="2154"/>
                  </a:cubicBezTo>
                  <a:cubicBezTo>
                    <a:pt x="276" y="2166"/>
                    <a:pt x="287" y="2173"/>
                    <a:pt x="299" y="2173"/>
                  </a:cubicBezTo>
                  <a:lnTo>
                    <a:pt x="304" y="2173"/>
                  </a:lnTo>
                  <a:cubicBezTo>
                    <a:pt x="319" y="2169"/>
                    <a:pt x="327" y="2154"/>
                    <a:pt x="323" y="2141"/>
                  </a:cubicBezTo>
                  <a:cubicBezTo>
                    <a:pt x="139" y="1452"/>
                    <a:pt x="51" y="740"/>
                    <a:pt x="66" y="26"/>
                  </a:cubicBezTo>
                  <a:cubicBezTo>
                    <a:pt x="66" y="13"/>
                    <a:pt x="55" y="0"/>
                    <a:pt x="4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2" name="Google Shape;9412;p31"/>
            <p:cNvSpPr/>
            <p:nvPr/>
          </p:nvSpPr>
          <p:spPr>
            <a:xfrm>
              <a:off x="2915500" y="3629925"/>
              <a:ext cx="55000" cy="48850"/>
            </a:xfrm>
            <a:custGeom>
              <a:avLst/>
              <a:gdLst/>
              <a:ahLst/>
              <a:cxnLst/>
              <a:rect l="l" t="t" r="r" b="b"/>
              <a:pathLst>
                <a:path w="2200" h="1954" extrusionOk="0">
                  <a:moveTo>
                    <a:pt x="2170" y="0"/>
                  </a:moveTo>
                  <a:cubicBezTo>
                    <a:pt x="2165" y="0"/>
                    <a:pt x="2160" y="1"/>
                    <a:pt x="2157" y="4"/>
                  </a:cubicBezTo>
                  <a:cubicBezTo>
                    <a:pt x="1341" y="522"/>
                    <a:pt x="619" y="1163"/>
                    <a:pt x="9" y="1911"/>
                  </a:cubicBezTo>
                  <a:cubicBezTo>
                    <a:pt x="0" y="1922"/>
                    <a:pt x="3" y="1938"/>
                    <a:pt x="13" y="1948"/>
                  </a:cubicBezTo>
                  <a:cubicBezTo>
                    <a:pt x="17" y="1952"/>
                    <a:pt x="24" y="1953"/>
                    <a:pt x="30" y="1953"/>
                  </a:cubicBezTo>
                  <a:cubicBezTo>
                    <a:pt x="36" y="1953"/>
                    <a:pt x="44" y="1950"/>
                    <a:pt x="50" y="1944"/>
                  </a:cubicBezTo>
                  <a:cubicBezTo>
                    <a:pt x="655" y="1200"/>
                    <a:pt x="1374" y="562"/>
                    <a:pt x="2183" y="48"/>
                  </a:cubicBezTo>
                  <a:cubicBezTo>
                    <a:pt x="2196" y="40"/>
                    <a:pt x="2200" y="24"/>
                    <a:pt x="2192" y="12"/>
                  </a:cubicBezTo>
                  <a:cubicBezTo>
                    <a:pt x="2186" y="4"/>
                    <a:pt x="2178" y="0"/>
                    <a:pt x="217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3" name="Google Shape;9413;p31"/>
            <p:cNvSpPr/>
            <p:nvPr/>
          </p:nvSpPr>
          <p:spPr>
            <a:xfrm>
              <a:off x="2864500" y="3639525"/>
              <a:ext cx="35100" cy="51050"/>
            </a:xfrm>
            <a:custGeom>
              <a:avLst/>
              <a:gdLst/>
              <a:ahLst/>
              <a:cxnLst/>
              <a:rect l="l" t="t" r="r" b="b"/>
              <a:pathLst>
                <a:path w="1404" h="2042" extrusionOk="0">
                  <a:moveTo>
                    <a:pt x="1375" y="1"/>
                  </a:moveTo>
                  <a:cubicBezTo>
                    <a:pt x="1368" y="1"/>
                    <a:pt x="1360" y="4"/>
                    <a:pt x="1355" y="10"/>
                  </a:cubicBezTo>
                  <a:cubicBezTo>
                    <a:pt x="844" y="629"/>
                    <a:pt x="391" y="1299"/>
                    <a:pt x="7" y="2002"/>
                  </a:cubicBezTo>
                  <a:cubicBezTo>
                    <a:pt x="1" y="2016"/>
                    <a:pt x="5" y="2031"/>
                    <a:pt x="18" y="2037"/>
                  </a:cubicBezTo>
                  <a:cubicBezTo>
                    <a:pt x="22" y="2040"/>
                    <a:pt x="26" y="2041"/>
                    <a:pt x="30" y="2041"/>
                  </a:cubicBezTo>
                  <a:cubicBezTo>
                    <a:pt x="40" y="2041"/>
                    <a:pt x="48" y="2036"/>
                    <a:pt x="53" y="2028"/>
                  </a:cubicBezTo>
                  <a:cubicBezTo>
                    <a:pt x="435" y="1327"/>
                    <a:pt x="887" y="658"/>
                    <a:pt x="1394" y="43"/>
                  </a:cubicBezTo>
                  <a:cubicBezTo>
                    <a:pt x="1404" y="33"/>
                    <a:pt x="1402" y="17"/>
                    <a:pt x="1392" y="7"/>
                  </a:cubicBezTo>
                  <a:cubicBezTo>
                    <a:pt x="1387" y="3"/>
                    <a:pt x="1381" y="1"/>
                    <a:pt x="137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4" name="Google Shape;9414;p31"/>
            <p:cNvSpPr/>
            <p:nvPr/>
          </p:nvSpPr>
          <p:spPr>
            <a:xfrm>
              <a:off x="2892150" y="3684600"/>
              <a:ext cx="51150" cy="25650"/>
            </a:xfrm>
            <a:custGeom>
              <a:avLst/>
              <a:gdLst/>
              <a:ahLst/>
              <a:cxnLst/>
              <a:rect l="l" t="t" r="r" b="b"/>
              <a:pathLst>
                <a:path w="2046" h="1026" extrusionOk="0">
                  <a:moveTo>
                    <a:pt x="28" y="0"/>
                  </a:moveTo>
                  <a:cubicBezTo>
                    <a:pt x="21" y="0"/>
                    <a:pt x="13" y="4"/>
                    <a:pt x="8" y="11"/>
                  </a:cubicBezTo>
                  <a:cubicBezTo>
                    <a:pt x="0" y="22"/>
                    <a:pt x="2" y="38"/>
                    <a:pt x="14" y="47"/>
                  </a:cubicBezTo>
                  <a:cubicBezTo>
                    <a:pt x="606" y="491"/>
                    <a:pt x="1296" y="829"/>
                    <a:pt x="2009" y="1024"/>
                  </a:cubicBezTo>
                  <a:cubicBezTo>
                    <a:pt x="2012" y="1024"/>
                    <a:pt x="2014" y="1025"/>
                    <a:pt x="2016" y="1025"/>
                  </a:cubicBezTo>
                  <a:cubicBezTo>
                    <a:pt x="2028" y="1025"/>
                    <a:pt x="2039" y="1017"/>
                    <a:pt x="2041" y="1006"/>
                  </a:cubicBezTo>
                  <a:cubicBezTo>
                    <a:pt x="2045" y="992"/>
                    <a:pt x="2037" y="978"/>
                    <a:pt x="2024" y="974"/>
                  </a:cubicBezTo>
                  <a:cubicBezTo>
                    <a:pt x="1316" y="780"/>
                    <a:pt x="631" y="445"/>
                    <a:pt x="45" y="6"/>
                  </a:cubicBezTo>
                  <a:cubicBezTo>
                    <a:pt x="40" y="2"/>
                    <a:pt x="34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5" name="Google Shape;9415;p31"/>
            <p:cNvSpPr/>
            <p:nvPr/>
          </p:nvSpPr>
          <p:spPr>
            <a:xfrm>
              <a:off x="2836575" y="3696050"/>
              <a:ext cx="21650" cy="21625"/>
            </a:xfrm>
            <a:custGeom>
              <a:avLst/>
              <a:gdLst/>
              <a:ahLst/>
              <a:cxnLst/>
              <a:rect l="l" t="t" r="r" b="b"/>
              <a:pathLst>
                <a:path w="866" h="865" extrusionOk="0">
                  <a:moveTo>
                    <a:pt x="29" y="0"/>
                  </a:moveTo>
                  <a:cubicBezTo>
                    <a:pt x="25" y="0"/>
                    <a:pt x="21" y="1"/>
                    <a:pt x="17" y="4"/>
                  </a:cubicBezTo>
                  <a:cubicBezTo>
                    <a:pt x="4" y="12"/>
                    <a:pt x="1" y="28"/>
                    <a:pt x="8" y="40"/>
                  </a:cubicBezTo>
                  <a:cubicBezTo>
                    <a:pt x="209" y="372"/>
                    <a:pt x="492" y="656"/>
                    <a:pt x="823" y="861"/>
                  </a:cubicBezTo>
                  <a:cubicBezTo>
                    <a:pt x="827" y="863"/>
                    <a:pt x="831" y="865"/>
                    <a:pt x="836" y="865"/>
                  </a:cubicBezTo>
                  <a:cubicBezTo>
                    <a:pt x="844" y="865"/>
                    <a:pt x="854" y="859"/>
                    <a:pt x="858" y="851"/>
                  </a:cubicBezTo>
                  <a:cubicBezTo>
                    <a:pt x="866" y="839"/>
                    <a:pt x="862" y="824"/>
                    <a:pt x="850" y="816"/>
                  </a:cubicBezTo>
                  <a:cubicBezTo>
                    <a:pt x="526" y="616"/>
                    <a:pt x="250" y="339"/>
                    <a:pt x="52" y="13"/>
                  </a:cubicBezTo>
                  <a:cubicBezTo>
                    <a:pt x="47" y="5"/>
                    <a:pt x="37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6" name="Google Shape;9416;p31"/>
            <p:cNvSpPr/>
            <p:nvPr/>
          </p:nvSpPr>
          <p:spPr>
            <a:xfrm>
              <a:off x="2897000" y="3766400"/>
              <a:ext cx="53550" cy="16200"/>
            </a:xfrm>
            <a:custGeom>
              <a:avLst/>
              <a:gdLst/>
              <a:ahLst/>
              <a:cxnLst/>
              <a:rect l="l" t="t" r="r" b="b"/>
              <a:pathLst>
                <a:path w="2142" h="648" extrusionOk="0">
                  <a:moveTo>
                    <a:pt x="2114" y="1"/>
                  </a:moveTo>
                  <a:cubicBezTo>
                    <a:pt x="2112" y="1"/>
                    <a:pt x="2111" y="1"/>
                    <a:pt x="2110" y="1"/>
                  </a:cubicBezTo>
                  <a:cubicBezTo>
                    <a:pt x="1394" y="120"/>
                    <a:pt x="692" y="320"/>
                    <a:pt x="20" y="597"/>
                  </a:cubicBezTo>
                  <a:cubicBezTo>
                    <a:pt x="7" y="603"/>
                    <a:pt x="0" y="617"/>
                    <a:pt x="5" y="631"/>
                  </a:cubicBezTo>
                  <a:cubicBezTo>
                    <a:pt x="10" y="642"/>
                    <a:pt x="19" y="647"/>
                    <a:pt x="30" y="647"/>
                  </a:cubicBezTo>
                  <a:cubicBezTo>
                    <a:pt x="34" y="647"/>
                    <a:pt x="36" y="647"/>
                    <a:pt x="39" y="646"/>
                  </a:cubicBezTo>
                  <a:cubicBezTo>
                    <a:pt x="706" y="370"/>
                    <a:pt x="1406" y="171"/>
                    <a:pt x="2119" y="52"/>
                  </a:cubicBezTo>
                  <a:cubicBezTo>
                    <a:pt x="2132" y="50"/>
                    <a:pt x="2142" y="38"/>
                    <a:pt x="2140" y="23"/>
                  </a:cubicBezTo>
                  <a:cubicBezTo>
                    <a:pt x="2138" y="11"/>
                    <a:pt x="2126" y="1"/>
                    <a:pt x="211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7" name="Google Shape;9417;p31"/>
            <p:cNvSpPr/>
            <p:nvPr/>
          </p:nvSpPr>
          <p:spPr>
            <a:xfrm>
              <a:off x="2851425" y="3742100"/>
              <a:ext cx="45525" cy="16050"/>
            </a:xfrm>
            <a:custGeom>
              <a:avLst/>
              <a:gdLst/>
              <a:ahLst/>
              <a:cxnLst/>
              <a:rect l="l" t="t" r="r" b="b"/>
              <a:pathLst>
                <a:path w="1821" h="642" extrusionOk="0">
                  <a:moveTo>
                    <a:pt x="1794" y="0"/>
                  </a:moveTo>
                  <a:cubicBezTo>
                    <a:pt x="1793" y="0"/>
                    <a:pt x="1791" y="0"/>
                    <a:pt x="1789" y="1"/>
                  </a:cubicBezTo>
                  <a:cubicBezTo>
                    <a:pt x="1168" y="99"/>
                    <a:pt x="572" y="298"/>
                    <a:pt x="18" y="593"/>
                  </a:cubicBezTo>
                  <a:cubicBezTo>
                    <a:pt x="4" y="599"/>
                    <a:pt x="0" y="615"/>
                    <a:pt x="7" y="628"/>
                  </a:cubicBezTo>
                  <a:cubicBezTo>
                    <a:pt x="11" y="637"/>
                    <a:pt x="20" y="641"/>
                    <a:pt x="30" y="641"/>
                  </a:cubicBezTo>
                  <a:cubicBezTo>
                    <a:pt x="34" y="641"/>
                    <a:pt x="38" y="641"/>
                    <a:pt x="42" y="638"/>
                  </a:cubicBezTo>
                  <a:cubicBezTo>
                    <a:pt x="591" y="346"/>
                    <a:pt x="1181" y="149"/>
                    <a:pt x="1798" y="52"/>
                  </a:cubicBezTo>
                  <a:cubicBezTo>
                    <a:pt x="1811" y="49"/>
                    <a:pt x="1820" y="36"/>
                    <a:pt x="1819" y="22"/>
                  </a:cubicBezTo>
                  <a:cubicBezTo>
                    <a:pt x="1817" y="9"/>
                    <a:pt x="1807" y="0"/>
                    <a:pt x="179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8" name="Google Shape;9418;p31"/>
            <p:cNvSpPr/>
            <p:nvPr/>
          </p:nvSpPr>
          <p:spPr>
            <a:xfrm>
              <a:off x="2920900" y="3793625"/>
              <a:ext cx="14500" cy="40325"/>
            </a:xfrm>
            <a:custGeom>
              <a:avLst/>
              <a:gdLst/>
              <a:ahLst/>
              <a:cxnLst/>
              <a:rect l="l" t="t" r="r" b="b"/>
              <a:pathLst>
                <a:path w="580" h="1613" extrusionOk="0">
                  <a:moveTo>
                    <a:pt x="28" y="0"/>
                  </a:moveTo>
                  <a:cubicBezTo>
                    <a:pt x="26" y="0"/>
                    <a:pt x="24" y="0"/>
                    <a:pt x="22" y="1"/>
                  </a:cubicBezTo>
                  <a:cubicBezTo>
                    <a:pt x="9" y="3"/>
                    <a:pt x="1" y="18"/>
                    <a:pt x="3" y="32"/>
                  </a:cubicBezTo>
                  <a:cubicBezTo>
                    <a:pt x="130" y="567"/>
                    <a:pt x="306" y="1094"/>
                    <a:pt x="527" y="1598"/>
                  </a:cubicBezTo>
                  <a:cubicBezTo>
                    <a:pt x="531" y="1607"/>
                    <a:pt x="540" y="1612"/>
                    <a:pt x="549" y="1612"/>
                  </a:cubicBezTo>
                  <a:cubicBezTo>
                    <a:pt x="554" y="1612"/>
                    <a:pt x="556" y="1612"/>
                    <a:pt x="560" y="1611"/>
                  </a:cubicBezTo>
                  <a:cubicBezTo>
                    <a:pt x="574" y="1604"/>
                    <a:pt x="579" y="1590"/>
                    <a:pt x="574" y="1576"/>
                  </a:cubicBezTo>
                  <a:cubicBezTo>
                    <a:pt x="354" y="1076"/>
                    <a:pt x="180" y="552"/>
                    <a:pt x="54" y="20"/>
                  </a:cubicBezTo>
                  <a:cubicBezTo>
                    <a:pt x="51" y="8"/>
                    <a:pt x="4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9" name="Google Shape;9419;p31"/>
            <p:cNvSpPr/>
            <p:nvPr/>
          </p:nvSpPr>
          <p:spPr>
            <a:xfrm>
              <a:off x="2873675" y="3769450"/>
              <a:ext cx="12875" cy="44575"/>
            </a:xfrm>
            <a:custGeom>
              <a:avLst/>
              <a:gdLst/>
              <a:ahLst/>
              <a:cxnLst/>
              <a:rect l="l" t="t" r="r" b="b"/>
              <a:pathLst>
                <a:path w="515" h="1783" extrusionOk="0">
                  <a:moveTo>
                    <a:pt x="29" y="0"/>
                  </a:moveTo>
                  <a:cubicBezTo>
                    <a:pt x="28" y="0"/>
                    <a:pt x="27" y="0"/>
                    <a:pt x="26" y="0"/>
                  </a:cubicBezTo>
                  <a:cubicBezTo>
                    <a:pt x="12" y="2"/>
                    <a:pt x="1" y="15"/>
                    <a:pt x="3" y="30"/>
                  </a:cubicBezTo>
                  <a:cubicBezTo>
                    <a:pt x="71" y="629"/>
                    <a:pt x="225" y="1213"/>
                    <a:pt x="462" y="1767"/>
                  </a:cubicBezTo>
                  <a:cubicBezTo>
                    <a:pt x="466" y="1776"/>
                    <a:pt x="476" y="1783"/>
                    <a:pt x="485" y="1783"/>
                  </a:cubicBezTo>
                  <a:cubicBezTo>
                    <a:pt x="489" y="1783"/>
                    <a:pt x="492" y="1782"/>
                    <a:pt x="496" y="1780"/>
                  </a:cubicBezTo>
                  <a:cubicBezTo>
                    <a:pt x="508" y="1775"/>
                    <a:pt x="515" y="1760"/>
                    <a:pt x="509" y="1747"/>
                  </a:cubicBezTo>
                  <a:cubicBezTo>
                    <a:pt x="274" y="1196"/>
                    <a:pt x="122" y="617"/>
                    <a:pt x="55" y="23"/>
                  </a:cubicBezTo>
                  <a:cubicBezTo>
                    <a:pt x="53" y="11"/>
                    <a:pt x="4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0" name="Google Shape;9420;p31"/>
            <p:cNvSpPr/>
            <p:nvPr/>
          </p:nvSpPr>
          <p:spPr>
            <a:xfrm>
              <a:off x="2660750" y="3544900"/>
              <a:ext cx="7400" cy="82575"/>
            </a:xfrm>
            <a:custGeom>
              <a:avLst/>
              <a:gdLst/>
              <a:ahLst/>
              <a:cxnLst/>
              <a:rect l="l" t="t" r="r" b="b"/>
              <a:pathLst>
                <a:path w="296" h="3303" extrusionOk="0">
                  <a:moveTo>
                    <a:pt x="30" y="1"/>
                  </a:moveTo>
                  <a:cubicBezTo>
                    <a:pt x="28" y="1"/>
                    <a:pt x="26" y="1"/>
                    <a:pt x="25" y="1"/>
                  </a:cubicBezTo>
                  <a:cubicBezTo>
                    <a:pt x="11" y="2"/>
                    <a:pt x="1" y="16"/>
                    <a:pt x="3" y="31"/>
                  </a:cubicBezTo>
                  <a:cubicBezTo>
                    <a:pt x="166" y="1100"/>
                    <a:pt x="244" y="2193"/>
                    <a:pt x="233" y="3277"/>
                  </a:cubicBezTo>
                  <a:cubicBezTo>
                    <a:pt x="233" y="3290"/>
                    <a:pt x="245" y="3302"/>
                    <a:pt x="260" y="3302"/>
                  </a:cubicBezTo>
                  <a:cubicBezTo>
                    <a:pt x="274" y="3302"/>
                    <a:pt x="286" y="3290"/>
                    <a:pt x="286" y="3277"/>
                  </a:cubicBezTo>
                  <a:cubicBezTo>
                    <a:pt x="295" y="2191"/>
                    <a:pt x="217" y="1096"/>
                    <a:pt x="54" y="23"/>
                  </a:cubicBezTo>
                  <a:cubicBezTo>
                    <a:pt x="52" y="9"/>
                    <a:pt x="4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1" name="Google Shape;9421;p31"/>
            <p:cNvSpPr/>
            <p:nvPr/>
          </p:nvSpPr>
          <p:spPr>
            <a:xfrm>
              <a:off x="2606825" y="3614450"/>
              <a:ext cx="47050" cy="4200"/>
            </a:xfrm>
            <a:custGeom>
              <a:avLst/>
              <a:gdLst/>
              <a:ahLst/>
              <a:cxnLst/>
              <a:rect l="l" t="t" r="r" b="b"/>
              <a:pathLst>
                <a:path w="1882" h="168" extrusionOk="0">
                  <a:moveTo>
                    <a:pt x="1854" y="1"/>
                  </a:moveTo>
                  <a:cubicBezTo>
                    <a:pt x="1853" y="1"/>
                    <a:pt x="1851" y="1"/>
                    <a:pt x="1849" y="1"/>
                  </a:cubicBezTo>
                  <a:cubicBezTo>
                    <a:pt x="1413" y="79"/>
                    <a:pt x="970" y="117"/>
                    <a:pt x="527" y="117"/>
                  </a:cubicBezTo>
                  <a:cubicBezTo>
                    <a:pt x="361" y="117"/>
                    <a:pt x="196" y="111"/>
                    <a:pt x="31" y="101"/>
                  </a:cubicBezTo>
                  <a:cubicBezTo>
                    <a:pt x="29" y="100"/>
                    <a:pt x="28" y="100"/>
                    <a:pt x="26" y="100"/>
                  </a:cubicBezTo>
                  <a:cubicBezTo>
                    <a:pt x="12" y="100"/>
                    <a:pt x="4" y="112"/>
                    <a:pt x="2" y="125"/>
                  </a:cubicBezTo>
                  <a:cubicBezTo>
                    <a:pt x="1" y="138"/>
                    <a:pt x="12" y="152"/>
                    <a:pt x="27" y="152"/>
                  </a:cubicBezTo>
                  <a:cubicBezTo>
                    <a:pt x="193" y="163"/>
                    <a:pt x="360" y="168"/>
                    <a:pt x="527" y="168"/>
                  </a:cubicBezTo>
                  <a:cubicBezTo>
                    <a:pt x="974" y="168"/>
                    <a:pt x="1419" y="129"/>
                    <a:pt x="1859" y="52"/>
                  </a:cubicBezTo>
                  <a:cubicBezTo>
                    <a:pt x="1872" y="50"/>
                    <a:pt x="1882" y="36"/>
                    <a:pt x="1879" y="23"/>
                  </a:cubicBezTo>
                  <a:cubicBezTo>
                    <a:pt x="1877" y="10"/>
                    <a:pt x="1867" y="1"/>
                    <a:pt x="185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2" name="Google Shape;9422;p31"/>
            <p:cNvSpPr/>
            <p:nvPr/>
          </p:nvSpPr>
          <p:spPr>
            <a:xfrm>
              <a:off x="2709175" y="3601625"/>
              <a:ext cx="7825" cy="65800"/>
            </a:xfrm>
            <a:custGeom>
              <a:avLst/>
              <a:gdLst/>
              <a:ahLst/>
              <a:cxnLst/>
              <a:rect l="l" t="t" r="r" b="b"/>
              <a:pathLst>
                <a:path w="313" h="2632" extrusionOk="0">
                  <a:moveTo>
                    <a:pt x="31" y="1"/>
                  </a:moveTo>
                  <a:cubicBezTo>
                    <a:pt x="28" y="1"/>
                    <a:pt x="26" y="1"/>
                    <a:pt x="24" y="2"/>
                  </a:cubicBezTo>
                  <a:cubicBezTo>
                    <a:pt x="10" y="4"/>
                    <a:pt x="1" y="19"/>
                    <a:pt x="5" y="33"/>
                  </a:cubicBezTo>
                  <a:cubicBezTo>
                    <a:pt x="200" y="876"/>
                    <a:pt x="260" y="1741"/>
                    <a:pt x="186" y="2603"/>
                  </a:cubicBezTo>
                  <a:cubicBezTo>
                    <a:pt x="186" y="2618"/>
                    <a:pt x="196" y="2630"/>
                    <a:pt x="211" y="2632"/>
                  </a:cubicBezTo>
                  <a:lnTo>
                    <a:pt x="213" y="2632"/>
                  </a:lnTo>
                  <a:cubicBezTo>
                    <a:pt x="227" y="2632"/>
                    <a:pt x="238" y="2621"/>
                    <a:pt x="239" y="2607"/>
                  </a:cubicBezTo>
                  <a:cubicBezTo>
                    <a:pt x="313" y="1740"/>
                    <a:pt x="251" y="869"/>
                    <a:pt x="55" y="20"/>
                  </a:cubicBezTo>
                  <a:cubicBezTo>
                    <a:pt x="52" y="9"/>
                    <a:pt x="42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3" name="Google Shape;9423;p31"/>
            <p:cNvSpPr/>
            <p:nvPr/>
          </p:nvSpPr>
          <p:spPr>
            <a:xfrm>
              <a:off x="2670950" y="3658900"/>
              <a:ext cx="33925" cy="5375"/>
            </a:xfrm>
            <a:custGeom>
              <a:avLst/>
              <a:gdLst/>
              <a:ahLst/>
              <a:cxnLst/>
              <a:rect l="l" t="t" r="r" b="b"/>
              <a:pathLst>
                <a:path w="1357" h="215" extrusionOk="0">
                  <a:moveTo>
                    <a:pt x="1330" y="1"/>
                  </a:moveTo>
                  <a:cubicBezTo>
                    <a:pt x="1328" y="1"/>
                    <a:pt x="1326" y="1"/>
                    <a:pt x="1324" y="2"/>
                  </a:cubicBezTo>
                  <a:cubicBezTo>
                    <a:pt x="896" y="84"/>
                    <a:pt x="459" y="138"/>
                    <a:pt x="26" y="162"/>
                  </a:cubicBezTo>
                  <a:cubicBezTo>
                    <a:pt x="11" y="163"/>
                    <a:pt x="0" y="175"/>
                    <a:pt x="2" y="189"/>
                  </a:cubicBezTo>
                  <a:cubicBezTo>
                    <a:pt x="2" y="202"/>
                    <a:pt x="14" y="214"/>
                    <a:pt x="27" y="214"/>
                  </a:cubicBezTo>
                  <a:lnTo>
                    <a:pt x="28" y="214"/>
                  </a:lnTo>
                  <a:cubicBezTo>
                    <a:pt x="464" y="190"/>
                    <a:pt x="904" y="135"/>
                    <a:pt x="1333" y="53"/>
                  </a:cubicBezTo>
                  <a:cubicBezTo>
                    <a:pt x="1347" y="50"/>
                    <a:pt x="1356" y="37"/>
                    <a:pt x="1354" y="22"/>
                  </a:cubicBezTo>
                  <a:cubicBezTo>
                    <a:pt x="1351" y="10"/>
                    <a:pt x="1341" y="1"/>
                    <a:pt x="13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4" name="Google Shape;9424;p31"/>
            <p:cNvSpPr/>
            <p:nvPr/>
          </p:nvSpPr>
          <p:spPr>
            <a:xfrm>
              <a:off x="2775600" y="3766775"/>
              <a:ext cx="36750" cy="59000"/>
            </a:xfrm>
            <a:custGeom>
              <a:avLst/>
              <a:gdLst/>
              <a:ahLst/>
              <a:cxnLst/>
              <a:rect l="l" t="t" r="r" b="b"/>
              <a:pathLst>
                <a:path w="1470" h="2360" extrusionOk="0">
                  <a:moveTo>
                    <a:pt x="30" y="0"/>
                  </a:moveTo>
                  <a:cubicBezTo>
                    <a:pt x="24" y="0"/>
                    <a:pt x="18" y="2"/>
                    <a:pt x="13" y="7"/>
                  </a:cubicBezTo>
                  <a:cubicBezTo>
                    <a:pt x="2" y="16"/>
                    <a:pt x="1" y="32"/>
                    <a:pt x="10" y="43"/>
                  </a:cubicBezTo>
                  <a:cubicBezTo>
                    <a:pt x="606" y="726"/>
                    <a:pt x="1080" y="1500"/>
                    <a:pt x="1417" y="2343"/>
                  </a:cubicBezTo>
                  <a:cubicBezTo>
                    <a:pt x="1421" y="2353"/>
                    <a:pt x="1431" y="2359"/>
                    <a:pt x="1442" y="2359"/>
                  </a:cubicBezTo>
                  <a:cubicBezTo>
                    <a:pt x="1444" y="2359"/>
                    <a:pt x="1447" y="2358"/>
                    <a:pt x="1451" y="2357"/>
                  </a:cubicBezTo>
                  <a:cubicBezTo>
                    <a:pt x="1465" y="2351"/>
                    <a:pt x="1470" y="2337"/>
                    <a:pt x="1465" y="2323"/>
                  </a:cubicBezTo>
                  <a:cubicBezTo>
                    <a:pt x="1126" y="1476"/>
                    <a:pt x="649" y="697"/>
                    <a:pt x="49" y="9"/>
                  </a:cubicBezTo>
                  <a:cubicBezTo>
                    <a:pt x="44" y="3"/>
                    <a:pt x="37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5" name="Google Shape;9425;p31"/>
            <p:cNvSpPr/>
            <p:nvPr/>
          </p:nvSpPr>
          <p:spPr>
            <a:xfrm>
              <a:off x="2774700" y="3822750"/>
              <a:ext cx="29350" cy="49875"/>
            </a:xfrm>
            <a:custGeom>
              <a:avLst/>
              <a:gdLst/>
              <a:ahLst/>
              <a:cxnLst/>
              <a:rect l="l" t="t" r="r" b="b"/>
              <a:pathLst>
                <a:path w="1174" h="1995" extrusionOk="0">
                  <a:moveTo>
                    <a:pt x="29" y="0"/>
                  </a:moveTo>
                  <a:cubicBezTo>
                    <a:pt x="24" y="0"/>
                    <a:pt x="18" y="2"/>
                    <a:pt x="14" y="6"/>
                  </a:cubicBezTo>
                  <a:cubicBezTo>
                    <a:pt x="3" y="16"/>
                    <a:pt x="0" y="32"/>
                    <a:pt x="10" y="42"/>
                  </a:cubicBezTo>
                  <a:cubicBezTo>
                    <a:pt x="474" y="629"/>
                    <a:pt x="847" y="1281"/>
                    <a:pt x="1121" y="1977"/>
                  </a:cubicBezTo>
                  <a:cubicBezTo>
                    <a:pt x="1125" y="1988"/>
                    <a:pt x="1135" y="1995"/>
                    <a:pt x="1145" y="1995"/>
                  </a:cubicBezTo>
                  <a:cubicBezTo>
                    <a:pt x="1148" y="1995"/>
                    <a:pt x="1151" y="1993"/>
                    <a:pt x="1155" y="1992"/>
                  </a:cubicBezTo>
                  <a:cubicBezTo>
                    <a:pt x="1168" y="1986"/>
                    <a:pt x="1174" y="1972"/>
                    <a:pt x="1170" y="1958"/>
                  </a:cubicBezTo>
                  <a:cubicBezTo>
                    <a:pt x="894" y="1257"/>
                    <a:pt x="517" y="602"/>
                    <a:pt x="50" y="10"/>
                  </a:cubicBezTo>
                  <a:cubicBezTo>
                    <a:pt x="45" y="4"/>
                    <a:pt x="37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6" name="Google Shape;9426;p31"/>
            <p:cNvSpPr/>
            <p:nvPr/>
          </p:nvSpPr>
          <p:spPr>
            <a:xfrm>
              <a:off x="2750750" y="3803175"/>
              <a:ext cx="24400" cy="23800"/>
            </a:xfrm>
            <a:custGeom>
              <a:avLst/>
              <a:gdLst/>
              <a:ahLst/>
              <a:cxnLst/>
              <a:rect l="l" t="t" r="r" b="b"/>
              <a:pathLst>
                <a:path w="976" h="952" extrusionOk="0">
                  <a:moveTo>
                    <a:pt x="947" y="0"/>
                  </a:moveTo>
                  <a:cubicBezTo>
                    <a:pt x="941" y="0"/>
                    <a:pt x="936" y="2"/>
                    <a:pt x="932" y="5"/>
                  </a:cubicBezTo>
                  <a:cubicBezTo>
                    <a:pt x="576" y="255"/>
                    <a:pt x="266" y="559"/>
                    <a:pt x="9" y="910"/>
                  </a:cubicBezTo>
                  <a:cubicBezTo>
                    <a:pt x="1" y="922"/>
                    <a:pt x="3" y="938"/>
                    <a:pt x="15" y="947"/>
                  </a:cubicBezTo>
                  <a:cubicBezTo>
                    <a:pt x="19" y="951"/>
                    <a:pt x="25" y="952"/>
                    <a:pt x="30" y="952"/>
                  </a:cubicBezTo>
                  <a:cubicBezTo>
                    <a:pt x="38" y="952"/>
                    <a:pt x="46" y="948"/>
                    <a:pt x="52" y="941"/>
                  </a:cubicBezTo>
                  <a:cubicBezTo>
                    <a:pt x="305" y="594"/>
                    <a:pt x="610" y="294"/>
                    <a:pt x="963" y="47"/>
                  </a:cubicBezTo>
                  <a:cubicBezTo>
                    <a:pt x="973" y="38"/>
                    <a:pt x="976" y="22"/>
                    <a:pt x="968" y="12"/>
                  </a:cubicBezTo>
                  <a:cubicBezTo>
                    <a:pt x="963" y="4"/>
                    <a:pt x="955" y="0"/>
                    <a:pt x="94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7" name="Google Shape;9427;p31"/>
            <p:cNvSpPr/>
            <p:nvPr/>
          </p:nvSpPr>
          <p:spPr>
            <a:xfrm>
              <a:off x="2763900" y="3851750"/>
              <a:ext cx="14550" cy="22150"/>
            </a:xfrm>
            <a:custGeom>
              <a:avLst/>
              <a:gdLst/>
              <a:ahLst/>
              <a:cxnLst/>
              <a:rect l="l" t="t" r="r" b="b"/>
              <a:pathLst>
                <a:path w="582" h="886" extrusionOk="0">
                  <a:moveTo>
                    <a:pt x="552" y="1"/>
                  </a:moveTo>
                  <a:cubicBezTo>
                    <a:pt x="544" y="1"/>
                    <a:pt x="537" y="4"/>
                    <a:pt x="532" y="10"/>
                  </a:cubicBezTo>
                  <a:cubicBezTo>
                    <a:pt x="321" y="265"/>
                    <a:pt x="145" y="548"/>
                    <a:pt x="7" y="848"/>
                  </a:cubicBezTo>
                  <a:cubicBezTo>
                    <a:pt x="1" y="861"/>
                    <a:pt x="7" y="878"/>
                    <a:pt x="19" y="883"/>
                  </a:cubicBezTo>
                  <a:cubicBezTo>
                    <a:pt x="24" y="884"/>
                    <a:pt x="28" y="886"/>
                    <a:pt x="32" y="886"/>
                  </a:cubicBezTo>
                  <a:cubicBezTo>
                    <a:pt x="41" y="886"/>
                    <a:pt x="50" y="880"/>
                    <a:pt x="54" y="869"/>
                  </a:cubicBezTo>
                  <a:cubicBezTo>
                    <a:pt x="190" y="574"/>
                    <a:pt x="364" y="295"/>
                    <a:pt x="572" y="43"/>
                  </a:cubicBezTo>
                  <a:cubicBezTo>
                    <a:pt x="582" y="33"/>
                    <a:pt x="579" y="15"/>
                    <a:pt x="568" y="7"/>
                  </a:cubicBezTo>
                  <a:cubicBezTo>
                    <a:pt x="564" y="3"/>
                    <a:pt x="558" y="1"/>
                    <a:pt x="55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8" name="Google Shape;9428;p31"/>
            <p:cNvSpPr/>
            <p:nvPr/>
          </p:nvSpPr>
          <p:spPr>
            <a:xfrm>
              <a:off x="2634375" y="3740700"/>
              <a:ext cx="29150" cy="24275"/>
            </a:xfrm>
            <a:custGeom>
              <a:avLst/>
              <a:gdLst/>
              <a:ahLst/>
              <a:cxnLst/>
              <a:rect l="l" t="t" r="r" b="b"/>
              <a:pathLst>
                <a:path w="1166" h="971" extrusionOk="0">
                  <a:moveTo>
                    <a:pt x="1137" y="0"/>
                  </a:moveTo>
                  <a:cubicBezTo>
                    <a:pt x="1129" y="0"/>
                    <a:pt x="1121" y="3"/>
                    <a:pt x="1116" y="10"/>
                  </a:cubicBezTo>
                  <a:cubicBezTo>
                    <a:pt x="815" y="377"/>
                    <a:pt x="435" y="693"/>
                    <a:pt x="18" y="922"/>
                  </a:cubicBezTo>
                  <a:cubicBezTo>
                    <a:pt x="6" y="928"/>
                    <a:pt x="1" y="945"/>
                    <a:pt x="9" y="957"/>
                  </a:cubicBezTo>
                  <a:cubicBezTo>
                    <a:pt x="13" y="966"/>
                    <a:pt x="22" y="970"/>
                    <a:pt x="30" y="970"/>
                  </a:cubicBezTo>
                  <a:lnTo>
                    <a:pt x="32" y="970"/>
                  </a:lnTo>
                  <a:cubicBezTo>
                    <a:pt x="36" y="970"/>
                    <a:pt x="40" y="970"/>
                    <a:pt x="44" y="967"/>
                  </a:cubicBezTo>
                  <a:cubicBezTo>
                    <a:pt x="466" y="735"/>
                    <a:pt x="851" y="416"/>
                    <a:pt x="1156" y="42"/>
                  </a:cubicBezTo>
                  <a:cubicBezTo>
                    <a:pt x="1166" y="31"/>
                    <a:pt x="1163" y="15"/>
                    <a:pt x="1152" y="6"/>
                  </a:cubicBezTo>
                  <a:cubicBezTo>
                    <a:pt x="1148" y="2"/>
                    <a:pt x="1142" y="0"/>
                    <a:pt x="113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9" name="Google Shape;9429;p31"/>
            <p:cNvSpPr/>
            <p:nvPr/>
          </p:nvSpPr>
          <p:spPr>
            <a:xfrm>
              <a:off x="2664650" y="3707625"/>
              <a:ext cx="30300" cy="27400"/>
            </a:xfrm>
            <a:custGeom>
              <a:avLst/>
              <a:gdLst/>
              <a:ahLst/>
              <a:cxnLst/>
              <a:rect l="l" t="t" r="r" b="b"/>
              <a:pathLst>
                <a:path w="1212" h="1096" extrusionOk="0">
                  <a:moveTo>
                    <a:pt x="31" y="0"/>
                  </a:moveTo>
                  <a:cubicBezTo>
                    <a:pt x="21" y="0"/>
                    <a:pt x="12" y="6"/>
                    <a:pt x="7" y="14"/>
                  </a:cubicBezTo>
                  <a:cubicBezTo>
                    <a:pt x="1" y="26"/>
                    <a:pt x="5" y="42"/>
                    <a:pt x="18" y="49"/>
                  </a:cubicBezTo>
                  <a:cubicBezTo>
                    <a:pt x="471" y="299"/>
                    <a:pt x="867" y="657"/>
                    <a:pt x="1160" y="1084"/>
                  </a:cubicBezTo>
                  <a:cubicBezTo>
                    <a:pt x="1166" y="1092"/>
                    <a:pt x="1174" y="1096"/>
                    <a:pt x="1182" y="1096"/>
                  </a:cubicBezTo>
                  <a:cubicBezTo>
                    <a:pt x="1187" y="1096"/>
                    <a:pt x="1193" y="1094"/>
                    <a:pt x="1197" y="1090"/>
                  </a:cubicBezTo>
                  <a:cubicBezTo>
                    <a:pt x="1209" y="1082"/>
                    <a:pt x="1211" y="1066"/>
                    <a:pt x="1203" y="1055"/>
                  </a:cubicBezTo>
                  <a:cubicBezTo>
                    <a:pt x="905" y="621"/>
                    <a:pt x="504" y="258"/>
                    <a:pt x="42" y="3"/>
                  </a:cubicBezTo>
                  <a:cubicBezTo>
                    <a:pt x="39" y="1"/>
                    <a:pt x="35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0" name="Google Shape;9430;p31"/>
            <p:cNvSpPr/>
            <p:nvPr/>
          </p:nvSpPr>
          <p:spPr>
            <a:xfrm>
              <a:off x="2701650" y="3723775"/>
              <a:ext cx="31100" cy="41500"/>
            </a:xfrm>
            <a:custGeom>
              <a:avLst/>
              <a:gdLst/>
              <a:ahLst/>
              <a:cxnLst/>
              <a:rect l="l" t="t" r="r" b="b"/>
              <a:pathLst>
                <a:path w="1244" h="1660" extrusionOk="0">
                  <a:moveTo>
                    <a:pt x="1215" y="1"/>
                  </a:moveTo>
                  <a:cubicBezTo>
                    <a:pt x="1204" y="1"/>
                    <a:pt x="1194" y="7"/>
                    <a:pt x="1190" y="18"/>
                  </a:cubicBezTo>
                  <a:cubicBezTo>
                    <a:pt x="976" y="638"/>
                    <a:pt x="557" y="1205"/>
                    <a:pt x="14" y="1613"/>
                  </a:cubicBezTo>
                  <a:cubicBezTo>
                    <a:pt x="3" y="1622"/>
                    <a:pt x="0" y="1638"/>
                    <a:pt x="10" y="1650"/>
                  </a:cubicBezTo>
                  <a:cubicBezTo>
                    <a:pt x="14" y="1657"/>
                    <a:pt x="22" y="1659"/>
                    <a:pt x="30" y="1659"/>
                  </a:cubicBezTo>
                  <a:cubicBezTo>
                    <a:pt x="35" y="1659"/>
                    <a:pt x="41" y="1658"/>
                    <a:pt x="46" y="1654"/>
                  </a:cubicBezTo>
                  <a:cubicBezTo>
                    <a:pt x="598" y="1240"/>
                    <a:pt x="1022" y="665"/>
                    <a:pt x="1239" y="35"/>
                  </a:cubicBezTo>
                  <a:cubicBezTo>
                    <a:pt x="1244" y="22"/>
                    <a:pt x="1237" y="7"/>
                    <a:pt x="1223" y="2"/>
                  </a:cubicBezTo>
                  <a:cubicBezTo>
                    <a:pt x="1221" y="1"/>
                    <a:pt x="1218" y="1"/>
                    <a:pt x="121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1" name="Google Shape;9431;p31"/>
            <p:cNvSpPr/>
            <p:nvPr/>
          </p:nvSpPr>
          <p:spPr>
            <a:xfrm>
              <a:off x="2822450" y="3543650"/>
              <a:ext cx="8975" cy="39200"/>
            </a:xfrm>
            <a:custGeom>
              <a:avLst/>
              <a:gdLst/>
              <a:ahLst/>
              <a:cxnLst/>
              <a:rect l="l" t="t" r="r" b="b"/>
              <a:pathLst>
                <a:path w="359" h="1568" extrusionOk="0">
                  <a:moveTo>
                    <a:pt x="31" y="0"/>
                  </a:moveTo>
                  <a:cubicBezTo>
                    <a:pt x="29" y="0"/>
                    <a:pt x="27" y="1"/>
                    <a:pt x="25" y="1"/>
                  </a:cubicBezTo>
                  <a:cubicBezTo>
                    <a:pt x="10" y="3"/>
                    <a:pt x="1" y="15"/>
                    <a:pt x="2" y="30"/>
                  </a:cubicBezTo>
                  <a:cubicBezTo>
                    <a:pt x="59" y="542"/>
                    <a:pt x="161" y="1053"/>
                    <a:pt x="305" y="1548"/>
                  </a:cubicBezTo>
                  <a:cubicBezTo>
                    <a:pt x="308" y="1560"/>
                    <a:pt x="318" y="1567"/>
                    <a:pt x="329" y="1567"/>
                  </a:cubicBezTo>
                  <a:lnTo>
                    <a:pt x="330" y="1567"/>
                  </a:lnTo>
                  <a:cubicBezTo>
                    <a:pt x="332" y="1567"/>
                    <a:pt x="334" y="1567"/>
                    <a:pt x="337" y="1566"/>
                  </a:cubicBezTo>
                  <a:cubicBezTo>
                    <a:pt x="351" y="1562"/>
                    <a:pt x="359" y="1548"/>
                    <a:pt x="355" y="1534"/>
                  </a:cubicBezTo>
                  <a:cubicBezTo>
                    <a:pt x="212" y="1041"/>
                    <a:pt x="111" y="534"/>
                    <a:pt x="53" y="24"/>
                  </a:cubicBezTo>
                  <a:cubicBezTo>
                    <a:pt x="52" y="11"/>
                    <a:pt x="43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2" name="Google Shape;9432;p31"/>
            <p:cNvSpPr/>
            <p:nvPr/>
          </p:nvSpPr>
          <p:spPr>
            <a:xfrm>
              <a:off x="2831475" y="3586300"/>
              <a:ext cx="2775" cy="6250"/>
            </a:xfrm>
            <a:custGeom>
              <a:avLst/>
              <a:gdLst/>
              <a:ahLst/>
              <a:cxnLst/>
              <a:rect l="l" t="t" r="r" b="b"/>
              <a:pathLst>
                <a:path w="111" h="250" extrusionOk="0">
                  <a:moveTo>
                    <a:pt x="29" y="0"/>
                  </a:moveTo>
                  <a:cubicBezTo>
                    <a:pt x="27" y="0"/>
                    <a:pt x="24" y="0"/>
                    <a:pt x="22" y="1"/>
                  </a:cubicBezTo>
                  <a:cubicBezTo>
                    <a:pt x="8" y="4"/>
                    <a:pt x="0" y="19"/>
                    <a:pt x="3" y="32"/>
                  </a:cubicBezTo>
                  <a:lnTo>
                    <a:pt x="57" y="231"/>
                  </a:lnTo>
                  <a:cubicBezTo>
                    <a:pt x="61" y="242"/>
                    <a:pt x="70" y="250"/>
                    <a:pt x="82" y="250"/>
                  </a:cubicBezTo>
                  <a:cubicBezTo>
                    <a:pt x="85" y="250"/>
                    <a:pt x="86" y="250"/>
                    <a:pt x="89" y="249"/>
                  </a:cubicBezTo>
                  <a:cubicBezTo>
                    <a:pt x="103" y="245"/>
                    <a:pt x="111" y="231"/>
                    <a:pt x="108" y="216"/>
                  </a:cubicBezTo>
                  <a:lnTo>
                    <a:pt x="53" y="19"/>
                  </a:lnTo>
                  <a:cubicBezTo>
                    <a:pt x="51" y="8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3" name="Google Shape;9433;p31"/>
            <p:cNvSpPr/>
            <p:nvPr/>
          </p:nvSpPr>
          <p:spPr>
            <a:xfrm>
              <a:off x="2821250" y="3581700"/>
              <a:ext cx="8700" cy="26125"/>
            </a:xfrm>
            <a:custGeom>
              <a:avLst/>
              <a:gdLst/>
              <a:ahLst/>
              <a:cxnLst/>
              <a:rect l="l" t="t" r="r" b="b"/>
              <a:pathLst>
                <a:path w="348" h="1045" extrusionOk="0">
                  <a:moveTo>
                    <a:pt x="28" y="0"/>
                  </a:moveTo>
                  <a:cubicBezTo>
                    <a:pt x="27" y="0"/>
                    <a:pt x="25" y="0"/>
                    <a:pt x="23" y="1"/>
                  </a:cubicBezTo>
                  <a:cubicBezTo>
                    <a:pt x="8" y="4"/>
                    <a:pt x="0" y="17"/>
                    <a:pt x="3" y="30"/>
                  </a:cubicBezTo>
                  <a:cubicBezTo>
                    <a:pt x="72" y="369"/>
                    <a:pt x="170" y="706"/>
                    <a:pt x="294" y="1029"/>
                  </a:cubicBezTo>
                  <a:cubicBezTo>
                    <a:pt x="298" y="1039"/>
                    <a:pt x="307" y="1045"/>
                    <a:pt x="318" y="1045"/>
                  </a:cubicBezTo>
                  <a:cubicBezTo>
                    <a:pt x="321" y="1045"/>
                    <a:pt x="325" y="1045"/>
                    <a:pt x="327" y="1043"/>
                  </a:cubicBezTo>
                  <a:cubicBezTo>
                    <a:pt x="341" y="1038"/>
                    <a:pt x="348" y="1023"/>
                    <a:pt x="342" y="1010"/>
                  </a:cubicBezTo>
                  <a:cubicBezTo>
                    <a:pt x="220" y="690"/>
                    <a:pt x="121" y="356"/>
                    <a:pt x="53" y="21"/>
                  </a:cubicBezTo>
                  <a:cubicBezTo>
                    <a:pt x="51" y="8"/>
                    <a:pt x="4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4" name="Google Shape;9434;p31"/>
            <p:cNvSpPr/>
            <p:nvPr/>
          </p:nvSpPr>
          <p:spPr>
            <a:xfrm>
              <a:off x="2830325" y="3612350"/>
              <a:ext cx="3925" cy="7700"/>
            </a:xfrm>
            <a:custGeom>
              <a:avLst/>
              <a:gdLst/>
              <a:ahLst/>
              <a:cxnLst/>
              <a:rect l="l" t="t" r="r" b="b"/>
              <a:pathLst>
                <a:path w="157" h="308" extrusionOk="0">
                  <a:moveTo>
                    <a:pt x="30" y="0"/>
                  </a:moveTo>
                  <a:cubicBezTo>
                    <a:pt x="27" y="0"/>
                    <a:pt x="24" y="1"/>
                    <a:pt x="21" y="2"/>
                  </a:cubicBezTo>
                  <a:cubicBezTo>
                    <a:pt x="7" y="7"/>
                    <a:pt x="1" y="22"/>
                    <a:pt x="6" y="35"/>
                  </a:cubicBezTo>
                  <a:lnTo>
                    <a:pt x="103" y="291"/>
                  </a:lnTo>
                  <a:cubicBezTo>
                    <a:pt x="107" y="300"/>
                    <a:pt x="116" y="307"/>
                    <a:pt x="127" y="307"/>
                  </a:cubicBezTo>
                  <a:cubicBezTo>
                    <a:pt x="130" y="307"/>
                    <a:pt x="132" y="307"/>
                    <a:pt x="137" y="306"/>
                  </a:cubicBezTo>
                  <a:cubicBezTo>
                    <a:pt x="149" y="300"/>
                    <a:pt x="157" y="286"/>
                    <a:pt x="151" y="272"/>
                  </a:cubicBezTo>
                  <a:lnTo>
                    <a:pt x="54" y="17"/>
                  </a:lnTo>
                  <a:cubicBezTo>
                    <a:pt x="50" y="7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5" name="Google Shape;9435;p31"/>
            <p:cNvSpPr/>
            <p:nvPr/>
          </p:nvSpPr>
          <p:spPr>
            <a:xfrm>
              <a:off x="2812000" y="3613050"/>
              <a:ext cx="6425" cy="32175"/>
            </a:xfrm>
            <a:custGeom>
              <a:avLst/>
              <a:gdLst/>
              <a:ahLst/>
              <a:cxnLst/>
              <a:rect l="l" t="t" r="r" b="b"/>
              <a:pathLst>
                <a:path w="257" h="1287" extrusionOk="0">
                  <a:moveTo>
                    <a:pt x="26" y="1"/>
                  </a:moveTo>
                  <a:cubicBezTo>
                    <a:pt x="11" y="2"/>
                    <a:pt x="0" y="14"/>
                    <a:pt x="2" y="28"/>
                  </a:cubicBezTo>
                  <a:cubicBezTo>
                    <a:pt x="26" y="446"/>
                    <a:pt x="93" y="863"/>
                    <a:pt x="202" y="1268"/>
                  </a:cubicBezTo>
                  <a:cubicBezTo>
                    <a:pt x="205" y="1279"/>
                    <a:pt x="216" y="1287"/>
                    <a:pt x="226" y="1287"/>
                  </a:cubicBezTo>
                  <a:cubicBezTo>
                    <a:pt x="229" y="1287"/>
                    <a:pt x="232" y="1287"/>
                    <a:pt x="233" y="1285"/>
                  </a:cubicBezTo>
                  <a:cubicBezTo>
                    <a:pt x="248" y="1281"/>
                    <a:pt x="256" y="1268"/>
                    <a:pt x="252" y="1254"/>
                  </a:cubicBezTo>
                  <a:cubicBezTo>
                    <a:pt x="144" y="852"/>
                    <a:pt x="77" y="439"/>
                    <a:pt x="53" y="25"/>
                  </a:cubicBezTo>
                  <a:cubicBezTo>
                    <a:pt x="53" y="10"/>
                    <a:pt x="41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6" name="Google Shape;9436;p31"/>
            <p:cNvSpPr/>
            <p:nvPr/>
          </p:nvSpPr>
          <p:spPr>
            <a:xfrm>
              <a:off x="2811250" y="3600750"/>
              <a:ext cx="2075" cy="6575"/>
            </a:xfrm>
            <a:custGeom>
              <a:avLst/>
              <a:gdLst/>
              <a:ahLst/>
              <a:cxnLst/>
              <a:rect l="l" t="t" r="r" b="b"/>
              <a:pathLst>
                <a:path w="83" h="263" extrusionOk="0">
                  <a:moveTo>
                    <a:pt x="30" y="0"/>
                  </a:moveTo>
                  <a:cubicBezTo>
                    <a:pt x="17" y="2"/>
                    <a:pt x="5" y="11"/>
                    <a:pt x="4" y="24"/>
                  </a:cubicBezTo>
                  <a:cubicBezTo>
                    <a:pt x="1" y="100"/>
                    <a:pt x="9" y="172"/>
                    <a:pt x="29" y="244"/>
                  </a:cubicBezTo>
                  <a:cubicBezTo>
                    <a:pt x="32" y="256"/>
                    <a:pt x="43" y="263"/>
                    <a:pt x="53" y="263"/>
                  </a:cubicBezTo>
                  <a:cubicBezTo>
                    <a:pt x="56" y="263"/>
                    <a:pt x="59" y="263"/>
                    <a:pt x="61" y="261"/>
                  </a:cubicBezTo>
                  <a:cubicBezTo>
                    <a:pt x="75" y="259"/>
                    <a:pt x="83" y="244"/>
                    <a:pt x="79" y="230"/>
                  </a:cubicBezTo>
                  <a:cubicBezTo>
                    <a:pt x="60" y="164"/>
                    <a:pt x="52" y="96"/>
                    <a:pt x="56" y="27"/>
                  </a:cubicBezTo>
                  <a:cubicBezTo>
                    <a:pt x="56" y="12"/>
                    <a:pt x="4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7" name="Google Shape;9437;p31"/>
            <p:cNvSpPr/>
            <p:nvPr/>
          </p:nvSpPr>
          <p:spPr>
            <a:xfrm>
              <a:off x="2854875" y="3497175"/>
              <a:ext cx="3600" cy="30700"/>
            </a:xfrm>
            <a:custGeom>
              <a:avLst/>
              <a:gdLst/>
              <a:ahLst/>
              <a:cxnLst/>
              <a:rect l="l" t="t" r="r" b="b"/>
              <a:pathLst>
                <a:path w="144" h="1228" extrusionOk="0">
                  <a:moveTo>
                    <a:pt x="66" y="1"/>
                  </a:moveTo>
                  <a:cubicBezTo>
                    <a:pt x="52" y="1"/>
                    <a:pt x="41" y="11"/>
                    <a:pt x="40" y="24"/>
                  </a:cubicBezTo>
                  <a:cubicBezTo>
                    <a:pt x="1" y="418"/>
                    <a:pt x="17" y="816"/>
                    <a:pt x="90" y="1206"/>
                  </a:cubicBezTo>
                  <a:cubicBezTo>
                    <a:pt x="92" y="1219"/>
                    <a:pt x="103" y="1227"/>
                    <a:pt x="115" y="1227"/>
                  </a:cubicBezTo>
                  <a:lnTo>
                    <a:pt x="115" y="1228"/>
                  </a:lnTo>
                  <a:cubicBezTo>
                    <a:pt x="118" y="1228"/>
                    <a:pt x="119" y="1228"/>
                    <a:pt x="120" y="1227"/>
                  </a:cubicBezTo>
                  <a:cubicBezTo>
                    <a:pt x="134" y="1224"/>
                    <a:pt x="143" y="1210"/>
                    <a:pt x="141" y="1197"/>
                  </a:cubicBezTo>
                  <a:cubicBezTo>
                    <a:pt x="69" y="811"/>
                    <a:pt x="52" y="418"/>
                    <a:pt x="91" y="29"/>
                  </a:cubicBezTo>
                  <a:cubicBezTo>
                    <a:pt x="92" y="14"/>
                    <a:pt x="83" y="2"/>
                    <a:pt x="68" y="1"/>
                  </a:cubicBezTo>
                  <a:cubicBezTo>
                    <a:pt x="67" y="1"/>
                    <a:pt x="66" y="1"/>
                    <a:pt x="6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8" name="Google Shape;9438;p31"/>
            <p:cNvSpPr/>
            <p:nvPr/>
          </p:nvSpPr>
          <p:spPr>
            <a:xfrm>
              <a:off x="2857975" y="3532725"/>
              <a:ext cx="2375" cy="7675"/>
            </a:xfrm>
            <a:custGeom>
              <a:avLst/>
              <a:gdLst/>
              <a:ahLst/>
              <a:cxnLst/>
              <a:rect l="l" t="t" r="r" b="b"/>
              <a:pathLst>
                <a:path w="95" h="307" extrusionOk="0">
                  <a:moveTo>
                    <a:pt x="26" y="1"/>
                  </a:moveTo>
                  <a:cubicBezTo>
                    <a:pt x="25" y="1"/>
                    <a:pt x="24" y="1"/>
                    <a:pt x="23" y="1"/>
                  </a:cubicBezTo>
                  <a:cubicBezTo>
                    <a:pt x="10" y="4"/>
                    <a:pt x="1" y="17"/>
                    <a:pt x="2" y="31"/>
                  </a:cubicBezTo>
                  <a:lnTo>
                    <a:pt x="42" y="285"/>
                  </a:lnTo>
                  <a:cubicBezTo>
                    <a:pt x="44" y="297"/>
                    <a:pt x="54" y="306"/>
                    <a:pt x="68" y="306"/>
                  </a:cubicBezTo>
                  <a:lnTo>
                    <a:pt x="72" y="306"/>
                  </a:lnTo>
                  <a:cubicBezTo>
                    <a:pt x="85" y="304"/>
                    <a:pt x="95" y="290"/>
                    <a:pt x="93" y="277"/>
                  </a:cubicBezTo>
                  <a:lnTo>
                    <a:pt x="53" y="23"/>
                  </a:lnTo>
                  <a:cubicBezTo>
                    <a:pt x="52" y="10"/>
                    <a:pt x="40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9" name="Google Shape;9439;p31"/>
            <p:cNvSpPr/>
            <p:nvPr/>
          </p:nvSpPr>
          <p:spPr>
            <a:xfrm>
              <a:off x="2845925" y="3537500"/>
              <a:ext cx="11575" cy="45875"/>
            </a:xfrm>
            <a:custGeom>
              <a:avLst/>
              <a:gdLst/>
              <a:ahLst/>
              <a:cxnLst/>
              <a:rect l="l" t="t" r="r" b="b"/>
              <a:pathLst>
                <a:path w="463" h="1835" extrusionOk="0">
                  <a:moveTo>
                    <a:pt x="30" y="1"/>
                  </a:moveTo>
                  <a:cubicBezTo>
                    <a:pt x="29" y="1"/>
                    <a:pt x="28" y="1"/>
                    <a:pt x="26" y="1"/>
                  </a:cubicBezTo>
                  <a:cubicBezTo>
                    <a:pt x="12" y="2"/>
                    <a:pt x="1" y="16"/>
                    <a:pt x="4" y="29"/>
                  </a:cubicBezTo>
                  <a:cubicBezTo>
                    <a:pt x="71" y="639"/>
                    <a:pt x="207" y="1240"/>
                    <a:pt x="410" y="1817"/>
                  </a:cubicBezTo>
                  <a:cubicBezTo>
                    <a:pt x="413" y="1828"/>
                    <a:pt x="423" y="1835"/>
                    <a:pt x="434" y="1835"/>
                  </a:cubicBezTo>
                  <a:cubicBezTo>
                    <a:pt x="437" y="1835"/>
                    <a:pt x="439" y="1833"/>
                    <a:pt x="442" y="1833"/>
                  </a:cubicBezTo>
                  <a:cubicBezTo>
                    <a:pt x="456" y="1828"/>
                    <a:pt x="462" y="1813"/>
                    <a:pt x="458" y="1800"/>
                  </a:cubicBezTo>
                  <a:cubicBezTo>
                    <a:pt x="256" y="1227"/>
                    <a:pt x="122" y="629"/>
                    <a:pt x="55" y="24"/>
                  </a:cubicBezTo>
                  <a:cubicBezTo>
                    <a:pt x="53" y="12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0" name="Google Shape;9440;p31"/>
            <p:cNvSpPr/>
            <p:nvPr/>
          </p:nvSpPr>
          <p:spPr>
            <a:xfrm>
              <a:off x="2843625" y="3519150"/>
              <a:ext cx="2325" cy="11000"/>
            </a:xfrm>
            <a:custGeom>
              <a:avLst/>
              <a:gdLst/>
              <a:ahLst/>
              <a:cxnLst/>
              <a:rect l="l" t="t" r="r" b="b"/>
              <a:pathLst>
                <a:path w="93" h="440" extrusionOk="0">
                  <a:moveTo>
                    <a:pt x="32" y="1"/>
                  </a:moveTo>
                  <a:cubicBezTo>
                    <a:pt x="19" y="1"/>
                    <a:pt x="8" y="11"/>
                    <a:pt x="7" y="25"/>
                  </a:cubicBezTo>
                  <a:cubicBezTo>
                    <a:pt x="0" y="157"/>
                    <a:pt x="11" y="288"/>
                    <a:pt x="39" y="418"/>
                  </a:cubicBezTo>
                  <a:cubicBezTo>
                    <a:pt x="42" y="430"/>
                    <a:pt x="53" y="438"/>
                    <a:pt x="65" y="438"/>
                  </a:cubicBezTo>
                  <a:lnTo>
                    <a:pt x="65" y="439"/>
                  </a:lnTo>
                  <a:cubicBezTo>
                    <a:pt x="67" y="439"/>
                    <a:pt x="69" y="438"/>
                    <a:pt x="71" y="438"/>
                  </a:cubicBezTo>
                  <a:cubicBezTo>
                    <a:pt x="85" y="435"/>
                    <a:pt x="93" y="420"/>
                    <a:pt x="90" y="407"/>
                  </a:cubicBezTo>
                  <a:cubicBezTo>
                    <a:pt x="63" y="282"/>
                    <a:pt x="53" y="155"/>
                    <a:pt x="59" y="27"/>
                  </a:cubicBezTo>
                  <a:cubicBezTo>
                    <a:pt x="59" y="14"/>
                    <a:pt x="48" y="2"/>
                    <a:pt x="3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1" name="Google Shape;9441;p31"/>
            <p:cNvSpPr/>
            <p:nvPr/>
          </p:nvSpPr>
          <p:spPr>
            <a:xfrm>
              <a:off x="2838800" y="3546650"/>
              <a:ext cx="5950" cy="23625"/>
            </a:xfrm>
            <a:custGeom>
              <a:avLst/>
              <a:gdLst/>
              <a:ahLst/>
              <a:cxnLst/>
              <a:rect l="l" t="t" r="r" b="b"/>
              <a:pathLst>
                <a:path w="238" h="945" extrusionOk="0">
                  <a:moveTo>
                    <a:pt x="28" y="1"/>
                  </a:moveTo>
                  <a:cubicBezTo>
                    <a:pt x="27" y="1"/>
                    <a:pt x="25" y="1"/>
                    <a:pt x="24" y="1"/>
                  </a:cubicBezTo>
                  <a:cubicBezTo>
                    <a:pt x="10" y="4"/>
                    <a:pt x="1" y="18"/>
                    <a:pt x="3" y="32"/>
                  </a:cubicBezTo>
                  <a:lnTo>
                    <a:pt x="184" y="924"/>
                  </a:lnTo>
                  <a:cubicBezTo>
                    <a:pt x="186" y="936"/>
                    <a:pt x="197" y="944"/>
                    <a:pt x="209" y="944"/>
                  </a:cubicBezTo>
                  <a:lnTo>
                    <a:pt x="215" y="944"/>
                  </a:lnTo>
                  <a:cubicBezTo>
                    <a:pt x="228" y="941"/>
                    <a:pt x="237" y="928"/>
                    <a:pt x="235" y="913"/>
                  </a:cubicBezTo>
                  <a:lnTo>
                    <a:pt x="54" y="21"/>
                  </a:lnTo>
                  <a:cubicBezTo>
                    <a:pt x="52" y="9"/>
                    <a:pt x="4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2" name="Google Shape;9442;p31"/>
            <p:cNvSpPr/>
            <p:nvPr/>
          </p:nvSpPr>
          <p:spPr>
            <a:xfrm>
              <a:off x="2845000" y="3573850"/>
              <a:ext cx="3225" cy="7475"/>
            </a:xfrm>
            <a:custGeom>
              <a:avLst/>
              <a:gdLst/>
              <a:ahLst/>
              <a:cxnLst/>
              <a:rect l="l" t="t" r="r" b="b"/>
              <a:pathLst>
                <a:path w="129" h="299" extrusionOk="0">
                  <a:moveTo>
                    <a:pt x="30" y="1"/>
                  </a:moveTo>
                  <a:cubicBezTo>
                    <a:pt x="28" y="1"/>
                    <a:pt x="26" y="1"/>
                    <a:pt x="24" y="1"/>
                  </a:cubicBezTo>
                  <a:cubicBezTo>
                    <a:pt x="10" y="3"/>
                    <a:pt x="0" y="16"/>
                    <a:pt x="3" y="31"/>
                  </a:cubicBezTo>
                  <a:cubicBezTo>
                    <a:pt x="18" y="117"/>
                    <a:pt x="42" y="202"/>
                    <a:pt x="74" y="283"/>
                  </a:cubicBezTo>
                  <a:cubicBezTo>
                    <a:pt x="80" y="293"/>
                    <a:pt x="89" y="299"/>
                    <a:pt x="98" y="299"/>
                  </a:cubicBezTo>
                  <a:cubicBezTo>
                    <a:pt x="102" y="299"/>
                    <a:pt x="105" y="299"/>
                    <a:pt x="108" y="297"/>
                  </a:cubicBezTo>
                  <a:cubicBezTo>
                    <a:pt x="121" y="292"/>
                    <a:pt x="128" y="277"/>
                    <a:pt x="123" y="264"/>
                  </a:cubicBezTo>
                  <a:cubicBezTo>
                    <a:pt x="92" y="186"/>
                    <a:pt x="67" y="105"/>
                    <a:pt x="54" y="22"/>
                  </a:cubicBezTo>
                  <a:cubicBezTo>
                    <a:pt x="52" y="10"/>
                    <a:pt x="4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3" name="Google Shape;9443;p31"/>
            <p:cNvSpPr/>
            <p:nvPr/>
          </p:nvSpPr>
          <p:spPr>
            <a:xfrm>
              <a:off x="2871325" y="3554150"/>
              <a:ext cx="32250" cy="6150"/>
            </a:xfrm>
            <a:custGeom>
              <a:avLst/>
              <a:gdLst/>
              <a:ahLst/>
              <a:cxnLst/>
              <a:rect l="l" t="t" r="r" b="b"/>
              <a:pathLst>
                <a:path w="1290" h="246" extrusionOk="0">
                  <a:moveTo>
                    <a:pt x="1262" y="1"/>
                  </a:moveTo>
                  <a:cubicBezTo>
                    <a:pt x="1259" y="1"/>
                    <a:pt x="1256" y="1"/>
                    <a:pt x="1253" y="2"/>
                  </a:cubicBezTo>
                  <a:cubicBezTo>
                    <a:pt x="851" y="122"/>
                    <a:pt x="450" y="185"/>
                    <a:pt x="26" y="195"/>
                  </a:cubicBezTo>
                  <a:cubicBezTo>
                    <a:pt x="11" y="195"/>
                    <a:pt x="1" y="207"/>
                    <a:pt x="1" y="220"/>
                  </a:cubicBezTo>
                  <a:cubicBezTo>
                    <a:pt x="1" y="235"/>
                    <a:pt x="13" y="246"/>
                    <a:pt x="26" y="246"/>
                  </a:cubicBezTo>
                  <a:lnTo>
                    <a:pt x="28" y="246"/>
                  </a:lnTo>
                  <a:cubicBezTo>
                    <a:pt x="455" y="236"/>
                    <a:pt x="862" y="173"/>
                    <a:pt x="1267" y="51"/>
                  </a:cubicBezTo>
                  <a:cubicBezTo>
                    <a:pt x="1281" y="47"/>
                    <a:pt x="1289" y="33"/>
                    <a:pt x="1284" y="20"/>
                  </a:cubicBezTo>
                  <a:cubicBezTo>
                    <a:pt x="1282" y="8"/>
                    <a:pt x="1272" y="1"/>
                    <a:pt x="126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4" name="Google Shape;9444;p31"/>
            <p:cNvSpPr/>
            <p:nvPr/>
          </p:nvSpPr>
          <p:spPr>
            <a:xfrm>
              <a:off x="2908000" y="3550075"/>
              <a:ext cx="6375" cy="3000"/>
            </a:xfrm>
            <a:custGeom>
              <a:avLst/>
              <a:gdLst/>
              <a:ahLst/>
              <a:cxnLst/>
              <a:rect l="l" t="t" r="r" b="b"/>
              <a:pathLst>
                <a:path w="255" h="120" extrusionOk="0">
                  <a:moveTo>
                    <a:pt x="225" y="1"/>
                  </a:moveTo>
                  <a:cubicBezTo>
                    <a:pt x="222" y="1"/>
                    <a:pt x="219" y="1"/>
                    <a:pt x="217" y="3"/>
                  </a:cubicBezTo>
                  <a:lnTo>
                    <a:pt x="20" y="70"/>
                  </a:lnTo>
                  <a:cubicBezTo>
                    <a:pt x="7" y="74"/>
                    <a:pt x="0" y="89"/>
                    <a:pt x="4" y="102"/>
                  </a:cubicBezTo>
                  <a:cubicBezTo>
                    <a:pt x="8" y="113"/>
                    <a:pt x="17" y="120"/>
                    <a:pt x="28" y="120"/>
                  </a:cubicBezTo>
                  <a:cubicBezTo>
                    <a:pt x="31" y="120"/>
                    <a:pt x="35" y="120"/>
                    <a:pt x="36" y="118"/>
                  </a:cubicBezTo>
                  <a:lnTo>
                    <a:pt x="233" y="51"/>
                  </a:lnTo>
                  <a:cubicBezTo>
                    <a:pt x="246" y="47"/>
                    <a:pt x="254" y="32"/>
                    <a:pt x="249" y="19"/>
                  </a:cubicBezTo>
                  <a:cubicBezTo>
                    <a:pt x="246" y="8"/>
                    <a:pt x="236" y="1"/>
                    <a:pt x="22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5" name="Google Shape;9445;p31"/>
            <p:cNvSpPr/>
            <p:nvPr/>
          </p:nvSpPr>
          <p:spPr>
            <a:xfrm>
              <a:off x="2904325" y="3534575"/>
              <a:ext cx="29750" cy="13500"/>
            </a:xfrm>
            <a:custGeom>
              <a:avLst/>
              <a:gdLst/>
              <a:ahLst/>
              <a:cxnLst/>
              <a:rect l="l" t="t" r="r" b="b"/>
              <a:pathLst>
                <a:path w="1190" h="540" extrusionOk="0">
                  <a:moveTo>
                    <a:pt x="1160" y="1"/>
                  </a:moveTo>
                  <a:cubicBezTo>
                    <a:pt x="1155" y="1"/>
                    <a:pt x="1151" y="2"/>
                    <a:pt x="1147" y="4"/>
                  </a:cubicBezTo>
                  <a:cubicBezTo>
                    <a:pt x="790" y="203"/>
                    <a:pt x="412" y="366"/>
                    <a:pt x="22" y="488"/>
                  </a:cubicBezTo>
                  <a:cubicBezTo>
                    <a:pt x="8" y="492"/>
                    <a:pt x="0" y="507"/>
                    <a:pt x="4" y="520"/>
                  </a:cubicBezTo>
                  <a:cubicBezTo>
                    <a:pt x="8" y="531"/>
                    <a:pt x="18" y="539"/>
                    <a:pt x="30" y="539"/>
                  </a:cubicBezTo>
                  <a:lnTo>
                    <a:pt x="30" y="538"/>
                  </a:lnTo>
                  <a:lnTo>
                    <a:pt x="37" y="538"/>
                  </a:lnTo>
                  <a:cubicBezTo>
                    <a:pt x="431" y="414"/>
                    <a:pt x="813" y="250"/>
                    <a:pt x="1172" y="49"/>
                  </a:cubicBezTo>
                  <a:cubicBezTo>
                    <a:pt x="1184" y="43"/>
                    <a:pt x="1190" y="27"/>
                    <a:pt x="1183" y="14"/>
                  </a:cubicBezTo>
                  <a:cubicBezTo>
                    <a:pt x="1177" y="5"/>
                    <a:pt x="1169" y="1"/>
                    <a:pt x="116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6" name="Google Shape;9446;p31"/>
            <p:cNvSpPr/>
            <p:nvPr/>
          </p:nvSpPr>
          <p:spPr>
            <a:xfrm>
              <a:off x="2894950" y="3548775"/>
              <a:ext cx="5025" cy="2050"/>
            </a:xfrm>
            <a:custGeom>
              <a:avLst/>
              <a:gdLst/>
              <a:ahLst/>
              <a:cxnLst/>
              <a:rect l="l" t="t" r="r" b="b"/>
              <a:pathLst>
                <a:path w="201" h="82" extrusionOk="0">
                  <a:moveTo>
                    <a:pt x="172" y="0"/>
                  </a:moveTo>
                  <a:cubicBezTo>
                    <a:pt x="171" y="0"/>
                    <a:pt x="169" y="0"/>
                    <a:pt x="167" y="1"/>
                  </a:cubicBezTo>
                  <a:lnTo>
                    <a:pt x="23" y="30"/>
                  </a:lnTo>
                  <a:cubicBezTo>
                    <a:pt x="9" y="33"/>
                    <a:pt x="0" y="46"/>
                    <a:pt x="3" y="60"/>
                  </a:cubicBezTo>
                  <a:cubicBezTo>
                    <a:pt x="5" y="72"/>
                    <a:pt x="16" y="81"/>
                    <a:pt x="28" y="81"/>
                  </a:cubicBezTo>
                  <a:cubicBezTo>
                    <a:pt x="30" y="81"/>
                    <a:pt x="31" y="81"/>
                    <a:pt x="34" y="80"/>
                  </a:cubicBezTo>
                  <a:lnTo>
                    <a:pt x="178" y="51"/>
                  </a:lnTo>
                  <a:cubicBezTo>
                    <a:pt x="191" y="48"/>
                    <a:pt x="200" y="34"/>
                    <a:pt x="198" y="21"/>
                  </a:cubicBezTo>
                  <a:cubicBezTo>
                    <a:pt x="195" y="8"/>
                    <a:pt x="185" y="0"/>
                    <a:pt x="17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7" name="Google Shape;9447;p31"/>
            <p:cNvSpPr/>
            <p:nvPr/>
          </p:nvSpPr>
          <p:spPr>
            <a:xfrm>
              <a:off x="2915150" y="3519550"/>
              <a:ext cx="21075" cy="8800"/>
            </a:xfrm>
            <a:custGeom>
              <a:avLst/>
              <a:gdLst/>
              <a:ahLst/>
              <a:cxnLst/>
              <a:rect l="l" t="t" r="r" b="b"/>
              <a:pathLst>
                <a:path w="843" h="352" extrusionOk="0">
                  <a:moveTo>
                    <a:pt x="812" y="0"/>
                  </a:moveTo>
                  <a:cubicBezTo>
                    <a:pt x="810" y="0"/>
                    <a:pt x="807" y="1"/>
                    <a:pt x="804" y="2"/>
                  </a:cubicBezTo>
                  <a:lnTo>
                    <a:pt x="21" y="302"/>
                  </a:lnTo>
                  <a:cubicBezTo>
                    <a:pt x="7" y="307"/>
                    <a:pt x="1" y="322"/>
                    <a:pt x="6" y="336"/>
                  </a:cubicBezTo>
                  <a:cubicBezTo>
                    <a:pt x="10" y="346"/>
                    <a:pt x="19" y="352"/>
                    <a:pt x="30" y="352"/>
                  </a:cubicBezTo>
                  <a:cubicBezTo>
                    <a:pt x="33" y="352"/>
                    <a:pt x="36" y="352"/>
                    <a:pt x="40" y="350"/>
                  </a:cubicBezTo>
                  <a:lnTo>
                    <a:pt x="823" y="50"/>
                  </a:lnTo>
                  <a:cubicBezTo>
                    <a:pt x="836" y="46"/>
                    <a:pt x="843" y="30"/>
                    <a:pt x="837" y="18"/>
                  </a:cubicBezTo>
                  <a:cubicBezTo>
                    <a:pt x="833" y="8"/>
                    <a:pt x="823" y="0"/>
                    <a:pt x="81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8" name="Google Shape;9448;p31"/>
            <p:cNvSpPr/>
            <p:nvPr/>
          </p:nvSpPr>
          <p:spPr>
            <a:xfrm>
              <a:off x="2905625" y="3528850"/>
              <a:ext cx="5325" cy="2425"/>
            </a:xfrm>
            <a:custGeom>
              <a:avLst/>
              <a:gdLst/>
              <a:ahLst/>
              <a:cxnLst/>
              <a:rect l="l" t="t" r="r" b="b"/>
              <a:pathLst>
                <a:path w="213" h="97" extrusionOk="0">
                  <a:moveTo>
                    <a:pt x="184" y="0"/>
                  </a:moveTo>
                  <a:cubicBezTo>
                    <a:pt x="182" y="0"/>
                    <a:pt x="179" y="1"/>
                    <a:pt x="177" y="1"/>
                  </a:cubicBezTo>
                  <a:lnTo>
                    <a:pt x="22" y="47"/>
                  </a:lnTo>
                  <a:cubicBezTo>
                    <a:pt x="9" y="51"/>
                    <a:pt x="1" y="65"/>
                    <a:pt x="5" y="78"/>
                  </a:cubicBezTo>
                  <a:cubicBezTo>
                    <a:pt x="8" y="90"/>
                    <a:pt x="18" y="97"/>
                    <a:pt x="29" y="97"/>
                  </a:cubicBezTo>
                  <a:lnTo>
                    <a:pt x="37" y="97"/>
                  </a:lnTo>
                  <a:lnTo>
                    <a:pt x="191" y="51"/>
                  </a:lnTo>
                  <a:cubicBezTo>
                    <a:pt x="205" y="47"/>
                    <a:pt x="212" y="34"/>
                    <a:pt x="208" y="20"/>
                  </a:cubicBezTo>
                  <a:cubicBezTo>
                    <a:pt x="205" y="8"/>
                    <a:pt x="195" y="0"/>
                    <a:pt x="18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9" name="Google Shape;9449;p31"/>
            <p:cNvSpPr/>
            <p:nvPr/>
          </p:nvSpPr>
          <p:spPr>
            <a:xfrm>
              <a:off x="2894500" y="3514625"/>
              <a:ext cx="30700" cy="10275"/>
            </a:xfrm>
            <a:custGeom>
              <a:avLst/>
              <a:gdLst/>
              <a:ahLst/>
              <a:cxnLst/>
              <a:rect l="l" t="t" r="r" b="b"/>
              <a:pathLst>
                <a:path w="1228" h="411" extrusionOk="0">
                  <a:moveTo>
                    <a:pt x="1199" y="1"/>
                  </a:moveTo>
                  <a:cubicBezTo>
                    <a:pt x="1195" y="1"/>
                    <a:pt x="1192" y="1"/>
                    <a:pt x="1188" y="3"/>
                  </a:cubicBezTo>
                  <a:cubicBezTo>
                    <a:pt x="814" y="161"/>
                    <a:pt x="423" y="282"/>
                    <a:pt x="25" y="359"/>
                  </a:cubicBezTo>
                  <a:cubicBezTo>
                    <a:pt x="10" y="362"/>
                    <a:pt x="1" y="375"/>
                    <a:pt x="3" y="389"/>
                  </a:cubicBezTo>
                  <a:cubicBezTo>
                    <a:pt x="6" y="402"/>
                    <a:pt x="17" y="410"/>
                    <a:pt x="29" y="410"/>
                  </a:cubicBezTo>
                  <a:lnTo>
                    <a:pt x="34" y="410"/>
                  </a:lnTo>
                  <a:cubicBezTo>
                    <a:pt x="436" y="332"/>
                    <a:pt x="832" y="211"/>
                    <a:pt x="1209" y="50"/>
                  </a:cubicBezTo>
                  <a:cubicBezTo>
                    <a:pt x="1222" y="44"/>
                    <a:pt x="1227" y="30"/>
                    <a:pt x="1222" y="16"/>
                  </a:cubicBezTo>
                  <a:cubicBezTo>
                    <a:pt x="1218" y="6"/>
                    <a:pt x="1209" y="1"/>
                    <a:pt x="119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0" name="Google Shape;9450;p31"/>
            <p:cNvSpPr/>
            <p:nvPr/>
          </p:nvSpPr>
          <p:spPr>
            <a:xfrm>
              <a:off x="2913700" y="3490250"/>
              <a:ext cx="20075" cy="7275"/>
            </a:xfrm>
            <a:custGeom>
              <a:avLst/>
              <a:gdLst/>
              <a:ahLst/>
              <a:cxnLst/>
              <a:rect l="l" t="t" r="r" b="b"/>
              <a:pathLst>
                <a:path w="803" h="291" extrusionOk="0">
                  <a:moveTo>
                    <a:pt x="774" y="0"/>
                  </a:moveTo>
                  <a:cubicBezTo>
                    <a:pt x="771" y="0"/>
                    <a:pt x="767" y="1"/>
                    <a:pt x="764" y="2"/>
                  </a:cubicBezTo>
                  <a:cubicBezTo>
                    <a:pt x="524" y="96"/>
                    <a:pt x="275" y="177"/>
                    <a:pt x="24" y="239"/>
                  </a:cubicBezTo>
                  <a:cubicBezTo>
                    <a:pt x="10" y="243"/>
                    <a:pt x="1" y="257"/>
                    <a:pt x="5" y="270"/>
                  </a:cubicBezTo>
                  <a:cubicBezTo>
                    <a:pt x="7" y="282"/>
                    <a:pt x="18" y="290"/>
                    <a:pt x="30" y="290"/>
                  </a:cubicBezTo>
                  <a:cubicBezTo>
                    <a:pt x="32" y="290"/>
                    <a:pt x="34" y="290"/>
                    <a:pt x="36" y="289"/>
                  </a:cubicBezTo>
                  <a:cubicBezTo>
                    <a:pt x="290" y="227"/>
                    <a:pt x="540" y="146"/>
                    <a:pt x="782" y="49"/>
                  </a:cubicBezTo>
                  <a:cubicBezTo>
                    <a:pt x="796" y="44"/>
                    <a:pt x="803" y="29"/>
                    <a:pt x="797" y="16"/>
                  </a:cubicBezTo>
                  <a:cubicBezTo>
                    <a:pt x="793" y="6"/>
                    <a:pt x="784" y="0"/>
                    <a:pt x="77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1" name="Google Shape;9451;p31"/>
            <p:cNvSpPr/>
            <p:nvPr/>
          </p:nvSpPr>
          <p:spPr>
            <a:xfrm>
              <a:off x="2908800" y="3498875"/>
              <a:ext cx="18550" cy="6475"/>
            </a:xfrm>
            <a:custGeom>
              <a:avLst/>
              <a:gdLst/>
              <a:ahLst/>
              <a:cxnLst/>
              <a:rect l="l" t="t" r="r" b="b"/>
              <a:pathLst>
                <a:path w="742" h="259" extrusionOk="0">
                  <a:moveTo>
                    <a:pt x="713" y="1"/>
                  </a:moveTo>
                  <a:cubicBezTo>
                    <a:pt x="710" y="1"/>
                    <a:pt x="708" y="1"/>
                    <a:pt x="705" y="2"/>
                  </a:cubicBezTo>
                  <a:lnTo>
                    <a:pt x="22" y="207"/>
                  </a:lnTo>
                  <a:cubicBezTo>
                    <a:pt x="8" y="212"/>
                    <a:pt x="0" y="226"/>
                    <a:pt x="4" y="240"/>
                  </a:cubicBezTo>
                  <a:cubicBezTo>
                    <a:pt x="7" y="251"/>
                    <a:pt x="18" y="259"/>
                    <a:pt x="29" y="259"/>
                  </a:cubicBezTo>
                  <a:cubicBezTo>
                    <a:pt x="31" y="257"/>
                    <a:pt x="34" y="257"/>
                    <a:pt x="37" y="257"/>
                  </a:cubicBezTo>
                  <a:lnTo>
                    <a:pt x="720" y="51"/>
                  </a:lnTo>
                  <a:cubicBezTo>
                    <a:pt x="733" y="47"/>
                    <a:pt x="742" y="33"/>
                    <a:pt x="738" y="19"/>
                  </a:cubicBezTo>
                  <a:cubicBezTo>
                    <a:pt x="734" y="8"/>
                    <a:pt x="724" y="1"/>
                    <a:pt x="71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2" name="Google Shape;9452;p31"/>
            <p:cNvSpPr/>
            <p:nvPr/>
          </p:nvSpPr>
          <p:spPr>
            <a:xfrm>
              <a:off x="2893850" y="3472100"/>
              <a:ext cx="2850" cy="22150"/>
            </a:xfrm>
            <a:custGeom>
              <a:avLst/>
              <a:gdLst/>
              <a:ahLst/>
              <a:cxnLst/>
              <a:rect l="l" t="t" r="r" b="b"/>
              <a:pathLst>
                <a:path w="114" h="886" extrusionOk="0">
                  <a:moveTo>
                    <a:pt x="85" y="0"/>
                  </a:moveTo>
                  <a:cubicBezTo>
                    <a:pt x="70" y="0"/>
                    <a:pt x="61" y="10"/>
                    <a:pt x="60" y="23"/>
                  </a:cubicBezTo>
                  <a:cubicBezTo>
                    <a:pt x="31" y="300"/>
                    <a:pt x="10" y="582"/>
                    <a:pt x="2" y="860"/>
                  </a:cubicBezTo>
                  <a:cubicBezTo>
                    <a:pt x="1" y="874"/>
                    <a:pt x="13" y="886"/>
                    <a:pt x="28" y="886"/>
                  </a:cubicBezTo>
                  <a:cubicBezTo>
                    <a:pt x="43" y="886"/>
                    <a:pt x="53" y="875"/>
                    <a:pt x="53" y="861"/>
                  </a:cubicBezTo>
                  <a:cubicBezTo>
                    <a:pt x="63" y="584"/>
                    <a:pt x="82" y="304"/>
                    <a:pt x="113" y="29"/>
                  </a:cubicBezTo>
                  <a:cubicBezTo>
                    <a:pt x="114" y="15"/>
                    <a:pt x="103" y="2"/>
                    <a:pt x="90" y="0"/>
                  </a:cubicBezTo>
                  <a:cubicBezTo>
                    <a:pt x="88" y="0"/>
                    <a:pt x="86" y="0"/>
                    <a:pt x="8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3" name="Google Shape;9453;p31"/>
            <p:cNvSpPr/>
            <p:nvPr/>
          </p:nvSpPr>
          <p:spPr>
            <a:xfrm>
              <a:off x="2900550" y="3468800"/>
              <a:ext cx="3450" cy="28525"/>
            </a:xfrm>
            <a:custGeom>
              <a:avLst/>
              <a:gdLst/>
              <a:ahLst/>
              <a:cxnLst/>
              <a:rect l="l" t="t" r="r" b="b"/>
              <a:pathLst>
                <a:path w="138" h="1141" extrusionOk="0">
                  <a:moveTo>
                    <a:pt x="109" y="0"/>
                  </a:moveTo>
                  <a:cubicBezTo>
                    <a:pt x="98" y="0"/>
                    <a:pt x="87" y="10"/>
                    <a:pt x="85" y="22"/>
                  </a:cubicBezTo>
                  <a:cubicBezTo>
                    <a:pt x="33" y="383"/>
                    <a:pt x="5" y="750"/>
                    <a:pt x="1" y="1113"/>
                  </a:cubicBezTo>
                  <a:cubicBezTo>
                    <a:pt x="1" y="1128"/>
                    <a:pt x="13" y="1140"/>
                    <a:pt x="26" y="1140"/>
                  </a:cubicBezTo>
                  <a:lnTo>
                    <a:pt x="28" y="1140"/>
                  </a:lnTo>
                  <a:cubicBezTo>
                    <a:pt x="41" y="1140"/>
                    <a:pt x="53" y="1128"/>
                    <a:pt x="53" y="1115"/>
                  </a:cubicBezTo>
                  <a:cubicBezTo>
                    <a:pt x="57" y="753"/>
                    <a:pt x="85" y="388"/>
                    <a:pt x="137" y="29"/>
                  </a:cubicBezTo>
                  <a:cubicBezTo>
                    <a:pt x="138" y="15"/>
                    <a:pt x="128" y="2"/>
                    <a:pt x="114" y="1"/>
                  </a:cubicBezTo>
                  <a:cubicBezTo>
                    <a:pt x="112" y="0"/>
                    <a:pt x="111" y="0"/>
                    <a:pt x="10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4" name="Google Shape;9454;p31"/>
            <p:cNvSpPr/>
            <p:nvPr/>
          </p:nvSpPr>
          <p:spPr>
            <a:xfrm>
              <a:off x="2894000" y="3499650"/>
              <a:ext cx="1325" cy="6700"/>
            </a:xfrm>
            <a:custGeom>
              <a:avLst/>
              <a:gdLst/>
              <a:ahLst/>
              <a:cxnLst/>
              <a:rect l="l" t="t" r="r" b="b"/>
              <a:pathLst>
                <a:path w="53" h="268" extrusionOk="0">
                  <a:moveTo>
                    <a:pt x="27" y="0"/>
                  </a:moveTo>
                  <a:cubicBezTo>
                    <a:pt x="12" y="0"/>
                    <a:pt x="0" y="11"/>
                    <a:pt x="0" y="26"/>
                  </a:cubicBezTo>
                  <a:lnTo>
                    <a:pt x="0" y="242"/>
                  </a:lnTo>
                  <a:cubicBezTo>
                    <a:pt x="0" y="257"/>
                    <a:pt x="11" y="268"/>
                    <a:pt x="26" y="268"/>
                  </a:cubicBezTo>
                  <a:cubicBezTo>
                    <a:pt x="41" y="268"/>
                    <a:pt x="51" y="257"/>
                    <a:pt x="51" y="242"/>
                  </a:cubicBezTo>
                  <a:lnTo>
                    <a:pt x="53" y="26"/>
                  </a:lnTo>
                  <a:cubicBezTo>
                    <a:pt x="53" y="12"/>
                    <a:pt x="41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5" name="Google Shape;9455;p31"/>
            <p:cNvSpPr/>
            <p:nvPr/>
          </p:nvSpPr>
          <p:spPr>
            <a:xfrm>
              <a:off x="2867650" y="3598175"/>
              <a:ext cx="39150" cy="10525"/>
            </a:xfrm>
            <a:custGeom>
              <a:avLst/>
              <a:gdLst/>
              <a:ahLst/>
              <a:cxnLst/>
              <a:rect l="l" t="t" r="r" b="b"/>
              <a:pathLst>
                <a:path w="1566" h="421" extrusionOk="0">
                  <a:moveTo>
                    <a:pt x="1538" y="1"/>
                  </a:moveTo>
                  <a:cubicBezTo>
                    <a:pt x="1535" y="1"/>
                    <a:pt x="1532" y="1"/>
                    <a:pt x="1529" y="2"/>
                  </a:cubicBezTo>
                  <a:cubicBezTo>
                    <a:pt x="1041" y="171"/>
                    <a:pt x="535" y="294"/>
                    <a:pt x="25" y="370"/>
                  </a:cubicBezTo>
                  <a:cubicBezTo>
                    <a:pt x="10" y="371"/>
                    <a:pt x="1" y="384"/>
                    <a:pt x="4" y="399"/>
                  </a:cubicBezTo>
                  <a:cubicBezTo>
                    <a:pt x="5" y="411"/>
                    <a:pt x="16" y="421"/>
                    <a:pt x="29" y="421"/>
                  </a:cubicBezTo>
                  <a:lnTo>
                    <a:pt x="33" y="421"/>
                  </a:lnTo>
                  <a:cubicBezTo>
                    <a:pt x="546" y="345"/>
                    <a:pt x="1056" y="220"/>
                    <a:pt x="1545" y="51"/>
                  </a:cubicBezTo>
                  <a:cubicBezTo>
                    <a:pt x="1559" y="47"/>
                    <a:pt x="1566" y="32"/>
                    <a:pt x="1562" y="19"/>
                  </a:cubicBezTo>
                  <a:cubicBezTo>
                    <a:pt x="1558" y="8"/>
                    <a:pt x="1549" y="1"/>
                    <a:pt x="153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6" name="Google Shape;9456;p31"/>
            <p:cNvSpPr/>
            <p:nvPr/>
          </p:nvSpPr>
          <p:spPr>
            <a:xfrm>
              <a:off x="2858975" y="3590300"/>
              <a:ext cx="52375" cy="13525"/>
            </a:xfrm>
            <a:custGeom>
              <a:avLst/>
              <a:gdLst/>
              <a:ahLst/>
              <a:cxnLst/>
              <a:rect l="l" t="t" r="r" b="b"/>
              <a:pathLst>
                <a:path w="2095" h="541" extrusionOk="0">
                  <a:moveTo>
                    <a:pt x="2064" y="1"/>
                  </a:moveTo>
                  <a:cubicBezTo>
                    <a:pt x="2062" y="1"/>
                    <a:pt x="2060" y="1"/>
                    <a:pt x="2058" y="1"/>
                  </a:cubicBezTo>
                  <a:cubicBezTo>
                    <a:pt x="1389" y="188"/>
                    <a:pt x="704" y="352"/>
                    <a:pt x="24" y="490"/>
                  </a:cubicBezTo>
                  <a:cubicBezTo>
                    <a:pt x="10" y="492"/>
                    <a:pt x="1" y="506"/>
                    <a:pt x="4" y="521"/>
                  </a:cubicBezTo>
                  <a:cubicBezTo>
                    <a:pt x="6" y="533"/>
                    <a:pt x="17" y="541"/>
                    <a:pt x="29" y="541"/>
                  </a:cubicBezTo>
                  <a:lnTo>
                    <a:pt x="33" y="541"/>
                  </a:lnTo>
                  <a:cubicBezTo>
                    <a:pt x="717" y="402"/>
                    <a:pt x="1403" y="238"/>
                    <a:pt x="2071" y="51"/>
                  </a:cubicBezTo>
                  <a:cubicBezTo>
                    <a:pt x="2086" y="48"/>
                    <a:pt x="2094" y="34"/>
                    <a:pt x="2090" y="20"/>
                  </a:cubicBezTo>
                  <a:cubicBezTo>
                    <a:pt x="2087" y="7"/>
                    <a:pt x="2075" y="1"/>
                    <a:pt x="206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7" name="Google Shape;9457;p31"/>
            <p:cNvSpPr/>
            <p:nvPr/>
          </p:nvSpPr>
          <p:spPr>
            <a:xfrm>
              <a:off x="2885325" y="3575175"/>
              <a:ext cx="35225" cy="10825"/>
            </a:xfrm>
            <a:custGeom>
              <a:avLst/>
              <a:gdLst/>
              <a:ahLst/>
              <a:cxnLst/>
              <a:rect l="l" t="t" r="r" b="b"/>
              <a:pathLst>
                <a:path w="1409" h="433" extrusionOk="0">
                  <a:moveTo>
                    <a:pt x="1379" y="0"/>
                  </a:moveTo>
                  <a:cubicBezTo>
                    <a:pt x="1376" y="0"/>
                    <a:pt x="1373" y="1"/>
                    <a:pt x="1370" y="2"/>
                  </a:cubicBezTo>
                  <a:cubicBezTo>
                    <a:pt x="938" y="180"/>
                    <a:pt x="486" y="308"/>
                    <a:pt x="24" y="382"/>
                  </a:cubicBezTo>
                  <a:cubicBezTo>
                    <a:pt x="10" y="383"/>
                    <a:pt x="0" y="396"/>
                    <a:pt x="3" y="411"/>
                  </a:cubicBezTo>
                  <a:cubicBezTo>
                    <a:pt x="4" y="423"/>
                    <a:pt x="16" y="433"/>
                    <a:pt x="29" y="433"/>
                  </a:cubicBezTo>
                  <a:lnTo>
                    <a:pt x="33" y="433"/>
                  </a:lnTo>
                  <a:cubicBezTo>
                    <a:pt x="498" y="359"/>
                    <a:pt x="954" y="230"/>
                    <a:pt x="1390" y="51"/>
                  </a:cubicBezTo>
                  <a:cubicBezTo>
                    <a:pt x="1403" y="45"/>
                    <a:pt x="1409" y="29"/>
                    <a:pt x="1403" y="16"/>
                  </a:cubicBezTo>
                  <a:cubicBezTo>
                    <a:pt x="1399" y="6"/>
                    <a:pt x="1390" y="0"/>
                    <a:pt x="137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8" name="Google Shape;9458;p31"/>
            <p:cNvSpPr/>
            <p:nvPr/>
          </p:nvSpPr>
          <p:spPr>
            <a:xfrm>
              <a:off x="2873075" y="3585775"/>
              <a:ext cx="8575" cy="2775"/>
            </a:xfrm>
            <a:custGeom>
              <a:avLst/>
              <a:gdLst/>
              <a:ahLst/>
              <a:cxnLst/>
              <a:rect l="l" t="t" r="r" b="b"/>
              <a:pathLst>
                <a:path w="343" h="111" extrusionOk="0">
                  <a:moveTo>
                    <a:pt x="314" y="0"/>
                  </a:moveTo>
                  <a:cubicBezTo>
                    <a:pt x="312" y="0"/>
                    <a:pt x="310" y="0"/>
                    <a:pt x="309" y="1"/>
                  </a:cubicBezTo>
                  <a:lnTo>
                    <a:pt x="23" y="60"/>
                  </a:lnTo>
                  <a:cubicBezTo>
                    <a:pt x="10" y="62"/>
                    <a:pt x="1" y="76"/>
                    <a:pt x="3" y="91"/>
                  </a:cubicBezTo>
                  <a:cubicBezTo>
                    <a:pt x="6" y="103"/>
                    <a:pt x="17" y="111"/>
                    <a:pt x="29" y="111"/>
                  </a:cubicBezTo>
                  <a:lnTo>
                    <a:pt x="34" y="111"/>
                  </a:lnTo>
                  <a:lnTo>
                    <a:pt x="319" y="52"/>
                  </a:lnTo>
                  <a:cubicBezTo>
                    <a:pt x="333" y="49"/>
                    <a:pt x="342" y="36"/>
                    <a:pt x="340" y="21"/>
                  </a:cubicBezTo>
                  <a:cubicBezTo>
                    <a:pt x="337" y="9"/>
                    <a:pt x="326" y="0"/>
                    <a:pt x="31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9" name="Google Shape;9459;p31"/>
            <p:cNvSpPr/>
            <p:nvPr/>
          </p:nvSpPr>
          <p:spPr>
            <a:xfrm>
              <a:off x="2832250" y="3617525"/>
              <a:ext cx="28025" cy="4125"/>
            </a:xfrm>
            <a:custGeom>
              <a:avLst/>
              <a:gdLst/>
              <a:ahLst/>
              <a:cxnLst/>
              <a:rect l="l" t="t" r="r" b="b"/>
              <a:pathLst>
                <a:path w="1121" h="165" extrusionOk="0">
                  <a:moveTo>
                    <a:pt x="1093" y="0"/>
                  </a:moveTo>
                  <a:cubicBezTo>
                    <a:pt x="1092" y="0"/>
                    <a:pt x="1091" y="1"/>
                    <a:pt x="1090" y="1"/>
                  </a:cubicBezTo>
                  <a:cubicBezTo>
                    <a:pt x="739" y="57"/>
                    <a:pt x="381" y="95"/>
                    <a:pt x="26" y="112"/>
                  </a:cubicBezTo>
                  <a:cubicBezTo>
                    <a:pt x="11" y="114"/>
                    <a:pt x="0" y="126"/>
                    <a:pt x="2" y="141"/>
                  </a:cubicBezTo>
                  <a:cubicBezTo>
                    <a:pt x="2" y="154"/>
                    <a:pt x="14" y="165"/>
                    <a:pt x="27" y="165"/>
                  </a:cubicBezTo>
                  <a:lnTo>
                    <a:pt x="29" y="165"/>
                  </a:lnTo>
                  <a:cubicBezTo>
                    <a:pt x="385" y="146"/>
                    <a:pt x="746" y="108"/>
                    <a:pt x="1098" y="52"/>
                  </a:cubicBezTo>
                  <a:cubicBezTo>
                    <a:pt x="1112" y="49"/>
                    <a:pt x="1121" y="37"/>
                    <a:pt x="1120" y="22"/>
                  </a:cubicBezTo>
                  <a:cubicBezTo>
                    <a:pt x="1117" y="10"/>
                    <a:pt x="1105" y="0"/>
                    <a:pt x="109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0" name="Google Shape;9460;p31"/>
            <p:cNvSpPr/>
            <p:nvPr/>
          </p:nvSpPr>
          <p:spPr>
            <a:xfrm>
              <a:off x="2863825" y="3615500"/>
              <a:ext cx="7775" cy="2625"/>
            </a:xfrm>
            <a:custGeom>
              <a:avLst/>
              <a:gdLst/>
              <a:ahLst/>
              <a:cxnLst/>
              <a:rect l="l" t="t" r="r" b="b"/>
              <a:pathLst>
                <a:path w="311" h="105" extrusionOk="0">
                  <a:moveTo>
                    <a:pt x="282" y="0"/>
                  </a:moveTo>
                  <a:cubicBezTo>
                    <a:pt x="281" y="0"/>
                    <a:pt x="279" y="1"/>
                    <a:pt x="278" y="1"/>
                  </a:cubicBezTo>
                  <a:lnTo>
                    <a:pt x="23" y="53"/>
                  </a:lnTo>
                  <a:cubicBezTo>
                    <a:pt x="10" y="56"/>
                    <a:pt x="1" y="69"/>
                    <a:pt x="3" y="84"/>
                  </a:cubicBezTo>
                  <a:cubicBezTo>
                    <a:pt x="6" y="96"/>
                    <a:pt x="17" y="104"/>
                    <a:pt x="29" y="104"/>
                  </a:cubicBezTo>
                  <a:lnTo>
                    <a:pt x="34" y="104"/>
                  </a:lnTo>
                  <a:lnTo>
                    <a:pt x="287" y="52"/>
                  </a:lnTo>
                  <a:cubicBezTo>
                    <a:pt x="302" y="49"/>
                    <a:pt x="310" y="36"/>
                    <a:pt x="307" y="21"/>
                  </a:cubicBezTo>
                  <a:cubicBezTo>
                    <a:pt x="305" y="9"/>
                    <a:pt x="294" y="0"/>
                    <a:pt x="28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1" name="Google Shape;9461;p31"/>
            <p:cNvSpPr/>
            <p:nvPr/>
          </p:nvSpPr>
          <p:spPr>
            <a:xfrm>
              <a:off x="2843675" y="3640750"/>
              <a:ext cx="25250" cy="3675"/>
            </a:xfrm>
            <a:custGeom>
              <a:avLst/>
              <a:gdLst/>
              <a:ahLst/>
              <a:cxnLst/>
              <a:rect l="l" t="t" r="r" b="b"/>
              <a:pathLst>
                <a:path w="1010" h="147" extrusionOk="0">
                  <a:moveTo>
                    <a:pt x="982" y="0"/>
                  </a:moveTo>
                  <a:cubicBezTo>
                    <a:pt x="980" y="0"/>
                    <a:pt x="977" y="0"/>
                    <a:pt x="975" y="1"/>
                  </a:cubicBezTo>
                  <a:cubicBezTo>
                    <a:pt x="741" y="63"/>
                    <a:pt x="503" y="94"/>
                    <a:pt x="263" y="94"/>
                  </a:cubicBezTo>
                  <a:cubicBezTo>
                    <a:pt x="186" y="94"/>
                    <a:pt x="108" y="91"/>
                    <a:pt x="30" y="85"/>
                  </a:cubicBezTo>
                  <a:cubicBezTo>
                    <a:pt x="29" y="84"/>
                    <a:pt x="28" y="84"/>
                    <a:pt x="27" y="84"/>
                  </a:cubicBezTo>
                  <a:cubicBezTo>
                    <a:pt x="14" y="84"/>
                    <a:pt x="3" y="95"/>
                    <a:pt x="2" y="109"/>
                  </a:cubicBezTo>
                  <a:cubicBezTo>
                    <a:pt x="1" y="122"/>
                    <a:pt x="12" y="136"/>
                    <a:pt x="26" y="136"/>
                  </a:cubicBezTo>
                  <a:cubicBezTo>
                    <a:pt x="104" y="142"/>
                    <a:pt x="184" y="146"/>
                    <a:pt x="262" y="146"/>
                  </a:cubicBezTo>
                  <a:cubicBezTo>
                    <a:pt x="507" y="146"/>
                    <a:pt x="750" y="114"/>
                    <a:pt x="988" y="51"/>
                  </a:cubicBezTo>
                  <a:cubicBezTo>
                    <a:pt x="1002" y="47"/>
                    <a:pt x="1010" y="33"/>
                    <a:pt x="1006" y="19"/>
                  </a:cubicBezTo>
                  <a:cubicBezTo>
                    <a:pt x="1003" y="8"/>
                    <a:pt x="993" y="0"/>
                    <a:pt x="98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2" name="Google Shape;9462;p31"/>
            <p:cNvSpPr/>
            <p:nvPr/>
          </p:nvSpPr>
          <p:spPr>
            <a:xfrm>
              <a:off x="2831675" y="3642250"/>
              <a:ext cx="6225" cy="1475"/>
            </a:xfrm>
            <a:custGeom>
              <a:avLst/>
              <a:gdLst/>
              <a:ahLst/>
              <a:cxnLst/>
              <a:rect l="l" t="t" r="r" b="b"/>
              <a:pathLst>
                <a:path w="249" h="59" extrusionOk="0">
                  <a:moveTo>
                    <a:pt x="221" y="0"/>
                  </a:moveTo>
                  <a:lnTo>
                    <a:pt x="26" y="6"/>
                  </a:lnTo>
                  <a:cubicBezTo>
                    <a:pt x="13" y="6"/>
                    <a:pt x="0" y="18"/>
                    <a:pt x="2" y="33"/>
                  </a:cubicBezTo>
                  <a:cubicBezTo>
                    <a:pt x="2" y="46"/>
                    <a:pt x="14" y="58"/>
                    <a:pt x="27" y="58"/>
                  </a:cubicBezTo>
                  <a:lnTo>
                    <a:pt x="29" y="58"/>
                  </a:lnTo>
                  <a:lnTo>
                    <a:pt x="222" y="52"/>
                  </a:lnTo>
                  <a:cubicBezTo>
                    <a:pt x="237" y="52"/>
                    <a:pt x="248" y="39"/>
                    <a:pt x="248" y="25"/>
                  </a:cubicBezTo>
                  <a:cubicBezTo>
                    <a:pt x="247" y="11"/>
                    <a:pt x="235" y="2"/>
                    <a:pt x="22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3" name="Google Shape;9463;p31"/>
            <p:cNvSpPr/>
            <p:nvPr/>
          </p:nvSpPr>
          <p:spPr>
            <a:xfrm>
              <a:off x="2840475" y="3648575"/>
              <a:ext cx="20275" cy="3175"/>
            </a:xfrm>
            <a:custGeom>
              <a:avLst/>
              <a:gdLst/>
              <a:ahLst/>
              <a:cxnLst/>
              <a:rect l="l" t="t" r="r" b="b"/>
              <a:pathLst>
                <a:path w="811" h="127" extrusionOk="0">
                  <a:moveTo>
                    <a:pt x="782" y="1"/>
                  </a:moveTo>
                  <a:cubicBezTo>
                    <a:pt x="780" y="1"/>
                    <a:pt x="777" y="1"/>
                    <a:pt x="775" y="2"/>
                  </a:cubicBezTo>
                  <a:cubicBezTo>
                    <a:pt x="602" y="50"/>
                    <a:pt x="421" y="75"/>
                    <a:pt x="241" y="75"/>
                  </a:cubicBezTo>
                  <a:cubicBezTo>
                    <a:pt x="171" y="75"/>
                    <a:pt x="101" y="71"/>
                    <a:pt x="32" y="64"/>
                  </a:cubicBezTo>
                  <a:cubicBezTo>
                    <a:pt x="30" y="63"/>
                    <a:pt x="28" y="63"/>
                    <a:pt x="27" y="63"/>
                  </a:cubicBezTo>
                  <a:cubicBezTo>
                    <a:pt x="13" y="63"/>
                    <a:pt x="5" y="73"/>
                    <a:pt x="2" y="86"/>
                  </a:cubicBezTo>
                  <a:cubicBezTo>
                    <a:pt x="1" y="100"/>
                    <a:pt x="12" y="113"/>
                    <a:pt x="25" y="115"/>
                  </a:cubicBezTo>
                  <a:cubicBezTo>
                    <a:pt x="98" y="123"/>
                    <a:pt x="172" y="127"/>
                    <a:pt x="244" y="127"/>
                  </a:cubicBezTo>
                  <a:cubicBezTo>
                    <a:pt x="429" y="127"/>
                    <a:pt x="613" y="101"/>
                    <a:pt x="789" y="51"/>
                  </a:cubicBezTo>
                  <a:cubicBezTo>
                    <a:pt x="803" y="47"/>
                    <a:pt x="811" y="34"/>
                    <a:pt x="807" y="20"/>
                  </a:cubicBezTo>
                  <a:cubicBezTo>
                    <a:pt x="803" y="8"/>
                    <a:pt x="794" y="1"/>
                    <a:pt x="78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4" name="Google Shape;9464;p31"/>
            <p:cNvSpPr/>
            <p:nvPr/>
          </p:nvSpPr>
          <p:spPr>
            <a:xfrm>
              <a:off x="2932750" y="3648525"/>
              <a:ext cx="28425" cy="26125"/>
            </a:xfrm>
            <a:custGeom>
              <a:avLst/>
              <a:gdLst/>
              <a:ahLst/>
              <a:cxnLst/>
              <a:rect l="l" t="t" r="r" b="b"/>
              <a:pathLst>
                <a:path w="1137" h="1045" extrusionOk="0">
                  <a:moveTo>
                    <a:pt x="1108" y="0"/>
                  </a:moveTo>
                  <a:cubicBezTo>
                    <a:pt x="1103" y="0"/>
                    <a:pt x="1097" y="2"/>
                    <a:pt x="1093" y="5"/>
                  </a:cubicBezTo>
                  <a:cubicBezTo>
                    <a:pt x="692" y="290"/>
                    <a:pt x="327" y="625"/>
                    <a:pt x="10" y="1002"/>
                  </a:cubicBezTo>
                  <a:cubicBezTo>
                    <a:pt x="0" y="1013"/>
                    <a:pt x="2" y="1029"/>
                    <a:pt x="12" y="1038"/>
                  </a:cubicBezTo>
                  <a:cubicBezTo>
                    <a:pt x="18" y="1042"/>
                    <a:pt x="23" y="1045"/>
                    <a:pt x="30" y="1045"/>
                  </a:cubicBezTo>
                  <a:cubicBezTo>
                    <a:pt x="36" y="1045"/>
                    <a:pt x="43" y="1041"/>
                    <a:pt x="49" y="1036"/>
                  </a:cubicBezTo>
                  <a:cubicBezTo>
                    <a:pt x="363" y="662"/>
                    <a:pt x="725" y="329"/>
                    <a:pt x="1124" y="47"/>
                  </a:cubicBezTo>
                  <a:cubicBezTo>
                    <a:pt x="1134" y="39"/>
                    <a:pt x="1137" y="22"/>
                    <a:pt x="1129" y="10"/>
                  </a:cubicBezTo>
                  <a:cubicBezTo>
                    <a:pt x="1124" y="4"/>
                    <a:pt x="1116" y="0"/>
                    <a:pt x="110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5" name="Google Shape;9465;p31"/>
            <p:cNvSpPr/>
            <p:nvPr/>
          </p:nvSpPr>
          <p:spPr>
            <a:xfrm>
              <a:off x="2965925" y="3640750"/>
              <a:ext cx="5425" cy="4175"/>
            </a:xfrm>
            <a:custGeom>
              <a:avLst/>
              <a:gdLst/>
              <a:ahLst/>
              <a:cxnLst/>
              <a:rect l="l" t="t" r="r" b="b"/>
              <a:pathLst>
                <a:path w="217" h="167" extrusionOk="0">
                  <a:moveTo>
                    <a:pt x="186" y="1"/>
                  </a:moveTo>
                  <a:cubicBezTo>
                    <a:pt x="181" y="1"/>
                    <a:pt x="176" y="2"/>
                    <a:pt x="172" y="5"/>
                  </a:cubicBezTo>
                  <a:lnTo>
                    <a:pt x="14" y="120"/>
                  </a:lnTo>
                  <a:cubicBezTo>
                    <a:pt x="2" y="128"/>
                    <a:pt x="1" y="144"/>
                    <a:pt x="9" y="156"/>
                  </a:cubicBezTo>
                  <a:cubicBezTo>
                    <a:pt x="14" y="163"/>
                    <a:pt x="21" y="167"/>
                    <a:pt x="29" y="167"/>
                  </a:cubicBezTo>
                  <a:cubicBezTo>
                    <a:pt x="35" y="167"/>
                    <a:pt x="40" y="165"/>
                    <a:pt x="44" y="161"/>
                  </a:cubicBezTo>
                  <a:lnTo>
                    <a:pt x="201" y="47"/>
                  </a:lnTo>
                  <a:cubicBezTo>
                    <a:pt x="214" y="39"/>
                    <a:pt x="216" y="23"/>
                    <a:pt x="207" y="12"/>
                  </a:cubicBezTo>
                  <a:cubicBezTo>
                    <a:pt x="202" y="5"/>
                    <a:pt x="194" y="1"/>
                    <a:pt x="18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6" name="Google Shape;9466;p31"/>
            <p:cNvSpPr/>
            <p:nvPr/>
          </p:nvSpPr>
          <p:spPr>
            <a:xfrm>
              <a:off x="2963750" y="3636800"/>
              <a:ext cx="28925" cy="17150"/>
            </a:xfrm>
            <a:custGeom>
              <a:avLst/>
              <a:gdLst/>
              <a:ahLst/>
              <a:cxnLst/>
              <a:rect l="l" t="t" r="r" b="b"/>
              <a:pathLst>
                <a:path w="1157" h="686" extrusionOk="0">
                  <a:moveTo>
                    <a:pt x="1127" y="0"/>
                  </a:moveTo>
                  <a:cubicBezTo>
                    <a:pt x="1123" y="0"/>
                    <a:pt x="1118" y="1"/>
                    <a:pt x="1114" y="3"/>
                  </a:cubicBezTo>
                  <a:cubicBezTo>
                    <a:pt x="736" y="190"/>
                    <a:pt x="368" y="404"/>
                    <a:pt x="15" y="637"/>
                  </a:cubicBezTo>
                  <a:cubicBezTo>
                    <a:pt x="5" y="645"/>
                    <a:pt x="1" y="661"/>
                    <a:pt x="9" y="673"/>
                  </a:cubicBezTo>
                  <a:cubicBezTo>
                    <a:pt x="14" y="681"/>
                    <a:pt x="22" y="685"/>
                    <a:pt x="30" y="685"/>
                  </a:cubicBezTo>
                  <a:cubicBezTo>
                    <a:pt x="36" y="685"/>
                    <a:pt x="40" y="684"/>
                    <a:pt x="45" y="680"/>
                  </a:cubicBezTo>
                  <a:cubicBezTo>
                    <a:pt x="393" y="448"/>
                    <a:pt x="762" y="236"/>
                    <a:pt x="1139" y="49"/>
                  </a:cubicBezTo>
                  <a:cubicBezTo>
                    <a:pt x="1151" y="44"/>
                    <a:pt x="1156" y="27"/>
                    <a:pt x="1149" y="15"/>
                  </a:cubicBezTo>
                  <a:cubicBezTo>
                    <a:pt x="1146" y="6"/>
                    <a:pt x="1136" y="0"/>
                    <a:pt x="11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7" name="Google Shape;9467;p31"/>
            <p:cNvSpPr/>
            <p:nvPr/>
          </p:nvSpPr>
          <p:spPr>
            <a:xfrm>
              <a:off x="2968650" y="3647725"/>
              <a:ext cx="24800" cy="18625"/>
            </a:xfrm>
            <a:custGeom>
              <a:avLst/>
              <a:gdLst/>
              <a:ahLst/>
              <a:cxnLst/>
              <a:rect l="l" t="t" r="r" b="b"/>
              <a:pathLst>
                <a:path w="992" h="745" extrusionOk="0">
                  <a:moveTo>
                    <a:pt x="962" y="1"/>
                  </a:moveTo>
                  <a:cubicBezTo>
                    <a:pt x="957" y="1"/>
                    <a:pt x="952" y="2"/>
                    <a:pt x="948" y="5"/>
                  </a:cubicBezTo>
                  <a:cubicBezTo>
                    <a:pt x="617" y="207"/>
                    <a:pt x="302" y="441"/>
                    <a:pt x="13" y="699"/>
                  </a:cubicBezTo>
                  <a:cubicBezTo>
                    <a:pt x="2" y="710"/>
                    <a:pt x="1" y="726"/>
                    <a:pt x="12" y="737"/>
                  </a:cubicBezTo>
                  <a:cubicBezTo>
                    <a:pt x="16" y="742"/>
                    <a:pt x="24" y="745"/>
                    <a:pt x="31" y="745"/>
                  </a:cubicBezTo>
                  <a:cubicBezTo>
                    <a:pt x="37" y="745"/>
                    <a:pt x="43" y="743"/>
                    <a:pt x="48" y="738"/>
                  </a:cubicBezTo>
                  <a:cubicBezTo>
                    <a:pt x="335" y="481"/>
                    <a:pt x="647" y="250"/>
                    <a:pt x="975" y="49"/>
                  </a:cubicBezTo>
                  <a:cubicBezTo>
                    <a:pt x="987" y="41"/>
                    <a:pt x="991" y="25"/>
                    <a:pt x="983" y="13"/>
                  </a:cubicBezTo>
                  <a:cubicBezTo>
                    <a:pt x="979" y="5"/>
                    <a:pt x="970" y="1"/>
                    <a:pt x="96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8" name="Google Shape;9468;p31"/>
            <p:cNvSpPr/>
            <p:nvPr/>
          </p:nvSpPr>
          <p:spPr>
            <a:xfrm>
              <a:off x="2882625" y="3647850"/>
              <a:ext cx="26375" cy="38825"/>
            </a:xfrm>
            <a:custGeom>
              <a:avLst/>
              <a:gdLst/>
              <a:ahLst/>
              <a:cxnLst/>
              <a:rect l="l" t="t" r="r" b="b"/>
              <a:pathLst>
                <a:path w="1055" h="1553" extrusionOk="0">
                  <a:moveTo>
                    <a:pt x="1025" y="0"/>
                  </a:moveTo>
                  <a:cubicBezTo>
                    <a:pt x="1018" y="0"/>
                    <a:pt x="1011" y="3"/>
                    <a:pt x="1006" y="9"/>
                  </a:cubicBezTo>
                  <a:cubicBezTo>
                    <a:pt x="607" y="464"/>
                    <a:pt x="272" y="970"/>
                    <a:pt x="7" y="1515"/>
                  </a:cubicBezTo>
                  <a:cubicBezTo>
                    <a:pt x="1" y="1527"/>
                    <a:pt x="6" y="1543"/>
                    <a:pt x="19" y="1550"/>
                  </a:cubicBezTo>
                  <a:cubicBezTo>
                    <a:pt x="22" y="1551"/>
                    <a:pt x="26" y="1552"/>
                    <a:pt x="30" y="1552"/>
                  </a:cubicBezTo>
                  <a:cubicBezTo>
                    <a:pt x="40" y="1552"/>
                    <a:pt x="49" y="1547"/>
                    <a:pt x="54" y="1537"/>
                  </a:cubicBezTo>
                  <a:cubicBezTo>
                    <a:pt x="317" y="997"/>
                    <a:pt x="650" y="495"/>
                    <a:pt x="1045" y="43"/>
                  </a:cubicBezTo>
                  <a:cubicBezTo>
                    <a:pt x="1054" y="32"/>
                    <a:pt x="1053" y="16"/>
                    <a:pt x="1042" y="6"/>
                  </a:cubicBezTo>
                  <a:cubicBezTo>
                    <a:pt x="1037" y="2"/>
                    <a:pt x="1031" y="0"/>
                    <a:pt x="102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9" name="Google Shape;9469;p31"/>
            <p:cNvSpPr/>
            <p:nvPr/>
          </p:nvSpPr>
          <p:spPr>
            <a:xfrm>
              <a:off x="2890000" y="3660925"/>
              <a:ext cx="16575" cy="23700"/>
            </a:xfrm>
            <a:custGeom>
              <a:avLst/>
              <a:gdLst/>
              <a:ahLst/>
              <a:cxnLst/>
              <a:rect l="l" t="t" r="r" b="b"/>
              <a:pathLst>
                <a:path w="663" h="948" extrusionOk="0">
                  <a:moveTo>
                    <a:pt x="632" y="1"/>
                  </a:moveTo>
                  <a:cubicBezTo>
                    <a:pt x="625" y="1"/>
                    <a:pt x="618" y="4"/>
                    <a:pt x="612" y="11"/>
                  </a:cubicBezTo>
                  <a:cubicBezTo>
                    <a:pt x="389" y="293"/>
                    <a:pt x="185" y="595"/>
                    <a:pt x="7" y="909"/>
                  </a:cubicBezTo>
                  <a:cubicBezTo>
                    <a:pt x="0" y="922"/>
                    <a:pt x="4" y="938"/>
                    <a:pt x="16" y="944"/>
                  </a:cubicBezTo>
                  <a:cubicBezTo>
                    <a:pt x="20" y="946"/>
                    <a:pt x="26" y="947"/>
                    <a:pt x="30" y="947"/>
                  </a:cubicBezTo>
                  <a:cubicBezTo>
                    <a:pt x="38" y="947"/>
                    <a:pt x="47" y="943"/>
                    <a:pt x="51" y="935"/>
                  </a:cubicBezTo>
                  <a:cubicBezTo>
                    <a:pt x="229" y="623"/>
                    <a:pt x="431" y="323"/>
                    <a:pt x="653" y="43"/>
                  </a:cubicBezTo>
                  <a:cubicBezTo>
                    <a:pt x="662" y="31"/>
                    <a:pt x="659" y="15"/>
                    <a:pt x="649" y="7"/>
                  </a:cubicBezTo>
                  <a:cubicBezTo>
                    <a:pt x="644" y="3"/>
                    <a:pt x="638" y="1"/>
                    <a:pt x="63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0" name="Google Shape;9470;p31"/>
            <p:cNvSpPr/>
            <p:nvPr/>
          </p:nvSpPr>
          <p:spPr>
            <a:xfrm>
              <a:off x="2911825" y="3645025"/>
              <a:ext cx="8400" cy="8950"/>
            </a:xfrm>
            <a:custGeom>
              <a:avLst/>
              <a:gdLst/>
              <a:ahLst/>
              <a:cxnLst/>
              <a:rect l="l" t="t" r="r" b="b"/>
              <a:pathLst>
                <a:path w="336" h="358" extrusionOk="0">
                  <a:moveTo>
                    <a:pt x="306" y="1"/>
                  </a:moveTo>
                  <a:cubicBezTo>
                    <a:pt x="299" y="1"/>
                    <a:pt x="292" y="4"/>
                    <a:pt x="287" y="9"/>
                  </a:cubicBezTo>
                  <a:lnTo>
                    <a:pt x="10" y="313"/>
                  </a:lnTo>
                  <a:cubicBezTo>
                    <a:pt x="0" y="324"/>
                    <a:pt x="0" y="340"/>
                    <a:pt x="11" y="351"/>
                  </a:cubicBezTo>
                  <a:cubicBezTo>
                    <a:pt x="17" y="355"/>
                    <a:pt x="23" y="358"/>
                    <a:pt x="29" y="358"/>
                  </a:cubicBezTo>
                  <a:cubicBezTo>
                    <a:pt x="35" y="358"/>
                    <a:pt x="43" y="354"/>
                    <a:pt x="47" y="348"/>
                  </a:cubicBezTo>
                  <a:lnTo>
                    <a:pt x="326" y="44"/>
                  </a:lnTo>
                  <a:cubicBezTo>
                    <a:pt x="335" y="33"/>
                    <a:pt x="335" y="17"/>
                    <a:pt x="325" y="8"/>
                  </a:cubicBezTo>
                  <a:cubicBezTo>
                    <a:pt x="319" y="3"/>
                    <a:pt x="313" y="1"/>
                    <a:pt x="30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1" name="Google Shape;9471;p31"/>
            <p:cNvSpPr/>
            <p:nvPr/>
          </p:nvSpPr>
          <p:spPr>
            <a:xfrm>
              <a:off x="2930125" y="3628475"/>
              <a:ext cx="26475" cy="21875"/>
            </a:xfrm>
            <a:custGeom>
              <a:avLst/>
              <a:gdLst/>
              <a:ahLst/>
              <a:cxnLst/>
              <a:rect l="l" t="t" r="r" b="b"/>
              <a:pathLst>
                <a:path w="1059" h="875" extrusionOk="0">
                  <a:moveTo>
                    <a:pt x="1030" y="1"/>
                  </a:moveTo>
                  <a:cubicBezTo>
                    <a:pt x="1025" y="1"/>
                    <a:pt x="1020" y="2"/>
                    <a:pt x="1016" y="5"/>
                  </a:cubicBezTo>
                  <a:cubicBezTo>
                    <a:pt x="646" y="237"/>
                    <a:pt x="308" y="514"/>
                    <a:pt x="10" y="831"/>
                  </a:cubicBezTo>
                  <a:cubicBezTo>
                    <a:pt x="0" y="841"/>
                    <a:pt x="2" y="858"/>
                    <a:pt x="11" y="868"/>
                  </a:cubicBezTo>
                  <a:cubicBezTo>
                    <a:pt x="16" y="872"/>
                    <a:pt x="23" y="874"/>
                    <a:pt x="28" y="874"/>
                  </a:cubicBezTo>
                  <a:cubicBezTo>
                    <a:pt x="37" y="874"/>
                    <a:pt x="43" y="872"/>
                    <a:pt x="49" y="866"/>
                  </a:cubicBezTo>
                  <a:cubicBezTo>
                    <a:pt x="343" y="553"/>
                    <a:pt x="677" y="277"/>
                    <a:pt x="1043" y="50"/>
                  </a:cubicBezTo>
                  <a:cubicBezTo>
                    <a:pt x="1055" y="42"/>
                    <a:pt x="1059" y="25"/>
                    <a:pt x="1052" y="13"/>
                  </a:cubicBezTo>
                  <a:cubicBezTo>
                    <a:pt x="1047" y="5"/>
                    <a:pt x="1038" y="1"/>
                    <a:pt x="10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2" name="Google Shape;9472;p31"/>
            <p:cNvSpPr/>
            <p:nvPr/>
          </p:nvSpPr>
          <p:spPr>
            <a:xfrm>
              <a:off x="2921075" y="3652525"/>
              <a:ext cx="6475" cy="7000"/>
            </a:xfrm>
            <a:custGeom>
              <a:avLst/>
              <a:gdLst/>
              <a:ahLst/>
              <a:cxnLst/>
              <a:rect l="l" t="t" r="r" b="b"/>
              <a:pathLst>
                <a:path w="259" h="280" extrusionOk="0">
                  <a:moveTo>
                    <a:pt x="230" y="0"/>
                  </a:moveTo>
                  <a:cubicBezTo>
                    <a:pt x="223" y="0"/>
                    <a:pt x="215" y="3"/>
                    <a:pt x="210" y="9"/>
                  </a:cubicBezTo>
                  <a:lnTo>
                    <a:pt x="10" y="236"/>
                  </a:lnTo>
                  <a:cubicBezTo>
                    <a:pt x="0" y="247"/>
                    <a:pt x="2" y="265"/>
                    <a:pt x="12" y="274"/>
                  </a:cubicBezTo>
                  <a:cubicBezTo>
                    <a:pt x="18" y="278"/>
                    <a:pt x="23" y="280"/>
                    <a:pt x="30" y="280"/>
                  </a:cubicBezTo>
                  <a:cubicBezTo>
                    <a:pt x="37" y="280"/>
                    <a:pt x="43" y="277"/>
                    <a:pt x="49" y="271"/>
                  </a:cubicBezTo>
                  <a:lnTo>
                    <a:pt x="249" y="43"/>
                  </a:lnTo>
                  <a:cubicBezTo>
                    <a:pt x="259" y="32"/>
                    <a:pt x="257" y="16"/>
                    <a:pt x="247" y="6"/>
                  </a:cubicBezTo>
                  <a:cubicBezTo>
                    <a:pt x="242" y="2"/>
                    <a:pt x="236" y="0"/>
                    <a:pt x="2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3" name="Google Shape;9473;p31"/>
            <p:cNvSpPr/>
            <p:nvPr/>
          </p:nvSpPr>
          <p:spPr>
            <a:xfrm>
              <a:off x="2905050" y="3680975"/>
              <a:ext cx="20350" cy="12050"/>
            </a:xfrm>
            <a:custGeom>
              <a:avLst/>
              <a:gdLst/>
              <a:ahLst/>
              <a:cxnLst/>
              <a:rect l="l" t="t" r="r" b="b"/>
              <a:pathLst>
                <a:path w="814" h="482" extrusionOk="0">
                  <a:moveTo>
                    <a:pt x="30" y="1"/>
                  </a:moveTo>
                  <a:cubicBezTo>
                    <a:pt x="22" y="1"/>
                    <a:pt x="14" y="4"/>
                    <a:pt x="9" y="11"/>
                  </a:cubicBezTo>
                  <a:cubicBezTo>
                    <a:pt x="1" y="23"/>
                    <a:pt x="2" y="39"/>
                    <a:pt x="14" y="47"/>
                  </a:cubicBezTo>
                  <a:cubicBezTo>
                    <a:pt x="250" y="219"/>
                    <a:pt x="505" y="364"/>
                    <a:pt x="775" y="479"/>
                  </a:cubicBezTo>
                  <a:cubicBezTo>
                    <a:pt x="777" y="480"/>
                    <a:pt x="781" y="481"/>
                    <a:pt x="784" y="481"/>
                  </a:cubicBezTo>
                  <a:cubicBezTo>
                    <a:pt x="795" y="481"/>
                    <a:pt x="804" y="476"/>
                    <a:pt x="808" y="465"/>
                  </a:cubicBezTo>
                  <a:cubicBezTo>
                    <a:pt x="814" y="453"/>
                    <a:pt x="808" y="437"/>
                    <a:pt x="795" y="432"/>
                  </a:cubicBezTo>
                  <a:cubicBezTo>
                    <a:pt x="530" y="319"/>
                    <a:pt x="277" y="175"/>
                    <a:pt x="45" y="5"/>
                  </a:cubicBezTo>
                  <a:cubicBezTo>
                    <a:pt x="41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4" name="Google Shape;9474;p31"/>
            <p:cNvSpPr/>
            <p:nvPr/>
          </p:nvSpPr>
          <p:spPr>
            <a:xfrm>
              <a:off x="2929475" y="3694000"/>
              <a:ext cx="4950" cy="2525"/>
            </a:xfrm>
            <a:custGeom>
              <a:avLst/>
              <a:gdLst/>
              <a:ahLst/>
              <a:cxnLst/>
              <a:rect l="l" t="t" r="r" b="b"/>
              <a:pathLst>
                <a:path w="198" h="101" extrusionOk="0">
                  <a:moveTo>
                    <a:pt x="30" y="1"/>
                  </a:moveTo>
                  <a:cubicBezTo>
                    <a:pt x="19" y="1"/>
                    <a:pt x="9" y="8"/>
                    <a:pt x="6" y="18"/>
                  </a:cubicBezTo>
                  <a:cubicBezTo>
                    <a:pt x="1" y="32"/>
                    <a:pt x="7" y="47"/>
                    <a:pt x="21" y="51"/>
                  </a:cubicBezTo>
                  <a:lnTo>
                    <a:pt x="159" y="99"/>
                  </a:lnTo>
                  <a:cubicBezTo>
                    <a:pt x="162" y="99"/>
                    <a:pt x="165" y="100"/>
                    <a:pt x="167" y="100"/>
                  </a:cubicBezTo>
                  <a:cubicBezTo>
                    <a:pt x="178" y="100"/>
                    <a:pt x="189" y="94"/>
                    <a:pt x="192" y="83"/>
                  </a:cubicBezTo>
                  <a:cubicBezTo>
                    <a:pt x="197" y="69"/>
                    <a:pt x="190" y="55"/>
                    <a:pt x="177" y="49"/>
                  </a:cubicBezTo>
                  <a:lnTo>
                    <a:pt x="38" y="2"/>
                  </a:lnTo>
                  <a:cubicBezTo>
                    <a:pt x="35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5" name="Google Shape;9475;p31"/>
            <p:cNvSpPr/>
            <p:nvPr/>
          </p:nvSpPr>
          <p:spPr>
            <a:xfrm>
              <a:off x="2918475" y="3677700"/>
              <a:ext cx="32550" cy="14725"/>
            </a:xfrm>
            <a:custGeom>
              <a:avLst/>
              <a:gdLst/>
              <a:ahLst/>
              <a:cxnLst/>
              <a:rect l="l" t="t" r="r" b="b"/>
              <a:pathLst>
                <a:path w="1302" h="589" extrusionOk="0">
                  <a:moveTo>
                    <a:pt x="31" y="0"/>
                  </a:moveTo>
                  <a:cubicBezTo>
                    <a:pt x="23" y="0"/>
                    <a:pt x="14" y="5"/>
                    <a:pt x="9" y="12"/>
                  </a:cubicBezTo>
                  <a:cubicBezTo>
                    <a:pt x="1" y="23"/>
                    <a:pt x="3" y="39"/>
                    <a:pt x="16" y="47"/>
                  </a:cubicBezTo>
                  <a:cubicBezTo>
                    <a:pt x="391" y="303"/>
                    <a:pt x="824" y="490"/>
                    <a:pt x="1268" y="587"/>
                  </a:cubicBezTo>
                  <a:cubicBezTo>
                    <a:pt x="1269" y="587"/>
                    <a:pt x="1271" y="588"/>
                    <a:pt x="1273" y="588"/>
                  </a:cubicBezTo>
                  <a:cubicBezTo>
                    <a:pt x="1286" y="588"/>
                    <a:pt x="1296" y="579"/>
                    <a:pt x="1299" y="568"/>
                  </a:cubicBezTo>
                  <a:cubicBezTo>
                    <a:pt x="1302" y="553"/>
                    <a:pt x="1292" y="540"/>
                    <a:pt x="1279" y="537"/>
                  </a:cubicBezTo>
                  <a:cubicBezTo>
                    <a:pt x="842" y="440"/>
                    <a:pt x="415" y="256"/>
                    <a:pt x="45" y="4"/>
                  </a:cubicBezTo>
                  <a:cubicBezTo>
                    <a:pt x="41" y="2"/>
                    <a:pt x="3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6" name="Google Shape;9476;p31"/>
            <p:cNvSpPr/>
            <p:nvPr/>
          </p:nvSpPr>
          <p:spPr>
            <a:xfrm>
              <a:off x="2951675" y="3680350"/>
              <a:ext cx="29275" cy="9775"/>
            </a:xfrm>
            <a:custGeom>
              <a:avLst/>
              <a:gdLst/>
              <a:ahLst/>
              <a:cxnLst/>
              <a:rect l="l" t="t" r="r" b="b"/>
              <a:pathLst>
                <a:path w="1171" h="391" extrusionOk="0">
                  <a:moveTo>
                    <a:pt x="29" y="0"/>
                  </a:moveTo>
                  <a:cubicBezTo>
                    <a:pt x="20" y="0"/>
                    <a:pt x="12" y="5"/>
                    <a:pt x="7" y="14"/>
                  </a:cubicBezTo>
                  <a:cubicBezTo>
                    <a:pt x="1" y="26"/>
                    <a:pt x="6" y="42"/>
                    <a:pt x="18" y="49"/>
                  </a:cubicBezTo>
                  <a:cubicBezTo>
                    <a:pt x="369" y="231"/>
                    <a:pt x="747" y="345"/>
                    <a:pt x="1140" y="391"/>
                  </a:cubicBezTo>
                  <a:lnTo>
                    <a:pt x="1143" y="391"/>
                  </a:lnTo>
                  <a:cubicBezTo>
                    <a:pt x="1156" y="391"/>
                    <a:pt x="1167" y="381"/>
                    <a:pt x="1168" y="368"/>
                  </a:cubicBezTo>
                  <a:cubicBezTo>
                    <a:pt x="1171" y="354"/>
                    <a:pt x="1160" y="341"/>
                    <a:pt x="1145" y="340"/>
                  </a:cubicBezTo>
                  <a:cubicBezTo>
                    <a:pt x="759" y="295"/>
                    <a:pt x="388" y="182"/>
                    <a:pt x="42" y="3"/>
                  </a:cubicBezTo>
                  <a:cubicBezTo>
                    <a:pt x="38" y="1"/>
                    <a:pt x="34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7" name="Google Shape;9477;p31"/>
            <p:cNvSpPr/>
            <p:nvPr/>
          </p:nvSpPr>
          <p:spPr>
            <a:xfrm>
              <a:off x="2971850" y="3677325"/>
              <a:ext cx="19875" cy="5275"/>
            </a:xfrm>
            <a:custGeom>
              <a:avLst/>
              <a:gdLst/>
              <a:ahLst/>
              <a:cxnLst/>
              <a:rect l="l" t="t" r="r" b="b"/>
              <a:pathLst>
                <a:path w="795" h="211" extrusionOk="0">
                  <a:moveTo>
                    <a:pt x="30" y="0"/>
                  </a:moveTo>
                  <a:cubicBezTo>
                    <a:pt x="20" y="0"/>
                    <a:pt x="10" y="6"/>
                    <a:pt x="6" y="17"/>
                  </a:cubicBezTo>
                  <a:cubicBezTo>
                    <a:pt x="1" y="29"/>
                    <a:pt x="7" y="45"/>
                    <a:pt x="21" y="50"/>
                  </a:cubicBezTo>
                  <a:cubicBezTo>
                    <a:pt x="259" y="146"/>
                    <a:pt x="511" y="200"/>
                    <a:pt x="766" y="210"/>
                  </a:cubicBezTo>
                  <a:lnTo>
                    <a:pt x="768" y="210"/>
                  </a:lnTo>
                  <a:cubicBezTo>
                    <a:pt x="781" y="210"/>
                    <a:pt x="793" y="200"/>
                    <a:pt x="793" y="185"/>
                  </a:cubicBezTo>
                  <a:cubicBezTo>
                    <a:pt x="795" y="171"/>
                    <a:pt x="782" y="159"/>
                    <a:pt x="769" y="158"/>
                  </a:cubicBezTo>
                  <a:cubicBezTo>
                    <a:pt x="519" y="149"/>
                    <a:pt x="273" y="96"/>
                    <a:pt x="40" y="2"/>
                  </a:cubicBezTo>
                  <a:cubicBezTo>
                    <a:pt x="37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8" name="Google Shape;9478;p31"/>
            <p:cNvSpPr/>
            <p:nvPr/>
          </p:nvSpPr>
          <p:spPr>
            <a:xfrm>
              <a:off x="2959925" y="3673225"/>
              <a:ext cx="7425" cy="3275"/>
            </a:xfrm>
            <a:custGeom>
              <a:avLst/>
              <a:gdLst/>
              <a:ahLst/>
              <a:cxnLst/>
              <a:rect l="l" t="t" r="r" b="b"/>
              <a:pathLst>
                <a:path w="297" h="131" extrusionOk="0">
                  <a:moveTo>
                    <a:pt x="29" y="0"/>
                  </a:moveTo>
                  <a:cubicBezTo>
                    <a:pt x="19" y="0"/>
                    <a:pt x="9" y="7"/>
                    <a:pt x="6" y="18"/>
                  </a:cubicBezTo>
                  <a:cubicBezTo>
                    <a:pt x="0" y="31"/>
                    <a:pt x="8" y="46"/>
                    <a:pt x="22" y="50"/>
                  </a:cubicBezTo>
                  <a:lnTo>
                    <a:pt x="258" y="130"/>
                  </a:lnTo>
                  <a:cubicBezTo>
                    <a:pt x="261" y="130"/>
                    <a:pt x="265" y="131"/>
                    <a:pt x="267" y="131"/>
                  </a:cubicBezTo>
                  <a:lnTo>
                    <a:pt x="267" y="131"/>
                  </a:lnTo>
                  <a:cubicBezTo>
                    <a:pt x="278" y="131"/>
                    <a:pt x="288" y="124"/>
                    <a:pt x="292" y="113"/>
                  </a:cubicBezTo>
                  <a:cubicBezTo>
                    <a:pt x="296" y="99"/>
                    <a:pt x="289" y="85"/>
                    <a:pt x="276" y="80"/>
                  </a:cubicBezTo>
                  <a:lnTo>
                    <a:pt x="38" y="2"/>
                  </a:lnTo>
                  <a:cubicBezTo>
                    <a:pt x="35" y="1"/>
                    <a:pt x="32" y="0"/>
                    <a:pt x="29" y="0"/>
                  </a:cubicBezTo>
                  <a:close/>
                  <a:moveTo>
                    <a:pt x="267" y="131"/>
                  </a:moveTo>
                  <a:cubicBezTo>
                    <a:pt x="267" y="131"/>
                    <a:pt x="267" y="131"/>
                    <a:pt x="267" y="131"/>
                  </a:cubicBezTo>
                  <a:lnTo>
                    <a:pt x="268" y="131"/>
                  </a:lnTo>
                  <a:cubicBezTo>
                    <a:pt x="268" y="131"/>
                    <a:pt x="268" y="131"/>
                    <a:pt x="267" y="13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9" name="Google Shape;9479;p31"/>
            <p:cNvSpPr/>
            <p:nvPr/>
          </p:nvSpPr>
          <p:spPr>
            <a:xfrm>
              <a:off x="2980300" y="3669900"/>
              <a:ext cx="22350" cy="4900"/>
            </a:xfrm>
            <a:custGeom>
              <a:avLst/>
              <a:gdLst/>
              <a:ahLst/>
              <a:cxnLst/>
              <a:rect l="l" t="t" r="r" b="b"/>
              <a:pathLst>
                <a:path w="894" h="196" extrusionOk="0">
                  <a:moveTo>
                    <a:pt x="29" y="0"/>
                  </a:moveTo>
                  <a:cubicBezTo>
                    <a:pt x="18" y="0"/>
                    <a:pt x="8" y="8"/>
                    <a:pt x="4" y="19"/>
                  </a:cubicBezTo>
                  <a:cubicBezTo>
                    <a:pt x="0" y="33"/>
                    <a:pt x="9" y="47"/>
                    <a:pt x="22" y="51"/>
                  </a:cubicBezTo>
                  <a:cubicBezTo>
                    <a:pt x="298" y="129"/>
                    <a:pt x="580" y="178"/>
                    <a:pt x="865" y="195"/>
                  </a:cubicBezTo>
                  <a:lnTo>
                    <a:pt x="868" y="195"/>
                  </a:lnTo>
                  <a:cubicBezTo>
                    <a:pt x="882" y="195"/>
                    <a:pt x="892" y="185"/>
                    <a:pt x="894" y="171"/>
                  </a:cubicBezTo>
                  <a:cubicBezTo>
                    <a:pt x="894" y="158"/>
                    <a:pt x="883" y="144"/>
                    <a:pt x="870" y="144"/>
                  </a:cubicBezTo>
                  <a:cubicBezTo>
                    <a:pt x="588" y="127"/>
                    <a:pt x="307" y="78"/>
                    <a:pt x="37" y="2"/>
                  </a:cubicBezTo>
                  <a:cubicBezTo>
                    <a:pt x="34" y="1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0" name="Google Shape;9480;p31"/>
            <p:cNvSpPr/>
            <p:nvPr/>
          </p:nvSpPr>
          <p:spPr>
            <a:xfrm>
              <a:off x="2857850" y="3691375"/>
              <a:ext cx="20700" cy="17900"/>
            </a:xfrm>
            <a:custGeom>
              <a:avLst/>
              <a:gdLst/>
              <a:ahLst/>
              <a:cxnLst/>
              <a:rect l="l" t="t" r="r" b="b"/>
              <a:pathLst>
                <a:path w="828" h="716" extrusionOk="0">
                  <a:moveTo>
                    <a:pt x="30" y="1"/>
                  </a:moveTo>
                  <a:cubicBezTo>
                    <a:pt x="24" y="1"/>
                    <a:pt x="19" y="2"/>
                    <a:pt x="14" y="6"/>
                  </a:cubicBezTo>
                  <a:cubicBezTo>
                    <a:pt x="3" y="14"/>
                    <a:pt x="0" y="31"/>
                    <a:pt x="10" y="43"/>
                  </a:cubicBezTo>
                  <a:cubicBezTo>
                    <a:pt x="219" y="312"/>
                    <a:pt x="487" y="543"/>
                    <a:pt x="784" y="713"/>
                  </a:cubicBezTo>
                  <a:cubicBezTo>
                    <a:pt x="788" y="714"/>
                    <a:pt x="793" y="715"/>
                    <a:pt x="798" y="715"/>
                  </a:cubicBezTo>
                  <a:cubicBezTo>
                    <a:pt x="806" y="715"/>
                    <a:pt x="815" y="711"/>
                    <a:pt x="819" y="702"/>
                  </a:cubicBezTo>
                  <a:cubicBezTo>
                    <a:pt x="828" y="690"/>
                    <a:pt x="822" y="674"/>
                    <a:pt x="810" y="667"/>
                  </a:cubicBezTo>
                  <a:cubicBezTo>
                    <a:pt x="518" y="501"/>
                    <a:pt x="256" y="275"/>
                    <a:pt x="50" y="10"/>
                  </a:cubicBezTo>
                  <a:cubicBezTo>
                    <a:pt x="45" y="4"/>
                    <a:pt x="38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1" name="Google Shape;9481;p31"/>
            <p:cNvSpPr/>
            <p:nvPr/>
          </p:nvSpPr>
          <p:spPr>
            <a:xfrm>
              <a:off x="2881625" y="3709825"/>
              <a:ext cx="17275" cy="8450"/>
            </a:xfrm>
            <a:custGeom>
              <a:avLst/>
              <a:gdLst/>
              <a:ahLst/>
              <a:cxnLst/>
              <a:rect l="l" t="t" r="r" b="b"/>
              <a:pathLst>
                <a:path w="691" h="338" extrusionOk="0">
                  <a:moveTo>
                    <a:pt x="29" y="1"/>
                  </a:moveTo>
                  <a:cubicBezTo>
                    <a:pt x="20" y="1"/>
                    <a:pt x="12" y="5"/>
                    <a:pt x="7" y="14"/>
                  </a:cubicBezTo>
                  <a:cubicBezTo>
                    <a:pt x="0" y="27"/>
                    <a:pt x="6" y="43"/>
                    <a:pt x="18" y="50"/>
                  </a:cubicBezTo>
                  <a:cubicBezTo>
                    <a:pt x="222" y="160"/>
                    <a:pt x="435" y="257"/>
                    <a:pt x="651" y="336"/>
                  </a:cubicBezTo>
                  <a:cubicBezTo>
                    <a:pt x="655" y="338"/>
                    <a:pt x="658" y="338"/>
                    <a:pt x="661" y="338"/>
                  </a:cubicBezTo>
                  <a:cubicBezTo>
                    <a:pt x="672" y="338"/>
                    <a:pt x="681" y="331"/>
                    <a:pt x="685" y="320"/>
                  </a:cubicBezTo>
                  <a:cubicBezTo>
                    <a:pt x="690" y="307"/>
                    <a:pt x="684" y="292"/>
                    <a:pt x="670" y="288"/>
                  </a:cubicBezTo>
                  <a:cubicBezTo>
                    <a:pt x="455" y="209"/>
                    <a:pt x="244" y="113"/>
                    <a:pt x="42" y="4"/>
                  </a:cubicBezTo>
                  <a:cubicBezTo>
                    <a:pt x="38" y="2"/>
                    <a:pt x="34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2" name="Google Shape;9482;p31"/>
            <p:cNvSpPr/>
            <p:nvPr/>
          </p:nvSpPr>
          <p:spPr>
            <a:xfrm>
              <a:off x="2882425" y="3700025"/>
              <a:ext cx="35150" cy="15775"/>
            </a:xfrm>
            <a:custGeom>
              <a:avLst/>
              <a:gdLst/>
              <a:ahLst/>
              <a:cxnLst/>
              <a:rect l="l" t="t" r="r" b="b"/>
              <a:pathLst>
                <a:path w="1406" h="631" extrusionOk="0">
                  <a:moveTo>
                    <a:pt x="30" y="0"/>
                  </a:moveTo>
                  <a:cubicBezTo>
                    <a:pt x="22" y="0"/>
                    <a:pt x="14" y="4"/>
                    <a:pt x="9" y="11"/>
                  </a:cubicBezTo>
                  <a:cubicBezTo>
                    <a:pt x="1" y="22"/>
                    <a:pt x="5" y="40"/>
                    <a:pt x="17" y="48"/>
                  </a:cubicBezTo>
                  <a:cubicBezTo>
                    <a:pt x="423" y="324"/>
                    <a:pt x="891" y="524"/>
                    <a:pt x="1371" y="630"/>
                  </a:cubicBezTo>
                  <a:lnTo>
                    <a:pt x="1377" y="630"/>
                  </a:lnTo>
                  <a:cubicBezTo>
                    <a:pt x="1389" y="630"/>
                    <a:pt x="1400" y="622"/>
                    <a:pt x="1402" y="610"/>
                  </a:cubicBezTo>
                  <a:cubicBezTo>
                    <a:pt x="1405" y="597"/>
                    <a:pt x="1397" y="583"/>
                    <a:pt x="1382" y="579"/>
                  </a:cubicBezTo>
                  <a:cubicBezTo>
                    <a:pt x="909" y="476"/>
                    <a:pt x="446" y="276"/>
                    <a:pt x="45" y="5"/>
                  </a:cubicBezTo>
                  <a:cubicBezTo>
                    <a:pt x="40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3" name="Google Shape;9483;p31"/>
            <p:cNvSpPr/>
            <p:nvPr/>
          </p:nvSpPr>
          <p:spPr>
            <a:xfrm>
              <a:off x="2908525" y="3706475"/>
              <a:ext cx="19050" cy="8750"/>
            </a:xfrm>
            <a:custGeom>
              <a:avLst/>
              <a:gdLst/>
              <a:ahLst/>
              <a:cxnLst/>
              <a:rect l="l" t="t" r="r" b="b"/>
              <a:pathLst>
                <a:path w="762" h="350" extrusionOk="0">
                  <a:moveTo>
                    <a:pt x="30" y="0"/>
                  </a:moveTo>
                  <a:cubicBezTo>
                    <a:pt x="21" y="0"/>
                    <a:pt x="12" y="5"/>
                    <a:pt x="7" y="14"/>
                  </a:cubicBezTo>
                  <a:cubicBezTo>
                    <a:pt x="1" y="27"/>
                    <a:pt x="5" y="43"/>
                    <a:pt x="18" y="49"/>
                  </a:cubicBezTo>
                  <a:cubicBezTo>
                    <a:pt x="244" y="170"/>
                    <a:pt x="481" y="271"/>
                    <a:pt x="726" y="348"/>
                  </a:cubicBezTo>
                  <a:cubicBezTo>
                    <a:pt x="727" y="349"/>
                    <a:pt x="731" y="349"/>
                    <a:pt x="732" y="349"/>
                  </a:cubicBezTo>
                  <a:lnTo>
                    <a:pt x="734" y="349"/>
                  </a:lnTo>
                  <a:cubicBezTo>
                    <a:pt x="744" y="349"/>
                    <a:pt x="754" y="341"/>
                    <a:pt x="758" y="331"/>
                  </a:cubicBezTo>
                  <a:cubicBezTo>
                    <a:pt x="762" y="317"/>
                    <a:pt x="754" y="302"/>
                    <a:pt x="740" y="298"/>
                  </a:cubicBezTo>
                  <a:cubicBezTo>
                    <a:pt x="500" y="223"/>
                    <a:pt x="266" y="123"/>
                    <a:pt x="42" y="4"/>
                  </a:cubicBezTo>
                  <a:cubicBezTo>
                    <a:pt x="38" y="2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4" name="Google Shape;9484;p31"/>
            <p:cNvSpPr/>
            <p:nvPr/>
          </p:nvSpPr>
          <p:spPr>
            <a:xfrm>
              <a:off x="2873850" y="3692425"/>
              <a:ext cx="5075" cy="4225"/>
            </a:xfrm>
            <a:custGeom>
              <a:avLst/>
              <a:gdLst/>
              <a:ahLst/>
              <a:cxnLst/>
              <a:rect l="l" t="t" r="r" b="b"/>
              <a:pathLst>
                <a:path w="203" h="169" extrusionOk="0">
                  <a:moveTo>
                    <a:pt x="30" y="0"/>
                  </a:moveTo>
                  <a:cubicBezTo>
                    <a:pt x="24" y="0"/>
                    <a:pt x="19" y="2"/>
                    <a:pt x="14" y="6"/>
                  </a:cubicBezTo>
                  <a:cubicBezTo>
                    <a:pt x="3" y="14"/>
                    <a:pt x="1" y="30"/>
                    <a:pt x="9" y="42"/>
                  </a:cubicBezTo>
                  <a:cubicBezTo>
                    <a:pt x="49" y="95"/>
                    <a:pt x="101" y="138"/>
                    <a:pt x="161" y="166"/>
                  </a:cubicBezTo>
                  <a:cubicBezTo>
                    <a:pt x="164" y="167"/>
                    <a:pt x="168" y="169"/>
                    <a:pt x="172" y="169"/>
                  </a:cubicBezTo>
                  <a:lnTo>
                    <a:pt x="172" y="169"/>
                  </a:lnTo>
                  <a:cubicBezTo>
                    <a:pt x="183" y="169"/>
                    <a:pt x="192" y="163"/>
                    <a:pt x="196" y="154"/>
                  </a:cubicBezTo>
                  <a:cubicBezTo>
                    <a:pt x="202" y="141"/>
                    <a:pt x="196" y="126"/>
                    <a:pt x="183" y="119"/>
                  </a:cubicBezTo>
                  <a:cubicBezTo>
                    <a:pt x="131" y="95"/>
                    <a:pt x="85" y="57"/>
                    <a:pt x="50" y="11"/>
                  </a:cubicBezTo>
                  <a:cubicBezTo>
                    <a:pt x="45" y="4"/>
                    <a:pt x="38" y="0"/>
                    <a:pt x="30" y="0"/>
                  </a:cubicBezTo>
                  <a:close/>
                  <a:moveTo>
                    <a:pt x="172" y="169"/>
                  </a:moveTo>
                  <a:cubicBezTo>
                    <a:pt x="172" y="169"/>
                    <a:pt x="172" y="169"/>
                    <a:pt x="171" y="169"/>
                  </a:cubicBezTo>
                  <a:lnTo>
                    <a:pt x="173" y="169"/>
                  </a:lnTo>
                  <a:cubicBezTo>
                    <a:pt x="173" y="169"/>
                    <a:pt x="172" y="169"/>
                    <a:pt x="172" y="169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5" name="Google Shape;9485;p31"/>
            <p:cNvSpPr/>
            <p:nvPr/>
          </p:nvSpPr>
          <p:spPr>
            <a:xfrm>
              <a:off x="2847675" y="3666700"/>
              <a:ext cx="16975" cy="27300"/>
            </a:xfrm>
            <a:custGeom>
              <a:avLst/>
              <a:gdLst/>
              <a:ahLst/>
              <a:cxnLst/>
              <a:rect l="l" t="t" r="r" b="b"/>
              <a:pathLst>
                <a:path w="679" h="1092" extrusionOk="0">
                  <a:moveTo>
                    <a:pt x="651" y="0"/>
                  </a:moveTo>
                  <a:cubicBezTo>
                    <a:pt x="643" y="0"/>
                    <a:pt x="635" y="4"/>
                    <a:pt x="630" y="10"/>
                  </a:cubicBezTo>
                  <a:cubicBezTo>
                    <a:pt x="375" y="327"/>
                    <a:pt x="165" y="680"/>
                    <a:pt x="6" y="1055"/>
                  </a:cubicBezTo>
                  <a:cubicBezTo>
                    <a:pt x="1" y="1069"/>
                    <a:pt x="8" y="1085"/>
                    <a:pt x="21" y="1090"/>
                  </a:cubicBezTo>
                  <a:cubicBezTo>
                    <a:pt x="24" y="1092"/>
                    <a:pt x="28" y="1092"/>
                    <a:pt x="30" y="1092"/>
                  </a:cubicBezTo>
                  <a:cubicBezTo>
                    <a:pt x="41" y="1092"/>
                    <a:pt x="51" y="1086"/>
                    <a:pt x="55" y="1075"/>
                  </a:cubicBezTo>
                  <a:cubicBezTo>
                    <a:pt x="211" y="704"/>
                    <a:pt x="418" y="357"/>
                    <a:pt x="671" y="42"/>
                  </a:cubicBezTo>
                  <a:cubicBezTo>
                    <a:pt x="679" y="31"/>
                    <a:pt x="678" y="15"/>
                    <a:pt x="667" y="6"/>
                  </a:cubicBezTo>
                  <a:cubicBezTo>
                    <a:pt x="662" y="2"/>
                    <a:pt x="657" y="0"/>
                    <a:pt x="65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6" name="Google Shape;9486;p31"/>
            <p:cNvSpPr/>
            <p:nvPr/>
          </p:nvSpPr>
          <p:spPr>
            <a:xfrm>
              <a:off x="2828850" y="3697450"/>
              <a:ext cx="5750" cy="6875"/>
            </a:xfrm>
            <a:custGeom>
              <a:avLst/>
              <a:gdLst/>
              <a:ahLst/>
              <a:cxnLst/>
              <a:rect l="l" t="t" r="r" b="b"/>
              <a:pathLst>
                <a:path w="230" h="275" extrusionOk="0">
                  <a:moveTo>
                    <a:pt x="30" y="0"/>
                  </a:moveTo>
                  <a:cubicBezTo>
                    <a:pt x="25" y="0"/>
                    <a:pt x="19" y="2"/>
                    <a:pt x="14" y="5"/>
                  </a:cubicBezTo>
                  <a:cubicBezTo>
                    <a:pt x="3" y="15"/>
                    <a:pt x="0" y="31"/>
                    <a:pt x="10" y="42"/>
                  </a:cubicBezTo>
                  <a:lnTo>
                    <a:pt x="179" y="264"/>
                  </a:lnTo>
                  <a:cubicBezTo>
                    <a:pt x="185" y="270"/>
                    <a:pt x="193" y="275"/>
                    <a:pt x="201" y="275"/>
                  </a:cubicBezTo>
                  <a:cubicBezTo>
                    <a:pt x="206" y="275"/>
                    <a:pt x="212" y="273"/>
                    <a:pt x="216" y="269"/>
                  </a:cubicBezTo>
                  <a:cubicBezTo>
                    <a:pt x="228" y="260"/>
                    <a:pt x="229" y="244"/>
                    <a:pt x="221" y="233"/>
                  </a:cubicBezTo>
                  <a:lnTo>
                    <a:pt x="50" y="11"/>
                  </a:lnTo>
                  <a:cubicBezTo>
                    <a:pt x="46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7" name="Google Shape;9487;p31"/>
            <p:cNvSpPr/>
            <p:nvPr/>
          </p:nvSpPr>
          <p:spPr>
            <a:xfrm>
              <a:off x="2887575" y="3763650"/>
              <a:ext cx="32375" cy="13950"/>
            </a:xfrm>
            <a:custGeom>
              <a:avLst/>
              <a:gdLst/>
              <a:ahLst/>
              <a:cxnLst/>
              <a:rect l="l" t="t" r="r" b="b"/>
              <a:pathLst>
                <a:path w="1295" h="558" extrusionOk="0">
                  <a:moveTo>
                    <a:pt x="1266" y="1"/>
                  </a:moveTo>
                  <a:cubicBezTo>
                    <a:pt x="1263" y="1"/>
                    <a:pt x="1260" y="1"/>
                    <a:pt x="1257" y="2"/>
                  </a:cubicBezTo>
                  <a:cubicBezTo>
                    <a:pt x="836" y="145"/>
                    <a:pt x="419" y="314"/>
                    <a:pt x="18" y="508"/>
                  </a:cubicBezTo>
                  <a:cubicBezTo>
                    <a:pt x="6" y="514"/>
                    <a:pt x="0" y="530"/>
                    <a:pt x="6" y="543"/>
                  </a:cubicBezTo>
                  <a:cubicBezTo>
                    <a:pt x="11" y="553"/>
                    <a:pt x="21" y="558"/>
                    <a:pt x="30" y="558"/>
                  </a:cubicBezTo>
                  <a:lnTo>
                    <a:pt x="30" y="557"/>
                  </a:lnTo>
                  <a:cubicBezTo>
                    <a:pt x="33" y="557"/>
                    <a:pt x="37" y="557"/>
                    <a:pt x="41" y="555"/>
                  </a:cubicBezTo>
                  <a:cubicBezTo>
                    <a:pt x="440" y="363"/>
                    <a:pt x="855" y="193"/>
                    <a:pt x="1273" y="51"/>
                  </a:cubicBezTo>
                  <a:cubicBezTo>
                    <a:pt x="1287" y="47"/>
                    <a:pt x="1295" y="32"/>
                    <a:pt x="1289" y="18"/>
                  </a:cubicBezTo>
                  <a:cubicBezTo>
                    <a:pt x="1286" y="8"/>
                    <a:pt x="1276" y="1"/>
                    <a:pt x="126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8" name="Google Shape;9488;p31"/>
            <p:cNvSpPr/>
            <p:nvPr/>
          </p:nvSpPr>
          <p:spPr>
            <a:xfrm>
              <a:off x="2879575" y="3761450"/>
              <a:ext cx="24325" cy="11850"/>
            </a:xfrm>
            <a:custGeom>
              <a:avLst/>
              <a:gdLst/>
              <a:ahLst/>
              <a:cxnLst/>
              <a:rect l="l" t="t" r="r" b="b"/>
              <a:pathLst>
                <a:path w="973" h="474" extrusionOk="0">
                  <a:moveTo>
                    <a:pt x="943" y="1"/>
                  </a:moveTo>
                  <a:cubicBezTo>
                    <a:pt x="940" y="1"/>
                    <a:pt x="938" y="1"/>
                    <a:pt x="935" y="2"/>
                  </a:cubicBezTo>
                  <a:cubicBezTo>
                    <a:pt x="612" y="104"/>
                    <a:pt x="303" y="246"/>
                    <a:pt x="16" y="425"/>
                  </a:cubicBezTo>
                  <a:cubicBezTo>
                    <a:pt x="4" y="433"/>
                    <a:pt x="0" y="450"/>
                    <a:pt x="8" y="462"/>
                  </a:cubicBezTo>
                  <a:cubicBezTo>
                    <a:pt x="12" y="470"/>
                    <a:pt x="22" y="474"/>
                    <a:pt x="30" y="474"/>
                  </a:cubicBezTo>
                  <a:cubicBezTo>
                    <a:pt x="34" y="474"/>
                    <a:pt x="39" y="472"/>
                    <a:pt x="43" y="470"/>
                  </a:cubicBezTo>
                  <a:cubicBezTo>
                    <a:pt x="327" y="293"/>
                    <a:pt x="633" y="152"/>
                    <a:pt x="951" y="51"/>
                  </a:cubicBezTo>
                  <a:cubicBezTo>
                    <a:pt x="965" y="47"/>
                    <a:pt x="973" y="33"/>
                    <a:pt x="967" y="19"/>
                  </a:cubicBezTo>
                  <a:cubicBezTo>
                    <a:pt x="964" y="8"/>
                    <a:pt x="954" y="1"/>
                    <a:pt x="94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9" name="Google Shape;9489;p31"/>
            <p:cNvSpPr/>
            <p:nvPr/>
          </p:nvSpPr>
          <p:spPr>
            <a:xfrm>
              <a:off x="2872475" y="3760600"/>
              <a:ext cx="17775" cy="9150"/>
            </a:xfrm>
            <a:custGeom>
              <a:avLst/>
              <a:gdLst/>
              <a:ahLst/>
              <a:cxnLst/>
              <a:rect l="l" t="t" r="r" b="b"/>
              <a:pathLst>
                <a:path w="711" h="366" extrusionOk="0">
                  <a:moveTo>
                    <a:pt x="681" y="1"/>
                  </a:moveTo>
                  <a:cubicBezTo>
                    <a:pt x="678" y="1"/>
                    <a:pt x="676" y="1"/>
                    <a:pt x="673" y="2"/>
                  </a:cubicBezTo>
                  <a:cubicBezTo>
                    <a:pt x="446" y="87"/>
                    <a:pt x="225" y="193"/>
                    <a:pt x="16" y="317"/>
                  </a:cubicBezTo>
                  <a:cubicBezTo>
                    <a:pt x="4" y="323"/>
                    <a:pt x="0" y="340"/>
                    <a:pt x="7" y="353"/>
                  </a:cubicBezTo>
                  <a:cubicBezTo>
                    <a:pt x="12" y="360"/>
                    <a:pt x="21" y="365"/>
                    <a:pt x="30" y="365"/>
                  </a:cubicBezTo>
                  <a:cubicBezTo>
                    <a:pt x="34" y="365"/>
                    <a:pt x="39" y="364"/>
                    <a:pt x="43" y="361"/>
                  </a:cubicBezTo>
                  <a:cubicBezTo>
                    <a:pt x="249" y="239"/>
                    <a:pt x="467" y="135"/>
                    <a:pt x="690" y="50"/>
                  </a:cubicBezTo>
                  <a:cubicBezTo>
                    <a:pt x="704" y="46"/>
                    <a:pt x="711" y="32"/>
                    <a:pt x="705" y="18"/>
                  </a:cubicBezTo>
                  <a:cubicBezTo>
                    <a:pt x="702" y="7"/>
                    <a:pt x="692" y="1"/>
                    <a:pt x="68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0" name="Google Shape;9490;p31"/>
            <p:cNvSpPr/>
            <p:nvPr/>
          </p:nvSpPr>
          <p:spPr>
            <a:xfrm>
              <a:off x="2925650" y="3760400"/>
              <a:ext cx="5525" cy="1850"/>
            </a:xfrm>
            <a:custGeom>
              <a:avLst/>
              <a:gdLst/>
              <a:ahLst/>
              <a:cxnLst/>
              <a:rect l="l" t="t" r="r" b="b"/>
              <a:pathLst>
                <a:path w="221" h="74" extrusionOk="0">
                  <a:moveTo>
                    <a:pt x="192" y="0"/>
                  </a:moveTo>
                  <a:cubicBezTo>
                    <a:pt x="192" y="0"/>
                    <a:pt x="191" y="0"/>
                    <a:pt x="190" y="1"/>
                  </a:cubicBezTo>
                  <a:lnTo>
                    <a:pt x="25" y="22"/>
                  </a:lnTo>
                  <a:cubicBezTo>
                    <a:pt x="11" y="23"/>
                    <a:pt x="0" y="37"/>
                    <a:pt x="2" y="50"/>
                  </a:cubicBezTo>
                  <a:cubicBezTo>
                    <a:pt x="4" y="64"/>
                    <a:pt x="15" y="73"/>
                    <a:pt x="29" y="73"/>
                  </a:cubicBezTo>
                  <a:lnTo>
                    <a:pt x="31" y="73"/>
                  </a:lnTo>
                  <a:lnTo>
                    <a:pt x="197" y="53"/>
                  </a:lnTo>
                  <a:cubicBezTo>
                    <a:pt x="210" y="50"/>
                    <a:pt x="221" y="38"/>
                    <a:pt x="220" y="23"/>
                  </a:cubicBezTo>
                  <a:cubicBezTo>
                    <a:pt x="217" y="11"/>
                    <a:pt x="206" y="0"/>
                    <a:pt x="19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1" name="Google Shape;9491;p31"/>
            <p:cNvSpPr/>
            <p:nvPr/>
          </p:nvSpPr>
          <p:spPr>
            <a:xfrm>
              <a:off x="2944475" y="3785225"/>
              <a:ext cx="19125" cy="5100"/>
            </a:xfrm>
            <a:custGeom>
              <a:avLst/>
              <a:gdLst/>
              <a:ahLst/>
              <a:cxnLst/>
              <a:rect l="l" t="t" r="r" b="b"/>
              <a:pathLst>
                <a:path w="765" h="204" extrusionOk="0">
                  <a:moveTo>
                    <a:pt x="738" y="0"/>
                  </a:moveTo>
                  <a:cubicBezTo>
                    <a:pt x="737" y="0"/>
                    <a:pt x="736" y="0"/>
                    <a:pt x="735" y="0"/>
                  </a:cubicBezTo>
                  <a:cubicBezTo>
                    <a:pt x="493" y="27"/>
                    <a:pt x="254" y="78"/>
                    <a:pt x="22" y="152"/>
                  </a:cubicBezTo>
                  <a:cubicBezTo>
                    <a:pt x="7" y="156"/>
                    <a:pt x="1" y="171"/>
                    <a:pt x="5" y="185"/>
                  </a:cubicBezTo>
                  <a:cubicBezTo>
                    <a:pt x="9" y="195"/>
                    <a:pt x="18" y="204"/>
                    <a:pt x="29" y="204"/>
                  </a:cubicBezTo>
                  <a:lnTo>
                    <a:pt x="29" y="202"/>
                  </a:lnTo>
                  <a:lnTo>
                    <a:pt x="37" y="202"/>
                  </a:lnTo>
                  <a:cubicBezTo>
                    <a:pt x="266" y="130"/>
                    <a:pt x="502" y="78"/>
                    <a:pt x="741" y="51"/>
                  </a:cubicBezTo>
                  <a:cubicBezTo>
                    <a:pt x="754" y="50"/>
                    <a:pt x="765" y="38"/>
                    <a:pt x="763" y="23"/>
                  </a:cubicBezTo>
                  <a:cubicBezTo>
                    <a:pt x="762" y="9"/>
                    <a:pt x="752" y="0"/>
                    <a:pt x="73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2" name="Google Shape;9492;p31"/>
            <p:cNvSpPr/>
            <p:nvPr/>
          </p:nvSpPr>
          <p:spPr>
            <a:xfrm>
              <a:off x="2935675" y="3789950"/>
              <a:ext cx="5675" cy="2400"/>
            </a:xfrm>
            <a:custGeom>
              <a:avLst/>
              <a:gdLst/>
              <a:ahLst/>
              <a:cxnLst/>
              <a:rect l="l" t="t" r="r" b="b"/>
              <a:pathLst>
                <a:path w="227" h="96" extrusionOk="0">
                  <a:moveTo>
                    <a:pt x="198" y="0"/>
                  </a:moveTo>
                  <a:cubicBezTo>
                    <a:pt x="196" y="0"/>
                    <a:pt x="193" y="0"/>
                    <a:pt x="191" y="1"/>
                  </a:cubicBezTo>
                  <a:lnTo>
                    <a:pt x="22" y="44"/>
                  </a:lnTo>
                  <a:cubicBezTo>
                    <a:pt x="8" y="47"/>
                    <a:pt x="0" y="62"/>
                    <a:pt x="3" y="75"/>
                  </a:cubicBezTo>
                  <a:cubicBezTo>
                    <a:pt x="7" y="87"/>
                    <a:pt x="16" y="95"/>
                    <a:pt x="28" y="95"/>
                  </a:cubicBezTo>
                  <a:cubicBezTo>
                    <a:pt x="31" y="95"/>
                    <a:pt x="32" y="94"/>
                    <a:pt x="35" y="94"/>
                  </a:cubicBezTo>
                  <a:lnTo>
                    <a:pt x="203" y="52"/>
                  </a:lnTo>
                  <a:cubicBezTo>
                    <a:pt x="217" y="48"/>
                    <a:pt x="226" y="35"/>
                    <a:pt x="222" y="20"/>
                  </a:cubicBezTo>
                  <a:cubicBezTo>
                    <a:pt x="219" y="9"/>
                    <a:pt x="209" y="0"/>
                    <a:pt x="19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3" name="Google Shape;9493;p31"/>
            <p:cNvSpPr/>
            <p:nvPr/>
          </p:nvSpPr>
          <p:spPr>
            <a:xfrm>
              <a:off x="2924125" y="3777225"/>
              <a:ext cx="34575" cy="9700"/>
            </a:xfrm>
            <a:custGeom>
              <a:avLst/>
              <a:gdLst/>
              <a:ahLst/>
              <a:cxnLst/>
              <a:rect l="l" t="t" r="r" b="b"/>
              <a:pathLst>
                <a:path w="1383" h="388" extrusionOk="0">
                  <a:moveTo>
                    <a:pt x="1353" y="0"/>
                  </a:moveTo>
                  <a:cubicBezTo>
                    <a:pt x="1352" y="0"/>
                    <a:pt x="1351" y="0"/>
                    <a:pt x="1350" y="0"/>
                  </a:cubicBezTo>
                  <a:cubicBezTo>
                    <a:pt x="899" y="71"/>
                    <a:pt x="451" y="184"/>
                    <a:pt x="21" y="338"/>
                  </a:cubicBezTo>
                  <a:cubicBezTo>
                    <a:pt x="7" y="342"/>
                    <a:pt x="1" y="357"/>
                    <a:pt x="6" y="370"/>
                  </a:cubicBezTo>
                  <a:cubicBezTo>
                    <a:pt x="9" y="381"/>
                    <a:pt x="20" y="388"/>
                    <a:pt x="30" y="388"/>
                  </a:cubicBezTo>
                  <a:cubicBezTo>
                    <a:pt x="33" y="388"/>
                    <a:pt x="36" y="388"/>
                    <a:pt x="38" y="386"/>
                  </a:cubicBezTo>
                  <a:cubicBezTo>
                    <a:pt x="466" y="234"/>
                    <a:pt x="910" y="123"/>
                    <a:pt x="1358" y="51"/>
                  </a:cubicBezTo>
                  <a:cubicBezTo>
                    <a:pt x="1373" y="50"/>
                    <a:pt x="1382" y="36"/>
                    <a:pt x="1380" y="22"/>
                  </a:cubicBezTo>
                  <a:cubicBezTo>
                    <a:pt x="1378" y="9"/>
                    <a:pt x="1367" y="0"/>
                    <a:pt x="135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4" name="Google Shape;9494;p31"/>
            <p:cNvSpPr/>
            <p:nvPr/>
          </p:nvSpPr>
          <p:spPr>
            <a:xfrm>
              <a:off x="2957925" y="3799325"/>
              <a:ext cx="11700" cy="4025"/>
            </a:xfrm>
            <a:custGeom>
              <a:avLst/>
              <a:gdLst/>
              <a:ahLst/>
              <a:cxnLst/>
              <a:rect l="l" t="t" r="r" b="b"/>
              <a:pathLst>
                <a:path w="468" h="161" extrusionOk="0">
                  <a:moveTo>
                    <a:pt x="440" y="1"/>
                  </a:moveTo>
                  <a:cubicBezTo>
                    <a:pt x="438" y="1"/>
                    <a:pt x="437" y="1"/>
                    <a:pt x="435" y="1"/>
                  </a:cubicBezTo>
                  <a:cubicBezTo>
                    <a:pt x="294" y="26"/>
                    <a:pt x="156" y="63"/>
                    <a:pt x="21" y="110"/>
                  </a:cubicBezTo>
                  <a:cubicBezTo>
                    <a:pt x="8" y="114"/>
                    <a:pt x="1" y="131"/>
                    <a:pt x="6" y="144"/>
                  </a:cubicBezTo>
                  <a:cubicBezTo>
                    <a:pt x="9" y="153"/>
                    <a:pt x="20" y="160"/>
                    <a:pt x="30" y="160"/>
                  </a:cubicBezTo>
                  <a:cubicBezTo>
                    <a:pt x="33" y="160"/>
                    <a:pt x="36" y="160"/>
                    <a:pt x="38" y="159"/>
                  </a:cubicBezTo>
                  <a:cubicBezTo>
                    <a:pt x="170" y="112"/>
                    <a:pt x="306" y="77"/>
                    <a:pt x="443" y="53"/>
                  </a:cubicBezTo>
                  <a:cubicBezTo>
                    <a:pt x="458" y="50"/>
                    <a:pt x="468" y="36"/>
                    <a:pt x="465" y="23"/>
                  </a:cubicBezTo>
                  <a:cubicBezTo>
                    <a:pt x="463" y="11"/>
                    <a:pt x="451" y="1"/>
                    <a:pt x="44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5" name="Google Shape;9495;p31"/>
            <p:cNvSpPr/>
            <p:nvPr/>
          </p:nvSpPr>
          <p:spPr>
            <a:xfrm>
              <a:off x="2944650" y="3803450"/>
              <a:ext cx="10050" cy="4500"/>
            </a:xfrm>
            <a:custGeom>
              <a:avLst/>
              <a:gdLst/>
              <a:ahLst/>
              <a:cxnLst/>
              <a:rect l="l" t="t" r="r" b="b"/>
              <a:pathLst>
                <a:path w="402" h="180" extrusionOk="0">
                  <a:moveTo>
                    <a:pt x="372" y="1"/>
                  </a:moveTo>
                  <a:cubicBezTo>
                    <a:pt x="369" y="1"/>
                    <a:pt x="366" y="1"/>
                    <a:pt x="364" y="2"/>
                  </a:cubicBezTo>
                  <a:lnTo>
                    <a:pt x="21" y="130"/>
                  </a:lnTo>
                  <a:cubicBezTo>
                    <a:pt x="7" y="134"/>
                    <a:pt x="0" y="149"/>
                    <a:pt x="4" y="162"/>
                  </a:cubicBezTo>
                  <a:cubicBezTo>
                    <a:pt x="8" y="173"/>
                    <a:pt x="18" y="179"/>
                    <a:pt x="29" y="179"/>
                  </a:cubicBezTo>
                  <a:cubicBezTo>
                    <a:pt x="33" y="179"/>
                    <a:pt x="35" y="179"/>
                    <a:pt x="38" y="178"/>
                  </a:cubicBezTo>
                  <a:lnTo>
                    <a:pt x="381" y="52"/>
                  </a:lnTo>
                  <a:cubicBezTo>
                    <a:pt x="395" y="46"/>
                    <a:pt x="401" y="31"/>
                    <a:pt x="396" y="18"/>
                  </a:cubicBezTo>
                  <a:cubicBezTo>
                    <a:pt x="393" y="7"/>
                    <a:pt x="382" y="1"/>
                    <a:pt x="37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6" name="Google Shape;9496;p31"/>
            <p:cNvSpPr/>
            <p:nvPr/>
          </p:nvSpPr>
          <p:spPr>
            <a:xfrm>
              <a:off x="2929300" y="3799050"/>
              <a:ext cx="6400" cy="18425"/>
            </a:xfrm>
            <a:custGeom>
              <a:avLst/>
              <a:gdLst/>
              <a:ahLst/>
              <a:cxnLst/>
              <a:rect l="l" t="t" r="r" b="b"/>
              <a:pathLst>
                <a:path w="256" h="737" extrusionOk="0">
                  <a:moveTo>
                    <a:pt x="30" y="1"/>
                  </a:moveTo>
                  <a:cubicBezTo>
                    <a:pt x="27" y="1"/>
                    <a:pt x="25" y="1"/>
                    <a:pt x="22" y="2"/>
                  </a:cubicBezTo>
                  <a:cubicBezTo>
                    <a:pt x="9" y="6"/>
                    <a:pt x="1" y="20"/>
                    <a:pt x="5" y="34"/>
                  </a:cubicBezTo>
                  <a:lnTo>
                    <a:pt x="201" y="719"/>
                  </a:lnTo>
                  <a:cubicBezTo>
                    <a:pt x="204" y="729"/>
                    <a:pt x="215" y="736"/>
                    <a:pt x="226" y="736"/>
                  </a:cubicBezTo>
                  <a:lnTo>
                    <a:pt x="234" y="736"/>
                  </a:lnTo>
                  <a:cubicBezTo>
                    <a:pt x="247" y="732"/>
                    <a:pt x="255" y="717"/>
                    <a:pt x="251" y="704"/>
                  </a:cubicBezTo>
                  <a:lnTo>
                    <a:pt x="55" y="20"/>
                  </a:lnTo>
                  <a:cubicBezTo>
                    <a:pt x="51" y="8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7" name="Google Shape;9497;p31"/>
            <p:cNvSpPr/>
            <p:nvPr/>
          </p:nvSpPr>
          <p:spPr>
            <a:xfrm>
              <a:off x="2935975" y="3821575"/>
              <a:ext cx="2775" cy="4900"/>
            </a:xfrm>
            <a:custGeom>
              <a:avLst/>
              <a:gdLst/>
              <a:ahLst/>
              <a:cxnLst/>
              <a:rect l="l" t="t" r="r" b="b"/>
              <a:pathLst>
                <a:path w="111" h="196" extrusionOk="0">
                  <a:moveTo>
                    <a:pt x="30" y="0"/>
                  </a:moveTo>
                  <a:cubicBezTo>
                    <a:pt x="27" y="0"/>
                    <a:pt x="24" y="1"/>
                    <a:pt x="20" y="2"/>
                  </a:cubicBezTo>
                  <a:cubicBezTo>
                    <a:pt x="7" y="6"/>
                    <a:pt x="0" y="22"/>
                    <a:pt x="6" y="34"/>
                  </a:cubicBezTo>
                  <a:lnTo>
                    <a:pt x="58" y="178"/>
                  </a:lnTo>
                  <a:cubicBezTo>
                    <a:pt x="61" y="189"/>
                    <a:pt x="72" y="196"/>
                    <a:pt x="82" y="196"/>
                  </a:cubicBezTo>
                  <a:cubicBezTo>
                    <a:pt x="85" y="196"/>
                    <a:pt x="88" y="194"/>
                    <a:pt x="90" y="193"/>
                  </a:cubicBezTo>
                  <a:cubicBezTo>
                    <a:pt x="104" y="189"/>
                    <a:pt x="111" y="174"/>
                    <a:pt x="107" y="161"/>
                  </a:cubicBezTo>
                  <a:lnTo>
                    <a:pt x="54" y="17"/>
                  </a:lnTo>
                  <a:cubicBezTo>
                    <a:pt x="50" y="6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8" name="Google Shape;9498;p31"/>
            <p:cNvSpPr/>
            <p:nvPr/>
          </p:nvSpPr>
          <p:spPr>
            <a:xfrm>
              <a:off x="2945125" y="3820275"/>
              <a:ext cx="6650" cy="13900"/>
            </a:xfrm>
            <a:custGeom>
              <a:avLst/>
              <a:gdLst/>
              <a:ahLst/>
              <a:cxnLst/>
              <a:rect l="l" t="t" r="r" b="b"/>
              <a:pathLst>
                <a:path w="266" h="556" extrusionOk="0">
                  <a:moveTo>
                    <a:pt x="29" y="0"/>
                  </a:moveTo>
                  <a:cubicBezTo>
                    <a:pt x="27" y="0"/>
                    <a:pt x="24" y="1"/>
                    <a:pt x="22" y="2"/>
                  </a:cubicBezTo>
                  <a:cubicBezTo>
                    <a:pt x="8" y="6"/>
                    <a:pt x="0" y="19"/>
                    <a:pt x="4" y="34"/>
                  </a:cubicBezTo>
                  <a:cubicBezTo>
                    <a:pt x="55" y="210"/>
                    <a:pt x="127" y="381"/>
                    <a:pt x="213" y="542"/>
                  </a:cubicBezTo>
                  <a:cubicBezTo>
                    <a:pt x="217" y="550"/>
                    <a:pt x="226" y="556"/>
                    <a:pt x="236" y="556"/>
                  </a:cubicBezTo>
                  <a:cubicBezTo>
                    <a:pt x="240" y="556"/>
                    <a:pt x="244" y="554"/>
                    <a:pt x="248" y="553"/>
                  </a:cubicBezTo>
                  <a:cubicBezTo>
                    <a:pt x="260" y="546"/>
                    <a:pt x="265" y="530"/>
                    <a:pt x="259" y="518"/>
                  </a:cubicBezTo>
                  <a:cubicBezTo>
                    <a:pt x="174" y="359"/>
                    <a:pt x="105" y="191"/>
                    <a:pt x="54" y="19"/>
                  </a:cubicBezTo>
                  <a:cubicBezTo>
                    <a:pt x="51" y="8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9" name="Google Shape;9499;p31"/>
            <p:cNvSpPr/>
            <p:nvPr/>
          </p:nvSpPr>
          <p:spPr>
            <a:xfrm>
              <a:off x="2956275" y="3821025"/>
              <a:ext cx="6825" cy="11600"/>
            </a:xfrm>
            <a:custGeom>
              <a:avLst/>
              <a:gdLst/>
              <a:ahLst/>
              <a:cxnLst/>
              <a:rect l="l" t="t" r="r" b="b"/>
              <a:pathLst>
                <a:path w="273" h="464" extrusionOk="0">
                  <a:moveTo>
                    <a:pt x="30" y="1"/>
                  </a:moveTo>
                  <a:cubicBezTo>
                    <a:pt x="26" y="1"/>
                    <a:pt x="22" y="2"/>
                    <a:pt x="18" y="4"/>
                  </a:cubicBezTo>
                  <a:cubicBezTo>
                    <a:pt x="6" y="11"/>
                    <a:pt x="1" y="27"/>
                    <a:pt x="8" y="39"/>
                  </a:cubicBezTo>
                  <a:lnTo>
                    <a:pt x="219" y="450"/>
                  </a:lnTo>
                  <a:cubicBezTo>
                    <a:pt x="224" y="460"/>
                    <a:pt x="232" y="464"/>
                    <a:pt x="242" y="464"/>
                  </a:cubicBezTo>
                  <a:lnTo>
                    <a:pt x="243" y="464"/>
                  </a:lnTo>
                  <a:cubicBezTo>
                    <a:pt x="247" y="464"/>
                    <a:pt x="251" y="464"/>
                    <a:pt x="254" y="461"/>
                  </a:cubicBezTo>
                  <a:cubicBezTo>
                    <a:pt x="267" y="455"/>
                    <a:pt x="273" y="440"/>
                    <a:pt x="266" y="426"/>
                  </a:cubicBezTo>
                  <a:lnTo>
                    <a:pt x="53" y="15"/>
                  </a:lnTo>
                  <a:cubicBezTo>
                    <a:pt x="49" y="6"/>
                    <a:pt x="39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0" name="Google Shape;9500;p31"/>
            <p:cNvSpPr/>
            <p:nvPr/>
          </p:nvSpPr>
          <p:spPr>
            <a:xfrm>
              <a:off x="2905675" y="3799350"/>
              <a:ext cx="9175" cy="29750"/>
            </a:xfrm>
            <a:custGeom>
              <a:avLst/>
              <a:gdLst/>
              <a:ahLst/>
              <a:cxnLst/>
              <a:rect l="l" t="t" r="r" b="b"/>
              <a:pathLst>
                <a:path w="367" h="1190" extrusionOk="0">
                  <a:moveTo>
                    <a:pt x="28" y="0"/>
                  </a:moveTo>
                  <a:cubicBezTo>
                    <a:pt x="27" y="0"/>
                    <a:pt x="25" y="0"/>
                    <a:pt x="24" y="0"/>
                  </a:cubicBezTo>
                  <a:cubicBezTo>
                    <a:pt x="10" y="2"/>
                    <a:pt x="0" y="15"/>
                    <a:pt x="3" y="30"/>
                  </a:cubicBezTo>
                  <a:cubicBezTo>
                    <a:pt x="66" y="419"/>
                    <a:pt x="170" y="804"/>
                    <a:pt x="312" y="1172"/>
                  </a:cubicBezTo>
                  <a:cubicBezTo>
                    <a:pt x="316" y="1183"/>
                    <a:pt x="326" y="1190"/>
                    <a:pt x="337" y="1190"/>
                  </a:cubicBezTo>
                  <a:cubicBezTo>
                    <a:pt x="339" y="1190"/>
                    <a:pt x="343" y="1188"/>
                    <a:pt x="346" y="1187"/>
                  </a:cubicBezTo>
                  <a:cubicBezTo>
                    <a:pt x="359" y="1183"/>
                    <a:pt x="366" y="1167"/>
                    <a:pt x="361" y="1155"/>
                  </a:cubicBezTo>
                  <a:cubicBezTo>
                    <a:pt x="219" y="789"/>
                    <a:pt x="117" y="408"/>
                    <a:pt x="54" y="22"/>
                  </a:cubicBezTo>
                  <a:cubicBezTo>
                    <a:pt x="51" y="8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1" name="Google Shape;9501;p31"/>
            <p:cNvSpPr/>
            <p:nvPr/>
          </p:nvSpPr>
          <p:spPr>
            <a:xfrm>
              <a:off x="2901525" y="3805550"/>
              <a:ext cx="6750" cy="19675"/>
            </a:xfrm>
            <a:custGeom>
              <a:avLst/>
              <a:gdLst/>
              <a:ahLst/>
              <a:cxnLst/>
              <a:rect l="l" t="t" r="r" b="b"/>
              <a:pathLst>
                <a:path w="270" h="787" extrusionOk="0">
                  <a:moveTo>
                    <a:pt x="29" y="1"/>
                  </a:moveTo>
                  <a:cubicBezTo>
                    <a:pt x="27" y="1"/>
                    <a:pt x="25" y="1"/>
                    <a:pt x="24" y="1"/>
                  </a:cubicBezTo>
                  <a:cubicBezTo>
                    <a:pt x="10" y="4"/>
                    <a:pt x="1" y="17"/>
                    <a:pt x="3" y="32"/>
                  </a:cubicBezTo>
                  <a:cubicBezTo>
                    <a:pt x="49" y="284"/>
                    <a:pt x="120" y="533"/>
                    <a:pt x="216" y="771"/>
                  </a:cubicBezTo>
                  <a:cubicBezTo>
                    <a:pt x="220" y="782"/>
                    <a:pt x="229" y="787"/>
                    <a:pt x="240" y="787"/>
                  </a:cubicBezTo>
                  <a:cubicBezTo>
                    <a:pt x="243" y="787"/>
                    <a:pt x="247" y="787"/>
                    <a:pt x="250" y="786"/>
                  </a:cubicBezTo>
                  <a:cubicBezTo>
                    <a:pt x="263" y="780"/>
                    <a:pt x="270" y="765"/>
                    <a:pt x="264" y="752"/>
                  </a:cubicBezTo>
                  <a:cubicBezTo>
                    <a:pt x="170" y="517"/>
                    <a:pt x="99" y="272"/>
                    <a:pt x="55" y="23"/>
                  </a:cubicBezTo>
                  <a:cubicBezTo>
                    <a:pt x="52" y="10"/>
                    <a:pt x="4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2" name="Google Shape;9502;p31"/>
            <p:cNvSpPr/>
            <p:nvPr/>
          </p:nvSpPr>
          <p:spPr>
            <a:xfrm>
              <a:off x="2887100" y="3792000"/>
              <a:ext cx="9975" cy="28225"/>
            </a:xfrm>
            <a:custGeom>
              <a:avLst/>
              <a:gdLst/>
              <a:ahLst/>
              <a:cxnLst/>
              <a:rect l="l" t="t" r="r" b="b"/>
              <a:pathLst>
                <a:path w="399" h="1129" extrusionOk="0">
                  <a:moveTo>
                    <a:pt x="30" y="0"/>
                  </a:moveTo>
                  <a:cubicBezTo>
                    <a:pt x="28" y="0"/>
                    <a:pt x="26" y="0"/>
                    <a:pt x="23" y="1"/>
                  </a:cubicBezTo>
                  <a:cubicBezTo>
                    <a:pt x="9" y="4"/>
                    <a:pt x="1" y="17"/>
                    <a:pt x="3" y="32"/>
                  </a:cubicBezTo>
                  <a:cubicBezTo>
                    <a:pt x="91" y="399"/>
                    <a:pt x="205" y="763"/>
                    <a:pt x="346" y="1112"/>
                  </a:cubicBezTo>
                  <a:cubicBezTo>
                    <a:pt x="350" y="1122"/>
                    <a:pt x="360" y="1128"/>
                    <a:pt x="369" y="1128"/>
                  </a:cubicBezTo>
                  <a:cubicBezTo>
                    <a:pt x="373" y="1128"/>
                    <a:pt x="376" y="1127"/>
                    <a:pt x="380" y="1126"/>
                  </a:cubicBezTo>
                  <a:cubicBezTo>
                    <a:pt x="393" y="1122"/>
                    <a:pt x="399" y="1106"/>
                    <a:pt x="393" y="1092"/>
                  </a:cubicBezTo>
                  <a:cubicBezTo>
                    <a:pt x="255" y="745"/>
                    <a:pt x="140" y="385"/>
                    <a:pt x="54" y="20"/>
                  </a:cubicBezTo>
                  <a:cubicBezTo>
                    <a:pt x="51" y="9"/>
                    <a:pt x="41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3" name="Google Shape;9503;p31"/>
            <p:cNvSpPr/>
            <p:nvPr/>
          </p:nvSpPr>
          <p:spPr>
            <a:xfrm>
              <a:off x="2884575" y="3780375"/>
              <a:ext cx="2675" cy="5300"/>
            </a:xfrm>
            <a:custGeom>
              <a:avLst/>
              <a:gdLst/>
              <a:ahLst/>
              <a:cxnLst/>
              <a:rect l="l" t="t" r="r" b="b"/>
              <a:pathLst>
                <a:path w="107" h="212" extrusionOk="0">
                  <a:moveTo>
                    <a:pt x="28" y="0"/>
                  </a:moveTo>
                  <a:cubicBezTo>
                    <a:pt x="26" y="0"/>
                    <a:pt x="24" y="0"/>
                    <a:pt x="22" y="1"/>
                  </a:cubicBezTo>
                  <a:cubicBezTo>
                    <a:pt x="7" y="6"/>
                    <a:pt x="1" y="19"/>
                    <a:pt x="5" y="34"/>
                  </a:cubicBezTo>
                  <a:lnTo>
                    <a:pt x="53" y="193"/>
                  </a:lnTo>
                  <a:cubicBezTo>
                    <a:pt x="56" y="204"/>
                    <a:pt x="67" y="212"/>
                    <a:pt x="77" y="212"/>
                  </a:cubicBezTo>
                  <a:cubicBezTo>
                    <a:pt x="80" y="212"/>
                    <a:pt x="83" y="211"/>
                    <a:pt x="85" y="211"/>
                  </a:cubicBezTo>
                  <a:cubicBezTo>
                    <a:pt x="99" y="206"/>
                    <a:pt x="107" y="192"/>
                    <a:pt x="102" y="178"/>
                  </a:cubicBezTo>
                  <a:lnTo>
                    <a:pt x="54" y="18"/>
                  </a:lnTo>
                  <a:cubicBezTo>
                    <a:pt x="51" y="7"/>
                    <a:pt x="4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4" name="Google Shape;9504;p31"/>
            <p:cNvSpPr/>
            <p:nvPr/>
          </p:nvSpPr>
          <p:spPr>
            <a:xfrm>
              <a:off x="2911075" y="3788775"/>
              <a:ext cx="6225" cy="23050"/>
            </a:xfrm>
            <a:custGeom>
              <a:avLst/>
              <a:gdLst/>
              <a:ahLst/>
              <a:cxnLst/>
              <a:rect l="l" t="t" r="r" b="b"/>
              <a:pathLst>
                <a:path w="249" h="922" extrusionOk="0">
                  <a:moveTo>
                    <a:pt x="29" y="0"/>
                  </a:moveTo>
                  <a:cubicBezTo>
                    <a:pt x="27" y="0"/>
                    <a:pt x="25" y="1"/>
                    <a:pt x="24" y="1"/>
                  </a:cubicBezTo>
                  <a:cubicBezTo>
                    <a:pt x="9" y="4"/>
                    <a:pt x="1" y="18"/>
                    <a:pt x="3" y="32"/>
                  </a:cubicBezTo>
                  <a:lnTo>
                    <a:pt x="194" y="901"/>
                  </a:lnTo>
                  <a:cubicBezTo>
                    <a:pt x="197" y="913"/>
                    <a:pt x="208" y="921"/>
                    <a:pt x="220" y="921"/>
                  </a:cubicBezTo>
                  <a:lnTo>
                    <a:pt x="225" y="921"/>
                  </a:lnTo>
                  <a:cubicBezTo>
                    <a:pt x="240" y="918"/>
                    <a:pt x="248" y="904"/>
                    <a:pt x="246" y="890"/>
                  </a:cubicBezTo>
                  <a:lnTo>
                    <a:pt x="55" y="21"/>
                  </a:lnTo>
                  <a:cubicBezTo>
                    <a:pt x="51" y="8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5" name="Google Shape;9505;p31"/>
            <p:cNvSpPr/>
            <p:nvPr/>
          </p:nvSpPr>
          <p:spPr>
            <a:xfrm>
              <a:off x="2917700" y="3816300"/>
              <a:ext cx="2900" cy="5475"/>
            </a:xfrm>
            <a:custGeom>
              <a:avLst/>
              <a:gdLst/>
              <a:ahLst/>
              <a:cxnLst/>
              <a:rect l="l" t="t" r="r" b="b"/>
              <a:pathLst>
                <a:path w="116" h="219" extrusionOk="0">
                  <a:moveTo>
                    <a:pt x="30" y="0"/>
                  </a:moveTo>
                  <a:cubicBezTo>
                    <a:pt x="27" y="0"/>
                    <a:pt x="24" y="1"/>
                    <a:pt x="21" y="2"/>
                  </a:cubicBezTo>
                  <a:cubicBezTo>
                    <a:pt x="8" y="6"/>
                    <a:pt x="1" y="21"/>
                    <a:pt x="5" y="34"/>
                  </a:cubicBezTo>
                  <a:lnTo>
                    <a:pt x="61" y="200"/>
                  </a:lnTo>
                  <a:cubicBezTo>
                    <a:pt x="64" y="212"/>
                    <a:pt x="75" y="218"/>
                    <a:pt x="86" y="218"/>
                  </a:cubicBezTo>
                  <a:lnTo>
                    <a:pt x="86" y="217"/>
                  </a:lnTo>
                  <a:cubicBezTo>
                    <a:pt x="88" y="217"/>
                    <a:pt x="91" y="217"/>
                    <a:pt x="94" y="216"/>
                  </a:cubicBezTo>
                  <a:cubicBezTo>
                    <a:pt x="107" y="212"/>
                    <a:pt x="115" y="197"/>
                    <a:pt x="110" y="183"/>
                  </a:cubicBezTo>
                  <a:lnTo>
                    <a:pt x="53" y="18"/>
                  </a:lnTo>
                  <a:cubicBezTo>
                    <a:pt x="50" y="7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6" name="Google Shape;9506;p31"/>
            <p:cNvSpPr/>
            <p:nvPr/>
          </p:nvSpPr>
          <p:spPr>
            <a:xfrm>
              <a:off x="2884250" y="3746000"/>
              <a:ext cx="27800" cy="8900"/>
            </a:xfrm>
            <a:custGeom>
              <a:avLst/>
              <a:gdLst/>
              <a:ahLst/>
              <a:cxnLst/>
              <a:rect l="l" t="t" r="r" b="b"/>
              <a:pathLst>
                <a:path w="1112" h="356" extrusionOk="0">
                  <a:moveTo>
                    <a:pt x="1084" y="0"/>
                  </a:moveTo>
                  <a:cubicBezTo>
                    <a:pt x="1083" y="0"/>
                    <a:pt x="1081" y="0"/>
                    <a:pt x="1079" y="1"/>
                  </a:cubicBezTo>
                  <a:cubicBezTo>
                    <a:pt x="717" y="68"/>
                    <a:pt x="362" y="172"/>
                    <a:pt x="19" y="306"/>
                  </a:cubicBezTo>
                  <a:cubicBezTo>
                    <a:pt x="7" y="311"/>
                    <a:pt x="0" y="326"/>
                    <a:pt x="6" y="340"/>
                  </a:cubicBezTo>
                  <a:cubicBezTo>
                    <a:pt x="10" y="349"/>
                    <a:pt x="19" y="356"/>
                    <a:pt x="28" y="356"/>
                  </a:cubicBezTo>
                  <a:cubicBezTo>
                    <a:pt x="32" y="356"/>
                    <a:pt x="35" y="356"/>
                    <a:pt x="39" y="355"/>
                  </a:cubicBezTo>
                  <a:cubicBezTo>
                    <a:pt x="378" y="220"/>
                    <a:pt x="731" y="119"/>
                    <a:pt x="1089" y="52"/>
                  </a:cubicBezTo>
                  <a:cubicBezTo>
                    <a:pt x="1102" y="49"/>
                    <a:pt x="1111" y="36"/>
                    <a:pt x="1109" y="22"/>
                  </a:cubicBezTo>
                  <a:cubicBezTo>
                    <a:pt x="1106" y="9"/>
                    <a:pt x="1097" y="0"/>
                    <a:pt x="108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7" name="Google Shape;9507;p31"/>
            <p:cNvSpPr/>
            <p:nvPr/>
          </p:nvSpPr>
          <p:spPr>
            <a:xfrm>
              <a:off x="2875050" y="3755625"/>
              <a:ext cx="5525" cy="3350"/>
            </a:xfrm>
            <a:custGeom>
              <a:avLst/>
              <a:gdLst/>
              <a:ahLst/>
              <a:cxnLst/>
              <a:rect l="l" t="t" r="r" b="b"/>
              <a:pathLst>
                <a:path w="221" h="134" extrusionOk="0">
                  <a:moveTo>
                    <a:pt x="190" y="0"/>
                  </a:moveTo>
                  <a:cubicBezTo>
                    <a:pt x="186" y="0"/>
                    <a:pt x="182" y="1"/>
                    <a:pt x="179" y="3"/>
                  </a:cubicBezTo>
                  <a:lnTo>
                    <a:pt x="18" y="84"/>
                  </a:lnTo>
                  <a:cubicBezTo>
                    <a:pt x="6" y="91"/>
                    <a:pt x="1" y="107"/>
                    <a:pt x="8" y="119"/>
                  </a:cubicBezTo>
                  <a:cubicBezTo>
                    <a:pt x="12" y="128"/>
                    <a:pt x="21" y="134"/>
                    <a:pt x="31" y="134"/>
                  </a:cubicBezTo>
                  <a:cubicBezTo>
                    <a:pt x="35" y="134"/>
                    <a:pt x="39" y="132"/>
                    <a:pt x="43" y="131"/>
                  </a:cubicBezTo>
                  <a:lnTo>
                    <a:pt x="203" y="49"/>
                  </a:lnTo>
                  <a:cubicBezTo>
                    <a:pt x="215" y="44"/>
                    <a:pt x="220" y="27"/>
                    <a:pt x="213" y="15"/>
                  </a:cubicBezTo>
                  <a:cubicBezTo>
                    <a:pt x="209" y="6"/>
                    <a:pt x="200" y="0"/>
                    <a:pt x="19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8" name="Google Shape;9508;p31"/>
            <p:cNvSpPr/>
            <p:nvPr/>
          </p:nvSpPr>
          <p:spPr>
            <a:xfrm>
              <a:off x="2863800" y="3764625"/>
              <a:ext cx="5075" cy="20800"/>
            </a:xfrm>
            <a:custGeom>
              <a:avLst/>
              <a:gdLst/>
              <a:ahLst/>
              <a:cxnLst/>
              <a:rect l="l" t="t" r="r" b="b"/>
              <a:pathLst>
                <a:path w="203" h="832" extrusionOk="0">
                  <a:moveTo>
                    <a:pt x="28" y="1"/>
                  </a:moveTo>
                  <a:cubicBezTo>
                    <a:pt x="27" y="1"/>
                    <a:pt x="25" y="1"/>
                    <a:pt x="23" y="1"/>
                  </a:cubicBezTo>
                  <a:cubicBezTo>
                    <a:pt x="10" y="4"/>
                    <a:pt x="0" y="17"/>
                    <a:pt x="3" y="31"/>
                  </a:cubicBezTo>
                  <a:lnTo>
                    <a:pt x="150" y="810"/>
                  </a:lnTo>
                  <a:cubicBezTo>
                    <a:pt x="152" y="822"/>
                    <a:pt x="163" y="831"/>
                    <a:pt x="175" y="831"/>
                  </a:cubicBezTo>
                  <a:cubicBezTo>
                    <a:pt x="176" y="831"/>
                    <a:pt x="178" y="831"/>
                    <a:pt x="179" y="830"/>
                  </a:cubicBezTo>
                  <a:cubicBezTo>
                    <a:pt x="193" y="827"/>
                    <a:pt x="202" y="814"/>
                    <a:pt x="199" y="800"/>
                  </a:cubicBezTo>
                  <a:lnTo>
                    <a:pt x="54" y="21"/>
                  </a:lnTo>
                  <a:cubicBezTo>
                    <a:pt x="52" y="9"/>
                    <a:pt x="4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9" name="Google Shape;9509;p31"/>
            <p:cNvSpPr/>
            <p:nvPr/>
          </p:nvSpPr>
          <p:spPr>
            <a:xfrm>
              <a:off x="2869000" y="3790700"/>
              <a:ext cx="2325" cy="4600"/>
            </a:xfrm>
            <a:custGeom>
              <a:avLst/>
              <a:gdLst/>
              <a:ahLst/>
              <a:cxnLst/>
              <a:rect l="l" t="t" r="r" b="b"/>
              <a:pathLst>
                <a:path w="93" h="184" extrusionOk="0">
                  <a:moveTo>
                    <a:pt x="30" y="1"/>
                  </a:moveTo>
                  <a:cubicBezTo>
                    <a:pt x="27" y="1"/>
                    <a:pt x="25" y="1"/>
                    <a:pt x="22" y="2"/>
                  </a:cubicBezTo>
                  <a:cubicBezTo>
                    <a:pt x="9" y="5"/>
                    <a:pt x="1" y="19"/>
                    <a:pt x="3" y="33"/>
                  </a:cubicBezTo>
                  <a:lnTo>
                    <a:pt x="38" y="165"/>
                  </a:lnTo>
                  <a:cubicBezTo>
                    <a:pt x="41" y="176"/>
                    <a:pt x="52" y="184"/>
                    <a:pt x="64" y="184"/>
                  </a:cubicBezTo>
                  <a:lnTo>
                    <a:pt x="71" y="184"/>
                  </a:lnTo>
                  <a:cubicBezTo>
                    <a:pt x="84" y="180"/>
                    <a:pt x="92" y="165"/>
                    <a:pt x="88" y="151"/>
                  </a:cubicBezTo>
                  <a:lnTo>
                    <a:pt x="55" y="19"/>
                  </a:lnTo>
                  <a:cubicBezTo>
                    <a:pt x="51" y="8"/>
                    <a:pt x="4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0" name="Google Shape;9510;p31"/>
            <p:cNvSpPr/>
            <p:nvPr/>
          </p:nvSpPr>
          <p:spPr>
            <a:xfrm>
              <a:off x="2845125" y="3743975"/>
              <a:ext cx="18600" cy="10775"/>
            </a:xfrm>
            <a:custGeom>
              <a:avLst/>
              <a:gdLst/>
              <a:ahLst/>
              <a:cxnLst/>
              <a:rect l="l" t="t" r="r" b="b"/>
              <a:pathLst>
                <a:path w="744" h="431" extrusionOk="0">
                  <a:moveTo>
                    <a:pt x="715" y="0"/>
                  </a:moveTo>
                  <a:cubicBezTo>
                    <a:pt x="711" y="0"/>
                    <a:pt x="708" y="1"/>
                    <a:pt x="704" y="2"/>
                  </a:cubicBezTo>
                  <a:cubicBezTo>
                    <a:pt x="461" y="101"/>
                    <a:pt x="228" y="228"/>
                    <a:pt x="14" y="384"/>
                  </a:cubicBezTo>
                  <a:cubicBezTo>
                    <a:pt x="3" y="392"/>
                    <a:pt x="1" y="409"/>
                    <a:pt x="9" y="419"/>
                  </a:cubicBezTo>
                  <a:cubicBezTo>
                    <a:pt x="14" y="427"/>
                    <a:pt x="22" y="430"/>
                    <a:pt x="30" y="430"/>
                  </a:cubicBezTo>
                  <a:cubicBezTo>
                    <a:pt x="36" y="430"/>
                    <a:pt x="41" y="429"/>
                    <a:pt x="45" y="426"/>
                  </a:cubicBezTo>
                  <a:cubicBezTo>
                    <a:pt x="255" y="273"/>
                    <a:pt x="484" y="146"/>
                    <a:pt x="724" y="49"/>
                  </a:cubicBezTo>
                  <a:cubicBezTo>
                    <a:pt x="738" y="44"/>
                    <a:pt x="743" y="29"/>
                    <a:pt x="739" y="16"/>
                  </a:cubicBezTo>
                  <a:cubicBezTo>
                    <a:pt x="734" y="6"/>
                    <a:pt x="725" y="0"/>
                    <a:pt x="71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1" name="Google Shape;9511;p31"/>
            <p:cNvSpPr/>
            <p:nvPr/>
          </p:nvSpPr>
          <p:spPr>
            <a:xfrm>
              <a:off x="2858425" y="3773825"/>
              <a:ext cx="8450" cy="26050"/>
            </a:xfrm>
            <a:custGeom>
              <a:avLst/>
              <a:gdLst/>
              <a:ahLst/>
              <a:cxnLst/>
              <a:rect l="l" t="t" r="r" b="b"/>
              <a:pathLst>
                <a:path w="338" h="1042" extrusionOk="0">
                  <a:moveTo>
                    <a:pt x="30" y="1"/>
                  </a:moveTo>
                  <a:cubicBezTo>
                    <a:pt x="28" y="1"/>
                    <a:pt x="26" y="1"/>
                    <a:pt x="24" y="2"/>
                  </a:cubicBezTo>
                  <a:cubicBezTo>
                    <a:pt x="9" y="3"/>
                    <a:pt x="0" y="16"/>
                    <a:pt x="3" y="31"/>
                  </a:cubicBezTo>
                  <a:cubicBezTo>
                    <a:pt x="62" y="370"/>
                    <a:pt x="156" y="705"/>
                    <a:pt x="285" y="1025"/>
                  </a:cubicBezTo>
                  <a:cubicBezTo>
                    <a:pt x="289" y="1035"/>
                    <a:pt x="299" y="1042"/>
                    <a:pt x="309" y="1042"/>
                  </a:cubicBezTo>
                  <a:cubicBezTo>
                    <a:pt x="312" y="1042"/>
                    <a:pt x="316" y="1042"/>
                    <a:pt x="319" y="1040"/>
                  </a:cubicBezTo>
                  <a:cubicBezTo>
                    <a:pt x="332" y="1035"/>
                    <a:pt x="338" y="1020"/>
                    <a:pt x="334" y="1007"/>
                  </a:cubicBezTo>
                  <a:cubicBezTo>
                    <a:pt x="206" y="689"/>
                    <a:pt x="112" y="358"/>
                    <a:pt x="54" y="22"/>
                  </a:cubicBezTo>
                  <a:cubicBezTo>
                    <a:pt x="52" y="10"/>
                    <a:pt x="4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2" name="Google Shape;9512;p31"/>
            <p:cNvSpPr/>
            <p:nvPr/>
          </p:nvSpPr>
          <p:spPr>
            <a:xfrm>
              <a:off x="2850800" y="3775000"/>
              <a:ext cx="6050" cy="16175"/>
            </a:xfrm>
            <a:custGeom>
              <a:avLst/>
              <a:gdLst/>
              <a:ahLst/>
              <a:cxnLst/>
              <a:rect l="l" t="t" r="r" b="b"/>
              <a:pathLst>
                <a:path w="242" h="647" extrusionOk="0">
                  <a:moveTo>
                    <a:pt x="30" y="1"/>
                  </a:moveTo>
                  <a:cubicBezTo>
                    <a:pt x="28" y="1"/>
                    <a:pt x="26" y="1"/>
                    <a:pt x="24" y="2"/>
                  </a:cubicBezTo>
                  <a:cubicBezTo>
                    <a:pt x="9" y="4"/>
                    <a:pt x="1" y="18"/>
                    <a:pt x="4" y="31"/>
                  </a:cubicBezTo>
                  <a:cubicBezTo>
                    <a:pt x="47" y="236"/>
                    <a:pt x="109" y="436"/>
                    <a:pt x="188" y="630"/>
                  </a:cubicBezTo>
                  <a:cubicBezTo>
                    <a:pt x="192" y="639"/>
                    <a:pt x="201" y="646"/>
                    <a:pt x="212" y="646"/>
                  </a:cubicBezTo>
                  <a:cubicBezTo>
                    <a:pt x="215" y="646"/>
                    <a:pt x="219" y="645"/>
                    <a:pt x="222" y="643"/>
                  </a:cubicBezTo>
                  <a:cubicBezTo>
                    <a:pt x="235" y="638"/>
                    <a:pt x="242" y="623"/>
                    <a:pt x="236" y="610"/>
                  </a:cubicBezTo>
                  <a:cubicBezTo>
                    <a:pt x="158" y="420"/>
                    <a:pt x="96" y="222"/>
                    <a:pt x="53" y="22"/>
                  </a:cubicBezTo>
                  <a:cubicBezTo>
                    <a:pt x="51" y="9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3" name="Google Shape;9513;p31"/>
            <p:cNvSpPr/>
            <p:nvPr/>
          </p:nvSpPr>
          <p:spPr>
            <a:xfrm>
              <a:off x="2774300" y="3625075"/>
              <a:ext cx="17000" cy="20625"/>
            </a:xfrm>
            <a:custGeom>
              <a:avLst/>
              <a:gdLst/>
              <a:ahLst/>
              <a:cxnLst/>
              <a:rect l="l" t="t" r="r" b="b"/>
              <a:pathLst>
                <a:path w="680" h="825" extrusionOk="0">
                  <a:moveTo>
                    <a:pt x="651" y="0"/>
                  </a:moveTo>
                  <a:cubicBezTo>
                    <a:pt x="642" y="0"/>
                    <a:pt x="634" y="4"/>
                    <a:pt x="629" y="12"/>
                  </a:cubicBezTo>
                  <a:cubicBezTo>
                    <a:pt x="452" y="291"/>
                    <a:pt x="244" y="549"/>
                    <a:pt x="10" y="780"/>
                  </a:cubicBezTo>
                  <a:cubicBezTo>
                    <a:pt x="0" y="791"/>
                    <a:pt x="0" y="807"/>
                    <a:pt x="10" y="817"/>
                  </a:cubicBezTo>
                  <a:cubicBezTo>
                    <a:pt x="15" y="822"/>
                    <a:pt x="22" y="825"/>
                    <a:pt x="29" y="825"/>
                  </a:cubicBezTo>
                  <a:cubicBezTo>
                    <a:pt x="35" y="825"/>
                    <a:pt x="42" y="822"/>
                    <a:pt x="46" y="817"/>
                  </a:cubicBezTo>
                  <a:cubicBezTo>
                    <a:pt x="283" y="582"/>
                    <a:pt x="493" y="321"/>
                    <a:pt x="672" y="40"/>
                  </a:cubicBezTo>
                  <a:cubicBezTo>
                    <a:pt x="680" y="28"/>
                    <a:pt x="676" y="12"/>
                    <a:pt x="664" y="4"/>
                  </a:cubicBezTo>
                  <a:cubicBezTo>
                    <a:pt x="660" y="2"/>
                    <a:pt x="655" y="0"/>
                    <a:pt x="65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4" name="Google Shape;9514;p31"/>
            <p:cNvSpPr/>
            <p:nvPr/>
          </p:nvSpPr>
          <p:spPr>
            <a:xfrm>
              <a:off x="2768475" y="3647800"/>
              <a:ext cx="3525" cy="3250"/>
            </a:xfrm>
            <a:custGeom>
              <a:avLst/>
              <a:gdLst/>
              <a:ahLst/>
              <a:cxnLst/>
              <a:rect l="l" t="t" r="r" b="b"/>
              <a:pathLst>
                <a:path w="141" h="130" extrusionOk="0">
                  <a:moveTo>
                    <a:pt x="112" y="0"/>
                  </a:moveTo>
                  <a:cubicBezTo>
                    <a:pt x="105" y="0"/>
                    <a:pt x="99" y="3"/>
                    <a:pt x="93" y="7"/>
                  </a:cubicBezTo>
                  <a:lnTo>
                    <a:pt x="11" y="85"/>
                  </a:lnTo>
                  <a:cubicBezTo>
                    <a:pt x="1" y="96"/>
                    <a:pt x="1" y="112"/>
                    <a:pt x="11" y="121"/>
                  </a:cubicBezTo>
                  <a:cubicBezTo>
                    <a:pt x="15" y="127"/>
                    <a:pt x="22" y="130"/>
                    <a:pt x="29" y="130"/>
                  </a:cubicBezTo>
                  <a:lnTo>
                    <a:pt x="30" y="130"/>
                  </a:lnTo>
                  <a:cubicBezTo>
                    <a:pt x="36" y="130"/>
                    <a:pt x="42" y="128"/>
                    <a:pt x="48" y="123"/>
                  </a:cubicBezTo>
                  <a:lnTo>
                    <a:pt x="130" y="45"/>
                  </a:lnTo>
                  <a:cubicBezTo>
                    <a:pt x="141" y="34"/>
                    <a:pt x="141" y="18"/>
                    <a:pt x="131" y="8"/>
                  </a:cubicBezTo>
                  <a:cubicBezTo>
                    <a:pt x="126" y="3"/>
                    <a:pt x="119" y="0"/>
                    <a:pt x="11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5" name="Google Shape;9515;p31"/>
            <p:cNvSpPr/>
            <p:nvPr/>
          </p:nvSpPr>
          <p:spPr>
            <a:xfrm>
              <a:off x="2777100" y="3637100"/>
              <a:ext cx="11750" cy="15525"/>
            </a:xfrm>
            <a:custGeom>
              <a:avLst/>
              <a:gdLst/>
              <a:ahLst/>
              <a:cxnLst/>
              <a:rect l="l" t="t" r="r" b="b"/>
              <a:pathLst>
                <a:path w="470" h="621" extrusionOk="0">
                  <a:moveTo>
                    <a:pt x="441" y="0"/>
                  </a:moveTo>
                  <a:cubicBezTo>
                    <a:pt x="431" y="0"/>
                    <a:pt x="422" y="6"/>
                    <a:pt x="417" y="14"/>
                  </a:cubicBezTo>
                  <a:cubicBezTo>
                    <a:pt x="311" y="221"/>
                    <a:pt x="174" y="411"/>
                    <a:pt x="9" y="576"/>
                  </a:cubicBezTo>
                  <a:cubicBezTo>
                    <a:pt x="0" y="587"/>
                    <a:pt x="0" y="603"/>
                    <a:pt x="9" y="614"/>
                  </a:cubicBezTo>
                  <a:cubicBezTo>
                    <a:pt x="15" y="618"/>
                    <a:pt x="22" y="621"/>
                    <a:pt x="28" y="621"/>
                  </a:cubicBezTo>
                  <a:cubicBezTo>
                    <a:pt x="35" y="621"/>
                    <a:pt x="42" y="618"/>
                    <a:pt x="47" y="613"/>
                  </a:cubicBezTo>
                  <a:cubicBezTo>
                    <a:pt x="214" y="443"/>
                    <a:pt x="354" y="249"/>
                    <a:pt x="463" y="38"/>
                  </a:cubicBezTo>
                  <a:cubicBezTo>
                    <a:pt x="470" y="25"/>
                    <a:pt x="465" y="10"/>
                    <a:pt x="452" y="3"/>
                  </a:cubicBezTo>
                  <a:cubicBezTo>
                    <a:pt x="448" y="1"/>
                    <a:pt x="444" y="0"/>
                    <a:pt x="44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6" name="Google Shape;9516;p31"/>
            <p:cNvSpPr/>
            <p:nvPr/>
          </p:nvSpPr>
          <p:spPr>
            <a:xfrm>
              <a:off x="2776950" y="3591100"/>
              <a:ext cx="18125" cy="23625"/>
            </a:xfrm>
            <a:custGeom>
              <a:avLst/>
              <a:gdLst/>
              <a:ahLst/>
              <a:cxnLst/>
              <a:rect l="l" t="t" r="r" b="b"/>
              <a:pathLst>
                <a:path w="725" h="945" extrusionOk="0">
                  <a:moveTo>
                    <a:pt x="694" y="0"/>
                  </a:moveTo>
                  <a:cubicBezTo>
                    <a:pt x="685" y="0"/>
                    <a:pt x="677" y="5"/>
                    <a:pt x="672" y="14"/>
                  </a:cubicBezTo>
                  <a:cubicBezTo>
                    <a:pt x="485" y="331"/>
                    <a:pt x="262" y="630"/>
                    <a:pt x="11" y="902"/>
                  </a:cubicBezTo>
                  <a:cubicBezTo>
                    <a:pt x="1" y="911"/>
                    <a:pt x="2" y="928"/>
                    <a:pt x="13" y="938"/>
                  </a:cubicBezTo>
                  <a:cubicBezTo>
                    <a:pt x="17" y="942"/>
                    <a:pt x="24" y="945"/>
                    <a:pt x="30" y="945"/>
                  </a:cubicBezTo>
                  <a:cubicBezTo>
                    <a:pt x="37" y="945"/>
                    <a:pt x="44" y="942"/>
                    <a:pt x="49" y="937"/>
                  </a:cubicBezTo>
                  <a:cubicBezTo>
                    <a:pt x="302" y="662"/>
                    <a:pt x="528" y="361"/>
                    <a:pt x="718" y="39"/>
                  </a:cubicBezTo>
                  <a:cubicBezTo>
                    <a:pt x="724" y="27"/>
                    <a:pt x="720" y="11"/>
                    <a:pt x="708" y="4"/>
                  </a:cubicBezTo>
                  <a:cubicBezTo>
                    <a:pt x="704" y="1"/>
                    <a:pt x="699" y="0"/>
                    <a:pt x="69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7" name="Google Shape;9517;p31"/>
            <p:cNvSpPr/>
            <p:nvPr/>
          </p:nvSpPr>
          <p:spPr>
            <a:xfrm>
              <a:off x="2771750" y="3616825"/>
              <a:ext cx="3575" cy="3925"/>
            </a:xfrm>
            <a:custGeom>
              <a:avLst/>
              <a:gdLst/>
              <a:ahLst/>
              <a:cxnLst/>
              <a:rect l="l" t="t" r="r" b="b"/>
              <a:pathLst>
                <a:path w="143" h="157" extrusionOk="0">
                  <a:moveTo>
                    <a:pt x="113" y="1"/>
                  </a:moveTo>
                  <a:cubicBezTo>
                    <a:pt x="106" y="1"/>
                    <a:pt x="98" y="4"/>
                    <a:pt x="93" y="11"/>
                  </a:cubicBezTo>
                  <a:lnTo>
                    <a:pt x="10" y="113"/>
                  </a:lnTo>
                  <a:cubicBezTo>
                    <a:pt x="0" y="125"/>
                    <a:pt x="3" y="142"/>
                    <a:pt x="14" y="150"/>
                  </a:cubicBezTo>
                  <a:cubicBezTo>
                    <a:pt x="18" y="154"/>
                    <a:pt x="24" y="156"/>
                    <a:pt x="30" y="156"/>
                  </a:cubicBezTo>
                  <a:cubicBezTo>
                    <a:pt x="38" y="156"/>
                    <a:pt x="45" y="152"/>
                    <a:pt x="50" y="146"/>
                  </a:cubicBezTo>
                  <a:lnTo>
                    <a:pt x="133" y="43"/>
                  </a:lnTo>
                  <a:cubicBezTo>
                    <a:pt x="143" y="31"/>
                    <a:pt x="140" y="15"/>
                    <a:pt x="129" y="7"/>
                  </a:cubicBezTo>
                  <a:cubicBezTo>
                    <a:pt x="125" y="3"/>
                    <a:pt x="119" y="1"/>
                    <a:pt x="11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8" name="Google Shape;9518;p31"/>
            <p:cNvSpPr/>
            <p:nvPr/>
          </p:nvSpPr>
          <p:spPr>
            <a:xfrm>
              <a:off x="2777625" y="3576600"/>
              <a:ext cx="18450" cy="24950"/>
            </a:xfrm>
            <a:custGeom>
              <a:avLst/>
              <a:gdLst/>
              <a:ahLst/>
              <a:cxnLst/>
              <a:rect l="l" t="t" r="r" b="b"/>
              <a:pathLst>
                <a:path w="738" h="998" extrusionOk="0">
                  <a:moveTo>
                    <a:pt x="707" y="0"/>
                  </a:moveTo>
                  <a:cubicBezTo>
                    <a:pt x="699" y="0"/>
                    <a:pt x="691" y="5"/>
                    <a:pt x="685" y="12"/>
                  </a:cubicBezTo>
                  <a:cubicBezTo>
                    <a:pt x="489" y="345"/>
                    <a:pt x="262" y="662"/>
                    <a:pt x="10" y="954"/>
                  </a:cubicBezTo>
                  <a:cubicBezTo>
                    <a:pt x="1" y="965"/>
                    <a:pt x="2" y="981"/>
                    <a:pt x="13" y="990"/>
                  </a:cubicBezTo>
                  <a:cubicBezTo>
                    <a:pt x="18" y="995"/>
                    <a:pt x="23" y="997"/>
                    <a:pt x="30" y="997"/>
                  </a:cubicBezTo>
                  <a:cubicBezTo>
                    <a:pt x="38" y="997"/>
                    <a:pt x="45" y="995"/>
                    <a:pt x="50" y="988"/>
                  </a:cubicBezTo>
                  <a:cubicBezTo>
                    <a:pt x="303" y="693"/>
                    <a:pt x="532" y="374"/>
                    <a:pt x="730" y="39"/>
                  </a:cubicBezTo>
                  <a:cubicBezTo>
                    <a:pt x="738" y="27"/>
                    <a:pt x="734" y="11"/>
                    <a:pt x="722" y="4"/>
                  </a:cubicBezTo>
                  <a:cubicBezTo>
                    <a:pt x="717" y="2"/>
                    <a:pt x="712" y="0"/>
                    <a:pt x="70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9" name="Google Shape;9519;p31"/>
            <p:cNvSpPr/>
            <p:nvPr/>
          </p:nvSpPr>
          <p:spPr>
            <a:xfrm>
              <a:off x="2751800" y="3578250"/>
              <a:ext cx="30125" cy="29425"/>
            </a:xfrm>
            <a:custGeom>
              <a:avLst/>
              <a:gdLst/>
              <a:ahLst/>
              <a:cxnLst/>
              <a:rect l="l" t="t" r="r" b="b"/>
              <a:pathLst>
                <a:path w="1205" h="1177" extrusionOk="0">
                  <a:moveTo>
                    <a:pt x="1176" y="1"/>
                  </a:moveTo>
                  <a:cubicBezTo>
                    <a:pt x="1168" y="1"/>
                    <a:pt x="1160" y="4"/>
                    <a:pt x="1155" y="11"/>
                  </a:cubicBezTo>
                  <a:cubicBezTo>
                    <a:pt x="829" y="436"/>
                    <a:pt x="446" y="811"/>
                    <a:pt x="14" y="1129"/>
                  </a:cubicBezTo>
                  <a:cubicBezTo>
                    <a:pt x="3" y="1138"/>
                    <a:pt x="0" y="1155"/>
                    <a:pt x="8" y="1165"/>
                  </a:cubicBezTo>
                  <a:cubicBezTo>
                    <a:pt x="14" y="1172"/>
                    <a:pt x="22" y="1176"/>
                    <a:pt x="30" y="1176"/>
                  </a:cubicBezTo>
                  <a:cubicBezTo>
                    <a:pt x="35" y="1176"/>
                    <a:pt x="41" y="1175"/>
                    <a:pt x="45" y="1171"/>
                  </a:cubicBezTo>
                  <a:cubicBezTo>
                    <a:pt x="479" y="850"/>
                    <a:pt x="867" y="471"/>
                    <a:pt x="1196" y="42"/>
                  </a:cubicBezTo>
                  <a:cubicBezTo>
                    <a:pt x="1204" y="31"/>
                    <a:pt x="1203" y="15"/>
                    <a:pt x="1191" y="6"/>
                  </a:cubicBezTo>
                  <a:cubicBezTo>
                    <a:pt x="1186" y="2"/>
                    <a:pt x="1181" y="1"/>
                    <a:pt x="117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0" name="Google Shape;9520;p31"/>
            <p:cNvSpPr/>
            <p:nvPr/>
          </p:nvSpPr>
          <p:spPr>
            <a:xfrm>
              <a:off x="2784050" y="3569825"/>
              <a:ext cx="4800" cy="5125"/>
            </a:xfrm>
            <a:custGeom>
              <a:avLst/>
              <a:gdLst/>
              <a:ahLst/>
              <a:cxnLst/>
              <a:rect l="l" t="t" r="r" b="b"/>
              <a:pathLst>
                <a:path w="192" h="205" extrusionOk="0">
                  <a:moveTo>
                    <a:pt x="163" y="0"/>
                  </a:moveTo>
                  <a:cubicBezTo>
                    <a:pt x="156" y="0"/>
                    <a:pt x="148" y="3"/>
                    <a:pt x="143" y="9"/>
                  </a:cubicBezTo>
                  <a:lnTo>
                    <a:pt x="10" y="161"/>
                  </a:lnTo>
                  <a:cubicBezTo>
                    <a:pt x="0" y="172"/>
                    <a:pt x="2" y="188"/>
                    <a:pt x="13" y="199"/>
                  </a:cubicBezTo>
                  <a:cubicBezTo>
                    <a:pt x="18" y="203"/>
                    <a:pt x="23" y="204"/>
                    <a:pt x="30" y="204"/>
                  </a:cubicBezTo>
                  <a:cubicBezTo>
                    <a:pt x="37" y="204"/>
                    <a:pt x="44" y="201"/>
                    <a:pt x="49" y="196"/>
                  </a:cubicBezTo>
                  <a:lnTo>
                    <a:pt x="182" y="43"/>
                  </a:lnTo>
                  <a:cubicBezTo>
                    <a:pt x="192" y="32"/>
                    <a:pt x="190" y="16"/>
                    <a:pt x="179" y="6"/>
                  </a:cubicBezTo>
                  <a:cubicBezTo>
                    <a:pt x="175" y="2"/>
                    <a:pt x="169" y="0"/>
                    <a:pt x="16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1" name="Google Shape;9521;p31"/>
            <p:cNvSpPr/>
            <p:nvPr/>
          </p:nvSpPr>
          <p:spPr>
            <a:xfrm>
              <a:off x="2750650" y="3568825"/>
              <a:ext cx="31875" cy="31000"/>
            </a:xfrm>
            <a:custGeom>
              <a:avLst/>
              <a:gdLst/>
              <a:ahLst/>
              <a:cxnLst/>
              <a:rect l="l" t="t" r="r" b="b"/>
              <a:pathLst>
                <a:path w="1275" h="1240" extrusionOk="0">
                  <a:moveTo>
                    <a:pt x="1245" y="1"/>
                  </a:moveTo>
                  <a:cubicBezTo>
                    <a:pt x="1237" y="1"/>
                    <a:pt x="1229" y="4"/>
                    <a:pt x="1225" y="10"/>
                  </a:cubicBezTo>
                  <a:cubicBezTo>
                    <a:pt x="876" y="457"/>
                    <a:pt x="469" y="855"/>
                    <a:pt x="14" y="1193"/>
                  </a:cubicBezTo>
                  <a:cubicBezTo>
                    <a:pt x="3" y="1201"/>
                    <a:pt x="1" y="1217"/>
                    <a:pt x="10" y="1229"/>
                  </a:cubicBezTo>
                  <a:cubicBezTo>
                    <a:pt x="14" y="1236"/>
                    <a:pt x="22" y="1238"/>
                    <a:pt x="30" y="1238"/>
                  </a:cubicBezTo>
                  <a:lnTo>
                    <a:pt x="30" y="1240"/>
                  </a:lnTo>
                  <a:cubicBezTo>
                    <a:pt x="36" y="1240"/>
                    <a:pt x="41" y="1237"/>
                    <a:pt x="45" y="1234"/>
                  </a:cubicBezTo>
                  <a:cubicBezTo>
                    <a:pt x="504" y="894"/>
                    <a:pt x="914" y="493"/>
                    <a:pt x="1265" y="42"/>
                  </a:cubicBezTo>
                  <a:cubicBezTo>
                    <a:pt x="1275" y="32"/>
                    <a:pt x="1272" y="15"/>
                    <a:pt x="1261" y="6"/>
                  </a:cubicBezTo>
                  <a:cubicBezTo>
                    <a:pt x="1257" y="2"/>
                    <a:pt x="1251" y="1"/>
                    <a:pt x="124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2" name="Google Shape;9522;p31"/>
            <p:cNvSpPr/>
            <p:nvPr/>
          </p:nvSpPr>
          <p:spPr>
            <a:xfrm>
              <a:off x="2771675" y="3533550"/>
              <a:ext cx="22125" cy="27775"/>
            </a:xfrm>
            <a:custGeom>
              <a:avLst/>
              <a:gdLst/>
              <a:ahLst/>
              <a:cxnLst/>
              <a:rect l="l" t="t" r="r" b="b"/>
              <a:pathLst>
                <a:path w="885" h="1111" extrusionOk="0">
                  <a:moveTo>
                    <a:pt x="854" y="0"/>
                  </a:moveTo>
                  <a:cubicBezTo>
                    <a:pt x="846" y="0"/>
                    <a:pt x="837" y="5"/>
                    <a:pt x="832" y="12"/>
                  </a:cubicBezTo>
                  <a:cubicBezTo>
                    <a:pt x="594" y="388"/>
                    <a:pt x="317" y="743"/>
                    <a:pt x="11" y="1066"/>
                  </a:cubicBezTo>
                  <a:cubicBezTo>
                    <a:pt x="0" y="1077"/>
                    <a:pt x="2" y="1093"/>
                    <a:pt x="11" y="1102"/>
                  </a:cubicBezTo>
                  <a:cubicBezTo>
                    <a:pt x="17" y="1108"/>
                    <a:pt x="23" y="1110"/>
                    <a:pt x="30" y="1110"/>
                  </a:cubicBezTo>
                  <a:lnTo>
                    <a:pt x="30" y="1109"/>
                  </a:lnTo>
                  <a:cubicBezTo>
                    <a:pt x="37" y="1109"/>
                    <a:pt x="43" y="1106"/>
                    <a:pt x="49" y="1101"/>
                  </a:cubicBezTo>
                  <a:cubicBezTo>
                    <a:pt x="357" y="775"/>
                    <a:pt x="635" y="419"/>
                    <a:pt x="876" y="39"/>
                  </a:cubicBezTo>
                  <a:cubicBezTo>
                    <a:pt x="884" y="27"/>
                    <a:pt x="880" y="11"/>
                    <a:pt x="868" y="4"/>
                  </a:cubicBezTo>
                  <a:cubicBezTo>
                    <a:pt x="864" y="1"/>
                    <a:pt x="859" y="0"/>
                    <a:pt x="85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3" name="Google Shape;9523;p31"/>
            <p:cNvSpPr/>
            <p:nvPr/>
          </p:nvSpPr>
          <p:spPr>
            <a:xfrm>
              <a:off x="2766350" y="3563400"/>
              <a:ext cx="3500" cy="3575"/>
            </a:xfrm>
            <a:custGeom>
              <a:avLst/>
              <a:gdLst/>
              <a:ahLst/>
              <a:cxnLst/>
              <a:rect l="l" t="t" r="r" b="b"/>
              <a:pathLst>
                <a:path w="140" h="143" extrusionOk="0">
                  <a:moveTo>
                    <a:pt x="110" y="0"/>
                  </a:moveTo>
                  <a:cubicBezTo>
                    <a:pt x="103" y="0"/>
                    <a:pt x="96" y="3"/>
                    <a:pt x="91" y="9"/>
                  </a:cubicBezTo>
                  <a:lnTo>
                    <a:pt x="10" y="99"/>
                  </a:lnTo>
                  <a:cubicBezTo>
                    <a:pt x="1" y="110"/>
                    <a:pt x="2" y="126"/>
                    <a:pt x="13" y="135"/>
                  </a:cubicBezTo>
                  <a:cubicBezTo>
                    <a:pt x="18" y="141"/>
                    <a:pt x="24" y="142"/>
                    <a:pt x="30" y="142"/>
                  </a:cubicBezTo>
                  <a:cubicBezTo>
                    <a:pt x="37" y="142"/>
                    <a:pt x="44" y="140"/>
                    <a:pt x="49" y="134"/>
                  </a:cubicBezTo>
                  <a:lnTo>
                    <a:pt x="130" y="44"/>
                  </a:lnTo>
                  <a:cubicBezTo>
                    <a:pt x="139" y="33"/>
                    <a:pt x="138" y="17"/>
                    <a:pt x="127" y="8"/>
                  </a:cubicBezTo>
                  <a:cubicBezTo>
                    <a:pt x="122" y="3"/>
                    <a:pt x="116" y="0"/>
                    <a:pt x="11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4" name="Google Shape;9524;p31"/>
            <p:cNvSpPr/>
            <p:nvPr/>
          </p:nvSpPr>
          <p:spPr>
            <a:xfrm>
              <a:off x="2763700" y="3541800"/>
              <a:ext cx="31000" cy="34275"/>
            </a:xfrm>
            <a:custGeom>
              <a:avLst/>
              <a:gdLst/>
              <a:ahLst/>
              <a:cxnLst/>
              <a:rect l="l" t="t" r="r" b="b"/>
              <a:pathLst>
                <a:path w="1240" h="1371" extrusionOk="0">
                  <a:moveTo>
                    <a:pt x="1212" y="1"/>
                  </a:moveTo>
                  <a:cubicBezTo>
                    <a:pt x="1204" y="1"/>
                    <a:pt x="1196" y="4"/>
                    <a:pt x="1190" y="11"/>
                  </a:cubicBezTo>
                  <a:cubicBezTo>
                    <a:pt x="839" y="483"/>
                    <a:pt x="443" y="926"/>
                    <a:pt x="11" y="1325"/>
                  </a:cubicBezTo>
                  <a:cubicBezTo>
                    <a:pt x="1" y="1336"/>
                    <a:pt x="1" y="1352"/>
                    <a:pt x="10" y="1363"/>
                  </a:cubicBezTo>
                  <a:cubicBezTo>
                    <a:pt x="15" y="1368"/>
                    <a:pt x="22" y="1371"/>
                    <a:pt x="29" y="1371"/>
                  </a:cubicBezTo>
                  <a:cubicBezTo>
                    <a:pt x="36" y="1371"/>
                    <a:pt x="41" y="1368"/>
                    <a:pt x="46" y="1364"/>
                  </a:cubicBezTo>
                  <a:cubicBezTo>
                    <a:pt x="481" y="962"/>
                    <a:pt x="879" y="517"/>
                    <a:pt x="1232" y="42"/>
                  </a:cubicBezTo>
                  <a:cubicBezTo>
                    <a:pt x="1240" y="31"/>
                    <a:pt x="1237" y="15"/>
                    <a:pt x="1226" y="5"/>
                  </a:cubicBezTo>
                  <a:cubicBezTo>
                    <a:pt x="1222" y="2"/>
                    <a:pt x="1217" y="1"/>
                    <a:pt x="121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5" name="Google Shape;9525;p31"/>
            <p:cNvSpPr/>
            <p:nvPr/>
          </p:nvSpPr>
          <p:spPr>
            <a:xfrm>
              <a:off x="2765375" y="3606275"/>
              <a:ext cx="7075" cy="7975"/>
            </a:xfrm>
            <a:custGeom>
              <a:avLst/>
              <a:gdLst/>
              <a:ahLst/>
              <a:cxnLst/>
              <a:rect l="l" t="t" r="r" b="b"/>
              <a:pathLst>
                <a:path w="283" h="319" extrusionOk="0">
                  <a:moveTo>
                    <a:pt x="252" y="0"/>
                  </a:moveTo>
                  <a:cubicBezTo>
                    <a:pt x="245" y="0"/>
                    <a:pt x="237" y="3"/>
                    <a:pt x="232" y="9"/>
                  </a:cubicBezTo>
                  <a:lnTo>
                    <a:pt x="10" y="276"/>
                  </a:lnTo>
                  <a:cubicBezTo>
                    <a:pt x="1" y="286"/>
                    <a:pt x="2" y="303"/>
                    <a:pt x="13" y="312"/>
                  </a:cubicBezTo>
                  <a:cubicBezTo>
                    <a:pt x="18" y="316"/>
                    <a:pt x="24" y="319"/>
                    <a:pt x="29" y="319"/>
                  </a:cubicBezTo>
                  <a:cubicBezTo>
                    <a:pt x="37" y="319"/>
                    <a:pt x="44" y="315"/>
                    <a:pt x="49" y="309"/>
                  </a:cubicBezTo>
                  <a:lnTo>
                    <a:pt x="273" y="43"/>
                  </a:lnTo>
                  <a:cubicBezTo>
                    <a:pt x="282" y="32"/>
                    <a:pt x="281" y="16"/>
                    <a:pt x="269" y="7"/>
                  </a:cubicBezTo>
                  <a:cubicBezTo>
                    <a:pt x="264" y="2"/>
                    <a:pt x="258" y="0"/>
                    <a:pt x="25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6" name="Google Shape;9526;p31"/>
            <p:cNvSpPr/>
            <p:nvPr/>
          </p:nvSpPr>
          <p:spPr>
            <a:xfrm>
              <a:off x="2774125" y="3512775"/>
              <a:ext cx="14050" cy="21875"/>
            </a:xfrm>
            <a:custGeom>
              <a:avLst/>
              <a:gdLst/>
              <a:ahLst/>
              <a:cxnLst/>
              <a:rect l="l" t="t" r="r" b="b"/>
              <a:pathLst>
                <a:path w="562" h="875" extrusionOk="0">
                  <a:moveTo>
                    <a:pt x="532" y="1"/>
                  </a:moveTo>
                  <a:cubicBezTo>
                    <a:pt x="522" y="1"/>
                    <a:pt x="513" y="6"/>
                    <a:pt x="509" y="16"/>
                  </a:cubicBezTo>
                  <a:cubicBezTo>
                    <a:pt x="381" y="309"/>
                    <a:pt x="213" y="584"/>
                    <a:pt x="10" y="831"/>
                  </a:cubicBezTo>
                  <a:cubicBezTo>
                    <a:pt x="1" y="842"/>
                    <a:pt x="3" y="858"/>
                    <a:pt x="14" y="868"/>
                  </a:cubicBezTo>
                  <a:cubicBezTo>
                    <a:pt x="18" y="872"/>
                    <a:pt x="25" y="874"/>
                    <a:pt x="30" y="874"/>
                  </a:cubicBezTo>
                  <a:cubicBezTo>
                    <a:pt x="38" y="874"/>
                    <a:pt x="45" y="870"/>
                    <a:pt x="50" y="865"/>
                  </a:cubicBezTo>
                  <a:cubicBezTo>
                    <a:pt x="256" y="613"/>
                    <a:pt x="427" y="335"/>
                    <a:pt x="556" y="36"/>
                  </a:cubicBezTo>
                  <a:cubicBezTo>
                    <a:pt x="562" y="24"/>
                    <a:pt x="556" y="8"/>
                    <a:pt x="543" y="3"/>
                  </a:cubicBezTo>
                  <a:cubicBezTo>
                    <a:pt x="539" y="1"/>
                    <a:pt x="536" y="1"/>
                    <a:pt x="53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7" name="Google Shape;9527;p31"/>
            <p:cNvSpPr/>
            <p:nvPr/>
          </p:nvSpPr>
          <p:spPr>
            <a:xfrm>
              <a:off x="2766300" y="3537750"/>
              <a:ext cx="6000" cy="6975"/>
            </a:xfrm>
            <a:custGeom>
              <a:avLst/>
              <a:gdLst/>
              <a:ahLst/>
              <a:cxnLst/>
              <a:rect l="l" t="t" r="r" b="b"/>
              <a:pathLst>
                <a:path w="240" h="279" extrusionOk="0">
                  <a:moveTo>
                    <a:pt x="211" y="0"/>
                  </a:moveTo>
                  <a:cubicBezTo>
                    <a:pt x="203" y="0"/>
                    <a:pt x="196" y="4"/>
                    <a:pt x="191" y="10"/>
                  </a:cubicBezTo>
                  <a:lnTo>
                    <a:pt x="8" y="237"/>
                  </a:lnTo>
                  <a:cubicBezTo>
                    <a:pt x="0" y="248"/>
                    <a:pt x="2" y="266"/>
                    <a:pt x="12" y="274"/>
                  </a:cubicBezTo>
                  <a:cubicBezTo>
                    <a:pt x="18" y="278"/>
                    <a:pt x="23" y="279"/>
                    <a:pt x="28" y="279"/>
                  </a:cubicBezTo>
                  <a:cubicBezTo>
                    <a:pt x="36" y="279"/>
                    <a:pt x="43" y="276"/>
                    <a:pt x="49" y="270"/>
                  </a:cubicBezTo>
                  <a:lnTo>
                    <a:pt x="232" y="42"/>
                  </a:lnTo>
                  <a:cubicBezTo>
                    <a:pt x="240" y="31"/>
                    <a:pt x="238" y="15"/>
                    <a:pt x="228" y="6"/>
                  </a:cubicBezTo>
                  <a:cubicBezTo>
                    <a:pt x="222" y="2"/>
                    <a:pt x="217" y="0"/>
                    <a:pt x="21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8" name="Google Shape;9528;p31"/>
            <p:cNvSpPr/>
            <p:nvPr/>
          </p:nvSpPr>
          <p:spPr>
            <a:xfrm>
              <a:off x="2762850" y="3500225"/>
              <a:ext cx="21350" cy="32100"/>
            </a:xfrm>
            <a:custGeom>
              <a:avLst/>
              <a:gdLst/>
              <a:ahLst/>
              <a:cxnLst/>
              <a:rect l="l" t="t" r="r" b="b"/>
              <a:pathLst>
                <a:path w="854" h="1284" extrusionOk="0">
                  <a:moveTo>
                    <a:pt x="825" y="1"/>
                  </a:moveTo>
                  <a:cubicBezTo>
                    <a:pt x="816" y="1"/>
                    <a:pt x="807" y="6"/>
                    <a:pt x="803" y="15"/>
                  </a:cubicBezTo>
                  <a:cubicBezTo>
                    <a:pt x="566" y="439"/>
                    <a:pt x="300" y="852"/>
                    <a:pt x="10" y="1242"/>
                  </a:cubicBezTo>
                  <a:cubicBezTo>
                    <a:pt x="1" y="1253"/>
                    <a:pt x="4" y="1269"/>
                    <a:pt x="16" y="1278"/>
                  </a:cubicBezTo>
                  <a:cubicBezTo>
                    <a:pt x="20" y="1282"/>
                    <a:pt x="25" y="1284"/>
                    <a:pt x="31" y="1284"/>
                  </a:cubicBezTo>
                  <a:cubicBezTo>
                    <a:pt x="39" y="1284"/>
                    <a:pt x="47" y="1280"/>
                    <a:pt x="51" y="1273"/>
                  </a:cubicBezTo>
                  <a:cubicBezTo>
                    <a:pt x="343" y="881"/>
                    <a:pt x="610" y="466"/>
                    <a:pt x="847" y="39"/>
                  </a:cubicBezTo>
                  <a:cubicBezTo>
                    <a:pt x="854" y="27"/>
                    <a:pt x="850" y="11"/>
                    <a:pt x="838" y="4"/>
                  </a:cubicBezTo>
                  <a:cubicBezTo>
                    <a:pt x="834" y="2"/>
                    <a:pt x="830" y="1"/>
                    <a:pt x="82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9" name="Google Shape;9529;p31"/>
            <p:cNvSpPr/>
            <p:nvPr/>
          </p:nvSpPr>
          <p:spPr>
            <a:xfrm>
              <a:off x="2757550" y="3534100"/>
              <a:ext cx="3800" cy="4275"/>
            </a:xfrm>
            <a:custGeom>
              <a:avLst/>
              <a:gdLst/>
              <a:ahLst/>
              <a:cxnLst/>
              <a:rect l="l" t="t" r="r" b="b"/>
              <a:pathLst>
                <a:path w="152" h="171" extrusionOk="0">
                  <a:moveTo>
                    <a:pt x="122" y="1"/>
                  </a:moveTo>
                  <a:cubicBezTo>
                    <a:pt x="115" y="1"/>
                    <a:pt x="107" y="4"/>
                    <a:pt x="101" y="11"/>
                  </a:cubicBezTo>
                  <a:lnTo>
                    <a:pt x="10" y="128"/>
                  </a:lnTo>
                  <a:cubicBezTo>
                    <a:pt x="0" y="140"/>
                    <a:pt x="3" y="156"/>
                    <a:pt x="14" y="164"/>
                  </a:cubicBezTo>
                  <a:cubicBezTo>
                    <a:pt x="18" y="168"/>
                    <a:pt x="25" y="171"/>
                    <a:pt x="30" y="171"/>
                  </a:cubicBezTo>
                  <a:cubicBezTo>
                    <a:pt x="38" y="171"/>
                    <a:pt x="45" y="167"/>
                    <a:pt x="50" y="160"/>
                  </a:cubicBezTo>
                  <a:lnTo>
                    <a:pt x="143" y="43"/>
                  </a:lnTo>
                  <a:cubicBezTo>
                    <a:pt x="151" y="31"/>
                    <a:pt x="150" y="15"/>
                    <a:pt x="138" y="7"/>
                  </a:cubicBezTo>
                  <a:cubicBezTo>
                    <a:pt x="133" y="3"/>
                    <a:pt x="128" y="1"/>
                    <a:pt x="12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0" name="Google Shape;9530;p31"/>
            <p:cNvSpPr/>
            <p:nvPr/>
          </p:nvSpPr>
          <p:spPr>
            <a:xfrm>
              <a:off x="2761525" y="3478175"/>
              <a:ext cx="14500" cy="26225"/>
            </a:xfrm>
            <a:custGeom>
              <a:avLst/>
              <a:gdLst/>
              <a:ahLst/>
              <a:cxnLst/>
              <a:rect l="l" t="t" r="r" b="b"/>
              <a:pathLst>
                <a:path w="580" h="1049" extrusionOk="0">
                  <a:moveTo>
                    <a:pt x="550" y="0"/>
                  </a:moveTo>
                  <a:cubicBezTo>
                    <a:pt x="540" y="0"/>
                    <a:pt x="530" y="7"/>
                    <a:pt x="526" y="17"/>
                  </a:cubicBezTo>
                  <a:cubicBezTo>
                    <a:pt x="393" y="367"/>
                    <a:pt x="219" y="699"/>
                    <a:pt x="8" y="1009"/>
                  </a:cubicBezTo>
                  <a:cubicBezTo>
                    <a:pt x="0" y="1021"/>
                    <a:pt x="4" y="1037"/>
                    <a:pt x="15" y="1045"/>
                  </a:cubicBezTo>
                  <a:cubicBezTo>
                    <a:pt x="20" y="1048"/>
                    <a:pt x="24" y="1049"/>
                    <a:pt x="30" y="1049"/>
                  </a:cubicBezTo>
                  <a:cubicBezTo>
                    <a:pt x="38" y="1049"/>
                    <a:pt x="46" y="1045"/>
                    <a:pt x="51" y="1038"/>
                  </a:cubicBezTo>
                  <a:cubicBezTo>
                    <a:pt x="264" y="726"/>
                    <a:pt x="440" y="388"/>
                    <a:pt x="575" y="36"/>
                  </a:cubicBezTo>
                  <a:cubicBezTo>
                    <a:pt x="580" y="22"/>
                    <a:pt x="573" y="8"/>
                    <a:pt x="560" y="2"/>
                  </a:cubicBezTo>
                  <a:cubicBezTo>
                    <a:pt x="557" y="1"/>
                    <a:pt x="553" y="0"/>
                    <a:pt x="55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1" name="Google Shape;9531;p31"/>
            <p:cNvSpPr/>
            <p:nvPr/>
          </p:nvSpPr>
          <p:spPr>
            <a:xfrm>
              <a:off x="2758425" y="3506425"/>
              <a:ext cx="2300" cy="2550"/>
            </a:xfrm>
            <a:custGeom>
              <a:avLst/>
              <a:gdLst/>
              <a:ahLst/>
              <a:cxnLst/>
              <a:rect l="l" t="t" r="r" b="b"/>
              <a:pathLst>
                <a:path w="92" h="102" extrusionOk="0">
                  <a:moveTo>
                    <a:pt x="62" y="0"/>
                  </a:moveTo>
                  <a:cubicBezTo>
                    <a:pt x="54" y="0"/>
                    <a:pt x="46" y="4"/>
                    <a:pt x="41" y="12"/>
                  </a:cubicBezTo>
                  <a:lnTo>
                    <a:pt x="8" y="62"/>
                  </a:lnTo>
                  <a:cubicBezTo>
                    <a:pt x="0" y="74"/>
                    <a:pt x="3" y="90"/>
                    <a:pt x="15" y="98"/>
                  </a:cubicBezTo>
                  <a:cubicBezTo>
                    <a:pt x="21" y="101"/>
                    <a:pt x="25" y="102"/>
                    <a:pt x="30" y="102"/>
                  </a:cubicBezTo>
                  <a:cubicBezTo>
                    <a:pt x="38" y="102"/>
                    <a:pt x="46" y="98"/>
                    <a:pt x="51" y="91"/>
                  </a:cubicBezTo>
                  <a:lnTo>
                    <a:pt x="84" y="41"/>
                  </a:lnTo>
                  <a:cubicBezTo>
                    <a:pt x="92" y="29"/>
                    <a:pt x="89" y="13"/>
                    <a:pt x="77" y="5"/>
                  </a:cubicBezTo>
                  <a:cubicBezTo>
                    <a:pt x="72" y="2"/>
                    <a:pt x="67" y="0"/>
                    <a:pt x="6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2" name="Google Shape;9532;p31"/>
            <p:cNvSpPr/>
            <p:nvPr/>
          </p:nvSpPr>
          <p:spPr>
            <a:xfrm>
              <a:off x="2749050" y="3485475"/>
              <a:ext cx="17975" cy="25000"/>
            </a:xfrm>
            <a:custGeom>
              <a:avLst/>
              <a:gdLst/>
              <a:ahLst/>
              <a:cxnLst/>
              <a:rect l="l" t="t" r="r" b="b"/>
              <a:pathLst>
                <a:path w="719" h="1000" extrusionOk="0">
                  <a:moveTo>
                    <a:pt x="689" y="0"/>
                  </a:moveTo>
                  <a:cubicBezTo>
                    <a:pt x="679" y="0"/>
                    <a:pt x="671" y="5"/>
                    <a:pt x="666" y="14"/>
                  </a:cubicBezTo>
                  <a:cubicBezTo>
                    <a:pt x="488" y="353"/>
                    <a:pt x="268" y="671"/>
                    <a:pt x="11" y="956"/>
                  </a:cubicBezTo>
                  <a:cubicBezTo>
                    <a:pt x="0" y="965"/>
                    <a:pt x="1" y="983"/>
                    <a:pt x="12" y="992"/>
                  </a:cubicBezTo>
                  <a:cubicBezTo>
                    <a:pt x="18" y="996"/>
                    <a:pt x="23" y="999"/>
                    <a:pt x="30" y="999"/>
                  </a:cubicBezTo>
                  <a:cubicBezTo>
                    <a:pt x="36" y="999"/>
                    <a:pt x="43" y="996"/>
                    <a:pt x="48" y="990"/>
                  </a:cubicBezTo>
                  <a:cubicBezTo>
                    <a:pt x="308" y="702"/>
                    <a:pt x="531" y="382"/>
                    <a:pt x="712" y="39"/>
                  </a:cubicBezTo>
                  <a:cubicBezTo>
                    <a:pt x="718" y="25"/>
                    <a:pt x="714" y="10"/>
                    <a:pt x="701" y="4"/>
                  </a:cubicBezTo>
                  <a:cubicBezTo>
                    <a:pt x="697" y="1"/>
                    <a:pt x="693" y="0"/>
                    <a:pt x="68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3" name="Google Shape;9533;p31"/>
            <p:cNvSpPr/>
            <p:nvPr/>
          </p:nvSpPr>
          <p:spPr>
            <a:xfrm>
              <a:off x="2720025" y="3475300"/>
              <a:ext cx="10475" cy="17950"/>
            </a:xfrm>
            <a:custGeom>
              <a:avLst/>
              <a:gdLst/>
              <a:ahLst/>
              <a:cxnLst/>
              <a:rect l="l" t="t" r="r" b="b"/>
              <a:pathLst>
                <a:path w="419" h="718" extrusionOk="0">
                  <a:moveTo>
                    <a:pt x="30" y="0"/>
                  </a:moveTo>
                  <a:cubicBezTo>
                    <a:pt x="26" y="0"/>
                    <a:pt x="22" y="1"/>
                    <a:pt x="19" y="3"/>
                  </a:cubicBezTo>
                  <a:cubicBezTo>
                    <a:pt x="5" y="8"/>
                    <a:pt x="0" y="24"/>
                    <a:pt x="7" y="37"/>
                  </a:cubicBezTo>
                  <a:cubicBezTo>
                    <a:pt x="116" y="264"/>
                    <a:pt x="237" y="487"/>
                    <a:pt x="367" y="704"/>
                  </a:cubicBezTo>
                  <a:cubicBezTo>
                    <a:pt x="371" y="712"/>
                    <a:pt x="381" y="717"/>
                    <a:pt x="389" y="717"/>
                  </a:cubicBezTo>
                  <a:cubicBezTo>
                    <a:pt x="394" y="717"/>
                    <a:pt x="398" y="716"/>
                    <a:pt x="402" y="713"/>
                  </a:cubicBezTo>
                  <a:cubicBezTo>
                    <a:pt x="414" y="707"/>
                    <a:pt x="418" y="690"/>
                    <a:pt x="412" y="678"/>
                  </a:cubicBezTo>
                  <a:cubicBezTo>
                    <a:pt x="283" y="463"/>
                    <a:pt x="163" y="240"/>
                    <a:pt x="54" y="15"/>
                  </a:cubicBezTo>
                  <a:cubicBezTo>
                    <a:pt x="49" y="5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4" name="Google Shape;9534;p31"/>
            <p:cNvSpPr/>
            <p:nvPr/>
          </p:nvSpPr>
          <p:spPr>
            <a:xfrm>
              <a:off x="2731775" y="3495850"/>
              <a:ext cx="3125" cy="3775"/>
            </a:xfrm>
            <a:custGeom>
              <a:avLst/>
              <a:gdLst/>
              <a:ahLst/>
              <a:cxnLst/>
              <a:rect l="l" t="t" r="r" b="b"/>
              <a:pathLst>
                <a:path w="125" h="151" extrusionOk="0">
                  <a:moveTo>
                    <a:pt x="30" y="0"/>
                  </a:moveTo>
                  <a:cubicBezTo>
                    <a:pt x="25" y="0"/>
                    <a:pt x="21" y="1"/>
                    <a:pt x="17" y="4"/>
                  </a:cubicBezTo>
                  <a:cubicBezTo>
                    <a:pt x="5" y="12"/>
                    <a:pt x="1" y="28"/>
                    <a:pt x="9" y="41"/>
                  </a:cubicBezTo>
                  <a:lnTo>
                    <a:pt x="75" y="139"/>
                  </a:lnTo>
                  <a:cubicBezTo>
                    <a:pt x="79" y="147"/>
                    <a:pt x="87" y="151"/>
                    <a:pt x="96" y="151"/>
                  </a:cubicBezTo>
                  <a:cubicBezTo>
                    <a:pt x="100" y="151"/>
                    <a:pt x="106" y="150"/>
                    <a:pt x="110" y="146"/>
                  </a:cubicBezTo>
                  <a:cubicBezTo>
                    <a:pt x="122" y="139"/>
                    <a:pt x="125" y="123"/>
                    <a:pt x="118" y="111"/>
                  </a:cubicBezTo>
                  <a:lnTo>
                    <a:pt x="52" y="12"/>
                  </a:lnTo>
                  <a:cubicBezTo>
                    <a:pt x="47" y="5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5" name="Google Shape;9535;p31"/>
            <p:cNvSpPr/>
            <p:nvPr/>
          </p:nvSpPr>
          <p:spPr>
            <a:xfrm>
              <a:off x="2726325" y="3463000"/>
              <a:ext cx="13325" cy="24250"/>
            </a:xfrm>
            <a:custGeom>
              <a:avLst/>
              <a:gdLst/>
              <a:ahLst/>
              <a:cxnLst/>
              <a:rect l="l" t="t" r="r" b="b"/>
              <a:pathLst>
                <a:path w="533" h="970" extrusionOk="0">
                  <a:moveTo>
                    <a:pt x="30" y="1"/>
                  </a:moveTo>
                  <a:cubicBezTo>
                    <a:pt x="27" y="1"/>
                    <a:pt x="24" y="1"/>
                    <a:pt x="21" y="3"/>
                  </a:cubicBezTo>
                  <a:cubicBezTo>
                    <a:pt x="8" y="7"/>
                    <a:pt x="1" y="21"/>
                    <a:pt x="5" y="35"/>
                  </a:cubicBezTo>
                  <a:cubicBezTo>
                    <a:pt x="117" y="366"/>
                    <a:pt x="278" y="677"/>
                    <a:pt x="483" y="959"/>
                  </a:cubicBezTo>
                  <a:cubicBezTo>
                    <a:pt x="488" y="966"/>
                    <a:pt x="496" y="970"/>
                    <a:pt x="504" y="970"/>
                  </a:cubicBezTo>
                  <a:cubicBezTo>
                    <a:pt x="508" y="970"/>
                    <a:pt x="513" y="968"/>
                    <a:pt x="519" y="964"/>
                  </a:cubicBezTo>
                  <a:cubicBezTo>
                    <a:pt x="530" y="956"/>
                    <a:pt x="532" y="940"/>
                    <a:pt x="524" y="928"/>
                  </a:cubicBezTo>
                  <a:cubicBezTo>
                    <a:pt x="322" y="650"/>
                    <a:pt x="164" y="344"/>
                    <a:pt x="55" y="19"/>
                  </a:cubicBezTo>
                  <a:cubicBezTo>
                    <a:pt x="51" y="8"/>
                    <a:pt x="40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6" name="Google Shape;9536;p31"/>
            <p:cNvSpPr/>
            <p:nvPr/>
          </p:nvSpPr>
          <p:spPr>
            <a:xfrm>
              <a:off x="2736925" y="3462875"/>
              <a:ext cx="13250" cy="23700"/>
            </a:xfrm>
            <a:custGeom>
              <a:avLst/>
              <a:gdLst/>
              <a:ahLst/>
              <a:cxnLst/>
              <a:rect l="l" t="t" r="r" b="b"/>
              <a:pathLst>
                <a:path w="530" h="948" extrusionOk="0">
                  <a:moveTo>
                    <a:pt x="29" y="0"/>
                  </a:moveTo>
                  <a:cubicBezTo>
                    <a:pt x="26" y="0"/>
                    <a:pt x="23" y="1"/>
                    <a:pt x="20" y="2"/>
                  </a:cubicBezTo>
                  <a:cubicBezTo>
                    <a:pt x="7" y="8"/>
                    <a:pt x="1" y="24"/>
                    <a:pt x="6" y="36"/>
                  </a:cubicBezTo>
                  <a:cubicBezTo>
                    <a:pt x="135" y="349"/>
                    <a:pt x="294" y="652"/>
                    <a:pt x="478" y="936"/>
                  </a:cubicBezTo>
                  <a:cubicBezTo>
                    <a:pt x="484" y="944"/>
                    <a:pt x="492" y="948"/>
                    <a:pt x="500" y="948"/>
                  </a:cubicBezTo>
                  <a:cubicBezTo>
                    <a:pt x="505" y="948"/>
                    <a:pt x="509" y="947"/>
                    <a:pt x="515" y="944"/>
                  </a:cubicBezTo>
                  <a:cubicBezTo>
                    <a:pt x="527" y="936"/>
                    <a:pt x="529" y="920"/>
                    <a:pt x="521" y="908"/>
                  </a:cubicBezTo>
                  <a:cubicBezTo>
                    <a:pt x="338" y="626"/>
                    <a:pt x="181" y="326"/>
                    <a:pt x="55" y="17"/>
                  </a:cubicBezTo>
                  <a:cubicBezTo>
                    <a:pt x="49" y="7"/>
                    <a:pt x="39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7" name="Google Shape;9537;p31"/>
            <p:cNvSpPr/>
            <p:nvPr/>
          </p:nvSpPr>
          <p:spPr>
            <a:xfrm>
              <a:off x="2722600" y="3500950"/>
              <a:ext cx="26900" cy="36150"/>
            </a:xfrm>
            <a:custGeom>
              <a:avLst/>
              <a:gdLst/>
              <a:ahLst/>
              <a:cxnLst/>
              <a:rect l="l" t="t" r="r" b="b"/>
              <a:pathLst>
                <a:path w="1076" h="1446" extrusionOk="0">
                  <a:moveTo>
                    <a:pt x="30" y="0"/>
                  </a:moveTo>
                  <a:cubicBezTo>
                    <a:pt x="26" y="0"/>
                    <a:pt x="22" y="1"/>
                    <a:pt x="18" y="3"/>
                  </a:cubicBezTo>
                  <a:cubicBezTo>
                    <a:pt x="6" y="10"/>
                    <a:pt x="1" y="26"/>
                    <a:pt x="7" y="38"/>
                  </a:cubicBezTo>
                  <a:cubicBezTo>
                    <a:pt x="287" y="546"/>
                    <a:pt x="630" y="1016"/>
                    <a:pt x="1028" y="1438"/>
                  </a:cubicBezTo>
                  <a:cubicBezTo>
                    <a:pt x="1034" y="1443"/>
                    <a:pt x="1041" y="1446"/>
                    <a:pt x="1047" y="1446"/>
                  </a:cubicBezTo>
                  <a:cubicBezTo>
                    <a:pt x="1054" y="1446"/>
                    <a:pt x="1059" y="1444"/>
                    <a:pt x="1065" y="1439"/>
                  </a:cubicBezTo>
                  <a:cubicBezTo>
                    <a:pt x="1076" y="1429"/>
                    <a:pt x="1076" y="1413"/>
                    <a:pt x="1066" y="1403"/>
                  </a:cubicBezTo>
                  <a:cubicBezTo>
                    <a:pt x="671" y="984"/>
                    <a:pt x="330" y="517"/>
                    <a:pt x="53" y="14"/>
                  </a:cubicBezTo>
                  <a:cubicBezTo>
                    <a:pt x="48" y="5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8" name="Google Shape;9538;p31"/>
            <p:cNvSpPr/>
            <p:nvPr/>
          </p:nvSpPr>
          <p:spPr>
            <a:xfrm>
              <a:off x="2720950" y="3543225"/>
              <a:ext cx="28425" cy="23500"/>
            </a:xfrm>
            <a:custGeom>
              <a:avLst/>
              <a:gdLst/>
              <a:ahLst/>
              <a:cxnLst/>
              <a:rect l="l" t="t" r="r" b="b"/>
              <a:pathLst>
                <a:path w="1137" h="940" extrusionOk="0">
                  <a:moveTo>
                    <a:pt x="29" y="0"/>
                  </a:moveTo>
                  <a:cubicBezTo>
                    <a:pt x="23" y="0"/>
                    <a:pt x="16" y="3"/>
                    <a:pt x="11" y="7"/>
                  </a:cubicBezTo>
                  <a:cubicBezTo>
                    <a:pt x="1" y="18"/>
                    <a:pt x="1" y="34"/>
                    <a:pt x="11" y="44"/>
                  </a:cubicBezTo>
                  <a:cubicBezTo>
                    <a:pt x="344" y="372"/>
                    <a:pt x="707" y="672"/>
                    <a:pt x="1092" y="934"/>
                  </a:cubicBezTo>
                  <a:cubicBezTo>
                    <a:pt x="1096" y="938"/>
                    <a:pt x="1101" y="940"/>
                    <a:pt x="1107" y="940"/>
                  </a:cubicBezTo>
                  <a:lnTo>
                    <a:pt x="1107" y="938"/>
                  </a:lnTo>
                  <a:cubicBezTo>
                    <a:pt x="1115" y="938"/>
                    <a:pt x="1123" y="936"/>
                    <a:pt x="1128" y="928"/>
                  </a:cubicBezTo>
                  <a:cubicBezTo>
                    <a:pt x="1136" y="916"/>
                    <a:pt x="1132" y="899"/>
                    <a:pt x="1121" y="891"/>
                  </a:cubicBezTo>
                  <a:cubicBezTo>
                    <a:pt x="738" y="630"/>
                    <a:pt x="377" y="333"/>
                    <a:pt x="48" y="7"/>
                  </a:cubicBezTo>
                  <a:cubicBezTo>
                    <a:pt x="42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9" name="Google Shape;9539;p31"/>
            <p:cNvSpPr/>
            <p:nvPr/>
          </p:nvSpPr>
          <p:spPr>
            <a:xfrm>
              <a:off x="2714400" y="3535425"/>
              <a:ext cx="3950" cy="4375"/>
            </a:xfrm>
            <a:custGeom>
              <a:avLst/>
              <a:gdLst/>
              <a:ahLst/>
              <a:cxnLst/>
              <a:rect l="l" t="t" r="r" b="b"/>
              <a:pathLst>
                <a:path w="158" h="175" extrusionOk="0">
                  <a:moveTo>
                    <a:pt x="29" y="1"/>
                  </a:moveTo>
                  <a:cubicBezTo>
                    <a:pt x="24" y="1"/>
                    <a:pt x="18" y="3"/>
                    <a:pt x="12" y="6"/>
                  </a:cubicBezTo>
                  <a:cubicBezTo>
                    <a:pt x="2" y="15"/>
                    <a:pt x="0" y="32"/>
                    <a:pt x="10" y="42"/>
                  </a:cubicBezTo>
                  <a:lnTo>
                    <a:pt x="109" y="165"/>
                  </a:lnTo>
                  <a:cubicBezTo>
                    <a:pt x="115" y="170"/>
                    <a:pt x="121" y="174"/>
                    <a:pt x="129" y="174"/>
                  </a:cubicBezTo>
                  <a:cubicBezTo>
                    <a:pt x="135" y="174"/>
                    <a:pt x="140" y="172"/>
                    <a:pt x="146" y="167"/>
                  </a:cubicBezTo>
                  <a:cubicBezTo>
                    <a:pt x="156" y="159"/>
                    <a:pt x="158" y="143"/>
                    <a:pt x="150" y="131"/>
                  </a:cubicBezTo>
                  <a:lnTo>
                    <a:pt x="50" y="10"/>
                  </a:lnTo>
                  <a:cubicBezTo>
                    <a:pt x="45" y="4"/>
                    <a:pt x="37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0" name="Google Shape;9540;p31"/>
            <p:cNvSpPr/>
            <p:nvPr/>
          </p:nvSpPr>
          <p:spPr>
            <a:xfrm>
              <a:off x="2723975" y="3571675"/>
              <a:ext cx="27075" cy="19300"/>
            </a:xfrm>
            <a:custGeom>
              <a:avLst/>
              <a:gdLst/>
              <a:ahLst/>
              <a:cxnLst/>
              <a:rect l="l" t="t" r="r" b="b"/>
              <a:pathLst>
                <a:path w="1083" h="772" extrusionOk="0">
                  <a:moveTo>
                    <a:pt x="28" y="1"/>
                  </a:moveTo>
                  <a:cubicBezTo>
                    <a:pt x="22" y="1"/>
                    <a:pt x="15" y="3"/>
                    <a:pt x="10" y="8"/>
                  </a:cubicBezTo>
                  <a:cubicBezTo>
                    <a:pt x="1" y="18"/>
                    <a:pt x="1" y="35"/>
                    <a:pt x="10" y="45"/>
                  </a:cubicBezTo>
                  <a:cubicBezTo>
                    <a:pt x="310" y="347"/>
                    <a:pt x="657" y="590"/>
                    <a:pt x="1042" y="769"/>
                  </a:cubicBezTo>
                  <a:cubicBezTo>
                    <a:pt x="1046" y="770"/>
                    <a:pt x="1050" y="772"/>
                    <a:pt x="1053" y="772"/>
                  </a:cubicBezTo>
                  <a:cubicBezTo>
                    <a:pt x="1064" y="772"/>
                    <a:pt x="1073" y="766"/>
                    <a:pt x="1077" y="757"/>
                  </a:cubicBezTo>
                  <a:cubicBezTo>
                    <a:pt x="1082" y="744"/>
                    <a:pt x="1077" y="729"/>
                    <a:pt x="1064" y="722"/>
                  </a:cubicBezTo>
                  <a:cubicBezTo>
                    <a:pt x="684" y="546"/>
                    <a:pt x="342" y="306"/>
                    <a:pt x="48" y="9"/>
                  </a:cubicBezTo>
                  <a:cubicBezTo>
                    <a:pt x="42" y="3"/>
                    <a:pt x="35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1" name="Google Shape;9541;p31"/>
            <p:cNvSpPr/>
            <p:nvPr/>
          </p:nvSpPr>
          <p:spPr>
            <a:xfrm>
              <a:off x="2728500" y="3586175"/>
              <a:ext cx="23150" cy="13350"/>
            </a:xfrm>
            <a:custGeom>
              <a:avLst/>
              <a:gdLst/>
              <a:ahLst/>
              <a:cxnLst/>
              <a:rect l="l" t="t" r="r" b="b"/>
              <a:pathLst>
                <a:path w="926" h="534" extrusionOk="0">
                  <a:moveTo>
                    <a:pt x="30" y="0"/>
                  </a:moveTo>
                  <a:cubicBezTo>
                    <a:pt x="23" y="0"/>
                    <a:pt x="15" y="4"/>
                    <a:pt x="9" y="10"/>
                  </a:cubicBezTo>
                  <a:cubicBezTo>
                    <a:pt x="0" y="21"/>
                    <a:pt x="3" y="37"/>
                    <a:pt x="13" y="46"/>
                  </a:cubicBezTo>
                  <a:cubicBezTo>
                    <a:pt x="276" y="258"/>
                    <a:pt x="570" y="420"/>
                    <a:pt x="888" y="532"/>
                  </a:cubicBezTo>
                  <a:cubicBezTo>
                    <a:pt x="891" y="533"/>
                    <a:pt x="893" y="533"/>
                    <a:pt x="896" y="533"/>
                  </a:cubicBezTo>
                  <a:cubicBezTo>
                    <a:pt x="907" y="533"/>
                    <a:pt x="918" y="527"/>
                    <a:pt x="920" y="516"/>
                  </a:cubicBezTo>
                  <a:cubicBezTo>
                    <a:pt x="926" y="503"/>
                    <a:pt x="919" y="488"/>
                    <a:pt x="905" y="484"/>
                  </a:cubicBezTo>
                  <a:cubicBezTo>
                    <a:pt x="593" y="373"/>
                    <a:pt x="304" y="213"/>
                    <a:pt x="46" y="6"/>
                  </a:cubicBezTo>
                  <a:cubicBezTo>
                    <a:pt x="41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2" name="Google Shape;9542;p31"/>
            <p:cNvSpPr/>
            <p:nvPr/>
          </p:nvSpPr>
          <p:spPr>
            <a:xfrm>
              <a:off x="2716350" y="3584875"/>
              <a:ext cx="20125" cy="15750"/>
            </a:xfrm>
            <a:custGeom>
              <a:avLst/>
              <a:gdLst/>
              <a:ahLst/>
              <a:cxnLst/>
              <a:rect l="l" t="t" r="r" b="b"/>
              <a:pathLst>
                <a:path w="805" h="630" extrusionOk="0">
                  <a:moveTo>
                    <a:pt x="28" y="0"/>
                  </a:moveTo>
                  <a:cubicBezTo>
                    <a:pt x="21" y="0"/>
                    <a:pt x="15" y="3"/>
                    <a:pt x="10" y="8"/>
                  </a:cubicBezTo>
                  <a:cubicBezTo>
                    <a:pt x="0" y="19"/>
                    <a:pt x="2" y="35"/>
                    <a:pt x="12" y="45"/>
                  </a:cubicBezTo>
                  <a:cubicBezTo>
                    <a:pt x="248" y="255"/>
                    <a:pt x="499" y="450"/>
                    <a:pt x="760" y="625"/>
                  </a:cubicBezTo>
                  <a:cubicBezTo>
                    <a:pt x="765" y="629"/>
                    <a:pt x="770" y="630"/>
                    <a:pt x="775" y="630"/>
                  </a:cubicBezTo>
                  <a:cubicBezTo>
                    <a:pt x="783" y="630"/>
                    <a:pt x="791" y="626"/>
                    <a:pt x="797" y="618"/>
                  </a:cubicBezTo>
                  <a:cubicBezTo>
                    <a:pt x="805" y="606"/>
                    <a:pt x="802" y="590"/>
                    <a:pt x="790" y="581"/>
                  </a:cubicBezTo>
                  <a:cubicBezTo>
                    <a:pt x="530" y="408"/>
                    <a:pt x="280" y="214"/>
                    <a:pt x="46" y="7"/>
                  </a:cubicBezTo>
                  <a:cubicBezTo>
                    <a:pt x="41" y="2"/>
                    <a:pt x="34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3" name="Google Shape;9543;p31"/>
            <p:cNvSpPr/>
            <p:nvPr/>
          </p:nvSpPr>
          <p:spPr>
            <a:xfrm>
              <a:off x="2738200" y="3601675"/>
              <a:ext cx="6300" cy="4400"/>
            </a:xfrm>
            <a:custGeom>
              <a:avLst/>
              <a:gdLst/>
              <a:ahLst/>
              <a:cxnLst/>
              <a:rect l="l" t="t" r="r" b="b"/>
              <a:pathLst>
                <a:path w="252" h="176" extrusionOk="0">
                  <a:moveTo>
                    <a:pt x="31" y="1"/>
                  </a:moveTo>
                  <a:cubicBezTo>
                    <a:pt x="23" y="1"/>
                    <a:pt x="14" y="5"/>
                    <a:pt x="9" y="13"/>
                  </a:cubicBezTo>
                  <a:cubicBezTo>
                    <a:pt x="1" y="25"/>
                    <a:pt x="5" y="41"/>
                    <a:pt x="17" y="48"/>
                  </a:cubicBezTo>
                  <a:lnTo>
                    <a:pt x="207" y="172"/>
                  </a:lnTo>
                  <a:cubicBezTo>
                    <a:pt x="212" y="174"/>
                    <a:pt x="216" y="176"/>
                    <a:pt x="221" y="176"/>
                  </a:cubicBezTo>
                  <a:cubicBezTo>
                    <a:pt x="230" y="176"/>
                    <a:pt x="238" y="172"/>
                    <a:pt x="243" y="165"/>
                  </a:cubicBezTo>
                  <a:cubicBezTo>
                    <a:pt x="251" y="153"/>
                    <a:pt x="247" y="137"/>
                    <a:pt x="235" y="129"/>
                  </a:cubicBezTo>
                  <a:lnTo>
                    <a:pt x="45" y="5"/>
                  </a:ln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4" name="Google Shape;9544;p31"/>
            <p:cNvSpPr/>
            <p:nvPr/>
          </p:nvSpPr>
          <p:spPr>
            <a:xfrm>
              <a:off x="2725625" y="3609200"/>
              <a:ext cx="15475" cy="13775"/>
            </a:xfrm>
            <a:custGeom>
              <a:avLst/>
              <a:gdLst/>
              <a:ahLst/>
              <a:cxnLst/>
              <a:rect l="l" t="t" r="r" b="b"/>
              <a:pathLst>
                <a:path w="619" h="551" extrusionOk="0">
                  <a:moveTo>
                    <a:pt x="30" y="0"/>
                  </a:moveTo>
                  <a:cubicBezTo>
                    <a:pt x="22" y="0"/>
                    <a:pt x="15" y="3"/>
                    <a:pt x="10" y="9"/>
                  </a:cubicBezTo>
                  <a:cubicBezTo>
                    <a:pt x="1" y="20"/>
                    <a:pt x="1" y="36"/>
                    <a:pt x="11" y="46"/>
                  </a:cubicBezTo>
                  <a:lnTo>
                    <a:pt x="572" y="543"/>
                  </a:lnTo>
                  <a:cubicBezTo>
                    <a:pt x="578" y="547"/>
                    <a:pt x="583" y="550"/>
                    <a:pt x="590" y="550"/>
                  </a:cubicBezTo>
                  <a:cubicBezTo>
                    <a:pt x="597" y="550"/>
                    <a:pt x="603" y="546"/>
                    <a:pt x="609" y="541"/>
                  </a:cubicBezTo>
                  <a:cubicBezTo>
                    <a:pt x="618" y="530"/>
                    <a:pt x="618" y="514"/>
                    <a:pt x="607" y="504"/>
                  </a:cubicBezTo>
                  <a:lnTo>
                    <a:pt x="46" y="7"/>
                  </a:ln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5" name="Google Shape;9545;p31"/>
            <p:cNvSpPr/>
            <p:nvPr/>
          </p:nvSpPr>
          <p:spPr>
            <a:xfrm>
              <a:off x="2742350" y="3624325"/>
              <a:ext cx="4300" cy="3850"/>
            </a:xfrm>
            <a:custGeom>
              <a:avLst/>
              <a:gdLst/>
              <a:ahLst/>
              <a:cxnLst/>
              <a:rect l="l" t="t" r="r" b="b"/>
              <a:pathLst>
                <a:path w="172" h="154" extrusionOk="0">
                  <a:moveTo>
                    <a:pt x="30" y="1"/>
                  </a:moveTo>
                  <a:cubicBezTo>
                    <a:pt x="23" y="1"/>
                    <a:pt x="16" y="3"/>
                    <a:pt x="11" y="8"/>
                  </a:cubicBezTo>
                  <a:cubicBezTo>
                    <a:pt x="0" y="19"/>
                    <a:pt x="2" y="37"/>
                    <a:pt x="12" y="46"/>
                  </a:cubicBezTo>
                  <a:lnTo>
                    <a:pt x="124" y="147"/>
                  </a:lnTo>
                  <a:cubicBezTo>
                    <a:pt x="129" y="152"/>
                    <a:pt x="136" y="154"/>
                    <a:pt x="142" y="154"/>
                  </a:cubicBezTo>
                  <a:cubicBezTo>
                    <a:pt x="148" y="154"/>
                    <a:pt x="156" y="151"/>
                    <a:pt x="160" y="146"/>
                  </a:cubicBezTo>
                  <a:cubicBezTo>
                    <a:pt x="171" y="135"/>
                    <a:pt x="170" y="119"/>
                    <a:pt x="159" y="109"/>
                  </a:cubicBezTo>
                  <a:lnTo>
                    <a:pt x="47" y="7"/>
                  </a:lnTo>
                  <a:cubicBezTo>
                    <a:pt x="42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6" name="Google Shape;9546;p31"/>
            <p:cNvSpPr/>
            <p:nvPr/>
          </p:nvSpPr>
          <p:spPr>
            <a:xfrm>
              <a:off x="2739925" y="3629350"/>
              <a:ext cx="9900" cy="7600"/>
            </a:xfrm>
            <a:custGeom>
              <a:avLst/>
              <a:gdLst/>
              <a:ahLst/>
              <a:cxnLst/>
              <a:rect l="l" t="t" r="r" b="b"/>
              <a:pathLst>
                <a:path w="396" h="304" extrusionOk="0">
                  <a:moveTo>
                    <a:pt x="29" y="1"/>
                  </a:moveTo>
                  <a:cubicBezTo>
                    <a:pt x="21" y="1"/>
                    <a:pt x="13" y="5"/>
                    <a:pt x="9" y="12"/>
                  </a:cubicBezTo>
                  <a:cubicBezTo>
                    <a:pt x="0" y="23"/>
                    <a:pt x="2" y="39"/>
                    <a:pt x="14" y="48"/>
                  </a:cubicBezTo>
                  <a:lnTo>
                    <a:pt x="352" y="298"/>
                  </a:lnTo>
                  <a:cubicBezTo>
                    <a:pt x="357" y="302"/>
                    <a:pt x="362" y="304"/>
                    <a:pt x="368" y="304"/>
                  </a:cubicBezTo>
                  <a:cubicBezTo>
                    <a:pt x="374" y="304"/>
                    <a:pt x="383" y="300"/>
                    <a:pt x="388" y="293"/>
                  </a:cubicBezTo>
                  <a:cubicBezTo>
                    <a:pt x="396" y="282"/>
                    <a:pt x="395" y="266"/>
                    <a:pt x="383" y="257"/>
                  </a:cubicBezTo>
                  <a:lnTo>
                    <a:pt x="45" y="7"/>
                  </a:lnTo>
                  <a:cubicBezTo>
                    <a:pt x="40" y="3"/>
                    <a:pt x="34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7" name="Google Shape;9547;p31"/>
            <p:cNvSpPr/>
            <p:nvPr/>
          </p:nvSpPr>
          <p:spPr>
            <a:xfrm>
              <a:off x="2751725" y="3638325"/>
              <a:ext cx="7150" cy="5550"/>
            </a:xfrm>
            <a:custGeom>
              <a:avLst/>
              <a:gdLst/>
              <a:ahLst/>
              <a:cxnLst/>
              <a:rect l="l" t="t" r="r" b="b"/>
              <a:pathLst>
                <a:path w="286" h="222" extrusionOk="0">
                  <a:moveTo>
                    <a:pt x="30" y="0"/>
                  </a:moveTo>
                  <a:cubicBezTo>
                    <a:pt x="22" y="0"/>
                    <a:pt x="14" y="4"/>
                    <a:pt x="9" y="11"/>
                  </a:cubicBezTo>
                  <a:cubicBezTo>
                    <a:pt x="1" y="22"/>
                    <a:pt x="3" y="38"/>
                    <a:pt x="14" y="47"/>
                  </a:cubicBezTo>
                  <a:lnTo>
                    <a:pt x="240" y="217"/>
                  </a:lnTo>
                  <a:cubicBezTo>
                    <a:pt x="245" y="221"/>
                    <a:pt x="251" y="222"/>
                    <a:pt x="256" y="222"/>
                  </a:cubicBezTo>
                  <a:cubicBezTo>
                    <a:pt x="264" y="222"/>
                    <a:pt x="272" y="219"/>
                    <a:pt x="276" y="213"/>
                  </a:cubicBezTo>
                  <a:cubicBezTo>
                    <a:pt x="286" y="200"/>
                    <a:pt x="283" y="184"/>
                    <a:pt x="272" y="176"/>
                  </a:cubicBezTo>
                  <a:lnTo>
                    <a:pt x="45" y="5"/>
                  </a:lnTo>
                  <a:cubicBezTo>
                    <a:pt x="41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8" name="Google Shape;9548;p31"/>
            <p:cNvSpPr/>
            <p:nvPr/>
          </p:nvSpPr>
          <p:spPr>
            <a:xfrm>
              <a:off x="2652650" y="3541625"/>
              <a:ext cx="5475" cy="35600"/>
            </a:xfrm>
            <a:custGeom>
              <a:avLst/>
              <a:gdLst/>
              <a:ahLst/>
              <a:cxnLst/>
              <a:rect l="l" t="t" r="r" b="b"/>
              <a:pathLst>
                <a:path w="219" h="1424" extrusionOk="0">
                  <a:moveTo>
                    <a:pt x="27" y="0"/>
                  </a:moveTo>
                  <a:cubicBezTo>
                    <a:pt x="26" y="0"/>
                    <a:pt x="26" y="0"/>
                    <a:pt x="25" y="0"/>
                  </a:cubicBezTo>
                  <a:cubicBezTo>
                    <a:pt x="10" y="3"/>
                    <a:pt x="0" y="16"/>
                    <a:pt x="3" y="31"/>
                  </a:cubicBezTo>
                  <a:cubicBezTo>
                    <a:pt x="88" y="482"/>
                    <a:pt x="142" y="942"/>
                    <a:pt x="166" y="1399"/>
                  </a:cubicBezTo>
                  <a:cubicBezTo>
                    <a:pt x="166" y="1413"/>
                    <a:pt x="178" y="1424"/>
                    <a:pt x="191" y="1424"/>
                  </a:cubicBezTo>
                  <a:lnTo>
                    <a:pt x="193" y="1424"/>
                  </a:lnTo>
                  <a:cubicBezTo>
                    <a:pt x="206" y="1424"/>
                    <a:pt x="218" y="1411"/>
                    <a:pt x="217" y="1397"/>
                  </a:cubicBezTo>
                  <a:cubicBezTo>
                    <a:pt x="194" y="938"/>
                    <a:pt x="139" y="474"/>
                    <a:pt x="54" y="22"/>
                  </a:cubicBezTo>
                  <a:cubicBezTo>
                    <a:pt x="52" y="8"/>
                    <a:pt x="40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9" name="Google Shape;9549;p31"/>
            <p:cNvSpPr/>
            <p:nvPr/>
          </p:nvSpPr>
          <p:spPr>
            <a:xfrm>
              <a:off x="2656625" y="3583050"/>
              <a:ext cx="1400" cy="7800"/>
            </a:xfrm>
            <a:custGeom>
              <a:avLst/>
              <a:gdLst/>
              <a:ahLst/>
              <a:cxnLst/>
              <a:rect l="l" t="t" r="r" b="b"/>
              <a:pathLst>
                <a:path w="56" h="312" extrusionOk="0">
                  <a:moveTo>
                    <a:pt x="26" y="1"/>
                  </a:moveTo>
                  <a:cubicBezTo>
                    <a:pt x="12" y="2"/>
                    <a:pt x="0" y="13"/>
                    <a:pt x="0" y="28"/>
                  </a:cubicBezTo>
                  <a:lnTo>
                    <a:pt x="4" y="286"/>
                  </a:lnTo>
                  <a:cubicBezTo>
                    <a:pt x="4" y="301"/>
                    <a:pt x="15" y="311"/>
                    <a:pt x="30" y="311"/>
                  </a:cubicBezTo>
                  <a:cubicBezTo>
                    <a:pt x="44" y="311"/>
                    <a:pt x="55" y="301"/>
                    <a:pt x="55" y="286"/>
                  </a:cubicBezTo>
                  <a:lnTo>
                    <a:pt x="53" y="26"/>
                  </a:lnTo>
                  <a:cubicBezTo>
                    <a:pt x="53" y="13"/>
                    <a:pt x="40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0" name="Google Shape;9550;p31"/>
            <p:cNvSpPr/>
            <p:nvPr/>
          </p:nvSpPr>
          <p:spPr>
            <a:xfrm>
              <a:off x="2645325" y="3538300"/>
              <a:ext cx="5625" cy="40225"/>
            </a:xfrm>
            <a:custGeom>
              <a:avLst/>
              <a:gdLst/>
              <a:ahLst/>
              <a:cxnLst/>
              <a:rect l="l" t="t" r="r" b="b"/>
              <a:pathLst>
                <a:path w="225" h="1609" extrusionOk="0">
                  <a:moveTo>
                    <a:pt x="28" y="1"/>
                  </a:moveTo>
                  <a:cubicBezTo>
                    <a:pt x="26" y="1"/>
                    <a:pt x="25" y="1"/>
                    <a:pt x="23" y="1"/>
                  </a:cubicBezTo>
                  <a:cubicBezTo>
                    <a:pt x="9" y="4"/>
                    <a:pt x="0" y="17"/>
                    <a:pt x="3" y="32"/>
                  </a:cubicBezTo>
                  <a:cubicBezTo>
                    <a:pt x="96" y="542"/>
                    <a:pt x="152" y="1064"/>
                    <a:pt x="172" y="1583"/>
                  </a:cubicBezTo>
                  <a:cubicBezTo>
                    <a:pt x="172" y="1597"/>
                    <a:pt x="184" y="1609"/>
                    <a:pt x="198" y="1609"/>
                  </a:cubicBezTo>
                  <a:lnTo>
                    <a:pt x="199" y="1609"/>
                  </a:lnTo>
                  <a:cubicBezTo>
                    <a:pt x="213" y="1608"/>
                    <a:pt x="225" y="1596"/>
                    <a:pt x="223" y="1581"/>
                  </a:cubicBezTo>
                  <a:cubicBezTo>
                    <a:pt x="203" y="1060"/>
                    <a:pt x="147" y="535"/>
                    <a:pt x="54" y="23"/>
                  </a:cubicBezTo>
                  <a:cubicBezTo>
                    <a:pt x="51" y="10"/>
                    <a:pt x="4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1" name="Google Shape;9551;p31"/>
            <p:cNvSpPr/>
            <p:nvPr/>
          </p:nvSpPr>
          <p:spPr>
            <a:xfrm>
              <a:off x="2649375" y="3587300"/>
              <a:ext cx="1575" cy="8800"/>
            </a:xfrm>
            <a:custGeom>
              <a:avLst/>
              <a:gdLst/>
              <a:ahLst/>
              <a:cxnLst/>
              <a:rect l="l" t="t" r="r" b="b"/>
              <a:pathLst>
                <a:path w="63" h="352" extrusionOk="0">
                  <a:moveTo>
                    <a:pt x="26" y="0"/>
                  </a:moveTo>
                  <a:cubicBezTo>
                    <a:pt x="12" y="0"/>
                    <a:pt x="1" y="12"/>
                    <a:pt x="1" y="27"/>
                  </a:cubicBezTo>
                  <a:lnTo>
                    <a:pt x="10" y="326"/>
                  </a:lnTo>
                  <a:cubicBezTo>
                    <a:pt x="10" y="339"/>
                    <a:pt x="22" y="351"/>
                    <a:pt x="36" y="351"/>
                  </a:cubicBezTo>
                  <a:lnTo>
                    <a:pt x="37" y="351"/>
                  </a:lnTo>
                  <a:cubicBezTo>
                    <a:pt x="52" y="350"/>
                    <a:pt x="63" y="338"/>
                    <a:pt x="63" y="324"/>
                  </a:cubicBezTo>
                  <a:lnTo>
                    <a:pt x="53" y="26"/>
                  </a:lnTo>
                  <a:cubicBezTo>
                    <a:pt x="53" y="11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2" name="Google Shape;9552;p31"/>
            <p:cNvSpPr/>
            <p:nvPr/>
          </p:nvSpPr>
          <p:spPr>
            <a:xfrm>
              <a:off x="2635325" y="3555875"/>
              <a:ext cx="6100" cy="45100"/>
            </a:xfrm>
            <a:custGeom>
              <a:avLst/>
              <a:gdLst/>
              <a:ahLst/>
              <a:cxnLst/>
              <a:rect l="l" t="t" r="r" b="b"/>
              <a:pathLst>
                <a:path w="244" h="1804" extrusionOk="0">
                  <a:moveTo>
                    <a:pt x="29" y="0"/>
                  </a:moveTo>
                  <a:cubicBezTo>
                    <a:pt x="27" y="0"/>
                    <a:pt x="25" y="0"/>
                    <a:pt x="23" y="1"/>
                  </a:cubicBezTo>
                  <a:cubicBezTo>
                    <a:pt x="10" y="3"/>
                    <a:pt x="0" y="17"/>
                    <a:pt x="3" y="30"/>
                  </a:cubicBezTo>
                  <a:cubicBezTo>
                    <a:pt x="122" y="605"/>
                    <a:pt x="185" y="1193"/>
                    <a:pt x="193" y="1778"/>
                  </a:cubicBezTo>
                  <a:cubicBezTo>
                    <a:pt x="193" y="1791"/>
                    <a:pt x="204" y="1803"/>
                    <a:pt x="218" y="1803"/>
                  </a:cubicBezTo>
                  <a:cubicBezTo>
                    <a:pt x="233" y="1803"/>
                    <a:pt x="244" y="1791"/>
                    <a:pt x="244" y="1776"/>
                  </a:cubicBezTo>
                  <a:cubicBezTo>
                    <a:pt x="236" y="1189"/>
                    <a:pt x="173" y="597"/>
                    <a:pt x="54" y="21"/>
                  </a:cubicBezTo>
                  <a:cubicBezTo>
                    <a:pt x="52" y="8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3" name="Google Shape;9553;p31"/>
            <p:cNvSpPr/>
            <p:nvPr/>
          </p:nvSpPr>
          <p:spPr>
            <a:xfrm>
              <a:off x="2622300" y="3531125"/>
              <a:ext cx="4000" cy="26925"/>
            </a:xfrm>
            <a:custGeom>
              <a:avLst/>
              <a:gdLst/>
              <a:ahLst/>
              <a:cxnLst/>
              <a:rect l="l" t="t" r="r" b="b"/>
              <a:pathLst>
                <a:path w="160" h="1077" extrusionOk="0">
                  <a:moveTo>
                    <a:pt x="28" y="0"/>
                  </a:moveTo>
                  <a:cubicBezTo>
                    <a:pt x="27" y="0"/>
                    <a:pt x="26" y="0"/>
                    <a:pt x="25" y="0"/>
                  </a:cubicBezTo>
                  <a:cubicBezTo>
                    <a:pt x="12" y="3"/>
                    <a:pt x="1" y="17"/>
                    <a:pt x="4" y="30"/>
                  </a:cubicBezTo>
                  <a:cubicBezTo>
                    <a:pt x="53" y="366"/>
                    <a:pt x="87" y="711"/>
                    <a:pt x="107" y="1052"/>
                  </a:cubicBezTo>
                  <a:cubicBezTo>
                    <a:pt x="107" y="1066"/>
                    <a:pt x="119" y="1077"/>
                    <a:pt x="133" y="1077"/>
                  </a:cubicBezTo>
                  <a:lnTo>
                    <a:pt x="134" y="1077"/>
                  </a:lnTo>
                  <a:cubicBezTo>
                    <a:pt x="149" y="1075"/>
                    <a:pt x="160" y="1063"/>
                    <a:pt x="158" y="1048"/>
                  </a:cubicBezTo>
                  <a:cubicBezTo>
                    <a:pt x="139" y="707"/>
                    <a:pt x="104" y="361"/>
                    <a:pt x="55" y="23"/>
                  </a:cubicBezTo>
                  <a:cubicBezTo>
                    <a:pt x="52" y="9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4" name="Google Shape;9554;p31"/>
            <p:cNvSpPr/>
            <p:nvPr/>
          </p:nvSpPr>
          <p:spPr>
            <a:xfrm>
              <a:off x="2624525" y="3562075"/>
              <a:ext cx="1550" cy="5475"/>
            </a:xfrm>
            <a:custGeom>
              <a:avLst/>
              <a:gdLst/>
              <a:ahLst/>
              <a:cxnLst/>
              <a:rect l="l" t="t" r="r" b="b"/>
              <a:pathLst>
                <a:path w="62" h="219" extrusionOk="0">
                  <a:moveTo>
                    <a:pt x="25" y="0"/>
                  </a:moveTo>
                  <a:cubicBezTo>
                    <a:pt x="11" y="1"/>
                    <a:pt x="1" y="14"/>
                    <a:pt x="1" y="28"/>
                  </a:cubicBezTo>
                  <a:lnTo>
                    <a:pt x="9" y="194"/>
                  </a:lnTo>
                  <a:cubicBezTo>
                    <a:pt x="10" y="207"/>
                    <a:pt x="21" y="218"/>
                    <a:pt x="34" y="218"/>
                  </a:cubicBezTo>
                  <a:lnTo>
                    <a:pt x="36" y="218"/>
                  </a:lnTo>
                  <a:cubicBezTo>
                    <a:pt x="50" y="217"/>
                    <a:pt x="61" y="205"/>
                    <a:pt x="61" y="191"/>
                  </a:cubicBezTo>
                  <a:lnTo>
                    <a:pt x="53" y="26"/>
                  </a:lnTo>
                  <a:cubicBezTo>
                    <a:pt x="52" y="11"/>
                    <a:pt x="41" y="0"/>
                    <a:pt x="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5" name="Google Shape;9555;p31"/>
            <p:cNvSpPr/>
            <p:nvPr/>
          </p:nvSpPr>
          <p:spPr>
            <a:xfrm>
              <a:off x="2616925" y="3548150"/>
              <a:ext cx="4100" cy="28575"/>
            </a:xfrm>
            <a:custGeom>
              <a:avLst/>
              <a:gdLst/>
              <a:ahLst/>
              <a:cxnLst/>
              <a:rect l="l" t="t" r="r" b="b"/>
              <a:pathLst>
                <a:path w="164" h="1143" extrusionOk="0">
                  <a:moveTo>
                    <a:pt x="28" y="0"/>
                  </a:moveTo>
                  <a:cubicBezTo>
                    <a:pt x="27" y="0"/>
                    <a:pt x="26" y="0"/>
                    <a:pt x="25" y="0"/>
                  </a:cubicBezTo>
                  <a:cubicBezTo>
                    <a:pt x="10" y="3"/>
                    <a:pt x="1" y="16"/>
                    <a:pt x="3" y="30"/>
                  </a:cubicBezTo>
                  <a:cubicBezTo>
                    <a:pt x="60" y="388"/>
                    <a:pt x="96" y="754"/>
                    <a:pt x="111" y="1118"/>
                  </a:cubicBezTo>
                  <a:cubicBezTo>
                    <a:pt x="112" y="1132"/>
                    <a:pt x="123" y="1142"/>
                    <a:pt x="136" y="1142"/>
                  </a:cubicBezTo>
                  <a:lnTo>
                    <a:pt x="138" y="1142"/>
                  </a:lnTo>
                  <a:cubicBezTo>
                    <a:pt x="153" y="1142"/>
                    <a:pt x="163" y="1130"/>
                    <a:pt x="163" y="1115"/>
                  </a:cubicBezTo>
                  <a:cubicBezTo>
                    <a:pt x="147" y="750"/>
                    <a:pt x="111" y="382"/>
                    <a:pt x="54" y="22"/>
                  </a:cubicBezTo>
                  <a:cubicBezTo>
                    <a:pt x="52" y="9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6" name="Google Shape;9556;p31"/>
            <p:cNvSpPr/>
            <p:nvPr/>
          </p:nvSpPr>
          <p:spPr>
            <a:xfrm>
              <a:off x="2682775" y="3565125"/>
              <a:ext cx="4850" cy="40025"/>
            </a:xfrm>
            <a:custGeom>
              <a:avLst/>
              <a:gdLst/>
              <a:ahLst/>
              <a:cxnLst/>
              <a:rect l="l" t="t" r="r" b="b"/>
              <a:pathLst>
                <a:path w="194" h="1601" extrusionOk="0">
                  <a:moveTo>
                    <a:pt x="29" y="0"/>
                  </a:moveTo>
                  <a:cubicBezTo>
                    <a:pt x="27" y="0"/>
                    <a:pt x="25" y="0"/>
                    <a:pt x="24" y="1"/>
                  </a:cubicBezTo>
                  <a:cubicBezTo>
                    <a:pt x="10" y="3"/>
                    <a:pt x="1" y="17"/>
                    <a:pt x="3" y="32"/>
                  </a:cubicBezTo>
                  <a:cubicBezTo>
                    <a:pt x="104" y="539"/>
                    <a:pt x="141" y="1057"/>
                    <a:pt x="112" y="1573"/>
                  </a:cubicBezTo>
                  <a:cubicBezTo>
                    <a:pt x="112" y="1588"/>
                    <a:pt x="123" y="1600"/>
                    <a:pt x="138" y="1600"/>
                  </a:cubicBezTo>
                  <a:lnTo>
                    <a:pt x="139" y="1600"/>
                  </a:lnTo>
                  <a:cubicBezTo>
                    <a:pt x="153" y="1600"/>
                    <a:pt x="164" y="1589"/>
                    <a:pt x="165" y="1576"/>
                  </a:cubicBezTo>
                  <a:cubicBezTo>
                    <a:pt x="193" y="1055"/>
                    <a:pt x="155" y="532"/>
                    <a:pt x="55" y="21"/>
                  </a:cubicBezTo>
                  <a:cubicBezTo>
                    <a:pt x="52" y="9"/>
                    <a:pt x="4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7" name="Google Shape;9557;p31"/>
            <p:cNvSpPr/>
            <p:nvPr/>
          </p:nvSpPr>
          <p:spPr>
            <a:xfrm>
              <a:off x="2685225" y="3610225"/>
              <a:ext cx="1675" cy="12125"/>
            </a:xfrm>
            <a:custGeom>
              <a:avLst/>
              <a:gdLst/>
              <a:ahLst/>
              <a:cxnLst/>
              <a:rect l="l" t="t" r="r" b="b"/>
              <a:pathLst>
                <a:path w="67" h="485" extrusionOk="0">
                  <a:moveTo>
                    <a:pt x="27" y="1"/>
                  </a:moveTo>
                  <a:cubicBezTo>
                    <a:pt x="12" y="2"/>
                    <a:pt x="1" y="14"/>
                    <a:pt x="1" y="28"/>
                  </a:cubicBezTo>
                  <a:lnTo>
                    <a:pt x="14" y="459"/>
                  </a:lnTo>
                  <a:cubicBezTo>
                    <a:pt x="16" y="474"/>
                    <a:pt x="27" y="485"/>
                    <a:pt x="41" y="485"/>
                  </a:cubicBezTo>
                  <a:cubicBezTo>
                    <a:pt x="56" y="485"/>
                    <a:pt x="67" y="473"/>
                    <a:pt x="67" y="458"/>
                  </a:cubicBezTo>
                  <a:lnTo>
                    <a:pt x="53" y="26"/>
                  </a:lnTo>
                  <a:cubicBezTo>
                    <a:pt x="52" y="11"/>
                    <a:pt x="41" y="3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8" name="Google Shape;9558;p31"/>
            <p:cNvSpPr/>
            <p:nvPr/>
          </p:nvSpPr>
          <p:spPr>
            <a:xfrm>
              <a:off x="2694950" y="3609925"/>
              <a:ext cx="2650" cy="43950"/>
            </a:xfrm>
            <a:custGeom>
              <a:avLst/>
              <a:gdLst/>
              <a:ahLst/>
              <a:cxnLst/>
              <a:rect l="l" t="t" r="r" b="b"/>
              <a:pathLst>
                <a:path w="106" h="1758" extrusionOk="0">
                  <a:moveTo>
                    <a:pt x="26" y="1"/>
                  </a:moveTo>
                  <a:cubicBezTo>
                    <a:pt x="13" y="2"/>
                    <a:pt x="1" y="13"/>
                    <a:pt x="2" y="27"/>
                  </a:cubicBezTo>
                  <a:lnTo>
                    <a:pt x="53" y="1733"/>
                  </a:lnTo>
                  <a:cubicBezTo>
                    <a:pt x="53" y="1747"/>
                    <a:pt x="65" y="1758"/>
                    <a:pt x="79" y="1758"/>
                  </a:cubicBezTo>
                  <a:lnTo>
                    <a:pt x="80" y="1758"/>
                  </a:lnTo>
                  <a:cubicBezTo>
                    <a:pt x="95" y="1758"/>
                    <a:pt x="106" y="1745"/>
                    <a:pt x="106" y="1731"/>
                  </a:cubicBezTo>
                  <a:lnTo>
                    <a:pt x="53" y="26"/>
                  </a:lnTo>
                  <a:cubicBezTo>
                    <a:pt x="53" y="11"/>
                    <a:pt x="4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9" name="Google Shape;9559;p31"/>
            <p:cNvSpPr/>
            <p:nvPr/>
          </p:nvSpPr>
          <p:spPr>
            <a:xfrm>
              <a:off x="2694250" y="3596225"/>
              <a:ext cx="1425" cy="6975"/>
            </a:xfrm>
            <a:custGeom>
              <a:avLst/>
              <a:gdLst/>
              <a:ahLst/>
              <a:cxnLst/>
              <a:rect l="l" t="t" r="r" b="b"/>
              <a:pathLst>
                <a:path w="57" h="279" extrusionOk="0">
                  <a:moveTo>
                    <a:pt x="26" y="1"/>
                  </a:moveTo>
                  <a:cubicBezTo>
                    <a:pt x="11" y="1"/>
                    <a:pt x="0" y="13"/>
                    <a:pt x="0" y="28"/>
                  </a:cubicBezTo>
                  <a:lnTo>
                    <a:pt x="5" y="253"/>
                  </a:lnTo>
                  <a:cubicBezTo>
                    <a:pt x="6" y="266"/>
                    <a:pt x="17" y="278"/>
                    <a:pt x="31" y="278"/>
                  </a:cubicBezTo>
                  <a:cubicBezTo>
                    <a:pt x="46" y="278"/>
                    <a:pt x="57" y="266"/>
                    <a:pt x="57" y="251"/>
                  </a:cubicBezTo>
                  <a:lnTo>
                    <a:pt x="53" y="27"/>
                  </a:lnTo>
                  <a:cubicBezTo>
                    <a:pt x="52" y="12"/>
                    <a:pt x="41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0" name="Google Shape;9560;p31"/>
            <p:cNvSpPr/>
            <p:nvPr/>
          </p:nvSpPr>
          <p:spPr>
            <a:xfrm>
              <a:off x="2701625" y="3591575"/>
              <a:ext cx="2775" cy="33950"/>
            </a:xfrm>
            <a:custGeom>
              <a:avLst/>
              <a:gdLst/>
              <a:ahLst/>
              <a:cxnLst/>
              <a:rect l="l" t="t" r="r" b="b"/>
              <a:pathLst>
                <a:path w="111" h="1358" extrusionOk="0">
                  <a:moveTo>
                    <a:pt x="31" y="1"/>
                  </a:moveTo>
                  <a:cubicBezTo>
                    <a:pt x="30" y="1"/>
                    <a:pt x="28" y="1"/>
                    <a:pt x="26" y="1"/>
                  </a:cubicBezTo>
                  <a:cubicBezTo>
                    <a:pt x="11" y="3"/>
                    <a:pt x="0" y="15"/>
                    <a:pt x="1" y="30"/>
                  </a:cubicBezTo>
                  <a:cubicBezTo>
                    <a:pt x="43" y="460"/>
                    <a:pt x="58" y="897"/>
                    <a:pt x="46" y="1331"/>
                  </a:cubicBezTo>
                  <a:cubicBezTo>
                    <a:pt x="45" y="1345"/>
                    <a:pt x="57" y="1357"/>
                    <a:pt x="70" y="1357"/>
                  </a:cubicBezTo>
                  <a:lnTo>
                    <a:pt x="71" y="1357"/>
                  </a:lnTo>
                  <a:cubicBezTo>
                    <a:pt x="85" y="1357"/>
                    <a:pt x="97" y="1347"/>
                    <a:pt x="97" y="1332"/>
                  </a:cubicBezTo>
                  <a:cubicBezTo>
                    <a:pt x="110" y="897"/>
                    <a:pt x="96" y="457"/>
                    <a:pt x="54" y="24"/>
                  </a:cubicBezTo>
                  <a:cubicBezTo>
                    <a:pt x="53" y="11"/>
                    <a:pt x="43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1" name="Google Shape;9561;p31"/>
            <p:cNvSpPr/>
            <p:nvPr/>
          </p:nvSpPr>
          <p:spPr>
            <a:xfrm>
              <a:off x="2702350" y="3629300"/>
              <a:ext cx="1350" cy="5500"/>
            </a:xfrm>
            <a:custGeom>
              <a:avLst/>
              <a:gdLst/>
              <a:ahLst/>
              <a:cxnLst/>
              <a:rect l="l" t="t" r="r" b="b"/>
              <a:pathLst>
                <a:path w="54" h="220" extrusionOk="0">
                  <a:moveTo>
                    <a:pt x="26" y="0"/>
                  </a:moveTo>
                  <a:cubicBezTo>
                    <a:pt x="11" y="0"/>
                    <a:pt x="1" y="13"/>
                    <a:pt x="1" y="27"/>
                  </a:cubicBezTo>
                  <a:lnTo>
                    <a:pt x="2" y="194"/>
                  </a:lnTo>
                  <a:cubicBezTo>
                    <a:pt x="2" y="208"/>
                    <a:pt x="13" y="220"/>
                    <a:pt x="28" y="220"/>
                  </a:cubicBezTo>
                  <a:cubicBezTo>
                    <a:pt x="42" y="220"/>
                    <a:pt x="53" y="208"/>
                    <a:pt x="53" y="194"/>
                  </a:cubicBezTo>
                  <a:lnTo>
                    <a:pt x="52" y="26"/>
                  </a:lnTo>
                  <a:cubicBezTo>
                    <a:pt x="52" y="13"/>
                    <a:pt x="40" y="0"/>
                    <a:pt x="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2" name="Google Shape;9562;p31"/>
            <p:cNvSpPr/>
            <p:nvPr/>
          </p:nvSpPr>
          <p:spPr>
            <a:xfrm>
              <a:off x="2673625" y="3554450"/>
              <a:ext cx="6425" cy="46125"/>
            </a:xfrm>
            <a:custGeom>
              <a:avLst/>
              <a:gdLst/>
              <a:ahLst/>
              <a:cxnLst/>
              <a:rect l="l" t="t" r="r" b="b"/>
              <a:pathLst>
                <a:path w="257" h="1845" extrusionOk="0">
                  <a:moveTo>
                    <a:pt x="29" y="0"/>
                  </a:moveTo>
                  <a:cubicBezTo>
                    <a:pt x="28" y="0"/>
                    <a:pt x="26" y="1"/>
                    <a:pt x="24" y="1"/>
                  </a:cubicBezTo>
                  <a:cubicBezTo>
                    <a:pt x="10" y="4"/>
                    <a:pt x="1" y="17"/>
                    <a:pt x="3" y="31"/>
                  </a:cubicBezTo>
                  <a:cubicBezTo>
                    <a:pt x="115" y="620"/>
                    <a:pt x="182" y="1221"/>
                    <a:pt x="204" y="1820"/>
                  </a:cubicBezTo>
                  <a:cubicBezTo>
                    <a:pt x="204" y="1833"/>
                    <a:pt x="216" y="1844"/>
                    <a:pt x="230" y="1844"/>
                  </a:cubicBezTo>
                  <a:lnTo>
                    <a:pt x="231" y="1844"/>
                  </a:lnTo>
                  <a:cubicBezTo>
                    <a:pt x="246" y="1844"/>
                    <a:pt x="256" y="1832"/>
                    <a:pt x="256" y="1817"/>
                  </a:cubicBezTo>
                  <a:cubicBezTo>
                    <a:pt x="235" y="1217"/>
                    <a:pt x="166" y="612"/>
                    <a:pt x="53" y="21"/>
                  </a:cubicBezTo>
                  <a:cubicBezTo>
                    <a:pt x="51" y="10"/>
                    <a:pt x="4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3" name="Google Shape;9563;p31"/>
            <p:cNvSpPr/>
            <p:nvPr/>
          </p:nvSpPr>
          <p:spPr>
            <a:xfrm>
              <a:off x="2678350" y="3607650"/>
              <a:ext cx="2550" cy="15350"/>
            </a:xfrm>
            <a:custGeom>
              <a:avLst/>
              <a:gdLst/>
              <a:ahLst/>
              <a:cxnLst/>
              <a:rect l="l" t="t" r="r" b="b"/>
              <a:pathLst>
                <a:path w="102" h="614" extrusionOk="0">
                  <a:moveTo>
                    <a:pt x="28" y="1"/>
                  </a:moveTo>
                  <a:cubicBezTo>
                    <a:pt x="26" y="1"/>
                    <a:pt x="25" y="1"/>
                    <a:pt x="23" y="1"/>
                  </a:cubicBezTo>
                  <a:cubicBezTo>
                    <a:pt x="10" y="4"/>
                    <a:pt x="0" y="18"/>
                    <a:pt x="3" y="31"/>
                  </a:cubicBezTo>
                  <a:cubicBezTo>
                    <a:pt x="35" y="215"/>
                    <a:pt x="49" y="401"/>
                    <a:pt x="45" y="587"/>
                  </a:cubicBezTo>
                  <a:cubicBezTo>
                    <a:pt x="45" y="601"/>
                    <a:pt x="55" y="614"/>
                    <a:pt x="70" y="614"/>
                  </a:cubicBezTo>
                  <a:cubicBezTo>
                    <a:pt x="85" y="614"/>
                    <a:pt x="96" y="603"/>
                    <a:pt x="97" y="588"/>
                  </a:cubicBezTo>
                  <a:cubicBezTo>
                    <a:pt x="101" y="400"/>
                    <a:pt x="86" y="209"/>
                    <a:pt x="54" y="23"/>
                  </a:cubicBezTo>
                  <a:cubicBezTo>
                    <a:pt x="52" y="10"/>
                    <a:pt x="4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4" name="Google Shape;9564;p31"/>
            <p:cNvSpPr/>
            <p:nvPr/>
          </p:nvSpPr>
          <p:spPr>
            <a:xfrm>
              <a:off x="2679675" y="3625825"/>
              <a:ext cx="1375" cy="14700"/>
            </a:xfrm>
            <a:custGeom>
              <a:avLst/>
              <a:gdLst/>
              <a:ahLst/>
              <a:cxnLst/>
              <a:rect l="l" t="t" r="r" b="b"/>
              <a:pathLst>
                <a:path w="55" h="588" extrusionOk="0">
                  <a:moveTo>
                    <a:pt x="27" y="1"/>
                  </a:moveTo>
                  <a:cubicBezTo>
                    <a:pt x="12" y="1"/>
                    <a:pt x="1" y="12"/>
                    <a:pt x="1" y="26"/>
                  </a:cubicBezTo>
                  <a:lnTo>
                    <a:pt x="4" y="562"/>
                  </a:lnTo>
                  <a:cubicBezTo>
                    <a:pt x="4" y="575"/>
                    <a:pt x="14" y="587"/>
                    <a:pt x="29" y="587"/>
                  </a:cubicBezTo>
                  <a:cubicBezTo>
                    <a:pt x="43" y="587"/>
                    <a:pt x="55" y="575"/>
                    <a:pt x="55" y="561"/>
                  </a:cubicBezTo>
                  <a:lnTo>
                    <a:pt x="52" y="26"/>
                  </a:lnTo>
                  <a:cubicBezTo>
                    <a:pt x="52" y="12"/>
                    <a:pt x="41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5" name="Google Shape;9565;p31"/>
            <p:cNvSpPr/>
            <p:nvPr/>
          </p:nvSpPr>
          <p:spPr>
            <a:xfrm>
              <a:off x="2638550" y="3621125"/>
              <a:ext cx="23075" cy="4925"/>
            </a:xfrm>
            <a:custGeom>
              <a:avLst/>
              <a:gdLst/>
              <a:ahLst/>
              <a:cxnLst/>
              <a:rect l="l" t="t" r="r" b="b"/>
              <a:pathLst>
                <a:path w="923" h="197" extrusionOk="0">
                  <a:moveTo>
                    <a:pt x="895" y="0"/>
                  </a:moveTo>
                  <a:cubicBezTo>
                    <a:pt x="894" y="0"/>
                    <a:pt x="893" y="0"/>
                    <a:pt x="891" y="1"/>
                  </a:cubicBezTo>
                  <a:lnTo>
                    <a:pt x="25" y="146"/>
                  </a:lnTo>
                  <a:cubicBezTo>
                    <a:pt x="10" y="149"/>
                    <a:pt x="1" y="162"/>
                    <a:pt x="3" y="175"/>
                  </a:cubicBezTo>
                  <a:cubicBezTo>
                    <a:pt x="6" y="189"/>
                    <a:pt x="17" y="197"/>
                    <a:pt x="29" y="197"/>
                  </a:cubicBezTo>
                  <a:lnTo>
                    <a:pt x="33" y="197"/>
                  </a:lnTo>
                  <a:lnTo>
                    <a:pt x="899" y="52"/>
                  </a:lnTo>
                  <a:cubicBezTo>
                    <a:pt x="913" y="50"/>
                    <a:pt x="922" y="37"/>
                    <a:pt x="921" y="22"/>
                  </a:cubicBezTo>
                  <a:cubicBezTo>
                    <a:pt x="918" y="10"/>
                    <a:pt x="906" y="0"/>
                    <a:pt x="89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6" name="Google Shape;9566;p31"/>
            <p:cNvSpPr/>
            <p:nvPr/>
          </p:nvSpPr>
          <p:spPr>
            <a:xfrm>
              <a:off x="2628250" y="3625150"/>
              <a:ext cx="5075" cy="1450"/>
            </a:xfrm>
            <a:custGeom>
              <a:avLst/>
              <a:gdLst/>
              <a:ahLst/>
              <a:cxnLst/>
              <a:rect l="l" t="t" r="r" b="b"/>
              <a:pathLst>
                <a:path w="203" h="58" extrusionOk="0">
                  <a:moveTo>
                    <a:pt x="176" y="1"/>
                  </a:moveTo>
                  <a:lnTo>
                    <a:pt x="27" y="6"/>
                  </a:lnTo>
                  <a:cubicBezTo>
                    <a:pt x="12" y="6"/>
                    <a:pt x="1" y="18"/>
                    <a:pt x="1" y="33"/>
                  </a:cubicBezTo>
                  <a:cubicBezTo>
                    <a:pt x="2" y="47"/>
                    <a:pt x="13" y="57"/>
                    <a:pt x="28" y="57"/>
                  </a:cubicBezTo>
                  <a:lnTo>
                    <a:pt x="177" y="52"/>
                  </a:lnTo>
                  <a:cubicBezTo>
                    <a:pt x="192" y="52"/>
                    <a:pt x="203" y="40"/>
                    <a:pt x="203" y="25"/>
                  </a:cubicBezTo>
                  <a:cubicBezTo>
                    <a:pt x="203" y="12"/>
                    <a:pt x="191" y="1"/>
                    <a:pt x="17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7" name="Google Shape;9567;p31"/>
            <p:cNvSpPr/>
            <p:nvPr/>
          </p:nvSpPr>
          <p:spPr>
            <a:xfrm>
              <a:off x="2653075" y="3635675"/>
              <a:ext cx="23675" cy="4875"/>
            </a:xfrm>
            <a:custGeom>
              <a:avLst/>
              <a:gdLst/>
              <a:ahLst/>
              <a:cxnLst/>
              <a:rect l="l" t="t" r="r" b="b"/>
              <a:pathLst>
                <a:path w="947" h="195" extrusionOk="0">
                  <a:moveTo>
                    <a:pt x="919" y="0"/>
                  </a:moveTo>
                  <a:cubicBezTo>
                    <a:pt x="917" y="0"/>
                    <a:pt x="915" y="0"/>
                    <a:pt x="913" y="1"/>
                  </a:cubicBezTo>
                  <a:cubicBezTo>
                    <a:pt x="622" y="72"/>
                    <a:pt x="324" y="121"/>
                    <a:pt x="25" y="144"/>
                  </a:cubicBezTo>
                  <a:cubicBezTo>
                    <a:pt x="12" y="144"/>
                    <a:pt x="1" y="157"/>
                    <a:pt x="2" y="171"/>
                  </a:cubicBezTo>
                  <a:cubicBezTo>
                    <a:pt x="4" y="184"/>
                    <a:pt x="14" y="195"/>
                    <a:pt x="28" y="195"/>
                  </a:cubicBezTo>
                  <a:lnTo>
                    <a:pt x="29" y="195"/>
                  </a:lnTo>
                  <a:cubicBezTo>
                    <a:pt x="330" y="172"/>
                    <a:pt x="632" y="123"/>
                    <a:pt x="925" y="51"/>
                  </a:cubicBezTo>
                  <a:cubicBezTo>
                    <a:pt x="939" y="48"/>
                    <a:pt x="947" y="33"/>
                    <a:pt x="944" y="20"/>
                  </a:cubicBezTo>
                  <a:cubicBezTo>
                    <a:pt x="940" y="9"/>
                    <a:pt x="929" y="0"/>
                    <a:pt x="91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8" name="Google Shape;9568;p31"/>
            <p:cNvSpPr/>
            <p:nvPr/>
          </p:nvSpPr>
          <p:spPr>
            <a:xfrm>
              <a:off x="2638450" y="3643400"/>
              <a:ext cx="33425" cy="3625"/>
            </a:xfrm>
            <a:custGeom>
              <a:avLst/>
              <a:gdLst/>
              <a:ahLst/>
              <a:cxnLst/>
              <a:rect l="l" t="t" r="r" b="b"/>
              <a:pathLst>
                <a:path w="1337" h="145" extrusionOk="0">
                  <a:moveTo>
                    <a:pt x="1308" y="1"/>
                  </a:moveTo>
                  <a:cubicBezTo>
                    <a:pt x="1306" y="1"/>
                    <a:pt x="1305" y="1"/>
                    <a:pt x="1303" y="1"/>
                  </a:cubicBezTo>
                  <a:cubicBezTo>
                    <a:pt x="1003" y="62"/>
                    <a:pt x="698" y="93"/>
                    <a:pt x="393" y="93"/>
                  </a:cubicBezTo>
                  <a:cubicBezTo>
                    <a:pt x="272" y="93"/>
                    <a:pt x="151" y="88"/>
                    <a:pt x="30" y="78"/>
                  </a:cubicBezTo>
                  <a:cubicBezTo>
                    <a:pt x="29" y="78"/>
                    <a:pt x="28" y="78"/>
                    <a:pt x="26" y="78"/>
                  </a:cubicBezTo>
                  <a:cubicBezTo>
                    <a:pt x="14" y="78"/>
                    <a:pt x="3" y="89"/>
                    <a:pt x="2" y="101"/>
                  </a:cubicBezTo>
                  <a:cubicBezTo>
                    <a:pt x="1" y="116"/>
                    <a:pt x="11" y="128"/>
                    <a:pt x="25" y="129"/>
                  </a:cubicBezTo>
                  <a:cubicBezTo>
                    <a:pt x="150" y="140"/>
                    <a:pt x="274" y="144"/>
                    <a:pt x="399" y="144"/>
                  </a:cubicBezTo>
                  <a:cubicBezTo>
                    <a:pt x="706" y="144"/>
                    <a:pt x="1012" y="113"/>
                    <a:pt x="1314" y="51"/>
                  </a:cubicBezTo>
                  <a:cubicBezTo>
                    <a:pt x="1327" y="49"/>
                    <a:pt x="1337" y="35"/>
                    <a:pt x="1334" y="22"/>
                  </a:cubicBezTo>
                  <a:cubicBezTo>
                    <a:pt x="1331" y="9"/>
                    <a:pt x="1320" y="1"/>
                    <a:pt x="130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9" name="Google Shape;9569;p31"/>
            <p:cNvSpPr/>
            <p:nvPr/>
          </p:nvSpPr>
          <p:spPr>
            <a:xfrm>
              <a:off x="2679750" y="3650750"/>
              <a:ext cx="14550" cy="3625"/>
            </a:xfrm>
            <a:custGeom>
              <a:avLst/>
              <a:gdLst/>
              <a:ahLst/>
              <a:cxnLst/>
              <a:rect l="l" t="t" r="r" b="b"/>
              <a:pathLst>
                <a:path w="582" h="145" extrusionOk="0">
                  <a:moveTo>
                    <a:pt x="553" y="0"/>
                  </a:moveTo>
                  <a:cubicBezTo>
                    <a:pt x="552" y="0"/>
                    <a:pt x="550" y="0"/>
                    <a:pt x="548" y="1"/>
                  </a:cubicBezTo>
                  <a:lnTo>
                    <a:pt x="24" y="94"/>
                  </a:lnTo>
                  <a:cubicBezTo>
                    <a:pt x="10" y="96"/>
                    <a:pt x="1" y="110"/>
                    <a:pt x="3" y="123"/>
                  </a:cubicBezTo>
                  <a:cubicBezTo>
                    <a:pt x="5" y="137"/>
                    <a:pt x="17" y="145"/>
                    <a:pt x="29" y="145"/>
                  </a:cubicBezTo>
                  <a:lnTo>
                    <a:pt x="33" y="145"/>
                  </a:lnTo>
                  <a:lnTo>
                    <a:pt x="558" y="52"/>
                  </a:lnTo>
                  <a:cubicBezTo>
                    <a:pt x="572" y="49"/>
                    <a:pt x="582" y="36"/>
                    <a:pt x="579" y="22"/>
                  </a:cubicBezTo>
                  <a:cubicBezTo>
                    <a:pt x="577" y="9"/>
                    <a:pt x="566" y="0"/>
                    <a:pt x="55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0" name="Google Shape;9570;p31"/>
            <p:cNvSpPr/>
            <p:nvPr/>
          </p:nvSpPr>
          <p:spPr>
            <a:xfrm>
              <a:off x="2667575" y="3653400"/>
              <a:ext cx="8425" cy="1850"/>
            </a:xfrm>
            <a:custGeom>
              <a:avLst/>
              <a:gdLst/>
              <a:ahLst/>
              <a:cxnLst/>
              <a:rect l="l" t="t" r="r" b="b"/>
              <a:pathLst>
                <a:path w="337" h="74" extrusionOk="0">
                  <a:moveTo>
                    <a:pt x="309" y="1"/>
                  </a:moveTo>
                  <a:cubicBezTo>
                    <a:pt x="307" y="1"/>
                    <a:pt x="305" y="1"/>
                    <a:pt x="303" y="1"/>
                  </a:cubicBezTo>
                  <a:cubicBezTo>
                    <a:pt x="238" y="15"/>
                    <a:pt x="172" y="21"/>
                    <a:pt x="105" y="21"/>
                  </a:cubicBezTo>
                  <a:cubicBezTo>
                    <a:pt x="80" y="21"/>
                    <a:pt x="55" y="20"/>
                    <a:pt x="30" y="19"/>
                  </a:cubicBezTo>
                  <a:cubicBezTo>
                    <a:pt x="29" y="18"/>
                    <a:pt x="29" y="18"/>
                    <a:pt x="28" y="18"/>
                  </a:cubicBezTo>
                  <a:cubicBezTo>
                    <a:pt x="14" y="18"/>
                    <a:pt x="3" y="30"/>
                    <a:pt x="2" y="43"/>
                  </a:cubicBezTo>
                  <a:cubicBezTo>
                    <a:pt x="1" y="58"/>
                    <a:pt x="11" y="70"/>
                    <a:pt x="26" y="71"/>
                  </a:cubicBezTo>
                  <a:cubicBezTo>
                    <a:pt x="50" y="72"/>
                    <a:pt x="76" y="74"/>
                    <a:pt x="100" y="74"/>
                  </a:cubicBezTo>
                  <a:lnTo>
                    <a:pt x="100" y="72"/>
                  </a:lnTo>
                  <a:cubicBezTo>
                    <a:pt x="173" y="72"/>
                    <a:pt x="244" y="66"/>
                    <a:pt x="314" y="51"/>
                  </a:cubicBezTo>
                  <a:cubicBezTo>
                    <a:pt x="328" y="48"/>
                    <a:pt x="337" y="35"/>
                    <a:pt x="334" y="20"/>
                  </a:cubicBezTo>
                  <a:cubicBezTo>
                    <a:pt x="332" y="8"/>
                    <a:pt x="321" y="1"/>
                    <a:pt x="30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1" name="Google Shape;9571;p31"/>
            <p:cNvSpPr/>
            <p:nvPr/>
          </p:nvSpPr>
          <p:spPr>
            <a:xfrm>
              <a:off x="2610975" y="3593075"/>
              <a:ext cx="23725" cy="2525"/>
            </a:xfrm>
            <a:custGeom>
              <a:avLst/>
              <a:gdLst/>
              <a:ahLst/>
              <a:cxnLst/>
              <a:rect l="l" t="t" r="r" b="b"/>
              <a:pathLst>
                <a:path w="949" h="101" extrusionOk="0">
                  <a:moveTo>
                    <a:pt x="921" y="0"/>
                  </a:moveTo>
                  <a:cubicBezTo>
                    <a:pt x="920" y="0"/>
                    <a:pt x="919" y="0"/>
                    <a:pt x="918" y="1"/>
                  </a:cubicBezTo>
                  <a:cubicBezTo>
                    <a:pt x="685" y="32"/>
                    <a:pt x="450" y="48"/>
                    <a:pt x="215" y="48"/>
                  </a:cubicBezTo>
                  <a:cubicBezTo>
                    <a:pt x="153" y="48"/>
                    <a:pt x="90" y="47"/>
                    <a:pt x="27" y="45"/>
                  </a:cubicBezTo>
                  <a:lnTo>
                    <a:pt x="26" y="45"/>
                  </a:lnTo>
                  <a:cubicBezTo>
                    <a:pt x="13" y="45"/>
                    <a:pt x="2" y="56"/>
                    <a:pt x="0" y="69"/>
                  </a:cubicBezTo>
                  <a:cubicBezTo>
                    <a:pt x="0" y="84"/>
                    <a:pt x="11" y="96"/>
                    <a:pt x="26" y="96"/>
                  </a:cubicBezTo>
                  <a:cubicBezTo>
                    <a:pt x="92" y="99"/>
                    <a:pt x="157" y="100"/>
                    <a:pt x="222" y="100"/>
                  </a:cubicBezTo>
                  <a:cubicBezTo>
                    <a:pt x="458" y="100"/>
                    <a:pt x="693" y="84"/>
                    <a:pt x="925" y="52"/>
                  </a:cubicBezTo>
                  <a:cubicBezTo>
                    <a:pt x="940" y="50"/>
                    <a:pt x="949" y="37"/>
                    <a:pt x="948" y="23"/>
                  </a:cubicBezTo>
                  <a:cubicBezTo>
                    <a:pt x="945" y="10"/>
                    <a:pt x="934" y="0"/>
                    <a:pt x="92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2" name="Google Shape;9572;p31"/>
            <p:cNvSpPr/>
            <p:nvPr/>
          </p:nvSpPr>
          <p:spPr>
            <a:xfrm>
              <a:off x="2601225" y="3593625"/>
              <a:ext cx="4600" cy="1725"/>
            </a:xfrm>
            <a:custGeom>
              <a:avLst/>
              <a:gdLst/>
              <a:ahLst/>
              <a:cxnLst/>
              <a:rect l="l" t="t" r="r" b="b"/>
              <a:pathLst>
                <a:path w="184" h="69" extrusionOk="0">
                  <a:moveTo>
                    <a:pt x="26" y="1"/>
                  </a:moveTo>
                  <a:cubicBezTo>
                    <a:pt x="13" y="1"/>
                    <a:pt x="3" y="11"/>
                    <a:pt x="2" y="23"/>
                  </a:cubicBezTo>
                  <a:cubicBezTo>
                    <a:pt x="0" y="38"/>
                    <a:pt x="10" y="51"/>
                    <a:pt x="25" y="53"/>
                  </a:cubicBezTo>
                  <a:lnTo>
                    <a:pt x="154" y="67"/>
                  </a:lnTo>
                  <a:cubicBezTo>
                    <a:pt x="154" y="69"/>
                    <a:pt x="155" y="69"/>
                    <a:pt x="156" y="69"/>
                  </a:cubicBezTo>
                  <a:cubicBezTo>
                    <a:pt x="168" y="69"/>
                    <a:pt x="181" y="58"/>
                    <a:pt x="182" y="46"/>
                  </a:cubicBezTo>
                  <a:cubicBezTo>
                    <a:pt x="183" y="31"/>
                    <a:pt x="174" y="19"/>
                    <a:pt x="159" y="16"/>
                  </a:cubicBezTo>
                  <a:lnTo>
                    <a:pt x="31" y="1"/>
                  </a:lnTo>
                  <a:cubicBezTo>
                    <a:pt x="30" y="1"/>
                    <a:pt x="28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3" name="Google Shape;9573;p31"/>
            <p:cNvSpPr/>
            <p:nvPr/>
          </p:nvSpPr>
          <p:spPr>
            <a:xfrm>
              <a:off x="2587400" y="3584100"/>
              <a:ext cx="30250" cy="5800"/>
            </a:xfrm>
            <a:custGeom>
              <a:avLst/>
              <a:gdLst/>
              <a:ahLst/>
              <a:cxnLst/>
              <a:rect l="l" t="t" r="r" b="b"/>
              <a:pathLst>
                <a:path w="1210" h="232" extrusionOk="0">
                  <a:moveTo>
                    <a:pt x="30" y="1"/>
                  </a:moveTo>
                  <a:cubicBezTo>
                    <a:pt x="18" y="1"/>
                    <a:pt x="9" y="7"/>
                    <a:pt x="4" y="18"/>
                  </a:cubicBezTo>
                  <a:cubicBezTo>
                    <a:pt x="0" y="31"/>
                    <a:pt x="8" y="46"/>
                    <a:pt x="22" y="51"/>
                  </a:cubicBezTo>
                  <a:cubicBezTo>
                    <a:pt x="397" y="170"/>
                    <a:pt x="789" y="232"/>
                    <a:pt x="1184" y="232"/>
                  </a:cubicBezTo>
                  <a:cubicBezTo>
                    <a:pt x="1198" y="232"/>
                    <a:pt x="1210" y="220"/>
                    <a:pt x="1210" y="206"/>
                  </a:cubicBezTo>
                  <a:cubicBezTo>
                    <a:pt x="1210" y="191"/>
                    <a:pt x="1198" y="179"/>
                    <a:pt x="1184" y="179"/>
                  </a:cubicBezTo>
                  <a:cubicBezTo>
                    <a:pt x="794" y="179"/>
                    <a:pt x="408" y="120"/>
                    <a:pt x="38" y="2"/>
                  </a:cubicBezTo>
                  <a:cubicBezTo>
                    <a:pt x="35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4" name="Google Shape;9574;p31"/>
            <p:cNvSpPr/>
            <p:nvPr/>
          </p:nvSpPr>
          <p:spPr>
            <a:xfrm>
              <a:off x="2582850" y="3567750"/>
              <a:ext cx="21175" cy="6775"/>
            </a:xfrm>
            <a:custGeom>
              <a:avLst/>
              <a:gdLst/>
              <a:ahLst/>
              <a:cxnLst/>
              <a:rect l="l" t="t" r="r" b="b"/>
              <a:pathLst>
                <a:path w="847" h="271" extrusionOk="0">
                  <a:moveTo>
                    <a:pt x="29" y="0"/>
                  </a:moveTo>
                  <a:cubicBezTo>
                    <a:pt x="20" y="0"/>
                    <a:pt x="11" y="5"/>
                    <a:pt x="6" y="14"/>
                  </a:cubicBezTo>
                  <a:cubicBezTo>
                    <a:pt x="1" y="26"/>
                    <a:pt x="5" y="42"/>
                    <a:pt x="17" y="49"/>
                  </a:cubicBezTo>
                  <a:cubicBezTo>
                    <a:pt x="263" y="179"/>
                    <a:pt x="540" y="256"/>
                    <a:pt x="820" y="271"/>
                  </a:cubicBezTo>
                  <a:lnTo>
                    <a:pt x="821" y="271"/>
                  </a:lnTo>
                  <a:cubicBezTo>
                    <a:pt x="835" y="271"/>
                    <a:pt x="846" y="260"/>
                    <a:pt x="847" y="245"/>
                  </a:cubicBezTo>
                  <a:cubicBezTo>
                    <a:pt x="847" y="232"/>
                    <a:pt x="836" y="220"/>
                    <a:pt x="823" y="218"/>
                  </a:cubicBezTo>
                  <a:cubicBezTo>
                    <a:pt x="551" y="205"/>
                    <a:pt x="281" y="131"/>
                    <a:pt x="41" y="3"/>
                  </a:cubicBezTo>
                  <a:cubicBezTo>
                    <a:pt x="37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5" name="Google Shape;9575;p31"/>
            <p:cNvSpPr/>
            <p:nvPr/>
          </p:nvSpPr>
          <p:spPr>
            <a:xfrm>
              <a:off x="2606400" y="3573125"/>
              <a:ext cx="4575" cy="1575"/>
            </a:xfrm>
            <a:custGeom>
              <a:avLst/>
              <a:gdLst/>
              <a:ahLst/>
              <a:cxnLst/>
              <a:rect l="l" t="t" r="r" b="b"/>
              <a:pathLst>
                <a:path w="183" h="63" extrusionOk="0">
                  <a:moveTo>
                    <a:pt x="28" y="1"/>
                  </a:moveTo>
                  <a:cubicBezTo>
                    <a:pt x="14" y="1"/>
                    <a:pt x="3" y="11"/>
                    <a:pt x="2" y="25"/>
                  </a:cubicBezTo>
                  <a:cubicBezTo>
                    <a:pt x="1" y="38"/>
                    <a:pt x="11" y="52"/>
                    <a:pt x="26" y="53"/>
                  </a:cubicBezTo>
                  <a:lnTo>
                    <a:pt x="153" y="63"/>
                  </a:lnTo>
                  <a:lnTo>
                    <a:pt x="155" y="63"/>
                  </a:lnTo>
                  <a:cubicBezTo>
                    <a:pt x="169" y="63"/>
                    <a:pt x="179" y="52"/>
                    <a:pt x="181" y="38"/>
                  </a:cubicBezTo>
                  <a:cubicBezTo>
                    <a:pt x="182" y="24"/>
                    <a:pt x="171" y="12"/>
                    <a:pt x="157" y="10"/>
                  </a:cubicBezTo>
                  <a:lnTo>
                    <a:pt x="30" y="1"/>
                  </a:lnTo>
                  <a:cubicBezTo>
                    <a:pt x="29" y="1"/>
                    <a:pt x="28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6" name="Google Shape;9576;p31"/>
            <p:cNvSpPr/>
            <p:nvPr/>
          </p:nvSpPr>
          <p:spPr>
            <a:xfrm>
              <a:off x="2594425" y="3564925"/>
              <a:ext cx="19275" cy="3700"/>
            </a:xfrm>
            <a:custGeom>
              <a:avLst/>
              <a:gdLst/>
              <a:ahLst/>
              <a:cxnLst/>
              <a:rect l="l" t="t" r="r" b="b"/>
              <a:pathLst>
                <a:path w="771" h="148" extrusionOk="0">
                  <a:moveTo>
                    <a:pt x="30" y="1"/>
                  </a:moveTo>
                  <a:cubicBezTo>
                    <a:pt x="19" y="1"/>
                    <a:pt x="8" y="8"/>
                    <a:pt x="5" y="19"/>
                  </a:cubicBezTo>
                  <a:cubicBezTo>
                    <a:pt x="1" y="33"/>
                    <a:pt x="9" y="48"/>
                    <a:pt x="22" y="52"/>
                  </a:cubicBezTo>
                  <a:cubicBezTo>
                    <a:pt x="240" y="115"/>
                    <a:pt x="466" y="147"/>
                    <a:pt x="693" y="147"/>
                  </a:cubicBezTo>
                  <a:cubicBezTo>
                    <a:pt x="711" y="147"/>
                    <a:pt x="727" y="147"/>
                    <a:pt x="745" y="146"/>
                  </a:cubicBezTo>
                  <a:cubicBezTo>
                    <a:pt x="758" y="146"/>
                    <a:pt x="770" y="134"/>
                    <a:pt x="770" y="120"/>
                  </a:cubicBezTo>
                  <a:cubicBezTo>
                    <a:pt x="769" y="105"/>
                    <a:pt x="758" y="95"/>
                    <a:pt x="743" y="95"/>
                  </a:cubicBezTo>
                  <a:cubicBezTo>
                    <a:pt x="729" y="95"/>
                    <a:pt x="715" y="95"/>
                    <a:pt x="702" y="95"/>
                  </a:cubicBezTo>
                  <a:cubicBezTo>
                    <a:pt x="475" y="95"/>
                    <a:pt x="252" y="64"/>
                    <a:pt x="37" y="2"/>
                  </a:cubicBezTo>
                  <a:cubicBezTo>
                    <a:pt x="35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7" name="Google Shape;9577;p31"/>
            <p:cNvSpPr/>
            <p:nvPr/>
          </p:nvSpPr>
          <p:spPr>
            <a:xfrm>
              <a:off x="2719475" y="3623600"/>
              <a:ext cx="4050" cy="28750"/>
            </a:xfrm>
            <a:custGeom>
              <a:avLst/>
              <a:gdLst/>
              <a:ahLst/>
              <a:cxnLst/>
              <a:rect l="l" t="t" r="r" b="b"/>
              <a:pathLst>
                <a:path w="162" h="1150" extrusionOk="0">
                  <a:moveTo>
                    <a:pt x="29" y="1"/>
                  </a:moveTo>
                  <a:cubicBezTo>
                    <a:pt x="28" y="1"/>
                    <a:pt x="26" y="1"/>
                    <a:pt x="25" y="1"/>
                  </a:cubicBezTo>
                  <a:cubicBezTo>
                    <a:pt x="10" y="2"/>
                    <a:pt x="0" y="16"/>
                    <a:pt x="3" y="31"/>
                  </a:cubicBezTo>
                  <a:cubicBezTo>
                    <a:pt x="58" y="391"/>
                    <a:pt x="93" y="760"/>
                    <a:pt x="109" y="1124"/>
                  </a:cubicBezTo>
                  <a:cubicBezTo>
                    <a:pt x="109" y="1138"/>
                    <a:pt x="122" y="1150"/>
                    <a:pt x="135" y="1150"/>
                  </a:cubicBezTo>
                  <a:lnTo>
                    <a:pt x="136" y="1150"/>
                  </a:lnTo>
                  <a:cubicBezTo>
                    <a:pt x="150" y="1149"/>
                    <a:pt x="162" y="1137"/>
                    <a:pt x="161" y="1122"/>
                  </a:cubicBezTo>
                  <a:cubicBezTo>
                    <a:pt x="146" y="756"/>
                    <a:pt x="109" y="386"/>
                    <a:pt x="54" y="23"/>
                  </a:cubicBezTo>
                  <a:cubicBezTo>
                    <a:pt x="52" y="10"/>
                    <a:pt x="4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8" name="Google Shape;9578;p31"/>
            <p:cNvSpPr/>
            <p:nvPr/>
          </p:nvSpPr>
          <p:spPr>
            <a:xfrm>
              <a:off x="2721800" y="3658125"/>
              <a:ext cx="1700" cy="6400"/>
            </a:xfrm>
            <a:custGeom>
              <a:avLst/>
              <a:gdLst/>
              <a:ahLst/>
              <a:cxnLst/>
              <a:rect l="l" t="t" r="r" b="b"/>
              <a:pathLst>
                <a:path w="68" h="256" extrusionOk="0">
                  <a:moveTo>
                    <a:pt x="29" y="0"/>
                  </a:moveTo>
                  <a:cubicBezTo>
                    <a:pt x="28" y="0"/>
                    <a:pt x="27" y="0"/>
                    <a:pt x="26" y="0"/>
                  </a:cubicBezTo>
                  <a:cubicBezTo>
                    <a:pt x="11" y="3"/>
                    <a:pt x="2" y="17"/>
                    <a:pt x="4" y="30"/>
                  </a:cubicBezTo>
                  <a:cubicBezTo>
                    <a:pt x="15" y="96"/>
                    <a:pt x="14" y="162"/>
                    <a:pt x="3" y="226"/>
                  </a:cubicBezTo>
                  <a:cubicBezTo>
                    <a:pt x="0" y="240"/>
                    <a:pt x="10" y="253"/>
                    <a:pt x="23" y="256"/>
                  </a:cubicBezTo>
                  <a:lnTo>
                    <a:pt x="29" y="256"/>
                  </a:lnTo>
                  <a:cubicBezTo>
                    <a:pt x="41" y="256"/>
                    <a:pt x="51" y="248"/>
                    <a:pt x="54" y="234"/>
                  </a:cubicBezTo>
                  <a:cubicBezTo>
                    <a:pt x="66" y="165"/>
                    <a:pt x="68" y="93"/>
                    <a:pt x="55" y="22"/>
                  </a:cubicBezTo>
                  <a:cubicBezTo>
                    <a:pt x="53" y="9"/>
                    <a:pt x="4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9" name="Google Shape;9579;p31"/>
            <p:cNvSpPr/>
            <p:nvPr/>
          </p:nvSpPr>
          <p:spPr>
            <a:xfrm>
              <a:off x="2708675" y="3726425"/>
              <a:ext cx="15500" cy="22425"/>
            </a:xfrm>
            <a:custGeom>
              <a:avLst/>
              <a:gdLst/>
              <a:ahLst/>
              <a:cxnLst/>
              <a:rect l="l" t="t" r="r" b="b"/>
              <a:pathLst>
                <a:path w="620" h="897" extrusionOk="0">
                  <a:moveTo>
                    <a:pt x="590" y="0"/>
                  </a:moveTo>
                  <a:cubicBezTo>
                    <a:pt x="581" y="0"/>
                    <a:pt x="573" y="4"/>
                    <a:pt x="568" y="12"/>
                  </a:cubicBezTo>
                  <a:lnTo>
                    <a:pt x="9" y="856"/>
                  </a:lnTo>
                  <a:cubicBezTo>
                    <a:pt x="1" y="868"/>
                    <a:pt x="3" y="885"/>
                    <a:pt x="15" y="893"/>
                  </a:cubicBezTo>
                  <a:cubicBezTo>
                    <a:pt x="21" y="895"/>
                    <a:pt x="25" y="897"/>
                    <a:pt x="30" y="897"/>
                  </a:cubicBezTo>
                  <a:cubicBezTo>
                    <a:pt x="38" y="897"/>
                    <a:pt x="46" y="893"/>
                    <a:pt x="52" y="885"/>
                  </a:cubicBezTo>
                  <a:lnTo>
                    <a:pt x="611" y="40"/>
                  </a:lnTo>
                  <a:cubicBezTo>
                    <a:pt x="619" y="29"/>
                    <a:pt x="617" y="13"/>
                    <a:pt x="605" y="5"/>
                  </a:cubicBezTo>
                  <a:cubicBezTo>
                    <a:pt x="600" y="2"/>
                    <a:pt x="595" y="0"/>
                    <a:pt x="59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0" name="Google Shape;9580;p31"/>
            <p:cNvSpPr/>
            <p:nvPr/>
          </p:nvSpPr>
          <p:spPr>
            <a:xfrm>
              <a:off x="2701425" y="3751300"/>
              <a:ext cx="4950" cy="4850"/>
            </a:xfrm>
            <a:custGeom>
              <a:avLst/>
              <a:gdLst/>
              <a:ahLst/>
              <a:cxnLst/>
              <a:rect l="l" t="t" r="r" b="b"/>
              <a:pathLst>
                <a:path w="198" h="194" extrusionOk="0">
                  <a:moveTo>
                    <a:pt x="168" y="1"/>
                  </a:moveTo>
                  <a:cubicBezTo>
                    <a:pt x="162" y="1"/>
                    <a:pt x="155" y="3"/>
                    <a:pt x="151" y="8"/>
                  </a:cubicBezTo>
                  <a:lnTo>
                    <a:pt x="11" y="149"/>
                  </a:lnTo>
                  <a:cubicBezTo>
                    <a:pt x="0" y="160"/>
                    <a:pt x="0" y="176"/>
                    <a:pt x="11" y="187"/>
                  </a:cubicBezTo>
                  <a:cubicBezTo>
                    <a:pt x="16" y="191"/>
                    <a:pt x="23" y="194"/>
                    <a:pt x="28" y="194"/>
                  </a:cubicBezTo>
                  <a:cubicBezTo>
                    <a:pt x="35" y="194"/>
                    <a:pt x="42" y="191"/>
                    <a:pt x="47" y="187"/>
                  </a:cubicBezTo>
                  <a:lnTo>
                    <a:pt x="187" y="46"/>
                  </a:lnTo>
                  <a:cubicBezTo>
                    <a:pt x="198" y="35"/>
                    <a:pt x="198" y="19"/>
                    <a:pt x="187" y="8"/>
                  </a:cubicBezTo>
                  <a:cubicBezTo>
                    <a:pt x="182" y="3"/>
                    <a:pt x="175" y="1"/>
                    <a:pt x="16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1" name="Google Shape;9581;p31"/>
            <p:cNvSpPr/>
            <p:nvPr/>
          </p:nvSpPr>
          <p:spPr>
            <a:xfrm>
              <a:off x="2695500" y="3728925"/>
              <a:ext cx="19625" cy="25075"/>
            </a:xfrm>
            <a:custGeom>
              <a:avLst/>
              <a:gdLst/>
              <a:ahLst/>
              <a:cxnLst/>
              <a:rect l="l" t="t" r="r" b="b"/>
              <a:pathLst>
                <a:path w="785" h="1003" extrusionOk="0">
                  <a:moveTo>
                    <a:pt x="756" y="0"/>
                  </a:moveTo>
                  <a:cubicBezTo>
                    <a:pt x="747" y="0"/>
                    <a:pt x="738" y="5"/>
                    <a:pt x="732" y="14"/>
                  </a:cubicBezTo>
                  <a:cubicBezTo>
                    <a:pt x="540" y="362"/>
                    <a:pt x="298" y="681"/>
                    <a:pt x="11" y="958"/>
                  </a:cubicBezTo>
                  <a:cubicBezTo>
                    <a:pt x="0" y="969"/>
                    <a:pt x="0" y="985"/>
                    <a:pt x="11" y="994"/>
                  </a:cubicBezTo>
                  <a:cubicBezTo>
                    <a:pt x="16" y="1000"/>
                    <a:pt x="23" y="1003"/>
                    <a:pt x="30" y="1003"/>
                  </a:cubicBezTo>
                  <a:cubicBezTo>
                    <a:pt x="35" y="1003"/>
                    <a:pt x="42" y="1000"/>
                    <a:pt x="47" y="996"/>
                  </a:cubicBezTo>
                  <a:cubicBezTo>
                    <a:pt x="337" y="715"/>
                    <a:pt x="583" y="392"/>
                    <a:pt x="778" y="38"/>
                  </a:cubicBezTo>
                  <a:cubicBezTo>
                    <a:pt x="785" y="26"/>
                    <a:pt x="781" y="10"/>
                    <a:pt x="768" y="3"/>
                  </a:cubicBezTo>
                  <a:cubicBezTo>
                    <a:pt x="764" y="1"/>
                    <a:pt x="760" y="0"/>
                    <a:pt x="75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2" name="Google Shape;9582;p31"/>
            <p:cNvSpPr/>
            <p:nvPr/>
          </p:nvSpPr>
          <p:spPr>
            <a:xfrm>
              <a:off x="2660575" y="3748275"/>
              <a:ext cx="26575" cy="20650"/>
            </a:xfrm>
            <a:custGeom>
              <a:avLst/>
              <a:gdLst/>
              <a:ahLst/>
              <a:cxnLst/>
              <a:rect l="l" t="t" r="r" b="b"/>
              <a:pathLst>
                <a:path w="1063" h="826" extrusionOk="0">
                  <a:moveTo>
                    <a:pt x="1033" y="1"/>
                  </a:moveTo>
                  <a:cubicBezTo>
                    <a:pt x="1026" y="1"/>
                    <a:pt x="1017" y="5"/>
                    <a:pt x="1013" y="12"/>
                  </a:cubicBezTo>
                  <a:cubicBezTo>
                    <a:pt x="770" y="359"/>
                    <a:pt x="418" y="629"/>
                    <a:pt x="21" y="776"/>
                  </a:cubicBezTo>
                  <a:cubicBezTo>
                    <a:pt x="8" y="780"/>
                    <a:pt x="1" y="796"/>
                    <a:pt x="6" y="810"/>
                  </a:cubicBezTo>
                  <a:cubicBezTo>
                    <a:pt x="10" y="819"/>
                    <a:pt x="20" y="826"/>
                    <a:pt x="30" y="826"/>
                  </a:cubicBezTo>
                  <a:cubicBezTo>
                    <a:pt x="33" y="826"/>
                    <a:pt x="36" y="826"/>
                    <a:pt x="40" y="825"/>
                  </a:cubicBezTo>
                  <a:cubicBezTo>
                    <a:pt x="446" y="675"/>
                    <a:pt x="807" y="397"/>
                    <a:pt x="1054" y="40"/>
                  </a:cubicBezTo>
                  <a:cubicBezTo>
                    <a:pt x="1062" y="29"/>
                    <a:pt x="1060" y="13"/>
                    <a:pt x="1047" y="5"/>
                  </a:cubicBezTo>
                  <a:cubicBezTo>
                    <a:pt x="1043" y="2"/>
                    <a:pt x="1038" y="1"/>
                    <a:pt x="103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3" name="Google Shape;9583;p31"/>
            <p:cNvSpPr/>
            <p:nvPr/>
          </p:nvSpPr>
          <p:spPr>
            <a:xfrm>
              <a:off x="2648975" y="3752100"/>
              <a:ext cx="26475" cy="16050"/>
            </a:xfrm>
            <a:custGeom>
              <a:avLst/>
              <a:gdLst/>
              <a:ahLst/>
              <a:cxnLst/>
              <a:rect l="l" t="t" r="r" b="b"/>
              <a:pathLst>
                <a:path w="1059" h="642" extrusionOk="0">
                  <a:moveTo>
                    <a:pt x="1029" y="0"/>
                  </a:moveTo>
                  <a:cubicBezTo>
                    <a:pt x="1023" y="0"/>
                    <a:pt x="1016" y="3"/>
                    <a:pt x="1011" y="7"/>
                  </a:cubicBezTo>
                  <a:cubicBezTo>
                    <a:pt x="724" y="259"/>
                    <a:pt x="381" y="462"/>
                    <a:pt x="21" y="592"/>
                  </a:cubicBezTo>
                  <a:cubicBezTo>
                    <a:pt x="7" y="596"/>
                    <a:pt x="1" y="611"/>
                    <a:pt x="6" y="624"/>
                  </a:cubicBezTo>
                  <a:cubicBezTo>
                    <a:pt x="10" y="635"/>
                    <a:pt x="20" y="642"/>
                    <a:pt x="30" y="642"/>
                  </a:cubicBezTo>
                  <a:cubicBezTo>
                    <a:pt x="33" y="642"/>
                    <a:pt x="36" y="641"/>
                    <a:pt x="38" y="641"/>
                  </a:cubicBezTo>
                  <a:cubicBezTo>
                    <a:pt x="406" y="507"/>
                    <a:pt x="753" y="302"/>
                    <a:pt x="1046" y="46"/>
                  </a:cubicBezTo>
                  <a:cubicBezTo>
                    <a:pt x="1057" y="37"/>
                    <a:pt x="1058" y="20"/>
                    <a:pt x="1049" y="10"/>
                  </a:cubicBezTo>
                  <a:cubicBezTo>
                    <a:pt x="1044" y="3"/>
                    <a:pt x="1036" y="0"/>
                    <a:pt x="10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4" name="Google Shape;9584;p31"/>
            <p:cNvSpPr/>
            <p:nvPr/>
          </p:nvSpPr>
          <p:spPr>
            <a:xfrm>
              <a:off x="2679250" y="3743175"/>
              <a:ext cx="6100" cy="5275"/>
            </a:xfrm>
            <a:custGeom>
              <a:avLst/>
              <a:gdLst/>
              <a:ahLst/>
              <a:cxnLst/>
              <a:rect l="l" t="t" r="r" b="b"/>
              <a:pathLst>
                <a:path w="244" h="211" extrusionOk="0">
                  <a:moveTo>
                    <a:pt x="215" y="0"/>
                  </a:moveTo>
                  <a:cubicBezTo>
                    <a:pt x="209" y="0"/>
                    <a:pt x="203" y="2"/>
                    <a:pt x="198" y="6"/>
                  </a:cubicBezTo>
                  <a:lnTo>
                    <a:pt x="13" y="165"/>
                  </a:lnTo>
                  <a:cubicBezTo>
                    <a:pt x="2" y="174"/>
                    <a:pt x="0" y="190"/>
                    <a:pt x="10" y="201"/>
                  </a:cubicBezTo>
                  <a:cubicBezTo>
                    <a:pt x="15" y="208"/>
                    <a:pt x="22" y="211"/>
                    <a:pt x="30" y="211"/>
                  </a:cubicBezTo>
                  <a:cubicBezTo>
                    <a:pt x="35" y="211"/>
                    <a:pt x="42" y="208"/>
                    <a:pt x="46" y="204"/>
                  </a:cubicBezTo>
                  <a:lnTo>
                    <a:pt x="232" y="46"/>
                  </a:lnTo>
                  <a:cubicBezTo>
                    <a:pt x="243" y="37"/>
                    <a:pt x="244" y="20"/>
                    <a:pt x="235" y="9"/>
                  </a:cubicBezTo>
                  <a:cubicBezTo>
                    <a:pt x="230" y="3"/>
                    <a:pt x="223" y="0"/>
                    <a:pt x="21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5" name="Google Shape;9585;p31"/>
            <p:cNvSpPr/>
            <p:nvPr/>
          </p:nvSpPr>
          <p:spPr>
            <a:xfrm>
              <a:off x="2649425" y="3714775"/>
              <a:ext cx="15900" cy="7375"/>
            </a:xfrm>
            <a:custGeom>
              <a:avLst/>
              <a:gdLst/>
              <a:ahLst/>
              <a:cxnLst/>
              <a:rect l="l" t="t" r="r" b="b"/>
              <a:pathLst>
                <a:path w="636" h="295" extrusionOk="0">
                  <a:moveTo>
                    <a:pt x="27" y="0"/>
                  </a:moveTo>
                  <a:cubicBezTo>
                    <a:pt x="15" y="0"/>
                    <a:pt x="5" y="10"/>
                    <a:pt x="3" y="21"/>
                  </a:cubicBezTo>
                  <a:cubicBezTo>
                    <a:pt x="0" y="35"/>
                    <a:pt x="10" y="50"/>
                    <a:pt x="24" y="52"/>
                  </a:cubicBezTo>
                  <a:cubicBezTo>
                    <a:pt x="226" y="91"/>
                    <a:pt x="423" y="173"/>
                    <a:pt x="592" y="291"/>
                  </a:cubicBezTo>
                  <a:cubicBezTo>
                    <a:pt x="596" y="293"/>
                    <a:pt x="602" y="295"/>
                    <a:pt x="607" y="295"/>
                  </a:cubicBezTo>
                  <a:cubicBezTo>
                    <a:pt x="615" y="295"/>
                    <a:pt x="623" y="291"/>
                    <a:pt x="627" y="284"/>
                  </a:cubicBezTo>
                  <a:cubicBezTo>
                    <a:pt x="635" y="272"/>
                    <a:pt x="632" y="256"/>
                    <a:pt x="622" y="247"/>
                  </a:cubicBezTo>
                  <a:cubicBezTo>
                    <a:pt x="445" y="126"/>
                    <a:pt x="242" y="42"/>
                    <a:pt x="34" y="1"/>
                  </a:cubicBezTo>
                  <a:cubicBezTo>
                    <a:pt x="32" y="1"/>
                    <a:pt x="30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6" name="Google Shape;9586;p31"/>
            <p:cNvSpPr/>
            <p:nvPr/>
          </p:nvSpPr>
          <p:spPr>
            <a:xfrm>
              <a:off x="2666900" y="3722850"/>
              <a:ext cx="5725" cy="4850"/>
            </a:xfrm>
            <a:custGeom>
              <a:avLst/>
              <a:gdLst/>
              <a:ahLst/>
              <a:cxnLst/>
              <a:rect l="l" t="t" r="r" b="b"/>
              <a:pathLst>
                <a:path w="229" h="194" extrusionOk="0">
                  <a:moveTo>
                    <a:pt x="30" y="0"/>
                  </a:moveTo>
                  <a:cubicBezTo>
                    <a:pt x="23" y="0"/>
                    <a:pt x="15" y="3"/>
                    <a:pt x="10" y="9"/>
                  </a:cubicBezTo>
                  <a:cubicBezTo>
                    <a:pt x="1" y="20"/>
                    <a:pt x="2" y="37"/>
                    <a:pt x="13" y="46"/>
                  </a:cubicBezTo>
                  <a:lnTo>
                    <a:pt x="182" y="188"/>
                  </a:lnTo>
                  <a:cubicBezTo>
                    <a:pt x="188" y="192"/>
                    <a:pt x="193" y="194"/>
                    <a:pt x="200" y="194"/>
                  </a:cubicBezTo>
                  <a:cubicBezTo>
                    <a:pt x="207" y="194"/>
                    <a:pt x="215" y="191"/>
                    <a:pt x="219" y="184"/>
                  </a:cubicBezTo>
                  <a:cubicBezTo>
                    <a:pt x="228" y="173"/>
                    <a:pt x="227" y="157"/>
                    <a:pt x="216" y="148"/>
                  </a:cubicBezTo>
                  <a:lnTo>
                    <a:pt x="46" y="7"/>
                  </a:ln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7" name="Google Shape;9587;p31"/>
            <p:cNvSpPr/>
            <p:nvPr/>
          </p:nvSpPr>
          <p:spPr>
            <a:xfrm>
              <a:off x="2655375" y="3723300"/>
              <a:ext cx="16725" cy="10725"/>
            </a:xfrm>
            <a:custGeom>
              <a:avLst/>
              <a:gdLst/>
              <a:ahLst/>
              <a:cxnLst/>
              <a:rect l="l" t="t" r="r" b="b"/>
              <a:pathLst>
                <a:path w="669" h="429" extrusionOk="0">
                  <a:moveTo>
                    <a:pt x="29" y="0"/>
                  </a:moveTo>
                  <a:cubicBezTo>
                    <a:pt x="20" y="0"/>
                    <a:pt x="10" y="6"/>
                    <a:pt x="6" y="14"/>
                  </a:cubicBezTo>
                  <a:cubicBezTo>
                    <a:pt x="0" y="28"/>
                    <a:pt x="4" y="42"/>
                    <a:pt x="18" y="49"/>
                  </a:cubicBezTo>
                  <a:cubicBezTo>
                    <a:pt x="228" y="158"/>
                    <a:pt x="432" y="284"/>
                    <a:pt x="625" y="424"/>
                  </a:cubicBezTo>
                  <a:cubicBezTo>
                    <a:pt x="629" y="427"/>
                    <a:pt x="634" y="428"/>
                    <a:pt x="639" y="428"/>
                  </a:cubicBezTo>
                  <a:cubicBezTo>
                    <a:pt x="647" y="428"/>
                    <a:pt x="655" y="424"/>
                    <a:pt x="660" y="418"/>
                  </a:cubicBezTo>
                  <a:cubicBezTo>
                    <a:pt x="669" y="406"/>
                    <a:pt x="666" y="391"/>
                    <a:pt x="654" y="381"/>
                  </a:cubicBezTo>
                  <a:cubicBezTo>
                    <a:pt x="460" y="240"/>
                    <a:pt x="255" y="114"/>
                    <a:pt x="41" y="3"/>
                  </a:cubicBezTo>
                  <a:cubicBezTo>
                    <a:pt x="37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8" name="Google Shape;9588;p31"/>
            <p:cNvSpPr/>
            <p:nvPr/>
          </p:nvSpPr>
          <p:spPr>
            <a:xfrm>
              <a:off x="2626150" y="3725275"/>
              <a:ext cx="20700" cy="9450"/>
            </a:xfrm>
            <a:custGeom>
              <a:avLst/>
              <a:gdLst/>
              <a:ahLst/>
              <a:cxnLst/>
              <a:rect l="l" t="t" r="r" b="b"/>
              <a:pathLst>
                <a:path w="828" h="378" extrusionOk="0">
                  <a:moveTo>
                    <a:pt x="29" y="0"/>
                  </a:moveTo>
                  <a:cubicBezTo>
                    <a:pt x="17" y="0"/>
                    <a:pt x="6" y="9"/>
                    <a:pt x="3" y="20"/>
                  </a:cubicBezTo>
                  <a:cubicBezTo>
                    <a:pt x="0" y="33"/>
                    <a:pt x="8" y="48"/>
                    <a:pt x="22" y="51"/>
                  </a:cubicBezTo>
                  <a:cubicBezTo>
                    <a:pt x="289" y="123"/>
                    <a:pt x="546" y="231"/>
                    <a:pt x="786" y="375"/>
                  </a:cubicBezTo>
                  <a:cubicBezTo>
                    <a:pt x="790" y="376"/>
                    <a:pt x="794" y="378"/>
                    <a:pt x="798" y="378"/>
                  </a:cubicBezTo>
                  <a:cubicBezTo>
                    <a:pt x="807" y="378"/>
                    <a:pt x="815" y="374"/>
                    <a:pt x="821" y="366"/>
                  </a:cubicBezTo>
                  <a:cubicBezTo>
                    <a:pt x="828" y="353"/>
                    <a:pt x="824" y="337"/>
                    <a:pt x="811" y="329"/>
                  </a:cubicBezTo>
                  <a:cubicBezTo>
                    <a:pt x="569" y="185"/>
                    <a:pt x="308" y="74"/>
                    <a:pt x="35" y="1"/>
                  </a:cubicBezTo>
                  <a:cubicBezTo>
                    <a:pt x="33" y="0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9" name="Google Shape;9589;p31"/>
            <p:cNvSpPr/>
            <p:nvPr/>
          </p:nvSpPr>
          <p:spPr>
            <a:xfrm>
              <a:off x="2619925" y="3729550"/>
              <a:ext cx="16800" cy="5250"/>
            </a:xfrm>
            <a:custGeom>
              <a:avLst/>
              <a:gdLst/>
              <a:ahLst/>
              <a:cxnLst/>
              <a:rect l="l" t="t" r="r" b="b"/>
              <a:pathLst>
                <a:path w="672" h="210" extrusionOk="0">
                  <a:moveTo>
                    <a:pt x="26" y="0"/>
                  </a:moveTo>
                  <a:cubicBezTo>
                    <a:pt x="13" y="0"/>
                    <a:pt x="3" y="12"/>
                    <a:pt x="2" y="24"/>
                  </a:cubicBezTo>
                  <a:cubicBezTo>
                    <a:pt x="0" y="39"/>
                    <a:pt x="11" y="51"/>
                    <a:pt x="26" y="52"/>
                  </a:cubicBezTo>
                  <a:cubicBezTo>
                    <a:pt x="236" y="68"/>
                    <a:pt x="440" y="119"/>
                    <a:pt x="633" y="207"/>
                  </a:cubicBezTo>
                  <a:cubicBezTo>
                    <a:pt x="635" y="209"/>
                    <a:pt x="639" y="209"/>
                    <a:pt x="642" y="209"/>
                  </a:cubicBezTo>
                  <a:lnTo>
                    <a:pt x="642" y="209"/>
                  </a:lnTo>
                  <a:cubicBezTo>
                    <a:pt x="653" y="209"/>
                    <a:pt x="662" y="204"/>
                    <a:pt x="666" y="195"/>
                  </a:cubicBezTo>
                  <a:cubicBezTo>
                    <a:pt x="672" y="181"/>
                    <a:pt x="666" y="166"/>
                    <a:pt x="653" y="160"/>
                  </a:cubicBezTo>
                  <a:cubicBezTo>
                    <a:pt x="456" y="69"/>
                    <a:pt x="247" y="17"/>
                    <a:pt x="30" y="1"/>
                  </a:cubicBezTo>
                  <a:cubicBezTo>
                    <a:pt x="29" y="1"/>
                    <a:pt x="27" y="0"/>
                    <a:pt x="26" y="0"/>
                  </a:cubicBezTo>
                  <a:close/>
                  <a:moveTo>
                    <a:pt x="642" y="209"/>
                  </a:moveTo>
                  <a:lnTo>
                    <a:pt x="642" y="209"/>
                  </a:lnTo>
                  <a:cubicBezTo>
                    <a:pt x="642" y="209"/>
                    <a:pt x="642" y="209"/>
                    <a:pt x="642" y="209"/>
                  </a:cubicBezTo>
                  <a:lnTo>
                    <a:pt x="643" y="209"/>
                  </a:lnTo>
                  <a:cubicBezTo>
                    <a:pt x="643" y="209"/>
                    <a:pt x="643" y="209"/>
                    <a:pt x="642" y="209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0" name="Google Shape;9590;p31"/>
            <p:cNvSpPr/>
            <p:nvPr/>
          </p:nvSpPr>
          <p:spPr>
            <a:xfrm>
              <a:off x="2649275" y="3735825"/>
              <a:ext cx="3350" cy="2525"/>
            </a:xfrm>
            <a:custGeom>
              <a:avLst/>
              <a:gdLst/>
              <a:ahLst/>
              <a:cxnLst/>
              <a:rect l="l" t="t" r="r" b="b"/>
              <a:pathLst>
                <a:path w="134" h="101" extrusionOk="0">
                  <a:moveTo>
                    <a:pt x="31" y="1"/>
                  </a:moveTo>
                  <a:cubicBezTo>
                    <a:pt x="23" y="1"/>
                    <a:pt x="14" y="4"/>
                    <a:pt x="9" y="12"/>
                  </a:cubicBezTo>
                  <a:cubicBezTo>
                    <a:pt x="1" y="24"/>
                    <a:pt x="5" y="40"/>
                    <a:pt x="17" y="49"/>
                  </a:cubicBezTo>
                  <a:lnTo>
                    <a:pt x="91" y="96"/>
                  </a:lnTo>
                  <a:cubicBezTo>
                    <a:pt x="95" y="100"/>
                    <a:pt x="99" y="101"/>
                    <a:pt x="104" y="101"/>
                  </a:cubicBezTo>
                  <a:cubicBezTo>
                    <a:pt x="112" y="101"/>
                    <a:pt x="122" y="96"/>
                    <a:pt x="126" y="89"/>
                  </a:cubicBezTo>
                  <a:cubicBezTo>
                    <a:pt x="134" y="77"/>
                    <a:pt x="131" y="61"/>
                    <a:pt x="119" y="53"/>
                  </a:cubicBezTo>
                  <a:lnTo>
                    <a:pt x="45" y="4"/>
                  </a:ln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1" name="Google Shape;9591;p31"/>
            <p:cNvSpPr/>
            <p:nvPr/>
          </p:nvSpPr>
          <p:spPr>
            <a:xfrm>
              <a:off x="2688400" y="3713700"/>
              <a:ext cx="17450" cy="18575"/>
            </a:xfrm>
            <a:custGeom>
              <a:avLst/>
              <a:gdLst/>
              <a:ahLst/>
              <a:cxnLst/>
              <a:rect l="l" t="t" r="r" b="b"/>
              <a:pathLst>
                <a:path w="698" h="743" extrusionOk="0">
                  <a:moveTo>
                    <a:pt x="29" y="0"/>
                  </a:moveTo>
                  <a:cubicBezTo>
                    <a:pt x="22" y="0"/>
                    <a:pt x="14" y="4"/>
                    <a:pt x="8" y="11"/>
                  </a:cubicBezTo>
                  <a:cubicBezTo>
                    <a:pt x="0" y="21"/>
                    <a:pt x="3" y="38"/>
                    <a:pt x="14" y="47"/>
                  </a:cubicBezTo>
                  <a:cubicBezTo>
                    <a:pt x="263" y="237"/>
                    <a:pt x="475" y="467"/>
                    <a:pt x="645" y="730"/>
                  </a:cubicBezTo>
                  <a:cubicBezTo>
                    <a:pt x="650" y="737"/>
                    <a:pt x="658" y="742"/>
                    <a:pt x="667" y="742"/>
                  </a:cubicBezTo>
                  <a:lnTo>
                    <a:pt x="667" y="742"/>
                  </a:lnTo>
                  <a:cubicBezTo>
                    <a:pt x="672" y="742"/>
                    <a:pt x="677" y="741"/>
                    <a:pt x="681" y="737"/>
                  </a:cubicBezTo>
                  <a:cubicBezTo>
                    <a:pt x="693" y="730"/>
                    <a:pt x="697" y="714"/>
                    <a:pt x="689" y="702"/>
                  </a:cubicBezTo>
                  <a:cubicBezTo>
                    <a:pt x="516" y="434"/>
                    <a:pt x="299" y="199"/>
                    <a:pt x="45" y="5"/>
                  </a:cubicBezTo>
                  <a:cubicBezTo>
                    <a:pt x="40" y="2"/>
                    <a:pt x="35" y="0"/>
                    <a:pt x="29" y="0"/>
                  </a:cubicBezTo>
                  <a:close/>
                  <a:moveTo>
                    <a:pt x="667" y="742"/>
                  </a:moveTo>
                  <a:lnTo>
                    <a:pt x="667" y="742"/>
                  </a:lnTo>
                  <a:cubicBezTo>
                    <a:pt x="667" y="742"/>
                    <a:pt x="667" y="742"/>
                    <a:pt x="666" y="742"/>
                  </a:cubicBezTo>
                  <a:lnTo>
                    <a:pt x="668" y="742"/>
                  </a:lnTo>
                  <a:cubicBezTo>
                    <a:pt x="667" y="742"/>
                    <a:pt x="667" y="742"/>
                    <a:pt x="667" y="742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2" name="Google Shape;9592;p31"/>
            <p:cNvSpPr/>
            <p:nvPr/>
          </p:nvSpPr>
          <p:spPr>
            <a:xfrm>
              <a:off x="2681525" y="3708800"/>
              <a:ext cx="3725" cy="2800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30" y="0"/>
                  </a:moveTo>
                  <a:cubicBezTo>
                    <a:pt x="22" y="0"/>
                    <a:pt x="14" y="4"/>
                    <a:pt x="9" y="12"/>
                  </a:cubicBezTo>
                  <a:cubicBezTo>
                    <a:pt x="1" y="24"/>
                    <a:pt x="5" y="40"/>
                    <a:pt x="16" y="48"/>
                  </a:cubicBezTo>
                  <a:lnTo>
                    <a:pt x="106" y="107"/>
                  </a:lnTo>
                  <a:cubicBezTo>
                    <a:pt x="110" y="110"/>
                    <a:pt x="115" y="111"/>
                    <a:pt x="121" y="111"/>
                  </a:cubicBezTo>
                  <a:cubicBezTo>
                    <a:pt x="129" y="111"/>
                    <a:pt x="137" y="107"/>
                    <a:pt x="142" y="100"/>
                  </a:cubicBezTo>
                  <a:cubicBezTo>
                    <a:pt x="149" y="88"/>
                    <a:pt x="146" y="72"/>
                    <a:pt x="134" y="64"/>
                  </a:cubicBezTo>
                  <a:lnTo>
                    <a:pt x="45" y="5"/>
                  </a:lnTo>
                  <a:cubicBezTo>
                    <a:pt x="41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3" name="Google Shape;9593;p31"/>
            <p:cNvSpPr/>
            <p:nvPr/>
          </p:nvSpPr>
          <p:spPr>
            <a:xfrm>
              <a:off x="2693200" y="3701300"/>
              <a:ext cx="16000" cy="11675"/>
            </a:xfrm>
            <a:custGeom>
              <a:avLst/>
              <a:gdLst/>
              <a:ahLst/>
              <a:cxnLst/>
              <a:rect l="l" t="t" r="r" b="b"/>
              <a:pathLst>
                <a:path w="640" h="467" extrusionOk="0">
                  <a:moveTo>
                    <a:pt x="30" y="0"/>
                  </a:moveTo>
                  <a:cubicBezTo>
                    <a:pt x="20" y="0"/>
                    <a:pt x="10" y="7"/>
                    <a:pt x="6" y="17"/>
                  </a:cubicBezTo>
                  <a:cubicBezTo>
                    <a:pt x="1" y="29"/>
                    <a:pt x="8" y="45"/>
                    <a:pt x="21" y="49"/>
                  </a:cubicBezTo>
                  <a:cubicBezTo>
                    <a:pt x="240" y="135"/>
                    <a:pt x="438" y="277"/>
                    <a:pt x="591" y="457"/>
                  </a:cubicBezTo>
                  <a:cubicBezTo>
                    <a:pt x="595" y="462"/>
                    <a:pt x="603" y="466"/>
                    <a:pt x="610" y="466"/>
                  </a:cubicBezTo>
                  <a:cubicBezTo>
                    <a:pt x="617" y="466"/>
                    <a:pt x="622" y="464"/>
                    <a:pt x="628" y="460"/>
                  </a:cubicBezTo>
                  <a:cubicBezTo>
                    <a:pt x="638" y="450"/>
                    <a:pt x="640" y="434"/>
                    <a:pt x="630" y="423"/>
                  </a:cubicBezTo>
                  <a:cubicBezTo>
                    <a:pt x="472" y="236"/>
                    <a:pt x="267" y="91"/>
                    <a:pt x="40" y="2"/>
                  </a:cubicBezTo>
                  <a:cubicBezTo>
                    <a:pt x="37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4" name="Google Shape;9594;p31"/>
            <p:cNvSpPr/>
            <p:nvPr/>
          </p:nvSpPr>
          <p:spPr>
            <a:xfrm>
              <a:off x="2710300" y="3715175"/>
              <a:ext cx="3525" cy="3375"/>
            </a:xfrm>
            <a:custGeom>
              <a:avLst/>
              <a:gdLst/>
              <a:ahLst/>
              <a:cxnLst/>
              <a:rect l="l" t="t" r="r" b="b"/>
              <a:pathLst>
                <a:path w="141" h="135" extrusionOk="0">
                  <a:moveTo>
                    <a:pt x="30" y="1"/>
                  </a:moveTo>
                  <a:cubicBezTo>
                    <a:pt x="21" y="1"/>
                    <a:pt x="12" y="6"/>
                    <a:pt x="7" y="15"/>
                  </a:cubicBezTo>
                  <a:cubicBezTo>
                    <a:pt x="0" y="27"/>
                    <a:pt x="4" y="43"/>
                    <a:pt x="18" y="50"/>
                  </a:cubicBezTo>
                  <a:cubicBezTo>
                    <a:pt x="46" y="66"/>
                    <a:pt x="72" y="92"/>
                    <a:pt x="88" y="121"/>
                  </a:cubicBezTo>
                  <a:cubicBezTo>
                    <a:pt x="92" y="131"/>
                    <a:pt x="101" y="135"/>
                    <a:pt x="111" y="135"/>
                  </a:cubicBezTo>
                  <a:cubicBezTo>
                    <a:pt x="115" y="135"/>
                    <a:pt x="119" y="133"/>
                    <a:pt x="123" y="132"/>
                  </a:cubicBezTo>
                  <a:cubicBezTo>
                    <a:pt x="135" y="125"/>
                    <a:pt x="140" y="109"/>
                    <a:pt x="133" y="97"/>
                  </a:cubicBezTo>
                  <a:cubicBezTo>
                    <a:pt x="112" y="58"/>
                    <a:pt x="81" y="26"/>
                    <a:pt x="43" y="4"/>
                  </a:cubicBezTo>
                  <a:cubicBezTo>
                    <a:pt x="39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5" name="Google Shape;9595;p31"/>
            <p:cNvSpPr/>
            <p:nvPr/>
          </p:nvSpPr>
          <p:spPr>
            <a:xfrm>
              <a:off x="2713425" y="3710200"/>
              <a:ext cx="12575" cy="16925"/>
            </a:xfrm>
            <a:custGeom>
              <a:avLst/>
              <a:gdLst/>
              <a:ahLst/>
              <a:cxnLst/>
              <a:rect l="l" t="t" r="r" b="b"/>
              <a:pathLst>
                <a:path w="503" h="677" extrusionOk="0">
                  <a:moveTo>
                    <a:pt x="30" y="0"/>
                  </a:moveTo>
                  <a:cubicBezTo>
                    <a:pt x="23" y="0"/>
                    <a:pt x="16" y="3"/>
                    <a:pt x="11" y="8"/>
                  </a:cubicBezTo>
                  <a:cubicBezTo>
                    <a:pt x="0" y="19"/>
                    <a:pt x="2" y="35"/>
                    <a:pt x="11" y="46"/>
                  </a:cubicBezTo>
                  <a:cubicBezTo>
                    <a:pt x="195" y="222"/>
                    <a:pt x="343" y="429"/>
                    <a:pt x="450" y="661"/>
                  </a:cubicBezTo>
                  <a:cubicBezTo>
                    <a:pt x="454" y="671"/>
                    <a:pt x="463" y="677"/>
                    <a:pt x="474" y="677"/>
                  </a:cubicBezTo>
                  <a:lnTo>
                    <a:pt x="474" y="675"/>
                  </a:lnTo>
                  <a:cubicBezTo>
                    <a:pt x="477" y="675"/>
                    <a:pt x="481" y="675"/>
                    <a:pt x="485" y="674"/>
                  </a:cubicBezTo>
                  <a:cubicBezTo>
                    <a:pt x="497" y="667"/>
                    <a:pt x="502" y="652"/>
                    <a:pt x="497" y="639"/>
                  </a:cubicBezTo>
                  <a:cubicBezTo>
                    <a:pt x="386" y="402"/>
                    <a:pt x="236" y="190"/>
                    <a:pt x="47" y="8"/>
                  </a:cubicBezTo>
                  <a:cubicBezTo>
                    <a:pt x="43" y="3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6" name="Google Shape;9596;p31"/>
            <p:cNvSpPr/>
            <p:nvPr/>
          </p:nvSpPr>
          <p:spPr>
            <a:xfrm>
              <a:off x="2723550" y="3713700"/>
              <a:ext cx="6675" cy="11350"/>
            </a:xfrm>
            <a:custGeom>
              <a:avLst/>
              <a:gdLst/>
              <a:ahLst/>
              <a:cxnLst/>
              <a:rect l="l" t="t" r="r" b="b"/>
              <a:pathLst>
                <a:path w="267" h="454" extrusionOk="0">
                  <a:moveTo>
                    <a:pt x="28" y="1"/>
                  </a:moveTo>
                  <a:cubicBezTo>
                    <a:pt x="23" y="1"/>
                    <a:pt x="18" y="2"/>
                    <a:pt x="14" y="5"/>
                  </a:cubicBezTo>
                  <a:cubicBezTo>
                    <a:pt x="2" y="15"/>
                    <a:pt x="0" y="31"/>
                    <a:pt x="8" y="42"/>
                  </a:cubicBezTo>
                  <a:cubicBezTo>
                    <a:pt x="98" y="160"/>
                    <a:pt x="168" y="292"/>
                    <a:pt x="213" y="434"/>
                  </a:cubicBezTo>
                  <a:cubicBezTo>
                    <a:pt x="217" y="445"/>
                    <a:pt x="226" y="453"/>
                    <a:pt x="238" y="453"/>
                  </a:cubicBezTo>
                  <a:lnTo>
                    <a:pt x="238" y="453"/>
                  </a:lnTo>
                  <a:cubicBezTo>
                    <a:pt x="240" y="453"/>
                    <a:pt x="243" y="452"/>
                    <a:pt x="245" y="452"/>
                  </a:cubicBezTo>
                  <a:cubicBezTo>
                    <a:pt x="259" y="447"/>
                    <a:pt x="267" y="433"/>
                    <a:pt x="263" y="420"/>
                  </a:cubicBezTo>
                  <a:cubicBezTo>
                    <a:pt x="216" y="272"/>
                    <a:pt x="144" y="133"/>
                    <a:pt x="50" y="11"/>
                  </a:cubicBezTo>
                  <a:cubicBezTo>
                    <a:pt x="44" y="4"/>
                    <a:pt x="36" y="1"/>
                    <a:pt x="28" y="1"/>
                  </a:cubicBezTo>
                  <a:close/>
                  <a:moveTo>
                    <a:pt x="238" y="453"/>
                  </a:moveTo>
                  <a:cubicBezTo>
                    <a:pt x="237" y="453"/>
                    <a:pt x="237" y="453"/>
                    <a:pt x="237" y="453"/>
                  </a:cubicBezTo>
                  <a:lnTo>
                    <a:pt x="238" y="453"/>
                  </a:lnTo>
                  <a:cubicBezTo>
                    <a:pt x="238" y="453"/>
                    <a:pt x="238" y="453"/>
                    <a:pt x="238" y="453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7" name="Google Shape;9597;p31"/>
            <p:cNvSpPr/>
            <p:nvPr/>
          </p:nvSpPr>
          <p:spPr>
            <a:xfrm>
              <a:off x="2839600" y="3751475"/>
              <a:ext cx="5525" cy="17900"/>
            </a:xfrm>
            <a:custGeom>
              <a:avLst/>
              <a:gdLst/>
              <a:ahLst/>
              <a:cxnLst/>
              <a:rect l="l" t="t" r="r" b="b"/>
              <a:pathLst>
                <a:path w="221" h="716" extrusionOk="0">
                  <a:moveTo>
                    <a:pt x="29" y="0"/>
                  </a:moveTo>
                  <a:cubicBezTo>
                    <a:pt x="27" y="0"/>
                    <a:pt x="26" y="1"/>
                    <a:pt x="24" y="1"/>
                  </a:cubicBezTo>
                  <a:cubicBezTo>
                    <a:pt x="9" y="5"/>
                    <a:pt x="1" y="18"/>
                    <a:pt x="5" y="33"/>
                  </a:cubicBezTo>
                  <a:lnTo>
                    <a:pt x="166" y="695"/>
                  </a:lnTo>
                  <a:cubicBezTo>
                    <a:pt x="169" y="707"/>
                    <a:pt x="180" y="715"/>
                    <a:pt x="192" y="715"/>
                  </a:cubicBezTo>
                  <a:lnTo>
                    <a:pt x="199" y="715"/>
                  </a:lnTo>
                  <a:cubicBezTo>
                    <a:pt x="212" y="711"/>
                    <a:pt x="220" y="697"/>
                    <a:pt x="218" y="683"/>
                  </a:cubicBezTo>
                  <a:lnTo>
                    <a:pt x="55" y="20"/>
                  </a:lnTo>
                  <a:cubicBezTo>
                    <a:pt x="51" y="8"/>
                    <a:pt x="4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8" name="Google Shape;9598;p31"/>
            <p:cNvSpPr/>
            <p:nvPr/>
          </p:nvSpPr>
          <p:spPr>
            <a:xfrm>
              <a:off x="2789800" y="3794925"/>
              <a:ext cx="22050" cy="38650"/>
            </a:xfrm>
            <a:custGeom>
              <a:avLst/>
              <a:gdLst/>
              <a:ahLst/>
              <a:cxnLst/>
              <a:rect l="l" t="t" r="r" b="b"/>
              <a:pathLst>
                <a:path w="882" h="1546" extrusionOk="0">
                  <a:moveTo>
                    <a:pt x="30" y="1"/>
                  </a:moveTo>
                  <a:cubicBezTo>
                    <a:pt x="25" y="1"/>
                    <a:pt x="20" y="2"/>
                    <a:pt x="15" y="5"/>
                  </a:cubicBezTo>
                  <a:cubicBezTo>
                    <a:pt x="5" y="13"/>
                    <a:pt x="1" y="29"/>
                    <a:pt x="9" y="42"/>
                  </a:cubicBezTo>
                  <a:cubicBezTo>
                    <a:pt x="325" y="511"/>
                    <a:pt x="601" y="1011"/>
                    <a:pt x="829" y="1529"/>
                  </a:cubicBezTo>
                  <a:cubicBezTo>
                    <a:pt x="833" y="1539"/>
                    <a:pt x="843" y="1546"/>
                    <a:pt x="852" y="1546"/>
                  </a:cubicBezTo>
                  <a:cubicBezTo>
                    <a:pt x="856" y="1546"/>
                    <a:pt x="859" y="1544"/>
                    <a:pt x="863" y="1543"/>
                  </a:cubicBezTo>
                  <a:cubicBezTo>
                    <a:pt x="876" y="1538"/>
                    <a:pt x="882" y="1523"/>
                    <a:pt x="876" y="1509"/>
                  </a:cubicBezTo>
                  <a:cubicBezTo>
                    <a:pt x="646" y="989"/>
                    <a:pt x="369" y="485"/>
                    <a:pt x="52" y="12"/>
                  </a:cubicBezTo>
                  <a:cubicBezTo>
                    <a:pt x="47" y="4"/>
                    <a:pt x="39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9" name="Google Shape;9599;p31"/>
            <p:cNvSpPr/>
            <p:nvPr/>
          </p:nvSpPr>
          <p:spPr>
            <a:xfrm>
              <a:off x="2788925" y="3818325"/>
              <a:ext cx="19975" cy="35100"/>
            </a:xfrm>
            <a:custGeom>
              <a:avLst/>
              <a:gdLst/>
              <a:ahLst/>
              <a:cxnLst/>
              <a:rect l="l" t="t" r="r" b="b"/>
              <a:pathLst>
                <a:path w="799" h="1404" extrusionOk="0">
                  <a:moveTo>
                    <a:pt x="30" y="0"/>
                  </a:moveTo>
                  <a:cubicBezTo>
                    <a:pt x="25" y="0"/>
                    <a:pt x="19" y="2"/>
                    <a:pt x="14" y="6"/>
                  </a:cubicBezTo>
                  <a:cubicBezTo>
                    <a:pt x="3" y="15"/>
                    <a:pt x="1" y="31"/>
                    <a:pt x="10" y="42"/>
                  </a:cubicBezTo>
                  <a:cubicBezTo>
                    <a:pt x="325" y="449"/>
                    <a:pt x="572" y="902"/>
                    <a:pt x="745" y="1386"/>
                  </a:cubicBezTo>
                  <a:cubicBezTo>
                    <a:pt x="749" y="1397"/>
                    <a:pt x="759" y="1403"/>
                    <a:pt x="770" y="1403"/>
                  </a:cubicBezTo>
                  <a:lnTo>
                    <a:pt x="770" y="1403"/>
                  </a:lnTo>
                  <a:cubicBezTo>
                    <a:pt x="773" y="1403"/>
                    <a:pt x="776" y="1403"/>
                    <a:pt x="778" y="1402"/>
                  </a:cubicBezTo>
                  <a:cubicBezTo>
                    <a:pt x="792" y="1397"/>
                    <a:pt x="798" y="1382"/>
                    <a:pt x="794" y="1368"/>
                  </a:cubicBezTo>
                  <a:cubicBezTo>
                    <a:pt x="619" y="880"/>
                    <a:pt x="369" y="423"/>
                    <a:pt x="50" y="11"/>
                  </a:cubicBezTo>
                  <a:cubicBezTo>
                    <a:pt x="46" y="4"/>
                    <a:pt x="38" y="0"/>
                    <a:pt x="30" y="0"/>
                  </a:cubicBezTo>
                  <a:close/>
                  <a:moveTo>
                    <a:pt x="770" y="1403"/>
                  </a:moveTo>
                  <a:cubicBezTo>
                    <a:pt x="769" y="1403"/>
                    <a:pt x="769" y="1403"/>
                    <a:pt x="769" y="1403"/>
                  </a:cubicBezTo>
                  <a:lnTo>
                    <a:pt x="770" y="1403"/>
                  </a:lnTo>
                  <a:cubicBezTo>
                    <a:pt x="770" y="1403"/>
                    <a:pt x="770" y="1403"/>
                    <a:pt x="770" y="1403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0" name="Google Shape;9600;p31"/>
            <p:cNvSpPr/>
            <p:nvPr/>
          </p:nvSpPr>
          <p:spPr>
            <a:xfrm>
              <a:off x="2791475" y="3836800"/>
              <a:ext cx="15600" cy="28100"/>
            </a:xfrm>
            <a:custGeom>
              <a:avLst/>
              <a:gdLst/>
              <a:ahLst/>
              <a:cxnLst/>
              <a:rect l="l" t="t" r="r" b="b"/>
              <a:pathLst>
                <a:path w="624" h="1124" extrusionOk="0">
                  <a:moveTo>
                    <a:pt x="31" y="0"/>
                  </a:moveTo>
                  <a:cubicBezTo>
                    <a:pt x="25" y="0"/>
                    <a:pt x="19" y="2"/>
                    <a:pt x="14" y="5"/>
                  </a:cubicBezTo>
                  <a:cubicBezTo>
                    <a:pt x="4" y="13"/>
                    <a:pt x="1" y="29"/>
                    <a:pt x="9" y="41"/>
                  </a:cubicBezTo>
                  <a:cubicBezTo>
                    <a:pt x="251" y="364"/>
                    <a:pt x="439" y="722"/>
                    <a:pt x="570" y="1106"/>
                  </a:cubicBezTo>
                  <a:cubicBezTo>
                    <a:pt x="574" y="1116"/>
                    <a:pt x="584" y="1123"/>
                    <a:pt x="595" y="1123"/>
                  </a:cubicBezTo>
                  <a:lnTo>
                    <a:pt x="595" y="1123"/>
                  </a:lnTo>
                  <a:cubicBezTo>
                    <a:pt x="598" y="1123"/>
                    <a:pt x="601" y="1123"/>
                    <a:pt x="604" y="1122"/>
                  </a:cubicBezTo>
                  <a:cubicBezTo>
                    <a:pt x="617" y="1118"/>
                    <a:pt x="624" y="1103"/>
                    <a:pt x="620" y="1089"/>
                  </a:cubicBezTo>
                  <a:cubicBezTo>
                    <a:pt x="488" y="701"/>
                    <a:pt x="295" y="337"/>
                    <a:pt x="51" y="11"/>
                  </a:cubicBezTo>
                  <a:cubicBezTo>
                    <a:pt x="46" y="3"/>
                    <a:pt x="38" y="0"/>
                    <a:pt x="31" y="0"/>
                  </a:cubicBezTo>
                  <a:close/>
                  <a:moveTo>
                    <a:pt x="595" y="1123"/>
                  </a:moveTo>
                  <a:cubicBezTo>
                    <a:pt x="595" y="1123"/>
                    <a:pt x="594" y="1123"/>
                    <a:pt x="594" y="1123"/>
                  </a:cubicBezTo>
                  <a:lnTo>
                    <a:pt x="595" y="1123"/>
                  </a:lnTo>
                  <a:cubicBezTo>
                    <a:pt x="595" y="1123"/>
                    <a:pt x="595" y="1123"/>
                    <a:pt x="595" y="1123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1" name="Google Shape;9601;p31"/>
            <p:cNvSpPr/>
            <p:nvPr/>
          </p:nvSpPr>
          <p:spPr>
            <a:xfrm>
              <a:off x="2784475" y="3827825"/>
              <a:ext cx="3950" cy="4075"/>
            </a:xfrm>
            <a:custGeom>
              <a:avLst/>
              <a:gdLst/>
              <a:ahLst/>
              <a:cxnLst/>
              <a:rect l="l" t="t" r="r" b="b"/>
              <a:pathLst>
                <a:path w="158" h="163" extrusionOk="0">
                  <a:moveTo>
                    <a:pt x="31" y="1"/>
                  </a:moveTo>
                  <a:cubicBezTo>
                    <a:pt x="24" y="1"/>
                    <a:pt x="18" y="3"/>
                    <a:pt x="13" y="8"/>
                  </a:cubicBezTo>
                  <a:cubicBezTo>
                    <a:pt x="2" y="17"/>
                    <a:pt x="1" y="33"/>
                    <a:pt x="10" y="44"/>
                  </a:cubicBezTo>
                  <a:lnTo>
                    <a:pt x="109" y="153"/>
                  </a:lnTo>
                  <a:cubicBezTo>
                    <a:pt x="114" y="160"/>
                    <a:pt x="121" y="162"/>
                    <a:pt x="127" y="162"/>
                  </a:cubicBezTo>
                  <a:cubicBezTo>
                    <a:pt x="134" y="162"/>
                    <a:pt x="140" y="160"/>
                    <a:pt x="145" y="156"/>
                  </a:cubicBezTo>
                  <a:cubicBezTo>
                    <a:pt x="156" y="146"/>
                    <a:pt x="157" y="130"/>
                    <a:pt x="148" y="119"/>
                  </a:cubicBezTo>
                  <a:lnTo>
                    <a:pt x="49" y="9"/>
                  </a:lnTo>
                  <a:cubicBezTo>
                    <a:pt x="45" y="3"/>
                    <a:pt x="38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2" name="Google Shape;9602;p31"/>
            <p:cNvSpPr/>
            <p:nvPr/>
          </p:nvSpPr>
          <p:spPr>
            <a:xfrm>
              <a:off x="2775700" y="3833875"/>
              <a:ext cx="13825" cy="19275"/>
            </a:xfrm>
            <a:custGeom>
              <a:avLst/>
              <a:gdLst/>
              <a:ahLst/>
              <a:cxnLst/>
              <a:rect l="l" t="t" r="r" b="b"/>
              <a:pathLst>
                <a:path w="553" h="771" extrusionOk="0">
                  <a:moveTo>
                    <a:pt x="30" y="1"/>
                  </a:moveTo>
                  <a:cubicBezTo>
                    <a:pt x="23" y="1"/>
                    <a:pt x="17" y="3"/>
                    <a:pt x="12" y="8"/>
                  </a:cubicBezTo>
                  <a:cubicBezTo>
                    <a:pt x="1" y="17"/>
                    <a:pt x="1" y="35"/>
                    <a:pt x="10" y="44"/>
                  </a:cubicBezTo>
                  <a:cubicBezTo>
                    <a:pt x="207" y="257"/>
                    <a:pt x="372" y="496"/>
                    <a:pt x="500" y="757"/>
                  </a:cubicBezTo>
                  <a:cubicBezTo>
                    <a:pt x="504" y="767"/>
                    <a:pt x="513" y="771"/>
                    <a:pt x="523" y="771"/>
                  </a:cubicBezTo>
                  <a:cubicBezTo>
                    <a:pt x="527" y="771"/>
                    <a:pt x="531" y="771"/>
                    <a:pt x="535" y="768"/>
                  </a:cubicBezTo>
                  <a:cubicBezTo>
                    <a:pt x="547" y="762"/>
                    <a:pt x="552" y="746"/>
                    <a:pt x="546" y="734"/>
                  </a:cubicBezTo>
                  <a:cubicBezTo>
                    <a:pt x="417" y="469"/>
                    <a:pt x="248" y="226"/>
                    <a:pt x="48" y="9"/>
                  </a:cubicBezTo>
                  <a:cubicBezTo>
                    <a:pt x="43" y="4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3" name="Google Shape;9603;p31"/>
            <p:cNvSpPr/>
            <p:nvPr/>
          </p:nvSpPr>
          <p:spPr>
            <a:xfrm>
              <a:off x="2791450" y="3858300"/>
              <a:ext cx="3225" cy="5750"/>
            </a:xfrm>
            <a:custGeom>
              <a:avLst/>
              <a:gdLst/>
              <a:ahLst/>
              <a:cxnLst/>
              <a:rect l="l" t="t" r="r" b="b"/>
              <a:pathLst>
                <a:path w="129" h="230" extrusionOk="0">
                  <a:moveTo>
                    <a:pt x="29" y="0"/>
                  </a:moveTo>
                  <a:cubicBezTo>
                    <a:pt x="26" y="0"/>
                    <a:pt x="22" y="1"/>
                    <a:pt x="19" y="2"/>
                  </a:cubicBezTo>
                  <a:cubicBezTo>
                    <a:pt x="6" y="7"/>
                    <a:pt x="0" y="22"/>
                    <a:pt x="6" y="36"/>
                  </a:cubicBezTo>
                  <a:lnTo>
                    <a:pt x="76" y="212"/>
                  </a:lnTo>
                  <a:cubicBezTo>
                    <a:pt x="80" y="223"/>
                    <a:pt x="89" y="229"/>
                    <a:pt x="100" y="229"/>
                  </a:cubicBezTo>
                  <a:cubicBezTo>
                    <a:pt x="103" y="229"/>
                    <a:pt x="107" y="228"/>
                    <a:pt x="109" y="227"/>
                  </a:cubicBezTo>
                  <a:cubicBezTo>
                    <a:pt x="123" y="221"/>
                    <a:pt x="128" y="207"/>
                    <a:pt x="124" y="193"/>
                  </a:cubicBezTo>
                  <a:lnTo>
                    <a:pt x="53" y="17"/>
                  </a:lnTo>
                  <a:cubicBezTo>
                    <a:pt x="49" y="7"/>
                    <a:pt x="39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4" name="Google Shape;9604;p31"/>
            <p:cNvSpPr/>
            <p:nvPr/>
          </p:nvSpPr>
          <p:spPr>
            <a:xfrm>
              <a:off x="2768575" y="3839350"/>
              <a:ext cx="8075" cy="10900"/>
            </a:xfrm>
            <a:custGeom>
              <a:avLst/>
              <a:gdLst/>
              <a:ahLst/>
              <a:cxnLst/>
              <a:rect l="l" t="t" r="r" b="b"/>
              <a:pathLst>
                <a:path w="323" h="436" extrusionOk="0">
                  <a:moveTo>
                    <a:pt x="293" y="0"/>
                  </a:moveTo>
                  <a:cubicBezTo>
                    <a:pt x="287" y="0"/>
                    <a:pt x="280" y="3"/>
                    <a:pt x="275" y="8"/>
                  </a:cubicBezTo>
                  <a:cubicBezTo>
                    <a:pt x="166" y="124"/>
                    <a:pt x="76" y="256"/>
                    <a:pt x="6" y="398"/>
                  </a:cubicBezTo>
                  <a:cubicBezTo>
                    <a:pt x="1" y="410"/>
                    <a:pt x="6" y="426"/>
                    <a:pt x="18" y="433"/>
                  </a:cubicBezTo>
                  <a:cubicBezTo>
                    <a:pt x="22" y="435"/>
                    <a:pt x="26" y="436"/>
                    <a:pt x="30" y="436"/>
                  </a:cubicBezTo>
                  <a:cubicBezTo>
                    <a:pt x="40" y="436"/>
                    <a:pt x="49" y="430"/>
                    <a:pt x="53" y="421"/>
                  </a:cubicBezTo>
                  <a:cubicBezTo>
                    <a:pt x="120" y="283"/>
                    <a:pt x="208" y="156"/>
                    <a:pt x="313" y="44"/>
                  </a:cubicBezTo>
                  <a:cubicBezTo>
                    <a:pt x="322" y="34"/>
                    <a:pt x="322" y="17"/>
                    <a:pt x="311" y="8"/>
                  </a:cubicBezTo>
                  <a:cubicBezTo>
                    <a:pt x="306" y="3"/>
                    <a:pt x="300" y="0"/>
                    <a:pt x="29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5" name="Google Shape;9605;p31"/>
            <p:cNvSpPr/>
            <p:nvPr/>
          </p:nvSpPr>
          <p:spPr>
            <a:xfrm>
              <a:off x="2765575" y="3852375"/>
              <a:ext cx="2800" cy="4000"/>
            </a:xfrm>
            <a:custGeom>
              <a:avLst/>
              <a:gdLst/>
              <a:ahLst/>
              <a:cxnLst/>
              <a:rect l="l" t="t" r="r" b="b"/>
              <a:pathLst>
                <a:path w="112" h="160" extrusionOk="0">
                  <a:moveTo>
                    <a:pt x="82" y="1"/>
                  </a:moveTo>
                  <a:cubicBezTo>
                    <a:pt x="72" y="1"/>
                    <a:pt x="63" y="6"/>
                    <a:pt x="59" y="16"/>
                  </a:cubicBezTo>
                  <a:lnTo>
                    <a:pt x="8" y="122"/>
                  </a:lnTo>
                  <a:cubicBezTo>
                    <a:pt x="1" y="136"/>
                    <a:pt x="6" y="150"/>
                    <a:pt x="20" y="157"/>
                  </a:cubicBezTo>
                  <a:cubicBezTo>
                    <a:pt x="22" y="158"/>
                    <a:pt x="26" y="160"/>
                    <a:pt x="31" y="160"/>
                  </a:cubicBezTo>
                  <a:cubicBezTo>
                    <a:pt x="40" y="160"/>
                    <a:pt x="49" y="154"/>
                    <a:pt x="53" y="145"/>
                  </a:cubicBezTo>
                  <a:lnTo>
                    <a:pt x="106" y="39"/>
                  </a:lnTo>
                  <a:cubicBezTo>
                    <a:pt x="111" y="25"/>
                    <a:pt x="106" y="10"/>
                    <a:pt x="94" y="4"/>
                  </a:cubicBezTo>
                  <a:cubicBezTo>
                    <a:pt x="90" y="2"/>
                    <a:pt x="86" y="1"/>
                    <a:pt x="8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6" name="Google Shape;9606;p31"/>
            <p:cNvSpPr/>
            <p:nvPr/>
          </p:nvSpPr>
          <p:spPr>
            <a:xfrm>
              <a:off x="2764350" y="3827400"/>
              <a:ext cx="11625" cy="16075"/>
            </a:xfrm>
            <a:custGeom>
              <a:avLst/>
              <a:gdLst/>
              <a:ahLst/>
              <a:cxnLst/>
              <a:rect l="l" t="t" r="r" b="b"/>
              <a:pathLst>
                <a:path w="465" h="643" extrusionOk="0">
                  <a:moveTo>
                    <a:pt x="436" y="0"/>
                  </a:moveTo>
                  <a:cubicBezTo>
                    <a:pt x="429" y="0"/>
                    <a:pt x="423" y="2"/>
                    <a:pt x="417" y="7"/>
                  </a:cubicBezTo>
                  <a:cubicBezTo>
                    <a:pt x="242" y="175"/>
                    <a:pt x="100" y="382"/>
                    <a:pt x="6" y="607"/>
                  </a:cubicBezTo>
                  <a:cubicBezTo>
                    <a:pt x="0" y="619"/>
                    <a:pt x="7" y="635"/>
                    <a:pt x="19" y="641"/>
                  </a:cubicBezTo>
                  <a:cubicBezTo>
                    <a:pt x="23" y="642"/>
                    <a:pt x="26" y="642"/>
                    <a:pt x="30" y="642"/>
                  </a:cubicBezTo>
                  <a:cubicBezTo>
                    <a:pt x="39" y="642"/>
                    <a:pt x="50" y="637"/>
                    <a:pt x="54" y="626"/>
                  </a:cubicBezTo>
                  <a:cubicBezTo>
                    <a:pt x="145" y="409"/>
                    <a:pt x="283" y="208"/>
                    <a:pt x="454" y="45"/>
                  </a:cubicBezTo>
                  <a:cubicBezTo>
                    <a:pt x="463" y="34"/>
                    <a:pt x="464" y="18"/>
                    <a:pt x="454" y="7"/>
                  </a:cubicBezTo>
                  <a:cubicBezTo>
                    <a:pt x="449" y="2"/>
                    <a:pt x="442" y="0"/>
                    <a:pt x="43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7" name="Google Shape;9607;p31"/>
            <p:cNvSpPr/>
            <p:nvPr/>
          </p:nvSpPr>
          <p:spPr>
            <a:xfrm>
              <a:off x="2759700" y="3810525"/>
              <a:ext cx="15775" cy="15525"/>
            </a:xfrm>
            <a:custGeom>
              <a:avLst/>
              <a:gdLst/>
              <a:ahLst/>
              <a:cxnLst/>
              <a:rect l="l" t="t" r="r" b="b"/>
              <a:pathLst>
                <a:path w="631" h="621" extrusionOk="0">
                  <a:moveTo>
                    <a:pt x="600" y="0"/>
                  </a:moveTo>
                  <a:cubicBezTo>
                    <a:pt x="595" y="0"/>
                    <a:pt x="589" y="2"/>
                    <a:pt x="584" y="5"/>
                  </a:cubicBezTo>
                  <a:cubicBezTo>
                    <a:pt x="372" y="174"/>
                    <a:pt x="178" y="366"/>
                    <a:pt x="10" y="577"/>
                  </a:cubicBezTo>
                  <a:cubicBezTo>
                    <a:pt x="0" y="589"/>
                    <a:pt x="3" y="605"/>
                    <a:pt x="14" y="614"/>
                  </a:cubicBezTo>
                  <a:cubicBezTo>
                    <a:pt x="19" y="618"/>
                    <a:pt x="25" y="620"/>
                    <a:pt x="30" y="620"/>
                  </a:cubicBezTo>
                  <a:cubicBezTo>
                    <a:pt x="38" y="620"/>
                    <a:pt x="45" y="616"/>
                    <a:pt x="50" y="609"/>
                  </a:cubicBezTo>
                  <a:cubicBezTo>
                    <a:pt x="217" y="401"/>
                    <a:pt x="407" y="211"/>
                    <a:pt x="617" y="46"/>
                  </a:cubicBezTo>
                  <a:cubicBezTo>
                    <a:pt x="627" y="38"/>
                    <a:pt x="630" y="20"/>
                    <a:pt x="621" y="9"/>
                  </a:cubicBezTo>
                  <a:cubicBezTo>
                    <a:pt x="615" y="3"/>
                    <a:pt x="608" y="0"/>
                    <a:pt x="60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8" name="Google Shape;9608;p31"/>
            <p:cNvSpPr/>
            <p:nvPr/>
          </p:nvSpPr>
          <p:spPr>
            <a:xfrm>
              <a:off x="2755800" y="3827850"/>
              <a:ext cx="3125" cy="3400"/>
            </a:xfrm>
            <a:custGeom>
              <a:avLst/>
              <a:gdLst/>
              <a:ahLst/>
              <a:cxnLst/>
              <a:rect l="l" t="t" r="r" b="b"/>
              <a:pathLst>
                <a:path w="125" h="136" extrusionOk="0">
                  <a:moveTo>
                    <a:pt x="95" y="0"/>
                  </a:moveTo>
                  <a:cubicBezTo>
                    <a:pt x="88" y="0"/>
                    <a:pt x="80" y="4"/>
                    <a:pt x="74" y="11"/>
                  </a:cubicBezTo>
                  <a:lnTo>
                    <a:pt x="8" y="94"/>
                  </a:lnTo>
                  <a:cubicBezTo>
                    <a:pt x="0" y="105"/>
                    <a:pt x="2" y="121"/>
                    <a:pt x="13" y="130"/>
                  </a:cubicBezTo>
                  <a:cubicBezTo>
                    <a:pt x="18" y="133"/>
                    <a:pt x="23" y="136"/>
                    <a:pt x="29" y="136"/>
                  </a:cubicBezTo>
                  <a:cubicBezTo>
                    <a:pt x="37" y="136"/>
                    <a:pt x="43" y="132"/>
                    <a:pt x="49" y="125"/>
                  </a:cubicBezTo>
                  <a:lnTo>
                    <a:pt x="116" y="42"/>
                  </a:lnTo>
                  <a:cubicBezTo>
                    <a:pt x="124" y="31"/>
                    <a:pt x="123" y="15"/>
                    <a:pt x="111" y="5"/>
                  </a:cubicBezTo>
                  <a:cubicBezTo>
                    <a:pt x="106" y="2"/>
                    <a:pt x="101" y="0"/>
                    <a:pt x="9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9" name="Google Shape;9609;p31"/>
            <p:cNvSpPr/>
            <p:nvPr/>
          </p:nvSpPr>
          <p:spPr>
            <a:xfrm>
              <a:off x="2761450" y="3778925"/>
              <a:ext cx="14375" cy="11725"/>
            </a:xfrm>
            <a:custGeom>
              <a:avLst/>
              <a:gdLst/>
              <a:ahLst/>
              <a:cxnLst/>
              <a:rect l="l" t="t" r="r" b="b"/>
              <a:pathLst>
                <a:path w="575" h="469" extrusionOk="0">
                  <a:moveTo>
                    <a:pt x="546" y="1"/>
                  </a:moveTo>
                  <a:cubicBezTo>
                    <a:pt x="541" y="1"/>
                    <a:pt x="537" y="2"/>
                    <a:pt x="532" y="5"/>
                  </a:cubicBezTo>
                  <a:cubicBezTo>
                    <a:pt x="339" y="121"/>
                    <a:pt x="165" y="262"/>
                    <a:pt x="11" y="426"/>
                  </a:cubicBezTo>
                  <a:cubicBezTo>
                    <a:pt x="0" y="437"/>
                    <a:pt x="2" y="453"/>
                    <a:pt x="13" y="462"/>
                  </a:cubicBezTo>
                  <a:cubicBezTo>
                    <a:pt x="17" y="468"/>
                    <a:pt x="23" y="469"/>
                    <a:pt x="30" y="469"/>
                  </a:cubicBezTo>
                  <a:cubicBezTo>
                    <a:pt x="37" y="469"/>
                    <a:pt x="43" y="466"/>
                    <a:pt x="49" y="461"/>
                  </a:cubicBezTo>
                  <a:cubicBezTo>
                    <a:pt x="200" y="301"/>
                    <a:pt x="370" y="162"/>
                    <a:pt x="559" y="49"/>
                  </a:cubicBezTo>
                  <a:cubicBezTo>
                    <a:pt x="571" y="42"/>
                    <a:pt x="575" y="26"/>
                    <a:pt x="568" y="14"/>
                  </a:cubicBezTo>
                  <a:cubicBezTo>
                    <a:pt x="563" y="5"/>
                    <a:pt x="555" y="1"/>
                    <a:pt x="54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0" name="Google Shape;9610;p31"/>
            <p:cNvSpPr/>
            <p:nvPr/>
          </p:nvSpPr>
          <p:spPr>
            <a:xfrm>
              <a:off x="2756950" y="3792200"/>
              <a:ext cx="3100" cy="3400"/>
            </a:xfrm>
            <a:custGeom>
              <a:avLst/>
              <a:gdLst/>
              <a:ahLst/>
              <a:cxnLst/>
              <a:rect l="l" t="t" r="r" b="b"/>
              <a:pathLst>
                <a:path w="124" h="136" extrusionOk="0">
                  <a:moveTo>
                    <a:pt x="95" y="0"/>
                  </a:moveTo>
                  <a:cubicBezTo>
                    <a:pt x="88" y="0"/>
                    <a:pt x="80" y="4"/>
                    <a:pt x="76" y="11"/>
                  </a:cubicBezTo>
                  <a:lnTo>
                    <a:pt x="8" y="94"/>
                  </a:lnTo>
                  <a:cubicBezTo>
                    <a:pt x="0" y="105"/>
                    <a:pt x="2" y="121"/>
                    <a:pt x="12" y="130"/>
                  </a:cubicBezTo>
                  <a:cubicBezTo>
                    <a:pt x="18" y="133"/>
                    <a:pt x="23" y="136"/>
                    <a:pt x="28" y="136"/>
                  </a:cubicBezTo>
                  <a:cubicBezTo>
                    <a:pt x="36" y="136"/>
                    <a:pt x="43" y="132"/>
                    <a:pt x="49" y="126"/>
                  </a:cubicBezTo>
                  <a:lnTo>
                    <a:pt x="116" y="43"/>
                  </a:lnTo>
                  <a:cubicBezTo>
                    <a:pt x="124" y="31"/>
                    <a:pt x="123" y="15"/>
                    <a:pt x="112" y="7"/>
                  </a:cubicBezTo>
                  <a:cubicBezTo>
                    <a:pt x="107" y="2"/>
                    <a:pt x="101" y="0"/>
                    <a:pt x="9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1" name="Google Shape;9611;p31"/>
            <p:cNvSpPr/>
            <p:nvPr/>
          </p:nvSpPr>
          <p:spPr>
            <a:xfrm>
              <a:off x="2759825" y="3792200"/>
              <a:ext cx="15575" cy="13350"/>
            </a:xfrm>
            <a:custGeom>
              <a:avLst/>
              <a:gdLst/>
              <a:ahLst/>
              <a:cxnLst/>
              <a:rect l="l" t="t" r="r" b="b"/>
              <a:pathLst>
                <a:path w="623" h="534" extrusionOk="0">
                  <a:moveTo>
                    <a:pt x="593" y="0"/>
                  </a:moveTo>
                  <a:cubicBezTo>
                    <a:pt x="587" y="0"/>
                    <a:pt x="582" y="2"/>
                    <a:pt x="577" y="7"/>
                  </a:cubicBezTo>
                  <a:lnTo>
                    <a:pt x="13" y="488"/>
                  </a:lnTo>
                  <a:cubicBezTo>
                    <a:pt x="2" y="498"/>
                    <a:pt x="1" y="514"/>
                    <a:pt x="10" y="525"/>
                  </a:cubicBezTo>
                  <a:cubicBezTo>
                    <a:pt x="16" y="531"/>
                    <a:pt x="22" y="534"/>
                    <a:pt x="30" y="534"/>
                  </a:cubicBezTo>
                  <a:cubicBezTo>
                    <a:pt x="36" y="534"/>
                    <a:pt x="41" y="531"/>
                    <a:pt x="47" y="527"/>
                  </a:cubicBezTo>
                  <a:lnTo>
                    <a:pt x="610" y="46"/>
                  </a:lnTo>
                  <a:cubicBezTo>
                    <a:pt x="621" y="36"/>
                    <a:pt x="622" y="20"/>
                    <a:pt x="613" y="9"/>
                  </a:cubicBezTo>
                  <a:cubicBezTo>
                    <a:pt x="608" y="3"/>
                    <a:pt x="601" y="0"/>
                    <a:pt x="59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2" name="Google Shape;9612;p31"/>
            <p:cNvSpPr/>
            <p:nvPr/>
          </p:nvSpPr>
          <p:spPr>
            <a:xfrm>
              <a:off x="2755575" y="3806875"/>
              <a:ext cx="2975" cy="2950"/>
            </a:xfrm>
            <a:custGeom>
              <a:avLst/>
              <a:gdLst/>
              <a:ahLst/>
              <a:cxnLst/>
              <a:rect l="l" t="t" r="r" b="b"/>
              <a:pathLst>
                <a:path w="119" h="118" extrusionOk="0">
                  <a:moveTo>
                    <a:pt x="81" y="1"/>
                  </a:moveTo>
                  <a:lnTo>
                    <a:pt x="11" y="73"/>
                  </a:lnTo>
                  <a:cubicBezTo>
                    <a:pt x="0" y="84"/>
                    <a:pt x="0" y="100"/>
                    <a:pt x="11" y="110"/>
                  </a:cubicBezTo>
                  <a:cubicBezTo>
                    <a:pt x="16" y="115"/>
                    <a:pt x="23" y="118"/>
                    <a:pt x="28" y="118"/>
                  </a:cubicBezTo>
                  <a:cubicBezTo>
                    <a:pt x="36" y="118"/>
                    <a:pt x="43" y="115"/>
                    <a:pt x="47" y="110"/>
                  </a:cubicBezTo>
                  <a:lnTo>
                    <a:pt x="118" y="37"/>
                  </a:lnTo>
                  <a:lnTo>
                    <a:pt x="102" y="16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3" name="Google Shape;9613;p31"/>
            <p:cNvSpPr/>
            <p:nvPr/>
          </p:nvSpPr>
          <p:spPr>
            <a:xfrm>
              <a:off x="2776100" y="3759325"/>
              <a:ext cx="11900" cy="12200"/>
            </a:xfrm>
            <a:custGeom>
              <a:avLst/>
              <a:gdLst/>
              <a:ahLst/>
              <a:cxnLst/>
              <a:rect l="l" t="t" r="r" b="b"/>
              <a:pathLst>
                <a:path w="476" h="488" extrusionOk="0">
                  <a:moveTo>
                    <a:pt x="30" y="1"/>
                  </a:moveTo>
                  <a:cubicBezTo>
                    <a:pt x="22" y="1"/>
                    <a:pt x="14" y="4"/>
                    <a:pt x="9" y="10"/>
                  </a:cubicBezTo>
                  <a:cubicBezTo>
                    <a:pt x="1" y="21"/>
                    <a:pt x="2" y="37"/>
                    <a:pt x="13" y="46"/>
                  </a:cubicBezTo>
                  <a:cubicBezTo>
                    <a:pt x="166" y="173"/>
                    <a:pt x="305" y="318"/>
                    <a:pt x="426" y="477"/>
                  </a:cubicBezTo>
                  <a:cubicBezTo>
                    <a:pt x="432" y="485"/>
                    <a:pt x="438" y="487"/>
                    <a:pt x="446" y="487"/>
                  </a:cubicBezTo>
                  <a:cubicBezTo>
                    <a:pt x="452" y="487"/>
                    <a:pt x="457" y="486"/>
                    <a:pt x="462" y="482"/>
                  </a:cubicBezTo>
                  <a:cubicBezTo>
                    <a:pt x="473" y="474"/>
                    <a:pt x="476" y="458"/>
                    <a:pt x="466" y="446"/>
                  </a:cubicBezTo>
                  <a:cubicBezTo>
                    <a:pt x="344" y="284"/>
                    <a:pt x="203" y="136"/>
                    <a:pt x="45" y="6"/>
                  </a:cubicBezTo>
                  <a:cubicBezTo>
                    <a:pt x="41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4" name="Google Shape;9614;p31"/>
            <p:cNvSpPr/>
            <p:nvPr/>
          </p:nvSpPr>
          <p:spPr>
            <a:xfrm>
              <a:off x="2788625" y="3772300"/>
              <a:ext cx="5000" cy="5825"/>
            </a:xfrm>
            <a:custGeom>
              <a:avLst/>
              <a:gdLst/>
              <a:ahLst/>
              <a:cxnLst/>
              <a:rect l="l" t="t" r="r" b="b"/>
              <a:pathLst>
                <a:path w="200" h="233" extrusionOk="0">
                  <a:moveTo>
                    <a:pt x="30" y="0"/>
                  </a:moveTo>
                  <a:cubicBezTo>
                    <a:pt x="25" y="0"/>
                    <a:pt x="19" y="2"/>
                    <a:pt x="14" y="6"/>
                  </a:cubicBezTo>
                  <a:cubicBezTo>
                    <a:pt x="3" y="14"/>
                    <a:pt x="0" y="30"/>
                    <a:pt x="10" y="42"/>
                  </a:cubicBezTo>
                  <a:lnTo>
                    <a:pt x="150" y="223"/>
                  </a:lnTo>
                  <a:cubicBezTo>
                    <a:pt x="154" y="229"/>
                    <a:pt x="162" y="232"/>
                    <a:pt x="170" y="232"/>
                  </a:cubicBezTo>
                  <a:cubicBezTo>
                    <a:pt x="175" y="232"/>
                    <a:pt x="181" y="231"/>
                    <a:pt x="186" y="227"/>
                  </a:cubicBezTo>
                  <a:cubicBezTo>
                    <a:pt x="197" y="219"/>
                    <a:pt x="200" y="201"/>
                    <a:pt x="190" y="190"/>
                  </a:cubicBezTo>
                  <a:lnTo>
                    <a:pt x="52" y="10"/>
                  </a:lnTo>
                  <a:cubicBezTo>
                    <a:pt x="46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5" name="Google Shape;9615;p31"/>
            <p:cNvSpPr/>
            <p:nvPr/>
          </p:nvSpPr>
          <p:spPr>
            <a:xfrm>
              <a:off x="2750325" y="3770075"/>
              <a:ext cx="25500" cy="24050"/>
            </a:xfrm>
            <a:custGeom>
              <a:avLst/>
              <a:gdLst/>
              <a:ahLst/>
              <a:cxnLst/>
              <a:rect l="l" t="t" r="r" b="b"/>
              <a:pathLst>
                <a:path w="1020" h="962" extrusionOk="0">
                  <a:moveTo>
                    <a:pt x="991" y="0"/>
                  </a:moveTo>
                  <a:cubicBezTo>
                    <a:pt x="986" y="0"/>
                    <a:pt x="980" y="2"/>
                    <a:pt x="975" y="5"/>
                  </a:cubicBezTo>
                  <a:cubicBezTo>
                    <a:pt x="619" y="270"/>
                    <a:pt x="293" y="578"/>
                    <a:pt x="10" y="918"/>
                  </a:cubicBezTo>
                  <a:cubicBezTo>
                    <a:pt x="0" y="931"/>
                    <a:pt x="1" y="947"/>
                    <a:pt x="12" y="956"/>
                  </a:cubicBezTo>
                  <a:cubicBezTo>
                    <a:pt x="18" y="960"/>
                    <a:pt x="23" y="962"/>
                    <a:pt x="30" y="962"/>
                  </a:cubicBezTo>
                  <a:cubicBezTo>
                    <a:pt x="36" y="962"/>
                    <a:pt x="45" y="959"/>
                    <a:pt x="49" y="952"/>
                  </a:cubicBezTo>
                  <a:cubicBezTo>
                    <a:pt x="331" y="614"/>
                    <a:pt x="653" y="309"/>
                    <a:pt x="1006" y="47"/>
                  </a:cubicBezTo>
                  <a:cubicBezTo>
                    <a:pt x="1019" y="39"/>
                    <a:pt x="1020" y="22"/>
                    <a:pt x="1012" y="10"/>
                  </a:cubicBezTo>
                  <a:cubicBezTo>
                    <a:pt x="1007" y="4"/>
                    <a:pt x="999" y="0"/>
                    <a:pt x="99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6" name="Google Shape;9616;p31"/>
            <p:cNvSpPr/>
            <p:nvPr/>
          </p:nvSpPr>
          <p:spPr>
            <a:xfrm>
              <a:off x="2751750" y="3769500"/>
              <a:ext cx="13900" cy="13050"/>
            </a:xfrm>
            <a:custGeom>
              <a:avLst/>
              <a:gdLst/>
              <a:ahLst/>
              <a:cxnLst/>
              <a:rect l="l" t="t" r="r" b="b"/>
              <a:pathLst>
                <a:path w="556" h="522" extrusionOk="0">
                  <a:moveTo>
                    <a:pt x="526" y="1"/>
                  </a:moveTo>
                  <a:cubicBezTo>
                    <a:pt x="520" y="1"/>
                    <a:pt x="515" y="3"/>
                    <a:pt x="510" y="6"/>
                  </a:cubicBezTo>
                  <a:cubicBezTo>
                    <a:pt x="328" y="146"/>
                    <a:pt x="160" y="305"/>
                    <a:pt x="10" y="479"/>
                  </a:cubicBezTo>
                  <a:cubicBezTo>
                    <a:pt x="1" y="489"/>
                    <a:pt x="2" y="506"/>
                    <a:pt x="13" y="515"/>
                  </a:cubicBezTo>
                  <a:cubicBezTo>
                    <a:pt x="18" y="520"/>
                    <a:pt x="24" y="522"/>
                    <a:pt x="31" y="522"/>
                  </a:cubicBezTo>
                  <a:cubicBezTo>
                    <a:pt x="37" y="522"/>
                    <a:pt x="44" y="519"/>
                    <a:pt x="49" y="514"/>
                  </a:cubicBezTo>
                  <a:cubicBezTo>
                    <a:pt x="197" y="343"/>
                    <a:pt x="363" y="185"/>
                    <a:pt x="542" y="47"/>
                  </a:cubicBezTo>
                  <a:cubicBezTo>
                    <a:pt x="553" y="39"/>
                    <a:pt x="555" y="23"/>
                    <a:pt x="546" y="11"/>
                  </a:cubicBezTo>
                  <a:cubicBezTo>
                    <a:pt x="541" y="4"/>
                    <a:pt x="534" y="1"/>
                    <a:pt x="5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7" name="Google Shape;9617;p31"/>
            <p:cNvSpPr/>
            <p:nvPr/>
          </p:nvSpPr>
          <p:spPr>
            <a:xfrm>
              <a:off x="2767275" y="3765800"/>
              <a:ext cx="3150" cy="2700"/>
            </a:xfrm>
            <a:custGeom>
              <a:avLst/>
              <a:gdLst/>
              <a:ahLst/>
              <a:cxnLst/>
              <a:rect l="l" t="t" r="r" b="b"/>
              <a:pathLst>
                <a:path w="126" h="108" extrusionOk="0">
                  <a:moveTo>
                    <a:pt x="96" y="0"/>
                  </a:moveTo>
                  <a:cubicBezTo>
                    <a:pt x="90" y="0"/>
                    <a:pt x="84" y="2"/>
                    <a:pt x="80" y="6"/>
                  </a:cubicBezTo>
                  <a:lnTo>
                    <a:pt x="12" y="62"/>
                  </a:lnTo>
                  <a:cubicBezTo>
                    <a:pt x="2" y="71"/>
                    <a:pt x="0" y="87"/>
                    <a:pt x="8" y="98"/>
                  </a:cubicBezTo>
                  <a:cubicBezTo>
                    <a:pt x="14" y="105"/>
                    <a:pt x="22" y="107"/>
                    <a:pt x="28" y="107"/>
                  </a:cubicBezTo>
                  <a:cubicBezTo>
                    <a:pt x="35" y="107"/>
                    <a:pt x="41" y="106"/>
                    <a:pt x="46" y="102"/>
                  </a:cubicBezTo>
                  <a:lnTo>
                    <a:pt x="113" y="47"/>
                  </a:lnTo>
                  <a:cubicBezTo>
                    <a:pt x="124" y="37"/>
                    <a:pt x="125" y="21"/>
                    <a:pt x="116" y="9"/>
                  </a:cubicBezTo>
                  <a:cubicBezTo>
                    <a:pt x="111" y="3"/>
                    <a:pt x="103" y="0"/>
                    <a:pt x="9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8" name="Google Shape;9618;p31"/>
            <p:cNvSpPr/>
            <p:nvPr/>
          </p:nvSpPr>
          <p:spPr>
            <a:xfrm>
              <a:off x="2753000" y="3760775"/>
              <a:ext cx="15375" cy="12800"/>
            </a:xfrm>
            <a:custGeom>
              <a:avLst/>
              <a:gdLst/>
              <a:ahLst/>
              <a:cxnLst/>
              <a:rect l="l" t="t" r="r" b="b"/>
              <a:pathLst>
                <a:path w="615" h="512" extrusionOk="0">
                  <a:moveTo>
                    <a:pt x="584" y="0"/>
                  </a:moveTo>
                  <a:cubicBezTo>
                    <a:pt x="580" y="0"/>
                    <a:pt x="575" y="1"/>
                    <a:pt x="570" y="4"/>
                  </a:cubicBezTo>
                  <a:cubicBezTo>
                    <a:pt x="364" y="133"/>
                    <a:pt x="176" y="288"/>
                    <a:pt x="10" y="467"/>
                  </a:cubicBezTo>
                  <a:cubicBezTo>
                    <a:pt x="1" y="478"/>
                    <a:pt x="1" y="494"/>
                    <a:pt x="12" y="505"/>
                  </a:cubicBezTo>
                  <a:cubicBezTo>
                    <a:pt x="17" y="509"/>
                    <a:pt x="24" y="512"/>
                    <a:pt x="29" y="512"/>
                  </a:cubicBezTo>
                  <a:cubicBezTo>
                    <a:pt x="36" y="512"/>
                    <a:pt x="42" y="509"/>
                    <a:pt x="48" y="502"/>
                  </a:cubicBezTo>
                  <a:cubicBezTo>
                    <a:pt x="211" y="327"/>
                    <a:pt x="395" y="174"/>
                    <a:pt x="598" y="49"/>
                  </a:cubicBezTo>
                  <a:cubicBezTo>
                    <a:pt x="610" y="41"/>
                    <a:pt x="614" y="25"/>
                    <a:pt x="606" y="12"/>
                  </a:cubicBezTo>
                  <a:cubicBezTo>
                    <a:pt x="601" y="5"/>
                    <a:pt x="593" y="0"/>
                    <a:pt x="58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19" name="Google Shape;9619;p31"/>
          <p:cNvSpPr/>
          <p:nvPr/>
        </p:nvSpPr>
        <p:spPr>
          <a:xfrm rot="10800000">
            <a:off x="5345965" y="4166550"/>
            <a:ext cx="4804152" cy="1311050"/>
          </a:xfrm>
          <a:custGeom>
            <a:avLst/>
            <a:gdLst/>
            <a:ahLst/>
            <a:cxnLst/>
            <a:rect l="l" t="t" r="r" b="b"/>
            <a:pathLst>
              <a:path w="74939" h="20450" extrusionOk="0">
                <a:moveTo>
                  <a:pt x="96" y="1"/>
                </a:moveTo>
                <a:cubicBezTo>
                  <a:pt x="1" y="6671"/>
                  <a:pt x="567" y="13189"/>
                  <a:pt x="472" y="19860"/>
                </a:cubicBezTo>
                <a:cubicBezTo>
                  <a:pt x="1036" y="20271"/>
                  <a:pt x="1713" y="20450"/>
                  <a:pt x="2408" y="20450"/>
                </a:cubicBezTo>
                <a:cubicBezTo>
                  <a:pt x="3228" y="20450"/>
                  <a:pt x="4074" y="20201"/>
                  <a:pt x="4791" y="19794"/>
                </a:cubicBezTo>
                <a:cubicBezTo>
                  <a:pt x="6113" y="19040"/>
                  <a:pt x="7113" y="17844"/>
                  <a:pt x="8151" y="16730"/>
                </a:cubicBezTo>
                <a:cubicBezTo>
                  <a:pt x="10498" y="14216"/>
                  <a:pt x="13226" y="12000"/>
                  <a:pt x="16378" y="10626"/>
                </a:cubicBezTo>
                <a:cubicBezTo>
                  <a:pt x="18422" y="9736"/>
                  <a:pt x="20658" y="9220"/>
                  <a:pt x="22880" y="9220"/>
                </a:cubicBezTo>
                <a:cubicBezTo>
                  <a:pt x="24085" y="9220"/>
                  <a:pt x="25286" y="9371"/>
                  <a:pt x="26451" y="9698"/>
                </a:cubicBezTo>
                <a:cubicBezTo>
                  <a:pt x="30127" y="10729"/>
                  <a:pt x="33114" y="13354"/>
                  <a:pt x="36499" y="15119"/>
                </a:cubicBezTo>
                <a:cubicBezTo>
                  <a:pt x="38337" y="16078"/>
                  <a:pt x="40506" y="16739"/>
                  <a:pt x="42564" y="16739"/>
                </a:cubicBezTo>
                <a:cubicBezTo>
                  <a:pt x="44297" y="16739"/>
                  <a:pt x="45950" y="16270"/>
                  <a:pt x="47259" y="15116"/>
                </a:cubicBezTo>
                <a:cubicBezTo>
                  <a:pt x="48840" y="13722"/>
                  <a:pt x="49567" y="11631"/>
                  <a:pt x="50453" y="9718"/>
                </a:cubicBezTo>
                <a:cubicBezTo>
                  <a:pt x="51339" y="7807"/>
                  <a:pt x="52632" y="5841"/>
                  <a:pt x="54662" y="5274"/>
                </a:cubicBezTo>
                <a:cubicBezTo>
                  <a:pt x="55076" y="5158"/>
                  <a:pt x="55485" y="5107"/>
                  <a:pt x="55892" y="5107"/>
                </a:cubicBezTo>
                <a:cubicBezTo>
                  <a:pt x="58492" y="5107"/>
                  <a:pt x="60955" y="7211"/>
                  <a:pt x="63572" y="8059"/>
                </a:cubicBezTo>
                <a:cubicBezTo>
                  <a:pt x="64422" y="8335"/>
                  <a:pt x="65315" y="8469"/>
                  <a:pt x="66207" y="8469"/>
                </a:cubicBezTo>
                <a:cubicBezTo>
                  <a:pt x="68006" y="8469"/>
                  <a:pt x="69807" y="7923"/>
                  <a:pt x="71276" y="6883"/>
                </a:cubicBezTo>
                <a:cubicBezTo>
                  <a:pt x="73473" y="5326"/>
                  <a:pt x="74873" y="2698"/>
                  <a:pt x="74939" y="4"/>
                </a:cubicBezTo>
                <a:lnTo>
                  <a:pt x="96" y="1"/>
                </a:lnTo>
                <a:close/>
              </a:path>
            </a:pathLst>
          </a:custGeom>
          <a:solidFill>
            <a:srgbClr val="FFF4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0" name="Google Shape;9620;p31"/>
          <p:cNvSpPr/>
          <p:nvPr/>
        </p:nvSpPr>
        <p:spPr>
          <a:xfrm rot="10800000">
            <a:off x="5035483" y="4210264"/>
            <a:ext cx="5551131" cy="1311032"/>
          </a:xfrm>
          <a:custGeom>
            <a:avLst/>
            <a:gdLst/>
            <a:ahLst/>
            <a:cxnLst/>
            <a:rect l="l" t="t" r="r" b="b"/>
            <a:pathLst>
              <a:path w="71278" h="16834" extrusionOk="0">
                <a:moveTo>
                  <a:pt x="1063" y="15103"/>
                </a:moveTo>
                <a:cubicBezTo>
                  <a:pt x="1052" y="15462"/>
                  <a:pt x="1071" y="15822"/>
                  <a:pt x="1122" y="16179"/>
                </a:cubicBezTo>
                <a:cubicBezTo>
                  <a:pt x="1104" y="15817"/>
                  <a:pt x="1085" y="15459"/>
                  <a:pt x="1063" y="15103"/>
                </a:cubicBezTo>
                <a:close/>
                <a:moveTo>
                  <a:pt x="871" y="0"/>
                </a:moveTo>
                <a:cubicBezTo>
                  <a:pt x="0" y="5235"/>
                  <a:pt x="743" y="9885"/>
                  <a:pt x="1063" y="15103"/>
                </a:cubicBezTo>
                <a:lnTo>
                  <a:pt x="1063" y="15103"/>
                </a:lnTo>
                <a:cubicBezTo>
                  <a:pt x="1116" y="13346"/>
                  <a:pt x="1884" y="11609"/>
                  <a:pt x="3182" y="10417"/>
                </a:cubicBezTo>
                <a:cubicBezTo>
                  <a:pt x="4391" y="9307"/>
                  <a:pt x="6032" y="8694"/>
                  <a:pt x="7671" y="8694"/>
                </a:cubicBezTo>
                <a:cubicBezTo>
                  <a:pt x="8150" y="8694"/>
                  <a:pt x="8629" y="8747"/>
                  <a:pt x="9097" y="8854"/>
                </a:cubicBezTo>
                <a:cubicBezTo>
                  <a:pt x="12028" y="9530"/>
                  <a:pt x="14088" y="12056"/>
                  <a:pt x="16430" y="13944"/>
                </a:cubicBezTo>
                <a:cubicBezTo>
                  <a:pt x="18053" y="15253"/>
                  <a:pt x="19930" y="16310"/>
                  <a:pt x="21981" y="16690"/>
                </a:cubicBezTo>
                <a:cubicBezTo>
                  <a:pt x="22495" y="16785"/>
                  <a:pt x="23021" y="16834"/>
                  <a:pt x="23547" y="16834"/>
                </a:cubicBezTo>
                <a:cubicBezTo>
                  <a:pt x="25119" y="16834"/>
                  <a:pt x="26688" y="16396"/>
                  <a:pt x="27931" y="15448"/>
                </a:cubicBezTo>
                <a:cubicBezTo>
                  <a:pt x="29496" y="14252"/>
                  <a:pt x="30396" y="12406"/>
                  <a:pt x="31573" y="10826"/>
                </a:cubicBezTo>
                <a:cubicBezTo>
                  <a:pt x="32656" y="9375"/>
                  <a:pt x="34246" y="8039"/>
                  <a:pt x="36012" y="8039"/>
                </a:cubicBezTo>
                <a:cubicBezTo>
                  <a:pt x="36166" y="8039"/>
                  <a:pt x="36322" y="8049"/>
                  <a:pt x="36479" y="8070"/>
                </a:cubicBezTo>
                <a:cubicBezTo>
                  <a:pt x="37908" y="8263"/>
                  <a:pt x="39041" y="9313"/>
                  <a:pt x="40275" y="10058"/>
                </a:cubicBezTo>
                <a:cubicBezTo>
                  <a:pt x="41743" y="10944"/>
                  <a:pt x="43452" y="11379"/>
                  <a:pt x="45164" y="11379"/>
                </a:cubicBezTo>
                <a:cubicBezTo>
                  <a:pt x="47330" y="11379"/>
                  <a:pt x="49501" y="10682"/>
                  <a:pt x="51192" y="9321"/>
                </a:cubicBezTo>
                <a:cubicBezTo>
                  <a:pt x="53688" y="7313"/>
                  <a:pt x="55520" y="3893"/>
                  <a:pt x="58719" y="3703"/>
                </a:cubicBezTo>
                <a:cubicBezTo>
                  <a:pt x="58808" y="3697"/>
                  <a:pt x="58896" y="3695"/>
                  <a:pt x="58984" y="3695"/>
                </a:cubicBezTo>
                <a:cubicBezTo>
                  <a:pt x="61339" y="3695"/>
                  <a:pt x="63436" y="5512"/>
                  <a:pt x="65813" y="5620"/>
                </a:cubicBezTo>
                <a:cubicBezTo>
                  <a:pt x="65876" y="5623"/>
                  <a:pt x="65938" y="5624"/>
                  <a:pt x="66000" y="5624"/>
                </a:cubicBezTo>
                <a:cubicBezTo>
                  <a:pt x="68794" y="5624"/>
                  <a:pt x="71277" y="2794"/>
                  <a:pt x="70855" y="16"/>
                </a:cubicBezTo>
                <a:lnTo>
                  <a:pt x="871" y="0"/>
                </a:lnTo>
                <a:close/>
              </a:path>
            </a:pathLst>
          </a:custGeom>
          <a:solidFill>
            <a:srgbClr val="F7E7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21" name="Google Shape;9621;p31"/>
          <p:cNvGrpSpPr/>
          <p:nvPr/>
        </p:nvGrpSpPr>
        <p:grpSpPr>
          <a:xfrm rot="2102410" flipH="1">
            <a:off x="8269672" y="3449200"/>
            <a:ext cx="1324413" cy="1812445"/>
            <a:chOff x="1594875" y="4034900"/>
            <a:chExt cx="427150" cy="584550"/>
          </a:xfrm>
        </p:grpSpPr>
        <p:sp>
          <p:nvSpPr>
            <p:cNvPr id="9622" name="Google Shape;9622;p31"/>
            <p:cNvSpPr/>
            <p:nvPr/>
          </p:nvSpPr>
          <p:spPr>
            <a:xfrm>
              <a:off x="1806275" y="4301925"/>
              <a:ext cx="169425" cy="89500"/>
            </a:xfrm>
            <a:custGeom>
              <a:avLst/>
              <a:gdLst/>
              <a:ahLst/>
              <a:cxnLst/>
              <a:rect l="l" t="t" r="r" b="b"/>
              <a:pathLst>
                <a:path w="6777" h="3580" extrusionOk="0">
                  <a:moveTo>
                    <a:pt x="2624" y="1"/>
                  </a:moveTo>
                  <a:cubicBezTo>
                    <a:pt x="2486" y="1"/>
                    <a:pt x="2348" y="13"/>
                    <a:pt x="2211" y="41"/>
                  </a:cubicBezTo>
                  <a:cubicBezTo>
                    <a:pt x="1214" y="241"/>
                    <a:pt x="553" y="1163"/>
                    <a:pt x="0" y="2017"/>
                  </a:cubicBezTo>
                  <a:cubicBezTo>
                    <a:pt x="560" y="2445"/>
                    <a:pt x="1198" y="2910"/>
                    <a:pt x="1834" y="3209"/>
                  </a:cubicBezTo>
                  <a:cubicBezTo>
                    <a:pt x="2311" y="3434"/>
                    <a:pt x="2837" y="3580"/>
                    <a:pt x="3361" y="3580"/>
                  </a:cubicBezTo>
                  <a:cubicBezTo>
                    <a:pt x="3537" y="3580"/>
                    <a:pt x="3712" y="3563"/>
                    <a:pt x="3886" y="3528"/>
                  </a:cubicBezTo>
                  <a:cubicBezTo>
                    <a:pt x="4542" y="3393"/>
                    <a:pt x="5121" y="2994"/>
                    <a:pt x="5581" y="2508"/>
                  </a:cubicBezTo>
                  <a:cubicBezTo>
                    <a:pt x="6041" y="2021"/>
                    <a:pt x="6424" y="1445"/>
                    <a:pt x="6777" y="875"/>
                  </a:cubicBezTo>
                  <a:lnTo>
                    <a:pt x="6777" y="875"/>
                  </a:lnTo>
                  <a:cubicBezTo>
                    <a:pt x="6588" y="932"/>
                    <a:pt x="6396" y="956"/>
                    <a:pt x="6202" y="956"/>
                  </a:cubicBezTo>
                  <a:cubicBezTo>
                    <a:pt x="5624" y="956"/>
                    <a:pt x="5036" y="738"/>
                    <a:pt x="4490" y="512"/>
                  </a:cubicBezTo>
                  <a:cubicBezTo>
                    <a:pt x="3891" y="264"/>
                    <a:pt x="3259" y="1"/>
                    <a:pt x="2624" y="1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3" name="Google Shape;9623;p31"/>
            <p:cNvSpPr/>
            <p:nvPr/>
          </p:nvSpPr>
          <p:spPr>
            <a:xfrm>
              <a:off x="1804825" y="4300625"/>
              <a:ext cx="172300" cy="92100"/>
            </a:xfrm>
            <a:custGeom>
              <a:avLst/>
              <a:gdLst/>
              <a:ahLst/>
              <a:cxnLst/>
              <a:rect l="l" t="t" r="r" b="b"/>
              <a:pathLst>
                <a:path w="6892" h="3684" extrusionOk="0">
                  <a:moveTo>
                    <a:pt x="2684" y="105"/>
                  </a:moveTo>
                  <a:cubicBezTo>
                    <a:pt x="3301" y="105"/>
                    <a:pt x="3917" y="359"/>
                    <a:pt x="4515" y="607"/>
                  </a:cubicBezTo>
                  <a:lnTo>
                    <a:pt x="4529" y="612"/>
                  </a:lnTo>
                  <a:cubicBezTo>
                    <a:pt x="5089" y="844"/>
                    <a:pt x="5677" y="1061"/>
                    <a:pt x="6258" y="1061"/>
                  </a:cubicBezTo>
                  <a:cubicBezTo>
                    <a:pt x="6414" y="1061"/>
                    <a:pt x="6569" y="1045"/>
                    <a:pt x="6723" y="1010"/>
                  </a:cubicBezTo>
                  <a:lnTo>
                    <a:pt x="6723" y="1010"/>
                  </a:lnTo>
                  <a:cubicBezTo>
                    <a:pt x="6412" y="1507"/>
                    <a:pt x="6041" y="2060"/>
                    <a:pt x="5601" y="2524"/>
                  </a:cubicBezTo>
                  <a:cubicBezTo>
                    <a:pt x="5091" y="3062"/>
                    <a:pt x="4515" y="3409"/>
                    <a:pt x="3933" y="3529"/>
                  </a:cubicBezTo>
                  <a:cubicBezTo>
                    <a:pt x="3759" y="3565"/>
                    <a:pt x="3586" y="3580"/>
                    <a:pt x="3418" y="3580"/>
                  </a:cubicBezTo>
                  <a:cubicBezTo>
                    <a:pt x="2834" y="3580"/>
                    <a:pt x="2297" y="3394"/>
                    <a:pt x="1915" y="3215"/>
                  </a:cubicBezTo>
                  <a:cubicBezTo>
                    <a:pt x="1307" y="2930"/>
                    <a:pt x="697" y="2492"/>
                    <a:pt x="128" y="2057"/>
                  </a:cubicBezTo>
                  <a:cubicBezTo>
                    <a:pt x="692" y="1189"/>
                    <a:pt x="1324" y="336"/>
                    <a:pt x="2279" y="144"/>
                  </a:cubicBezTo>
                  <a:cubicBezTo>
                    <a:pt x="2414" y="117"/>
                    <a:pt x="2549" y="105"/>
                    <a:pt x="2684" y="105"/>
                  </a:cubicBezTo>
                  <a:close/>
                  <a:moveTo>
                    <a:pt x="2684" y="1"/>
                  </a:moveTo>
                  <a:cubicBezTo>
                    <a:pt x="2542" y="1"/>
                    <a:pt x="2400" y="13"/>
                    <a:pt x="2258" y="42"/>
                  </a:cubicBezTo>
                  <a:cubicBezTo>
                    <a:pt x="1249" y="245"/>
                    <a:pt x="572" y="1180"/>
                    <a:pt x="15" y="2041"/>
                  </a:cubicBezTo>
                  <a:cubicBezTo>
                    <a:pt x="0" y="2064"/>
                    <a:pt x="6" y="2095"/>
                    <a:pt x="27" y="2111"/>
                  </a:cubicBezTo>
                  <a:cubicBezTo>
                    <a:pt x="613" y="2558"/>
                    <a:pt x="1241" y="3012"/>
                    <a:pt x="1870" y="3308"/>
                  </a:cubicBezTo>
                  <a:cubicBezTo>
                    <a:pt x="2263" y="3493"/>
                    <a:pt x="2816" y="3684"/>
                    <a:pt x="3419" y="3684"/>
                  </a:cubicBezTo>
                  <a:cubicBezTo>
                    <a:pt x="3594" y="3684"/>
                    <a:pt x="3773" y="3667"/>
                    <a:pt x="3954" y="3631"/>
                  </a:cubicBezTo>
                  <a:cubicBezTo>
                    <a:pt x="4557" y="3507"/>
                    <a:pt x="5152" y="3149"/>
                    <a:pt x="5676" y="2595"/>
                  </a:cubicBezTo>
                  <a:cubicBezTo>
                    <a:pt x="6155" y="2089"/>
                    <a:pt x="6554" y="1481"/>
                    <a:pt x="6879" y="955"/>
                  </a:cubicBezTo>
                  <a:cubicBezTo>
                    <a:pt x="6891" y="936"/>
                    <a:pt x="6890" y="914"/>
                    <a:pt x="6876" y="896"/>
                  </a:cubicBezTo>
                  <a:cubicBezTo>
                    <a:pt x="6866" y="883"/>
                    <a:pt x="6852" y="876"/>
                    <a:pt x="6836" y="876"/>
                  </a:cubicBezTo>
                  <a:cubicBezTo>
                    <a:pt x="6831" y="876"/>
                    <a:pt x="6825" y="877"/>
                    <a:pt x="6820" y="879"/>
                  </a:cubicBezTo>
                  <a:cubicBezTo>
                    <a:pt x="6635" y="934"/>
                    <a:pt x="6448" y="957"/>
                    <a:pt x="6259" y="957"/>
                  </a:cubicBezTo>
                  <a:cubicBezTo>
                    <a:pt x="5695" y="957"/>
                    <a:pt x="5119" y="745"/>
                    <a:pt x="4568" y="517"/>
                  </a:cubicBezTo>
                  <a:lnTo>
                    <a:pt x="4554" y="510"/>
                  </a:lnTo>
                  <a:cubicBezTo>
                    <a:pt x="3946" y="259"/>
                    <a:pt x="3321" y="1"/>
                    <a:pt x="268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4" name="Google Shape;9624;p31"/>
            <p:cNvSpPr/>
            <p:nvPr/>
          </p:nvSpPr>
          <p:spPr>
            <a:xfrm>
              <a:off x="1760725" y="4351050"/>
              <a:ext cx="47050" cy="30150"/>
            </a:xfrm>
            <a:custGeom>
              <a:avLst/>
              <a:gdLst/>
              <a:ahLst/>
              <a:cxnLst/>
              <a:rect l="l" t="t" r="r" b="b"/>
              <a:pathLst>
                <a:path w="1882" h="1206" extrusionOk="0">
                  <a:moveTo>
                    <a:pt x="1823" y="1"/>
                  </a:moveTo>
                  <a:cubicBezTo>
                    <a:pt x="1818" y="1"/>
                    <a:pt x="1812" y="2"/>
                    <a:pt x="1806" y="4"/>
                  </a:cubicBezTo>
                  <a:cubicBezTo>
                    <a:pt x="1156" y="222"/>
                    <a:pt x="590" y="576"/>
                    <a:pt x="22" y="1115"/>
                  </a:cubicBezTo>
                  <a:cubicBezTo>
                    <a:pt x="2" y="1135"/>
                    <a:pt x="1" y="1167"/>
                    <a:pt x="21" y="1189"/>
                  </a:cubicBezTo>
                  <a:cubicBezTo>
                    <a:pt x="30" y="1200"/>
                    <a:pt x="45" y="1205"/>
                    <a:pt x="59" y="1205"/>
                  </a:cubicBezTo>
                  <a:cubicBezTo>
                    <a:pt x="71" y="1205"/>
                    <a:pt x="84" y="1200"/>
                    <a:pt x="94" y="1190"/>
                  </a:cubicBezTo>
                  <a:cubicBezTo>
                    <a:pt x="649" y="662"/>
                    <a:pt x="1205" y="316"/>
                    <a:pt x="1840" y="102"/>
                  </a:cubicBezTo>
                  <a:cubicBezTo>
                    <a:pt x="1867" y="93"/>
                    <a:pt x="1882" y="63"/>
                    <a:pt x="1872" y="36"/>
                  </a:cubicBezTo>
                  <a:cubicBezTo>
                    <a:pt x="1865" y="15"/>
                    <a:pt x="1845" y="1"/>
                    <a:pt x="182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5" name="Google Shape;9625;p31"/>
            <p:cNvSpPr/>
            <p:nvPr/>
          </p:nvSpPr>
          <p:spPr>
            <a:xfrm>
              <a:off x="1805200" y="4323150"/>
              <a:ext cx="171250" cy="30350"/>
            </a:xfrm>
            <a:custGeom>
              <a:avLst/>
              <a:gdLst/>
              <a:ahLst/>
              <a:cxnLst/>
              <a:rect l="l" t="t" r="r" b="b"/>
              <a:pathLst>
                <a:path w="6850" h="1214" extrusionOk="0">
                  <a:moveTo>
                    <a:pt x="6820" y="0"/>
                  </a:moveTo>
                  <a:cubicBezTo>
                    <a:pt x="6815" y="0"/>
                    <a:pt x="6811" y="2"/>
                    <a:pt x="6806" y="4"/>
                  </a:cubicBezTo>
                  <a:cubicBezTo>
                    <a:pt x="6003" y="487"/>
                    <a:pt x="4889" y="748"/>
                    <a:pt x="3400" y="804"/>
                  </a:cubicBezTo>
                  <a:cubicBezTo>
                    <a:pt x="3228" y="810"/>
                    <a:pt x="3054" y="816"/>
                    <a:pt x="2882" y="820"/>
                  </a:cubicBezTo>
                  <a:cubicBezTo>
                    <a:pt x="1928" y="848"/>
                    <a:pt x="942" y="875"/>
                    <a:pt x="20" y="1163"/>
                  </a:cubicBezTo>
                  <a:cubicBezTo>
                    <a:pt x="7" y="1167"/>
                    <a:pt x="0" y="1182"/>
                    <a:pt x="4" y="1195"/>
                  </a:cubicBezTo>
                  <a:cubicBezTo>
                    <a:pt x="7" y="1207"/>
                    <a:pt x="18" y="1214"/>
                    <a:pt x="29" y="1214"/>
                  </a:cubicBezTo>
                  <a:cubicBezTo>
                    <a:pt x="31" y="1214"/>
                    <a:pt x="34" y="1213"/>
                    <a:pt x="37" y="1213"/>
                  </a:cubicBezTo>
                  <a:cubicBezTo>
                    <a:pt x="951" y="926"/>
                    <a:pt x="1933" y="899"/>
                    <a:pt x="2883" y="872"/>
                  </a:cubicBezTo>
                  <a:cubicBezTo>
                    <a:pt x="3057" y="867"/>
                    <a:pt x="3229" y="863"/>
                    <a:pt x="3403" y="856"/>
                  </a:cubicBezTo>
                  <a:cubicBezTo>
                    <a:pt x="4900" y="800"/>
                    <a:pt x="6023" y="536"/>
                    <a:pt x="6833" y="49"/>
                  </a:cubicBezTo>
                  <a:cubicBezTo>
                    <a:pt x="6845" y="41"/>
                    <a:pt x="6849" y="26"/>
                    <a:pt x="6843" y="13"/>
                  </a:cubicBezTo>
                  <a:cubicBezTo>
                    <a:pt x="6837" y="5"/>
                    <a:pt x="6829" y="0"/>
                    <a:pt x="682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6" name="Google Shape;9626;p31"/>
            <p:cNvSpPr/>
            <p:nvPr/>
          </p:nvSpPr>
          <p:spPr>
            <a:xfrm>
              <a:off x="1848775" y="4308025"/>
              <a:ext cx="53050" cy="36975"/>
            </a:xfrm>
            <a:custGeom>
              <a:avLst/>
              <a:gdLst/>
              <a:ahLst/>
              <a:cxnLst/>
              <a:rect l="l" t="t" r="r" b="b"/>
              <a:pathLst>
                <a:path w="2122" h="1479" extrusionOk="0">
                  <a:moveTo>
                    <a:pt x="2090" y="1"/>
                  </a:moveTo>
                  <a:cubicBezTo>
                    <a:pt x="2087" y="1"/>
                    <a:pt x="2084" y="1"/>
                    <a:pt x="2081" y="3"/>
                  </a:cubicBezTo>
                  <a:cubicBezTo>
                    <a:pt x="1306" y="331"/>
                    <a:pt x="590" y="826"/>
                    <a:pt x="10" y="1436"/>
                  </a:cubicBezTo>
                  <a:cubicBezTo>
                    <a:pt x="1" y="1445"/>
                    <a:pt x="1" y="1462"/>
                    <a:pt x="12" y="1472"/>
                  </a:cubicBezTo>
                  <a:cubicBezTo>
                    <a:pt x="17" y="1477"/>
                    <a:pt x="22" y="1479"/>
                    <a:pt x="29" y="1479"/>
                  </a:cubicBezTo>
                  <a:cubicBezTo>
                    <a:pt x="36" y="1479"/>
                    <a:pt x="43" y="1476"/>
                    <a:pt x="48" y="1470"/>
                  </a:cubicBezTo>
                  <a:cubicBezTo>
                    <a:pt x="622" y="866"/>
                    <a:pt x="1333" y="375"/>
                    <a:pt x="2101" y="51"/>
                  </a:cubicBezTo>
                  <a:cubicBezTo>
                    <a:pt x="2114" y="46"/>
                    <a:pt x="2121" y="30"/>
                    <a:pt x="2116" y="16"/>
                  </a:cubicBezTo>
                  <a:cubicBezTo>
                    <a:pt x="2111" y="7"/>
                    <a:pt x="2101" y="1"/>
                    <a:pt x="209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7" name="Google Shape;9627;p31"/>
            <p:cNvSpPr/>
            <p:nvPr/>
          </p:nvSpPr>
          <p:spPr>
            <a:xfrm>
              <a:off x="1912275" y="4323250"/>
              <a:ext cx="28525" cy="19400"/>
            </a:xfrm>
            <a:custGeom>
              <a:avLst/>
              <a:gdLst/>
              <a:ahLst/>
              <a:cxnLst/>
              <a:rect l="l" t="t" r="r" b="b"/>
              <a:pathLst>
                <a:path w="1141" h="776" extrusionOk="0">
                  <a:moveTo>
                    <a:pt x="1111" y="0"/>
                  </a:moveTo>
                  <a:cubicBezTo>
                    <a:pt x="1107" y="0"/>
                    <a:pt x="1104" y="1"/>
                    <a:pt x="1100" y="3"/>
                  </a:cubicBezTo>
                  <a:cubicBezTo>
                    <a:pt x="702" y="189"/>
                    <a:pt x="336" y="434"/>
                    <a:pt x="13" y="731"/>
                  </a:cubicBezTo>
                  <a:cubicBezTo>
                    <a:pt x="2" y="740"/>
                    <a:pt x="1" y="757"/>
                    <a:pt x="10" y="767"/>
                  </a:cubicBezTo>
                  <a:cubicBezTo>
                    <a:pt x="16" y="773"/>
                    <a:pt x="22" y="775"/>
                    <a:pt x="30" y="775"/>
                  </a:cubicBezTo>
                  <a:cubicBezTo>
                    <a:pt x="36" y="775"/>
                    <a:pt x="42" y="774"/>
                    <a:pt x="48" y="769"/>
                  </a:cubicBezTo>
                  <a:cubicBezTo>
                    <a:pt x="367" y="475"/>
                    <a:pt x="729" y="233"/>
                    <a:pt x="1123" y="50"/>
                  </a:cubicBezTo>
                  <a:cubicBezTo>
                    <a:pt x="1135" y="44"/>
                    <a:pt x="1140" y="29"/>
                    <a:pt x="1135" y="15"/>
                  </a:cubicBezTo>
                  <a:cubicBezTo>
                    <a:pt x="1130" y="6"/>
                    <a:pt x="1121" y="0"/>
                    <a:pt x="111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8" name="Google Shape;9628;p31"/>
            <p:cNvSpPr/>
            <p:nvPr/>
          </p:nvSpPr>
          <p:spPr>
            <a:xfrm>
              <a:off x="1880625" y="4344750"/>
              <a:ext cx="47800" cy="35775"/>
            </a:xfrm>
            <a:custGeom>
              <a:avLst/>
              <a:gdLst/>
              <a:ahLst/>
              <a:cxnLst/>
              <a:rect l="l" t="t" r="r" b="b"/>
              <a:pathLst>
                <a:path w="1912" h="1431" extrusionOk="0">
                  <a:moveTo>
                    <a:pt x="30" y="0"/>
                  </a:moveTo>
                  <a:cubicBezTo>
                    <a:pt x="24" y="0"/>
                    <a:pt x="17" y="3"/>
                    <a:pt x="12" y="8"/>
                  </a:cubicBezTo>
                  <a:cubicBezTo>
                    <a:pt x="1" y="18"/>
                    <a:pt x="1" y="34"/>
                    <a:pt x="10" y="45"/>
                  </a:cubicBezTo>
                  <a:cubicBezTo>
                    <a:pt x="567" y="620"/>
                    <a:pt x="1158" y="1060"/>
                    <a:pt x="1869" y="1428"/>
                  </a:cubicBezTo>
                  <a:cubicBezTo>
                    <a:pt x="1874" y="1430"/>
                    <a:pt x="1878" y="1430"/>
                    <a:pt x="1882" y="1430"/>
                  </a:cubicBezTo>
                  <a:cubicBezTo>
                    <a:pt x="1891" y="1430"/>
                    <a:pt x="1900" y="1426"/>
                    <a:pt x="1904" y="1417"/>
                  </a:cubicBezTo>
                  <a:cubicBezTo>
                    <a:pt x="1911" y="1403"/>
                    <a:pt x="1907" y="1389"/>
                    <a:pt x="1894" y="1382"/>
                  </a:cubicBezTo>
                  <a:cubicBezTo>
                    <a:pt x="1187" y="1016"/>
                    <a:pt x="601" y="580"/>
                    <a:pt x="48" y="8"/>
                  </a:cubicBezTo>
                  <a:cubicBezTo>
                    <a:pt x="43" y="3"/>
                    <a:pt x="37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9" name="Google Shape;9629;p31"/>
            <p:cNvSpPr/>
            <p:nvPr/>
          </p:nvSpPr>
          <p:spPr>
            <a:xfrm>
              <a:off x="1827875" y="4347625"/>
              <a:ext cx="54425" cy="42875"/>
            </a:xfrm>
            <a:custGeom>
              <a:avLst/>
              <a:gdLst/>
              <a:ahLst/>
              <a:cxnLst/>
              <a:rect l="l" t="t" r="r" b="b"/>
              <a:pathLst>
                <a:path w="2177" h="1715" extrusionOk="0">
                  <a:moveTo>
                    <a:pt x="28" y="1"/>
                  </a:moveTo>
                  <a:cubicBezTo>
                    <a:pt x="22" y="1"/>
                    <a:pt x="15" y="3"/>
                    <a:pt x="11" y="8"/>
                  </a:cubicBezTo>
                  <a:cubicBezTo>
                    <a:pt x="0" y="17"/>
                    <a:pt x="0" y="34"/>
                    <a:pt x="9" y="44"/>
                  </a:cubicBezTo>
                  <a:cubicBezTo>
                    <a:pt x="636" y="696"/>
                    <a:pt x="1351" y="1257"/>
                    <a:pt x="2134" y="1711"/>
                  </a:cubicBezTo>
                  <a:cubicBezTo>
                    <a:pt x="2138" y="1713"/>
                    <a:pt x="2143" y="1715"/>
                    <a:pt x="2147" y="1715"/>
                  </a:cubicBezTo>
                  <a:cubicBezTo>
                    <a:pt x="2157" y="1715"/>
                    <a:pt x="2165" y="1711"/>
                    <a:pt x="2170" y="1701"/>
                  </a:cubicBezTo>
                  <a:cubicBezTo>
                    <a:pt x="2177" y="1689"/>
                    <a:pt x="2173" y="1673"/>
                    <a:pt x="2161" y="1666"/>
                  </a:cubicBezTo>
                  <a:cubicBezTo>
                    <a:pt x="1382" y="1216"/>
                    <a:pt x="670" y="657"/>
                    <a:pt x="47" y="9"/>
                  </a:cubicBezTo>
                  <a:cubicBezTo>
                    <a:pt x="42" y="3"/>
                    <a:pt x="35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0" name="Google Shape;9630;p31"/>
            <p:cNvSpPr/>
            <p:nvPr/>
          </p:nvSpPr>
          <p:spPr>
            <a:xfrm>
              <a:off x="1915375" y="4317875"/>
              <a:ext cx="10250" cy="7225"/>
            </a:xfrm>
            <a:custGeom>
              <a:avLst/>
              <a:gdLst/>
              <a:ahLst/>
              <a:cxnLst/>
              <a:rect l="l" t="t" r="r" b="b"/>
              <a:pathLst>
                <a:path w="410" h="289" extrusionOk="0">
                  <a:moveTo>
                    <a:pt x="380" y="0"/>
                  </a:moveTo>
                  <a:cubicBezTo>
                    <a:pt x="376" y="0"/>
                    <a:pt x="373" y="1"/>
                    <a:pt x="369" y="3"/>
                  </a:cubicBezTo>
                  <a:cubicBezTo>
                    <a:pt x="240" y="67"/>
                    <a:pt x="120" y="148"/>
                    <a:pt x="13" y="244"/>
                  </a:cubicBezTo>
                  <a:cubicBezTo>
                    <a:pt x="2" y="253"/>
                    <a:pt x="1" y="269"/>
                    <a:pt x="11" y="280"/>
                  </a:cubicBezTo>
                  <a:cubicBezTo>
                    <a:pt x="15" y="285"/>
                    <a:pt x="23" y="288"/>
                    <a:pt x="30" y="288"/>
                  </a:cubicBezTo>
                  <a:cubicBezTo>
                    <a:pt x="36" y="288"/>
                    <a:pt x="42" y="287"/>
                    <a:pt x="48" y="281"/>
                  </a:cubicBezTo>
                  <a:cubicBezTo>
                    <a:pt x="151" y="190"/>
                    <a:pt x="268" y="112"/>
                    <a:pt x="392" y="49"/>
                  </a:cubicBezTo>
                  <a:cubicBezTo>
                    <a:pt x="404" y="43"/>
                    <a:pt x="410" y="27"/>
                    <a:pt x="403" y="15"/>
                  </a:cubicBezTo>
                  <a:cubicBezTo>
                    <a:pt x="398" y="5"/>
                    <a:pt x="389" y="0"/>
                    <a:pt x="38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1" name="Google Shape;9631;p31"/>
            <p:cNvSpPr/>
            <p:nvPr/>
          </p:nvSpPr>
          <p:spPr>
            <a:xfrm>
              <a:off x="1905825" y="4329275"/>
              <a:ext cx="5000" cy="4400"/>
            </a:xfrm>
            <a:custGeom>
              <a:avLst/>
              <a:gdLst/>
              <a:ahLst/>
              <a:cxnLst/>
              <a:rect l="l" t="t" r="r" b="b"/>
              <a:pathLst>
                <a:path w="200" h="176" extrusionOk="0">
                  <a:moveTo>
                    <a:pt x="171" y="1"/>
                  </a:moveTo>
                  <a:cubicBezTo>
                    <a:pt x="165" y="1"/>
                    <a:pt x="159" y="3"/>
                    <a:pt x="154" y="7"/>
                  </a:cubicBezTo>
                  <a:lnTo>
                    <a:pt x="13" y="131"/>
                  </a:lnTo>
                  <a:cubicBezTo>
                    <a:pt x="2" y="140"/>
                    <a:pt x="0" y="156"/>
                    <a:pt x="10" y="167"/>
                  </a:cubicBezTo>
                  <a:cubicBezTo>
                    <a:pt x="15" y="172"/>
                    <a:pt x="22" y="175"/>
                    <a:pt x="29" y="175"/>
                  </a:cubicBezTo>
                  <a:cubicBezTo>
                    <a:pt x="35" y="175"/>
                    <a:pt x="41" y="174"/>
                    <a:pt x="46" y="170"/>
                  </a:cubicBezTo>
                  <a:lnTo>
                    <a:pt x="187" y="46"/>
                  </a:lnTo>
                  <a:cubicBezTo>
                    <a:pt x="198" y="37"/>
                    <a:pt x="200" y="20"/>
                    <a:pt x="190" y="10"/>
                  </a:cubicBezTo>
                  <a:cubicBezTo>
                    <a:pt x="185" y="4"/>
                    <a:pt x="178" y="1"/>
                    <a:pt x="17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2" name="Google Shape;9632;p31"/>
            <p:cNvSpPr/>
            <p:nvPr/>
          </p:nvSpPr>
          <p:spPr>
            <a:xfrm>
              <a:off x="1847650" y="4344875"/>
              <a:ext cx="26675" cy="24650"/>
            </a:xfrm>
            <a:custGeom>
              <a:avLst/>
              <a:gdLst/>
              <a:ahLst/>
              <a:cxnLst/>
              <a:rect l="l" t="t" r="r" b="b"/>
              <a:pathLst>
                <a:path w="1067" h="986" extrusionOk="0">
                  <a:moveTo>
                    <a:pt x="28" y="0"/>
                  </a:moveTo>
                  <a:cubicBezTo>
                    <a:pt x="22" y="0"/>
                    <a:pt x="17" y="2"/>
                    <a:pt x="12" y="6"/>
                  </a:cubicBezTo>
                  <a:cubicBezTo>
                    <a:pt x="1" y="15"/>
                    <a:pt x="0" y="31"/>
                    <a:pt x="9" y="42"/>
                  </a:cubicBezTo>
                  <a:cubicBezTo>
                    <a:pt x="307" y="396"/>
                    <a:pt x="649" y="711"/>
                    <a:pt x="1023" y="980"/>
                  </a:cubicBezTo>
                  <a:cubicBezTo>
                    <a:pt x="1028" y="983"/>
                    <a:pt x="1033" y="985"/>
                    <a:pt x="1039" y="985"/>
                  </a:cubicBezTo>
                  <a:cubicBezTo>
                    <a:pt x="1045" y="985"/>
                    <a:pt x="1053" y="981"/>
                    <a:pt x="1059" y="975"/>
                  </a:cubicBezTo>
                  <a:cubicBezTo>
                    <a:pt x="1067" y="962"/>
                    <a:pt x="1064" y="946"/>
                    <a:pt x="1053" y="938"/>
                  </a:cubicBezTo>
                  <a:cubicBezTo>
                    <a:pt x="682" y="672"/>
                    <a:pt x="343" y="360"/>
                    <a:pt x="48" y="10"/>
                  </a:cubicBezTo>
                  <a:cubicBezTo>
                    <a:pt x="43" y="4"/>
                    <a:pt x="35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3" name="Google Shape;9633;p31"/>
            <p:cNvSpPr/>
            <p:nvPr/>
          </p:nvSpPr>
          <p:spPr>
            <a:xfrm>
              <a:off x="1877100" y="4372175"/>
              <a:ext cx="5050" cy="3900"/>
            </a:xfrm>
            <a:custGeom>
              <a:avLst/>
              <a:gdLst/>
              <a:ahLst/>
              <a:cxnLst/>
              <a:rect l="l" t="t" r="r" b="b"/>
              <a:pathLst>
                <a:path w="202" h="156" extrusionOk="0">
                  <a:moveTo>
                    <a:pt x="30" y="1"/>
                  </a:moveTo>
                  <a:cubicBezTo>
                    <a:pt x="22" y="1"/>
                    <a:pt x="15" y="5"/>
                    <a:pt x="10" y="12"/>
                  </a:cubicBezTo>
                  <a:cubicBezTo>
                    <a:pt x="1" y="24"/>
                    <a:pt x="3" y="40"/>
                    <a:pt x="15" y="48"/>
                  </a:cubicBezTo>
                  <a:lnTo>
                    <a:pt x="157" y="150"/>
                  </a:lnTo>
                  <a:cubicBezTo>
                    <a:pt x="161" y="154"/>
                    <a:pt x="166" y="156"/>
                    <a:pt x="171" y="156"/>
                  </a:cubicBezTo>
                  <a:cubicBezTo>
                    <a:pt x="179" y="156"/>
                    <a:pt x="188" y="152"/>
                    <a:pt x="192" y="145"/>
                  </a:cubicBezTo>
                  <a:cubicBezTo>
                    <a:pt x="201" y="133"/>
                    <a:pt x="198" y="117"/>
                    <a:pt x="186" y="109"/>
                  </a:cubicBezTo>
                  <a:lnTo>
                    <a:pt x="46" y="6"/>
                  </a:lnTo>
                  <a:cubicBezTo>
                    <a:pt x="41" y="2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4" name="Google Shape;9634;p31"/>
            <p:cNvSpPr/>
            <p:nvPr/>
          </p:nvSpPr>
          <p:spPr>
            <a:xfrm>
              <a:off x="1904450" y="4352350"/>
              <a:ext cx="9575" cy="7850"/>
            </a:xfrm>
            <a:custGeom>
              <a:avLst/>
              <a:gdLst/>
              <a:ahLst/>
              <a:cxnLst/>
              <a:rect l="l" t="t" r="r" b="b"/>
              <a:pathLst>
                <a:path w="383" h="314" extrusionOk="0">
                  <a:moveTo>
                    <a:pt x="28" y="1"/>
                  </a:moveTo>
                  <a:cubicBezTo>
                    <a:pt x="21" y="1"/>
                    <a:pt x="14" y="4"/>
                    <a:pt x="8" y="11"/>
                  </a:cubicBezTo>
                  <a:cubicBezTo>
                    <a:pt x="0" y="22"/>
                    <a:pt x="2" y="38"/>
                    <a:pt x="12" y="47"/>
                  </a:cubicBezTo>
                  <a:lnTo>
                    <a:pt x="337" y="307"/>
                  </a:lnTo>
                  <a:cubicBezTo>
                    <a:pt x="342" y="311"/>
                    <a:pt x="347" y="314"/>
                    <a:pt x="354" y="314"/>
                  </a:cubicBezTo>
                  <a:cubicBezTo>
                    <a:pt x="361" y="314"/>
                    <a:pt x="369" y="310"/>
                    <a:pt x="374" y="303"/>
                  </a:cubicBezTo>
                  <a:cubicBezTo>
                    <a:pt x="382" y="292"/>
                    <a:pt x="381" y="276"/>
                    <a:pt x="370" y="267"/>
                  </a:cubicBezTo>
                  <a:lnTo>
                    <a:pt x="45" y="7"/>
                  </a:lnTo>
                  <a:cubicBezTo>
                    <a:pt x="40" y="3"/>
                    <a:pt x="34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5" name="Google Shape;9635;p31"/>
            <p:cNvSpPr/>
            <p:nvPr/>
          </p:nvSpPr>
          <p:spPr>
            <a:xfrm>
              <a:off x="1919525" y="4364500"/>
              <a:ext cx="17625" cy="10325"/>
            </a:xfrm>
            <a:custGeom>
              <a:avLst/>
              <a:gdLst/>
              <a:ahLst/>
              <a:cxnLst/>
              <a:rect l="l" t="t" r="r" b="b"/>
              <a:pathLst>
                <a:path w="705" h="413" extrusionOk="0">
                  <a:moveTo>
                    <a:pt x="29" y="1"/>
                  </a:moveTo>
                  <a:cubicBezTo>
                    <a:pt x="21" y="1"/>
                    <a:pt x="13" y="4"/>
                    <a:pt x="8" y="12"/>
                  </a:cubicBezTo>
                  <a:cubicBezTo>
                    <a:pt x="0" y="24"/>
                    <a:pt x="3" y="40"/>
                    <a:pt x="15" y="48"/>
                  </a:cubicBezTo>
                  <a:cubicBezTo>
                    <a:pt x="219" y="190"/>
                    <a:pt x="439" y="311"/>
                    <a:pt x="666" y="410"/>
                  </a:cubicBezTo>
                  <a:cubicBezTo>
                    <a:pt x="669" y="412"/>
                    <a:pt x="673" y="413"/>
                    <a:pt x="675" y="413"/>
                  </a:cubicBezTo>
                  <a:cubicBezTo>
                    <a:pt x="686" y="413"/>
                    <a:pt x="696" y="406"/>
                    <a:pt x="700" y="397"/>
                  </a:cubicBezTo>
                  <a:cubicBezTo>
                    <a:pt x="705" y="383"/>
                    <a:pt x="700" y="368"/>
                    <a:pt x="686" y="363"/>
                  </a:cubicBezTo>
                  <a:cubicBezTo>
                    <a:pt x="461" y="265"/>
                    <a:pt x="245" y="144"/>
                    <a:pt x="44" y="5"/>
                  </a:cubicBezTo>
                  <a:cubicBezTo>
                    <a:pt x="40" y="2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6" name="Google Shape;9636;p31"/>
            <p:cNvSpPr/>
            <p:nvPr/>
          </p:nvSpPr>
          <p:spPr>
            <a:xfrm>
              <a:off x="1916650" y="4351975"/>
              <a:ext cx="28350" cy="15425"/>
            </a:xfrm>
            <a:custGeom>
              <a:avLst/>
              <a:gdLst/>
              <a:ahLst/>
              <a:cxnLst/>
              <a:rect l="l" t="t" r="r" b="b"/>
              <a:pathLst>
                <a:path w="1134" h="617" extrusionOk="0">
                  <a:moveTo>
                    <a:pt x="30" y="1"/>
                  </a:moveTo>
                  <a:cubicBezTo>
                    <a:pt x="22" y="1"/>
                    <a:pt x="15" y="4"/>
                    <a:pt x="10" y="11"/>
                  </a:cubicBezTo>
                  <a:cubicBezTo>
                    <a:pt x="1" y="22"/>
                    <a:pt x="3" y="38"/>
                    <a:pt x="15" y="47"/>
                  </a:cubicBezTo>
                  <a:cubicBezTo>
                    <a:pt x="342" y="294"/>
                    <a:pt x="706" y="485"/>
                    <a:pt x="1096" y="615"/>
                  </a:cubicBezTo>
                  <a:cubicBezTo>
                    <a:pt x="1098" y="615"/>
                    <a:pt x="1101" y="617"/>
                    <a:pt x="1104" y="617"/>
                  </a:cubicBezTo>
                  <a:cubicBezTo>
                    <a:pt x="1115" y="617"/>
                    <a:pt x="1124" y="610"/>
                    <a:pt x="1128" y="599"/>
                  </a:cubicBezTo>
                  <a:cubicBezTo>
                    <a:pt x="1133" y="584"/>
                    <a:pt x="1125" y="571"/>
                    <a:pt x="1112" y="565"/>
                  </a:cubicBezTo>
                  <a:cubicBezTo>
                    <a:pt x="728" y="438"/>
                    <a:pt x="369" y="249"/>
                    <a:pt x="46" y="6"/>
                  </a:cubicBezTo>
                  <a:cubicBezTo>
                    <a:pt x="41" y="2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7" name="Google Shape;9637;p31"/>
            <p:cNvSpPr/>
            <p:nvPr/>
          </p:nvSpPr>
          <p:spPr>
            <a:xfrm>
              <a:off x="1832125" y="4316675"/>
              <a:ext cx="33575" cy="31250"/>
            </a:xfrm>
            <a:custGeom>
              <a:avLst/>
              <a:gdLst/>
              <a:ahLst/>
              <a:cxnLst/>
              <a:rect l="l" t="t" r="r" b="b"/>
              <a:pathLst>
                <a:path w="1343" h="1250" extrusionOk="0">
                  <a:moveTo>
                    <a:pt x="1313" y="1"/>
                  </a:moveTo>
                  <a:cubicBezTo>
                    <a:pt x="1308" y="1"/>
                    <a:pt x="1302" y="2"/>
                    <a:pt x="1298" y="5"/>
                  </a:cubicBezTo>
                  <a:cubicBezTo>
                    <a:pt x="816" y="346"/>
                    <a:pt x="383" y="749"/>
                    <a:pt x="10" y="1208"/>
                  </a:cubicBezTo>
                  <a:cubicBezTo>
                    <a:pt x="1" y="1219"/>
                    <a:pt x="4" y="1235"/>
                    <a:pt x="14" y="1244"/>
                  </a:cubicBezTo>
                  <a:cubicBezTo>
                    <a:pt x="18" y="1248"/>
                    <a:pt x="25" y="1250"/>
                    <a:pt x="30" y="1250"/>
                  </a:cubicBezTo>
                  <a:cubicBezTo>
                    <a:pt x="39" y="1250"/>
                    <a:pt x="45" y="1247"/>
                    <a:pt x="51" y="1240"/>
                  </a:cubicBezTo>
                  <a:cubicBezTo>
                    <a:pt x="419" y="787"/>
                    <a:pt x="850" y="385"/>
                    <a:pt x="1329" y="48"/>
                  </a:cubicBezTo>
                  <a:cubicBezTo>
                    <a:pt x="1339" y="40"/>
                    <a:pt x="1342" y="24"/>
                    <a:pt x="1334" y="12"/>
                  </a:cubicBezTo>
                  <a:cubicBezTo>
                    <a:pt x="1329" y="4"/>
                    <a:pt x="1321" y="1"/>
                    <a:pt x="131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8" name="Google Shape;9638;p31"/>
            <p:cNvSpPr/>
            <p:nvPr/>
          </p:nvSpPr>
          <p:spPr>
            <a:xfrm>
              <a:off x="1870800" y="4310100"/>
              <a:ext cx="6325" cy="3450"/>
            </a:xfrm>
            <a:custGeom>
              <a:avLst/>
              <a:gdLst/>
              <a:ahLst/>
              <a:cxnLst/>
              <a:rect l="l" t="t" r="r" b="b"/>
              <a:pathLst>
                <a:path w="253" h="138" extrusionOk="0">
                  <a:moveTo>
                    <a:pt x="224" y="0"/>
                  </a:moveTo>
                  <a:cubicBezTo>
                    <a:pt x="223" y="0"/>
                    <a:pt x="222" y="0"/>
                    <a:pt x="220" y="0"/>
                  </a:cubicBezTo>
                  <a:cubicBezTo>
                    <a:pt x="145" y="14"/>
                    <a:pt x="74" y="45"/>
                    <a:pt x="14" y="92"/>
                  </a:cubicBezTo>
                  <a:cubicBezTo>
                    <a:pt x="4" y="101"/>
                    <a:pt x="1" y="117"/>
                    <a:pt x="10" y="128"/>
                  </a:cubicBezTo>
                  <a:cubicBezTo>
                    <a:pt x="16" y="135"/>
                    <a:pt x="23" y="138"/>
                    <a:pt x="31" y="138"/>
                  </a:cubicBezTo>
                  <a:cubicBezTo>
                    <a:pt x="36" y="138"/>
                    <a:pt x="41" y="136"/>
                    <a:pt x="45" y="132"/>
                  </a:cubicBezTo>
                  <a:cubicBezTo>
                    <a:pt x="99" y="92"/>
                    <a:pt x="162" y="64"/>
                    <a:pt x="228" y="52"/>
                  </a:cubicBezTo>
                  <a:cubicBezTo>
                    <a:pt x="243" y="49"/>
                    <a:pt x="253" y="35"/>
                    <a:pt x="250" y="22"/>
                  </a:cubicBezTo>
                  <a:cubicBezTo>
                    <a:pt x="247" y="10"/>
                    <a:pt x="236" y="0"/>
                    <a:pt x="22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9" name="Google Shape;9639;p31"/>
            <p:cNvSpPr/>
            <p:nvPr/>
          </p:nvSpPr>
          <p:spPr>
            <a:xfrm>
              <a:off x="1733450" y="4414600"/>
              <a:ext cx="169450" cy="89500"/>
            </a:xfrm>
            <a:custGeom>
              <a:avLst/>
              <a:gdLst/>
              <a:ahLst/>
              <a:cxnLst/>
              <a:rect l="l" t="t" r="r" b="b"/>
              <a:pathLst>
                <a:path w="6778" h="3580" extrusionOk="0">
                  <a:moveTo>
                    <a:pt x="2625" y="0"/>
                  </a:moveTo>
                  <a:cubicBezTo>
                    <a:pt x="2486" y="0"/>
                    <a:pt x="2348" y="13"/>
                    <a:pt x="2210" y="41"/>
                  </a:cubicBezTo>
                  <a:cubicBezTo>
                    <a:pt x="1213" y="240"/>
                    <a:pt x="552" y="1163"/>
                    <a:pt x="1" y="2017"/>
                  </a:cubicBezTo>
                  <a:cubicBezTo>
                    <a:pt x="559" y="2445"/>
                    <a:pt x="1197" y="2909"/>
                    <a:pt x="1834" y="3209"/>
                  </a:cubicBezTo>
                  <a:cubicBezTo>
                    <a:pt x="2311" y="3433"/>
                    <a:pt x="2838" y="3580"/>
                    <a:pt x="3362" y="3580"/>
                  </a:cubicBezTo>
                  <a:cubicBezTo>
                    <a:pt x="3537" y="3580"/>
                    <a:pt x="3712" y="3563"/>
                    <a:pt x="3885" y="3528"/>
                  </a:cubicBezTo>
                  <a:cubicBezTo>
                    <a:pt x="4541" y="3392"/>
                    <a:pt x="5120" y="2994"/>
                    <a:pt x="5580" y="2507"/>
                  </a:cubicBezTo>
                  <a:cubicBezTo>
                    <a:pt x="6040" y="2020"/>
                    <a:pt x="6425" y="1444"/>
                    <a:pt x="6777" y="875"/>
                  </a:cubicBezTo>
                  <a:lnTo>
                    <a:pt x="6777" y="875"/>
                  </a:lnTo>
                  <a:cubicBezTo>
                    <a:pt x="6588" y="931"/>
                    <a:pt x="6396" y="956"/>
                    <a:pt x="6203" y="956"/>
                  </a:cubicBezTo>
                  <a:cubicBezTo>
                    <a:pt x="5624" y="956"/>
                    <a:pt x="5036" y="737"/>
                    <a:pt x="4489" y="512"/>
                  </a:cubicBezTo>
                  <a:cubicBezTo>
                    <a:pt x="3891" y="264"/>
                    <a:pt x="3260" y="0"/>
                    <a:pt x="2625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0" name="Google Shape;9640;p31"/>
            <p:cNvSpPr/>
            <p:nvPr/>
          </p:nvSpPr>
          <p:spPr>
            <a:xfrm>
              <a:off x="1731975" y="4413275"/>
              <a:ext cx="172300" cy="92125"/>
            </a:xfrm>
            <a:custGeom>
              <a:avLst/>
              <a:gdLst/>
              <a:ahLst/>
              <a:cxnLst/>
              <a:rect l="l" t="t" r="r" b="b"/>
              <a:pathLst>
                <a:path w="6892" h="3685" extrusionOk="0">
                  <a:moveTo>
                    <a:pt x="2687" y="105"/>
                  </a:moveTo>
                  <a:cubicBezTo>
                    <a:pt x="3303" y="105"/>
                    <a:pt x="3918" y="359"/>
                    <a:pt x="4515" y="606"/>
                  </a:cubicBezTo>
                  <a:lnTo>
                    <a:pt x="4529" y="612"/>
                  </a:lnTo>
                  <a:cubicBezTo>
                    <a:pt x="5089" y="844"/>
                    <a:pt x="5676" y="1062"/>
                    <a:pt x="6258" y="1062"/>
                  </a:cubicBezTo>
                  <a:cubicBezTo>
                    <a:pt x="6414" y="1062"/>
                    <a:pt x="6569" y="1046"/>
                    <a:pt x="6723" y="1011"/>
                  </a:cubicBezTo>
                  <a:lnTo>
                    <a:pt x="6723" y="1011"/>
                  </a:lnTo>
                  <a:cubicBezTo>
                    <a:pt x="6412" y="1506"/>
                    <a:pt x="6041" y="2059"/>
                    <a:pt x="5601" y="2525"/>
                  </a:cubicBezTo>
                  <a:cubicBezTo>
                    <a:pt x="5091" y="3063"/>
                    <a:pt x="4515" y="3410"/>
                    <a:pt x="3933" y="3530"/>
                  </a:cubicBezTo>
                  <a:cubicBezTo>
                    <a:pt x="3760" y="3565"/>
                    <a:pt x="3587" y="3581"/>
                    <a:pt x="3419" y="3581"/>
                  </a:cubicBezTo>
                  <a:cubicBezTo>
                    <a:pt x="2835" y="3581"/>
                    <a:pt x="2297" y="3395"/>
                    <a:pt x="1915" y="3215"/>
                  </a:cubicBezTo>
                  <a:cubicBezTo>
                    <a:pt x="1308" y="2930"/>
                    <a:pt x="699" y="2492"/>
                    <a:pt x="128" y="2058"/>
                  </a:cubicBezTo>
                  <a:cubicBezTo>
                    <a:pt x="692" y="1190"/>
                    <a:pt x="1324" y="336"/>
                    <a:pt x="2279" y="145"/>
                  </a:cubicBezTo>
                  <a:cubicBezTo>
                    <a:pt x="2415" y="117"/>
                    <a:pt x="2551" y="105"/>
                    <a:pt x="2687" y="105"/>
                  </a:cubicBezTo>
                  <a:close/>
                  <a:moveTo>
                    <a:pt x="2687" y="1"/>
                  </a:moveTo>
                  <a:cubicBezTo>
                    <a:pt x="2545" y="1"/>
                    <a:pt x="2402" y="14"/>
                    <a:pt x="2259" y="43"/>
                  </a:cubicBezTo>
                  <a:cubicBezTo>
                    <a:pt x="1249" y="246"/>
                    <a:pt x="572" y="1181"/>
                    <a:pt x="15" y="2042"/>
                  </a:cubicBezTo>
                  <a:cubicBezTo>
                    <a:pt x="0" y="2065"/>
                    <a:pt x="6" y="2094"/>
                    <a:pt x="27" y="2110"/>
                  </a:cubicBezTo>
                  <a:cubicBezTo>
                    <a:pt x="613" y="2558"/>
                    <a:pt x="1241" y="3013"/>
                    <a:pt x="1870" y="3309"/>
                  </a:cubicBezTo>
                  <a:cubicBezTo>
                    <a:pt x="2263" y="3493"/>
                    <a:pt x="2816" y="3684"/>
                    <a:pt x="3419" y="3684"/>
                  </a:cubicBezTo>
                  <a:cubicBezTo>
                    <a:pt x="3594" y="3684"/>
                    <a:pt x="3773" y="3668"/>
                    <a:pt x="3954" y="3631"/>
                  </a:cubicBezTo>
                  <a:cubicBezTo>
                    <a:pt x="4557" y="3507"/>
                    <a:pt x="5152" y="3149"/>
                    <a:pt x="5676" y="2595"/>
                  </a:cubicBezTo>
                  <a:cubicBezTo>
                    <a:pt x="6155" y="2089"/>
                    <a:pt x="6554" y="1482"/>
                    <a:pt x="6879" y="955"/>
                  </a:cubicBezTo>
                  <a:cubicBezTo>
                    <a:pt x="6891" y="937"/>
                    <a:pt x="6890" y="913"/>
                    <a:pt x="6876" y="897"/>
                  </a:cubicBezTo>
                  <a:cubicBezTo>
                    <a:pt x="6866" y="883"/>
                    <a:pt x="6851" y="876"/>
                    <a:pt x="6835" y="876"/>
                  </a:cubicBezTo>
                  <a:cubicBezTo>
                    <a:pt x="6830" y="876"/>
                    <a:pt x="6826" y="877"/>
                    <a:pt x="6821" y="878"/>
                  </a:cubicBezTo>
                  <a:cubicBezTo>
                    <a:pt x="6636" y="933"/>
                    <a:pt x="6449" y="957"/>
                    <a:pt x="6260" y="957"/>
                  </a:cubicBezTo>
                  <a:cubicBezTo>
                    <a:pt x="5695" y="957"/>
                    <a:pt x="5119" y="744"/>
                    <a:pt x="4568" y="516"/>
                  </a:cubicBezTo>
                  <a:lnTo>
                    <a:pt x="4554" y="511"/>
                  </a:lnTo>
                  <a:cubicBezTo>
                    <a:pt x="3948" y="259"/>
                    <a:pt x="3323" y="1"/>
                    <a:pt x="268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1" name="Google Shape;9641;p31"/>
            <p:cNvSpPr/>
            <p:nvPr/>
          </p:nvSpPr>
          <p:spPr>
            <a:xfrm>
              <a:off x="1687875" y="4463700"/>
              <a:ext cx="47050" cy="30125"/>
            </a:xfrm>
            <a:custGeom>
              <a:avLst/>
              <a:gdLst/>
              <a:ahLst/>
              <a:cxnLst/>
              <a:rect l="l" t="t" r="r" b="b"/>
              <a:pathLst>
                <a:path w="1882" h="1205" extrusionOk="0">
                  <a:moveTo>
                    <a:pt x="1823" y="0"/>
                  </a:moveTo>
                  <a:cubicBezTo>
                    <a:pt x="1817" y="0"/>
                    <a:pt x="1812" y="1"/>
                    <a:pt x="1806" y="3"/>
                  </a:cubicBezTo>
                  <a:cubicBezTo>
                    <a:pt x="1156" y="223"/>
                    <a:pt x="590" y="575"/>
                    <a:pt x="22" y="1116"/>
                  </a:cubicBezTo>
                  <a:cubicBezTo>
                    <a:pt x="2" y="1135"/>
                    <a:pt x="1" y="1168"/>
                    <a:pt x="21" y="1188"/>
                  </a:cubicBezTo>
                  <a:cubicBezTo>
                    <a:pt x="30" y="1199"/>
                    <a:pt x="45" y="1205"/>
                    <a:pt x="59" y="1205"/>
                  </a:cubicBezTo>
                  <a:cubicBezTo>
                    <a:pt x="71" y="1205"/>
                    <a:pt x="84" y="1199"/>
                    <a:pt x="94" y="1190"/>
                  </a:cubicBezTo>
                  <a:cubicBezTo>
                    <a:pt x="649" y="661"/>
                    <a:pt x="1205" y="315"/>
                    <a:pt x="1840" y="101"/>
                  </a:cubicBezTo>
                  <a:cubicBezTo>
                    <a:pt x="1867" y="92"/>
                    <a:pt x="1882" y="64"/>
                    <a:pt x="1872" y="36"/>
                  </a:cubicBezTo>
                  <a:cubicBezTo>
                    <a:pt x="1865" y="14"/>
                    <a:pt x="1844" y="0"/>
                    <a:pt x="182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2" name="Google Shape;9642;p31"/>
            <p:cNvSpPr/>
            <p:nvPr/>
          </p:nvSpPr>
          <p:spPr>
            <a:xfrm>
              <a:off x="1732350" y="4435825"/>
              <a:ext cx="171275" cy="30325"/>
            </a:xfrm>
            <a:custGeom>
              <a:avLst/>
              <a:gdLst/>
              <a:ahLst/>
              <a:cxnLst/>
              <a:rect l="l" t="t" r="r" b="b"/>
              <a:pathLst>
                <a:path w="6851" h="1213" extrusionOk="0">
                  <a:moveTo>
                    <a:pt x="6821" y="0"/>
                  </a:moveTo>
                  <a:cubicBezTo>
                    <a:pt x="6817" y="0"/>
                    <a:pt x="6812" y="1"/>
                    <a:pt x="6808" y="4"/>
                  </a:cubicBezTo>
                  <a:cubicBezTo>
                    <a:pt x="6003" y="486"/>
                    <a:pt x="4889" y="748"/>
                    <a:pt x="3400" y="803"/>
                  </a:cubicBezTo>
                  <a:cubicBezTo>
                    <a:pt x="3228" y="810"/>
                    <a:pt x="3054" y="814"/>
                    <a:pt x="2881" y="820"/>
                  </a:cubicBezTo>
                  <a:cubicBezTo>
                    <a:pt x="1928" y="846"/>
                    <a:pt x="942" y="875"/>
                    <a:pt x="22" y="1163"/>
                  </a:cubicBezTo>
                  <a:cubicBezTo>
                    <a:pt x="8" y="1167"/>
                    <a:pt x="0" y="1181"/>
                    <a:pt x="4" y="1195"/>
                  </a:cubicBezTo>
                  <a:cubicBezTo>
                    <a:pt x="8" y="1206"/>
                    <a:pt x="18" y="1212"/>
                    <a:pt x="29" y="1212"/>
                  </a:cubicBezTo>
                  <a:cubicBezTo>
                    <a:pt x="31" y="1212"/>
                    <a:pt x="34" y="1212"/>
                    <a:pt x="37" y="1211"/>
                  </a:cubicBezTo>
                  <a:cubicBezTo>
                    <a:pt x="951" y="926"/>
                    <a:pt x="1932" y="899"/>
                    <a:pt x="2882" y="872"/>
                  </a:cubicBezTo>
                  <a:cubicBezTo>
                    <a:pt x="3056" y="867"/>
                    <a:pt x="3229" y="861"/>
                    <a:pt x="3403" y="855"/>
                  </a:cubicBezTo>
                  <a:cubicBezTo>
                    <a:pt x="4900" y="799"/>
                    <a:pt x="6023" y="536"/>
                    <a:pt x="6835" y="47"/>
                  </a:cubicBezTo>
                  <a:cubicBezTo>
                    <a:pt x="6847" y="41"/>
                    <a:pt x="6851" y="24"/>
                    <a:pt x="6843" y="12"/>
                  </a:cubicBezTo>
                  <a:cubicBezTo>
                    <a:pt x="6838" y="5"/>
                    <a:pt x="6830" y="0"/>
                    <a:pt x="682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3" name="Google Shape;9643;p31"/>
            <p:cNvSpPr/>
            <p:nvPr/>
          </p:nvSpPr>
          <p:spPr>
            <a:xfrm>
              <a:off x="1775925" y="4420675"/>
              <a:ext cx="53050" cy="37000"/>
            </a:xfrm>
            <a:custGeom>
              <a:avLst/>
              <a:gdLst/>
              <a:ahLst/>
              <a:cxnLst/>
              <a:rect l="l" t="t" r="r" b="b"/>
              <a:pathLst>
                <a:path w="2122" h="1480" extrusionOk="0">
                  <a:moveTo>
                    <a:pt x="2092" y="1"/>
                  </a:moveTo>
                  <a:cubicBezTo>
                    <a:pt x="2088" y="1"/>
                    <a:pt x="2084" y="2"/>
                    <a:pt x="2081" y="4"/>
                  </a:cubicBezTo>
                  <a:cubicBezTo>
                    <a:pt x="1306" y="330"/>
                    <a:pt x="590" y="826"/>
                    <a:pt x="10" y="1435"/>
                  </a:cubicBezTo>
                  <a:cubicBezTo>
                    <a:pt x="1" y="1446"/>
                    <a:pt x="1" y="1462"/>
                    <a:pt x="12" y="1471"/>
                  </a:cubicBezTo>
                  <a:cubicBezTo>
                    <a:pt x="17" y="1477"/>
                    <a:pt x="22" y="1479"/>
                    <a:pt x="29" y="1479"/>
                  </a:cubicBezTo>
                  <a:cubicBezTo>
                    <a:pt x="36" y="1479"/>
                    <a:pt x="43" y="1477"/>
                    <a:pt x="48" y="1471"/>
                  </a:cubicBezTo>
                  <a:cubicBezTo>
                    <a:pt x="622" y="867"/>
                    <a:pt x="1333" y="375"/>
                    <a:pt x="2101" y="51"/>
                  </a:cubicBezTo>
                  <a:cubicBezTo>
                    <a:pt x="2114" y="45"/>
                    <a:pt x="2121" y="30"/>
                    <a:pt x="2116" y="17"/>
                  </a:cubicBezTo>
                  <a:cubicBezTo>
                    <a:pt x="2112" y="7"/>
                    <a:pt x="2102" y="1"/>
                    <a:pt x="20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4" name="Google Shape;9644;p31"/>
            <p:cNvSpPr/>
            <p:nvPr/>
          </p:nvSpPr>
          <p:spPr>
            <a:xfrm>
              <a:off x="1839425" y="4435900"/>
              <a:ext cx="28550" cy="19425"/>
            </a:xfrm>
            <a:custGeom>
              <a:avLst/>
              <a:gdLst/>
              <a:ahLst/>
              <a:cxnLst/>
              <a:rect l="l" t="t" r="r" b="b"/>
              <a:pathLst>
                <a:path w="1142" h="777" extrusionOk="0">
                  <a:moveTo>
                    <a:pt x="1111" y="1"/>
                  </a:moveTo>
                  <a:cubicBezTo>
                    <a:pt x="1107" y="1"/>
                    <a:pt x="1103" y="1"/>
                    <a:pt x="1100" y="3"/>
                  </a:cubicBezTo>
                  <a:cubicBezTo>
                    <a:pt x="702" y="190"/>
                    <a:pt x="336" y="434"/>
                    <a:pt x="13" y="730"/>
                  </a:cubicBezTo>
                  <a:cubicBezTo>
                    <a:pt x="2" y="741"/>
                    <a:pt x="1" y="757"/>
                    <a:pt x="12" y="768"/>
                  </a:cubicBezTo>
                  <a:cubicBezTo>
                    <a:pt x="16" y="774"/>
                    <a:pt x="24" y="776"/>
                    <a:pt x="30" y="776"/>
                  </a:cubicBezTo>
                  <a:cubicBezTo>
                    <a:pt x="36" y="776"/>
                    <a:pt x="43" y="774"/>
                    <a:pt x="48" y="769"/>
                  </a:cubicBezTo>
                  <a:cubicBezTo>
                    <a:pt x="367" y="476"/>
                    <a:pt x="729" y="234"/>
                    <a:pt x="1123" y="50"/>
                  </a:cubicBezTo>
                  <a:cubicBezTo>
                    <a:pt x="1135" y="44"/>
                    <a:pt x="1142" y="28"/>
                    <a:pt x="1135" y="16"/>
                  </a:cubicBezTo>
                  <a:cubicBezTo>
                    <a:pt x="1131" y="6"/>
                    <a:pt x="1121" y="1"/>
                    <a:pt x="111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5" name="Google Shape;9645;p31"/>
            <p:cNvSpPr/>
            <p:nvPr/>
          </p:nvSpPr>
          <p:spPr>
            <a:xfrm>
              <a:off x="1807775" y="4457400"/>
              <a:ext cx="47825" cy="35800"/>
            </a:xfrm>
            <a:custGeom>
              <a:avLst/>
              <a:gdLst/>
              <a:ahLst/>
              <a:cxnLst/>
              <a:rect l="l" t="t" r="r" b="b"/>
              <a:pathLst>
                <a:path w="1913" h="1432" extrusionOk="0">
                  <a:moveTo>
                    <a:pt x="30" y="1"/>
                  </a:moveTo>
                  <a:cubicBezTo>
                    <a:pt x="23" y="1"/>
                    <a:pt x="17" y="3"/>
                    <a:pt x="12" y="8"/>
                  </a:cubicBezTo>
                  <a:cubicBezTo>
                    <a:pt x="1" y="18"/>
                    <a:pt x="1" y="35"/>
                    <a:pt x="12" y="44"/>
                  </a:cubicBezTo>
                  <a:cubicBezTo>
                    <a:pt x="567" y="621"/>
                    <a:pt x="1159" y="1060"/>
                    <a:pt x="1871" y="1428"/>
                  </a:cubicBezTo>
                  <a:cubicBezTo>
                    <a:pt x="1875" y="1430"/>
                    <a:pt x="1879" y="1431"/>
                    <a:pt x="1883" y="1431"/>
                  </a:cubicBezTo>
                  <a:cubicBezTo>
                    <a:pt x="1892" y="1431"/>
                    <a:pt x="1900" y="1426"/>
                    <a:pt x="1906" y="1418"/>
                  </a:cubicBezTo>
                  <a:cubicBezTo>
                    <a:pt x="1913" y="1404"/>
                    <a:pt x="1907" y="1388"/>
                    <a:pt x="1894" y="1383"/>
                  </a:cubicBezTo>
                  <a:cubicBezTo>
                    <a:pt x="1187" y="1017"/>
                    <a:pt x="601" y="581"/>
                    <a:pt x="48" y="9"/>
                  </a:cubicBezTo>
                  <a:cubicBezTo>
                    <a:pt x="43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6" name="Google Shape;9646;p31"/>
            <p:cNvSpPr/>
            <p:nvPr/>
          </p:nvSpPr>
          <p:spPr>
            <a:xfrm>
              <a:off x="1755025" y="4460275"/>
              <a:ext cx="54425" cy="42900"/>
            </a:xfrm>
            <a:custGeom>
              <a:avLst/>
              <a:gdLst/>
              <a:ahLst/>
              <a:cxnLst/>
              <a:rect l="l" t="t" r="r" b="b"/>
              <a:pathLst>
                <a:path w="2177" h="1716" extrusionOk="0">
                  <a:moveTo>
                    <a:pt x="29" y="0"/>
                  </a:moveTo>
                  <a:cubicBezTo>
                    <a:pt x="23" y="0"/>
                    <a:pt x="16" y="3"/>
                    <a:pt x="11" y="8"/>
                  </a:cubicBezTo>
                  <a:cubicBezTo>
                    <a:pt x="0" y="18"/>
                    <a:pt x="0" y="34"/>
                    <a:pt x="11" y="45"/>
                  </a:cubicBezTo>
                  <a:cubicBezTo>
                    <a:pt x="636" y="697"/>
                    <a:pt x="1351" y="1258"/>
                    <a:pt x="2135" y="1712"/>
                  </a:cubicBezTo>
                  <a:cubicBezTo>
                    <a:pt x="2139" y="1714"/>
                    <a:pt x="2143" y="1716"/>
                    <a:pt x="2147" y="1716"/>
                  </a:cubicBezTo>
                  <a:cubicBezTo>
                    <a:pt x="2157" y="1716"/>
                    <a:pt x="2165" y="1710"/>
                    <a:pt x="2170" y="1702"/>
                  </a:cubicBezTo>
                  <a:cubicBezTo>
                    <a:pt x="2177" y="1690"/>
                    <a:pt x="2173" y="1674"/>
                    <a:pt x="2161" y="1667"/>
                  </a:cubicBezTo>
                  <a:cubicBezTo>
                    <a:pt x="1382" y="1215"/>
                    <a:pt x="671" y="657"/>
                    <a:pt x="47" y="8"/>
                  </a:cubicBezTo>
                  <a:cubicBezTo>
                    <a:pt x="42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7" name="Google Shape;9647;p31"/>
            <p:cNvSpPr/>
            <p:nvPr/>
          </p:nvSpPr>
          <p:spPr>
            <a:xfrm>
              <a:off x="1842550" y="4430525"/>
              <a:ext cx="10225" cy="7225"/>
            </a:xfrm>
            <a:custGeom>
              <a:avLst/>
              <a:gdLst/>
              <a:ahLst/>
              <a:cxnLst/>
              <a:rect l="l" t="t" r="r" b="b"/>
              <a:pathLst>
                <a:path w="409" h="289" extrusionOk="0">
                  <a:moveTo>
                    <a:pt x="379" y="0"/>
                  </a:moveTo>
                  <a:cubicBezTo>
                    <a:pt x="375" y="0"/>
                    <a:pt x="372" y="1"/>
                    <a:pt x="368" y="2"/>
                  </a:cubicBezTo>
                  <a:cubicBezTo>
                    <a:pt x="239" y="68"/>
                    <a:pt x="121" y="149"/>
                    <a:pt x="12" y="243"/>
                  </a:cubicBezTo>
                  <a:cubicBezTo>
                    <a:pt x="1" y="253"/>
                    <a:pt x="1" y="269"/>
                    <a:pt x="10" y="280"/>
                  </a:cubicBezTo>
                  <a:cubicBezTo>
                    <a:pt x="16" y="286"/>
                    <a:pt x="22" y="289"/>
                    <a:pt x="29" y="289"/>
                  </a:cubicBezTo>
                  <a:cubicBezTo>
                    <a:pt x="36" y="289"/>
                    <a:pt x="41" y="286"/>
                    <a:pt x="47" y="282"/>
                  </a:cubicBezTo>
                  <a:cubicBezTo>
                    <a:pt x="150" y="191"/>
                    <a:pt x="267" y="111"/>
                    <a:pt x="391" y="49"/>
                  </a:cubicBezTo>
                  <a:cubicBezTo>
                    <a:pt x="403" y="43"/>
                    <a:pt x="409" y="27"/>
                    <a:pt x="402" y="15"/>
                  </a:cubicBezTo>
                  <a:cubicBezTo>
                    <a:pt x="398" y="5"/>
                    <a:pt x="389" y="0"/>
                    <a:pt x="37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8" name="Google Shape;9648;p31"/>
            <p:cNvSpPr/>
            <p:nvPr/>
          </p:nvSpPr>
          <p:spPr>
            <a:xfrm>
              <a:off x="1832975" y="4441925"/>
              <a:ext cx="5000" cy="4400"/>
            </a:xfrm>
            <a:custGeom>
              <a:avLst/>
              <a:gdLst/>
              <a:ahLst/>
              <a:cxnLst/>
              <a:rect l="l" t="t" r="r" b="b"/>
              <a:pathLst>
                <a:path w="200" h="176" extrusionOk="0">
                  <a:moveTo>
                    <a:pt x="171" y="0"/>
                  </a:moveTo>
                  <a:cubicBezTo>
                    <a:pt x="165" y="0"/>
                    <a:pt x="159" y="2"/>
                    <a:pt x="154" y="6"/>
                  </a:cubicBezTo>
                  <a:lnTo>
                    <a:pt x="13" y="130"/>
                  </a:lnTo>
                  <a:cubicBezTo>
                    <a:pt x="2" y="140"/>
                    <a:pt x="0" y="156"/>
                    <a:pt x="10" y="167"/>
                  </a:cubicBezTo>
                  <a:cubicBezTo>
                    <a:pt x="15" y="172"/>
                    <a:pt x="22" y="176"/>
                    <a:pt x="30" y="176"/>
                  </a:cubicBezTo>
                  <a:cubicBezTo>
                    <a:pt x="35" y="176"/>
                    <a:pt x="42" y="173"/>
                    <a:pt x="46" y="169"/>
                  </a:cubicBezTo>
                  <a:lnTo>
                    <a:pt x="187" y="46"/>
                  </a:lnTo>
                  <a:cubicBezTo>
                    <a:pt x="198" y="36"/>
                    <a:pt x="200" y="20"/>
                    <a:pt x="190" y="9"/>
                  </a:cubicBezTo>
                  <a:cubicBezTo>
                    <a:pt x="185" y="3"/>
                    <a:pt x="178" y="0"/>
                    <a:pt x="17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9" name="Google Shape;9649;p31"/>
            <p:cNvSpPr/>
            <p:nvPr/>
          </p:nvSpPr>
          <p:spPr>
            <a:xfrm>
              <a:off x="1774800" y="4457525"/>
              <a:ext cx="26725" cy="24625"/>
            </a:xfrm>
            <a:custGeom>
              <a:avLst/>
              <a:gdLst/>
              <a:ahLst/>
              <a:cxnLst/>
              <a:rect l="l" t="t" r="r" b="b"/>
              <a:pathLst>
                <a:path w="1069" h="985" extrusionOk="0">
                  <a:moveTo>
                    <a:pt x="29" y="0"/>
                  </a:moveTo>
                  <a:cubicBezTo>
                    <a:pt x="23" y="0"/>
                    <a:pt x="17" y="2"/>
                    <a:pt x="12" y="7"/>
                  </a:cubicBezTo>
                  <a:cubicBezTo>
                    <a:pt x="1" y="16"/>
                    <a:pt x="0" y="32"/>
                    <a:pt x="10" y="43"/>
                  </a:cubicBezTo>
                  <a:cubicBezTo>
                    <a:pt x="307" y="396"/>
                    <a:pt x="649" y="710"/>
                    <a:pt x="1023" y="979"/>
                  </a:cubicBezTo>
                  <a:cubicBezTo>
                    <a:pt x="1028" y="983"/>
                    <a:pt x="1033" y="985"/>
                    <a:pt x="1039" y="985"/>
                  </a:cubicBezTo>
                  <a:cubicBezTo>
                    <a:pt x="1047" y="985"/>
                    <a:pt x="1055" y="981"/>
                    <a:pt x="1059" y="974"/>
                  </a:cubicBezTo>
                  <a:cubicBezTo>
                    <a:pt x="1068" y="962"/>
                    <a:pt x="1066" y="946"/>
                    <a:pt x="1053" y="938"/>
                  </a:cubicBezTo>
                  <a:cubicBezTo>
                    <a:pt x="682" y="671"/>
                    <a:pt x="343" y="359"/>
                    <a:pt x="49" y="9"/>
                  </a:cubicBezTo>
                  <a:cubicBezTo>
                    <a:pt x="43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0" name="Google Shape;9650;p31"/>
            <p:cNvSpPr/>
            <p:nvPr/>
          </p:nvSpPr>
          <p:spPr>
            <a:xfrm>
              <a:off x="1804275" y="4484850"/>
              <a:ext cx="5025" cy="3875"/>
            </a:xfrm>
            <a:custGeom>
              <a:avLst/>
              <a:gdLst/>
              <a:ahLst/>
              <a:cxnLst/>
              <a:rect l="l" t="t" r="r" b="b"/>
              <a:pathLst>
                <a:path w="201" h="155" extrusionOk="0">
                  <a:moveTo>
                    <a:pt x="30" y="0"/>
                  </a:moveTo>
                  <a:cubicBezTo>
                    <a:pt x="22" y="0"/>
                    <a:pt x="14" y="4"/>
                    <a:pt x="9" y="10"/>
                  </a:cubicBezTo>
                  <a:cubicBezTo>
                    <a:pt x="1" y="22"/>
                    <a:pt x="2" y="38"/>
                    <a:pt x="14" y="46"/>
                  </a:cubicBezTo>
                  <a:lnTo>
                    <a:pt x="156" y="149"/>
                  </a:lnTo>
                  <a:cubicBezTo>
                    <a:pt x="160" y="153"/>
                    <a:pt x="165" y="154"/>
                    <a:pt x="170" y="154"/>
                  </a:cubicBezTo>
                  <a:cubicBezTo>
                    <a:pt x="179" y="154"/>
                    <a:pt x="187" y="150"/>
                    <a:pt x="192" y="143"/>
                  </a:cubicBezTo>
                  <a:cubicBezTo>
                    <a:pt x="200" y="133"/>
                    <a:pt x="197" y="116"/>
                    <a:pt x="185" y="107"/>
                  </a:cubicBezTo>
                  <a:lnTo>
                    <a:pt x="45" y="5"/>
                  </a:lnTo>
                  <a:cubicBezTo>
                    <a:pt x="41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1" name="Google Shape;9651;p31"/>
            <p:cNvSpPr/>
            <p:nvPr/>
          </p:nvSpPr>
          <p:spPr>
            <a:xfrm>
              <a:off x="1831600" y="4465000"/>
              <a:ext cx="9575" cy="7850"/>
            </a:xfrm>
            <a:custGeom>
              <a:avLst/>
              <a:gdLst/>
              <a:ahLst/>
              <a:cxnLst/>
              <a:rect l="l" t="t" r="r" b="b"/>
              <a:pathLst>
                <a:path w="383" h="314" extrusionOk="0">
                  <a:moveTo>
                    <a:pt x="29" y="1"/>
                  </a:moveTo>
                  <a:cubicBezTo>
                    <a:pt x="22" y="1"/>
                    <a:pt x="14" y="4"/>
                    <a:pt x="8" y="10"/>
                  </a:cubicBezTo>
                  <a:cubicBezTo>
                    <a:pt x="0" y="21"/>
                    <a:pt x="2" y="37"/>
                    <a:pt x="12" y="47"/>
                  </a:cubicBezTo>
                  <a:lnTo>
                    <a:pt x="338" y="308"/>
                  </a:lnTo>
                  <a:cubicBezTo>
                    <a:pt x="342" y="312"/>
                    <a:pt x="347" y="313"/>
                    <a:pt x="354" y="313"/>
                  </a:cubicBezTo>
                  <a:cubicBezTo>
                    <a:pt x="361" y="313"/>
                    <a:pt x="369" y="309"/>
                    <a:pt x="374" y="304"/>
                  </a:cubicBezTo>
                  <a:cubicBezTo>
                    <a:pt x="382" y="292"/>
                    <a:pt x="381" y="275"/>
                    <a:pt x="370" y="267"/>
                  </a:cubicBezTo>
                  <a:lnTo>
                    <a:pt x="45" y="6"/>
                  </a:lnTo>
                  <a:cubicBezTo>
                    <a:pt x="40" y="2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2" name="Google Shape;9652;p31"/>
            <p:cNvSpPr/>
            <p:nvPr/>
          </p:nvSpPr>
          <p:spPr>
            <a:xfrm>
              <a:off x="1846675" y="4477175"/>
              <a:ext cx="17675" cy="10300"/>
            </a:xfrm>
            <a:custGeom>
              <a:avLst/>
              <a:gdLst/>
              <a:ahLst/>
              <a:cxnLst/>
              <a:rect l="l" t="t" r="r" b="b"/>
              <a:pathLst>
                <a:path w="707" h="412" extrusionOk="0">
                  <a:moveTo>
                    <a:pt x="30" y="0"/>
                  </a:moveTo>
                  <a:cubicBezTo>
                    <a:pt x="22" y="0"/>
                    <a:pt x="13" y="4"/>
                    <a:pt x="8" y="10"/>
                  </a:cubicBezTo>
                  <a:cubicBezTo>
                    <a:pt x="0" y="23"/>
                    <a:pt x="3" y="39"/>
                    <a:pt x="15" y="47"/>
                  </a:cubicBezTo>
                  <a:cubicBezTo>
                    <a:pt x="219" y="188"/>
                    <a:pt x="439" y="310"/>
                    <a:pt x="666" y="410"/>
                  </a:cubicBezTo>
                  <a:cubicBezTo>
                    <a:pt x="670" y="411"/>
                    <a:pt x="673" y="411"/>
                    <a:pt x="677" y="411"/>
                  </a:cubicBezTo>
                  <a:cubicBezTo>
                    <a:pt x="686" y="411"/>
                    <a:pt x="696" y="406"/>
                    <a:pt x="700" y="397"/>
                  </a:cubicBezTo>
                  <a:cubicBezTo>
                    <a:pt x="706" y="383"/>
                    <a:pt x="700" y="367"/>
                    <a:pt x="686" y="362"/>
                  </a:cubicBezTo>
                  <a:cubicBezTo>
                    <a:pt x="461" y="263"/>
                    <a:pt x="246" y="144"/>
                    <a:pt x="44" y="4"/>
                  </a:cubicBezTo>
                  <a:cubicBezTo>
                    <a:pt x="40" y="1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3" name="Google Shape;9653;p31"/>
            <p:cNvSpPr/>
            <p:nvPr/>
          </p:nvSpPr>
          <p:spPr>
            <a:xfrm>
              <a:off x="1843800" y="4464625"/>
              <a:ext cx="28350" cy="15425"/>
            </a:xfrm>
            <a:custGeom>
              <a:avLst/>
              <a:gdLst/>
              <a:ahLst/>
              <a:cxnLst/>
              <a:rect l="l" t="t" r="r" b="b"/>
              <a:pathLst>
                <a:path w="1134" h="617" extrusionOk="0">
                  <a:moveTo>
                    <a:pt x="31" y="1"/>
                  </a:moveTo>
                  <a:cubicBezTo>
                    <a:pt x="23" y="1"/>
                    <a:pt x="15" y="4"/>
                    <a:pt x="10" y="11"/>
                  </a:cubicBezTo>
                  <a:cubicBezTo>
                    <a:pt x="1" y="23"/>
                    <a:pt x="3" y="39"/>
                    <a:pt x="15" y="47"/>
                  </a:cubicBezTo>
                  <a:cubicBezTo>
                    <a:pt x="342" y="294"/>
                    <a:pt x="707" y="486"/>
                    <a:pt x="1096" y="615"/>
                  </a:cubicBezTo>
                  <a:cubicBezTo>
                    <a:pt x="1098" y="616"/>
                    <a:pt x="1101" y="616"/>
                    <a:pt x="1104" y="616"/>
                  </a:cubicBezTo>
                  <a:cubicBezTo>
                    <a:pt x="1115" y="616"/>
                    <a:pt x="1124" y="609"/>
                    <a:pt x="1128" y="599"/>
                  </a:cubicBezTo>
                  <a:cubicBezTo>
                    <a:pt x="1133" y="585"/>
                    <a:pt x="1125" y="570"/>
                    <a:pt x="1112" y="566"/>
                  </a:cubicBezTo>
                  <a:cubicBezTo>
                    <a:pt x="729" y="437"/>
                    <a:pt x="369" y="249"/>
                    <a:pt x="46" y="5"/>
                  </a:cubicBezTo>
                  <a:cubicBezTo>
                    <a:pt x="42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4" name="Google Shape;9654;p31"/>
            <p:cNvSpPr/>
            <p:nvPr/>
          </p:nvSpPr>
          <p:spPr>
            <a:xfrm>
              <a:off x="1759325" y="4429350"/>
              <a:ext cx="33525" cy="31250"/>
            </a:xfrm>
            <a:custGeom>
              <a:avLst/>
              <a:gdLst/>
              <a:ahLst/>
              <a:cxnLst/>
              <a:rect l="l" t="t" r="r" b="b"/>
              <a:pathLst>
                <a:path w="1341" h="1250" extrusionOk="0">
                  <a:moveTo>
                    <a:pt x="1311" y="0"/>
                  </a:moveTo>
                  <a:cubicBezTo>
                    <a:pt x="1306" y="0"/>
                    <a:pt x="1301" y="2"/>
                    <a:pt x="1297" y="5"/>
                  </a:cubicBezTo>
                  <a:cubicBezTo>
                    <a:pt x="814" y="344"/>
                    <a:pt x="381" y="749"/>
                    <a:pt x="8" y="1206"/>
                  </a:cubicBezTo>
                  <a:cubicBezTo>
                    <a:pt x="0" y="1217"/>
                    <a:pt x="2" y="1235"/>
                    <a:pt x="12" y="1243"/>
                  </a:cubicBezTo>
                  <a:cubicBezTo>
                    <a:pt x="18" y="1247"/>
                    <a:pt x="23" y="1249"/>
                    <a:pt x="28" y="1249"/>
                  </a:cubicBezTo>
                  <a:cubicBezTo>
                    <a:pt x="37" y="1249"/>
                    <a:pt x="43" y="1245"/>
                    <a:pt x="49" y="1239"/>
                  </a:cubicBezTo>
                  <a:cubicBezTo>
                    <a:pt x="417" y="785"/>
                    <a:pt x="848" y="384"/>
                    <a:pt x="1327" y="47"/>
                  </a:cubicBezTo>
                  <a:cubicBezTo>
                    <a:pt x="1337" y="39"/>
                    <a:pt x="1340" y="22"/>
                    <a:pt x="1332" y="12"/>
                  </a:cubicBezTo>
                  <a:cubicBezTo>
                    <a:pt x="1327" y="4"/>
                    <a:pt x="1319" y="0"/>
                    <a:pt x="131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5" name="Google Shape;9655;p31"/>
            <p:cNvSpPr/>
            <p:nvPr/>
          </p:nvSpPr>
          <p:spPr>
            <a:xfrm>
              <a:off x="1797975" y="4422750"/>
              <a:ext cx="6300" cy="3475"/>
            </a:xfrm>
            <a:custGeom>
              <a:avLst/>
              <a:gdLst/>
              <a:ahLst/>
              <a:cxnLst/>
              <a:rect l="l" t="t" r="r" b="b"/>
              <a:pathLst>
                <a:path w="252" h="139" extrusionOk="0">
                  <a:moveTo>
                    <a:pt x="224" y="1"/>
                  </a:moveTo>
                  <a:cubicBezTo>
                    <a:pt x="223" y="1"/>
                    <a:pt x="221" y="1"/>
                    <a:pt x="219" y="1"/>
                  </a:cubicBezTo>
                  <a:cubicBezTo>
                    <a:pt x="144" y="13"/>
                    <a:pt x="74" y="46"/>
                    <a:pt x="13" y="93"/>
                  </a:cubicBezTo>
                  <a:cubicBezTo>
                    <a:pt x="3" y="101"/>
                    <a:pt x="0" y="117"/>
                    <a:pt x="9" y="129"/>
                  </a:cubicBezTo>
                  <a:cubicBezTo>
                    <a:pt x="15" y="134"/>
                    <a:pt x="22" y="139"/>
                    <a:pt x="30" y="139"/>
                  </a:cubicBezTo>
                  <a:cubicBezTo>
                    <a:pt x="35" y="139"/>
                    <a:pt x="40" y="137"/>
                    <a:pt x="46" y="133"/>
                  </a:cubicBezTo>
                  <a:cubicBezTo>
                    <a:pt x="98" y="91"/>
                    <a:pt x="161" y="63"/>
                    <a:pt x="229" y="52"/>
                  </a:cubicBezTo>
                  <a:cubicBezTo>
                    <a:pt x="242" y="50"/>
                    <a:pt x="252" y="36"/>
                    <a:pt x="249" y="23"/>
                  </a:cubicBezTo>
                  <a:cubicBezTo>
                    <a:pt x="248" y="10"/>
                    <a:pt x="237" y="1"/>
                    <a:pt x="22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6" name="Google Shape;9656;p31"/>
            <p:cNvSpPr/>
            <p:nvPr/>
          </p:nvSpPr>
          <p:spPr>
            <a:xfrm>
              <a:off x="1847000" y="4197300"/>
              <a:ext cx="137625" cy="75050"/>
            </a:xfrm>
            <a:custGeom>
              <a:avLst/>
              <a:gdLst/>
              <a:ahLst/>
              <a:cxnLst/>
              <a:rect l="l" t="t" r="r" b="b"/>
              <a:pathLst>
                <a:path w="5505" h="3002" extrusionOk="0">
                  <a:moveTo>
                    <a:pt x="2370" y="0"/>
                  </a:moveTo>
                  <a:cubicBezTo>
                    <a:pt x="2065" y="0"/>
                    <a:pt x="1767" y="44"/>
                    <a:pt x="1488" y="168"/>
                  </a:cubicBezTo>
                  <a:cubicBezTo>
                    <a:pt x="685" y="528"/>
                    <a:pt x="303" y="1433"/>
                    <a:pt x="0" y="2259"/>
                  </a:cubicBezTo>
                  <a:cubicBezTo>
                    <a:pt x="555" y="2513"/>
                    <a:pt x="1182" y="2785"/>
                    <a:pt x="1776" y="2916"/>
                  </a:cubicBezTo>
                  <a:cubicBezTo>
                    <a:pt x="2024" y="2970"/>
                    <a:pt x="2281" y="3001"/>
                    <a:pt x="2535" y="3001"/>
                  </a:cubicBezTo>
                  <a:cubicBezTo>
                    <a:pt x="2892" y="3001"/>
                    <a:pt x="3245" y="2940"/>
                    <a:pt x="3568" y="2793"/>
                  </a:cubicBezTo>
                  <a:cubicBezTo>
                    <a:pt x="4097" y="2554"/>
                    <a:pt x="4509" y="2106"/>
                    <a:pt x="4805" y="1608"/>
                  </a:cubicBezTo>
                  <a:cubicBezTo>
                    <a:pt x="5101" y="1109"/>
                    <a:pt x="5315" y="549"/>
                    <a:pt x="5504" y="0"/>
                  </a:cubicBezTo>
                  <a:lnTo>
                    <a:pt x="5504" y="0"/>
                  </a:lnTo>
                  <a:cubicBezTo>
                    <a:pt x="5193" y="176"/>
                    <a:pt x="4843" y="235"/>
                    <a:pt x="4484" y="235"/>
                  </a:cubicBezTo>
                  <a:cubicBezTo>
                    <a:pt x="4158" y="235"/>
                    <a:pt x="3824" y="186"/>
                    <a:pt x="3504" y="131"/>
                  </a:cubicBezTo>
                  <a:cubicBezTo>
                    <a:pt x="3132" y="67"/>
                    <a:pt x="2746" y="0"/>
                    <a:pt x="2370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7" name="Google Shape;9657;p31"/>
            <p:cNvSpPr/>
            <p:nvPr/>
          </p:nvSpPr>
          <p:spPr>
            <a:xfrm>
              <a:off x="1845550" y="4195975"/>
              <a:ext cx="140450" cy="77650"/>
            </a:xfrm>
            <a:custGeom>
              <a:avLst/>
              <a:gdLst/>
              <a:ahLst/>
              <a:cxnLst/>
              <a:rect l="l" t="t" r="r" b="b"/>
              <a:pathLst>
                <a:path w="5618" h="3106" extrusionOk="0">
                  <a:moveTo>
                    <a:pt x="2424" y="105"/>
                  </a:moveTo>
                  <a:cubicBezTo>
                    <a:pt x="2790" y="105"/>
                    <a:pt x="3169" y="170"/>
                    <a:pt x="3540" y="234"/>
                  </a:cubicBezTo>
                  <a:lnTo>
                    <a:pt x="3552" y="235"/>
                  </a:lnTo>
                  <a:cubicBezTo>
                    <a:pt x="3882" y="291"/>
                    <a:pt x="4219" y="340"/>
                    <a:pt x="4547" y="340"/>
                  </a:cubicBezTo>
                  <a:cubicBezTo>
                    <a:pt x="4869" y="340"/>
                    <a:pt x="5182" y="293"/>
                    <a:pt x="5471" y="160"/>
                  </a:cubicBezTo>
                  <a:lnTo>
                    <a:pt x="5471" y="160"/>
                  </a:lnTo>
                  <a:cubicBezTo>
                    <a:pt x="5304" y="632"/>
                    <a:pt x="5098" y="1163"/>
                    <a:pt x="4818" y="1634"/>
                  </a:cubicBezTo>
                  <a:cubicBezTo>
                    <a:pt x="4493" y="2184"/>
                    <a:pt x="4073" y="2586"/>
                    <a:pt x="3606" y="2799"/>
                  </a:cubicBezTo>
                  <a:cubicBezTo>
                    <a:pt x="3270" y="2951"/>
                    <a:pt x="2917" y="3003"/>
                    <a:pt x="2592" y="3003"/>
                  </a:cubicBezTo>
                  <a:cubicBezTo>
                    <a:pt x="2314" y="3003"/>
                    <a:pt x="2057" y="2965"/>
                    <a:pt x="1845" y="2919"/>
                  </a:cubicBezTo>
                  <a:cubicBezTo>
                    <a:pt x="1281" y="2794"/>
                    <a:pt x="685" y="2542"/>
                    <a:pt x="124" y="2285"/>
                  </a:cubicBezTo>
                  <a:cubicBezTo>
                    <a:pt x="432" y="1448"/>
                    <a:pt x="802" y="612"/>
                    <a:pt x="1568" y="268"/>
                  </a:cubicBezTo>
                  <a:cubicBezTo>
                    <a:pt x="1838" y="147"/>
                    <a:pt x="2127" y="105"/>
                    <a:pt x="2424" y="105"/>
                  </a:cubicBezTo>
                  <a:close/>
                  <a:moveTo>
                    <a:pt x="2426" y="0"/>
                  </a:moveTo>
                  <a:cubicBezTo>
                    <a:pt x="2116" y="0"/>
                    <a:pt x="1812" y="46"/>
                    <a:pt x="1525" y="174"/>
                  </a:cubicBezTo>
                  <a:cubicBezTo>
                    <a:pt x="710" y="539"/>
                    <a:pt x="315" y="1460"/>
                    <a:pt x="10" y="2295"/>
                  </a:cubicBezTo>
                  <a:cubicBezTo>
                    <a:pt x="1" y="2320"/>
                    <a:pt x="13" y="2348"/>
                    <a:pt x="37" y="2359"/>
                  </a:cubicBezTo>
                  <a:cubicBezTo>
                    <a:pt x="617" y="2625"/>
                    <a:pt x="1234" y="2889"/>
                    <a:pt x="1824" y="3020"/>
                  </a:cubicBezTo>
                  <a:cubicBezTo>
                    <a:pt x="2042" y="3067"/>
                    <a:pt x="2307" y="3106"/>
                    <a:pt x="2593" y="3106"/>
                  </a:cubicBezTo>
                  <a:cubicBezTo>
                    <a:pt x="2931" y="3106"/>
                    <a:pt x="3298" y="3052"/>
                    <a:pt x="3648" y="2893"/>
                  </a:cubicBezTo>
                  <a:cubicBezTo>
                    <a:pt x="4135" y="2673"/>
                    <a:pt x="4571" y="2256"/>
                    <a:pt x="4907" y="1686"/>
                  </a:cubicBezTo>
                  <a:cubicBezTo>
                    <a:pt x="5216" y="1167"/>
                    <a:pt x="5436" y="578"/>
                    <a:pt x="5611" y="71"/>
                  </a:cubicBezTo>
                  <a:cubicBezTo>
                    <a:pt x="5617" y="51"/>
                    <a:pt x="5612" y="28"/>
                    <a:pt x="5594" y="14"/>
                  </a:cubicBezTo>
                  <a:cubicBezTo>
                    <a:pt x="5585" y="6"/>
                    <a:pt x="5574" y="2"/>
                    <a:pt x="5563" y="2"/>
                  </a:cubicBezTo>
                  <a:cubicBezTo>
                    <a:pt x="5554" y="2"/>
                    <a:pt x="5545" y="4"/>
                    <a:pt x="5537" y="9"/>
                  </a:cubicBezTo>
                  <a:cubicBezTo>
                    <a:pt x="5235" y="179"/>
                    <a:pt x="4897" y="237"/>
                    <a:pt x="4547" y="237"/>
                  </a:cubicBezTo>
                  <a:cubicBezTo>
                    <a:pt x="4226" y="237"/>
                    <a:pt x="3894" y="188"/>
                    <a:pt x="3570" y="133"/>
                  </a:cubicBezTo>
                  <a:lnTo>
                    <a:pt x="3558" y="130"/>
                  </a:lnTo>
                  <a:cubicBezTo>
                    <a:pt x="3182" y="66"/>
                    <a:pt x="2799" y="0"/>
                    <a:pt x="24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8" name="Google Shape;9658;p31"/>
            <p:cNvSpPr/>
            <p:nvPr/>
          </p:nvSpPr>
          <p:spPr>
            <a:xfrm>
              <a:off x="1813525" y="4252475"/>
              <a:ext cx="34975" cy="34275"/>
            </a:xfrm>
            <a:custGeom>
              <a:avLst/>
              <a:gdLst/>
              <a:ahLst/>
              <a:cxnLst/>
              <a:rect l="l" t="t" r="r" b="b"/>
              <a:pathLst>
                <a:path w="1399" h="1371" extrusionOk="0">
                  <a:moveTo>
                    <a:pt x="1340" y="1"/>
                  </a:moveTo>
                  <a:cubicBezTo>
                    <a:pt x="1331" y="1"/>
                    <a:pt x="1321" y="3"/>
                    <a:pt x="1313" y="9"/>
                  </a:cubicBezTo>
                  <a:cubicBezTo>
                    <a:pt x="804" y="318"/>
                    <a:pt x="392" y="725"/>
                    <a:pt x="17" y="1290"/>
                  </a:cubicBezTo>
                  <a:cubicBezTo>
                    <a:pt x="1" y="1314"/>
                    <a:pt x="8" y="1346"/>
                    <a:pt x="30" y="1362"/>
                  </a:cubicBezTo>
                  <a:cubicBezTo>
                    <a:pt x="40" y="1368"/>
                    <a:pt x="49" y="1370"/>
                    <a:pt x="60" y="1370"/>
                  </a:cubicBezTo>
                  <a:cubicBezTo>
                    <a:pt x="76" y="1370"/>
                    <a:pt x="92" y="1362"/>
                    <a:pt x="103" y="1348"/>
                  </a:cubicBezTo>
                  <a:cubicBezTo>
                    <a:pt x="470" y="796"/>
                    <a:pt x="873" y="398"/>
                    <a:pt x="1366" y="96"/>
                  </a:cubicBezTo>
                  <a:cubicBezTo>
                    <a:pt x="1391" y="82"/>
                    <a:pt x="1399" y="51"/>
                    <a:pt x="1384" y="26"/>
                  </a:cubicBezTo>
                  <a:cubicBezTo>
                    <a:pt x="1374" y="10"/>
                    <a:pt x="1357" y="1"/>
                    <a:pt x="134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9" name="Google Shape;9659;p31"/>
            <p:cNvSpPr/>
            <p:nvPr/>
          </p:nvSpPr>
          <p:spPr>
            <a:xfrm>
              <a:off x="1846025" y="4196650"/>
              <a:ext cx="139300" cy="58275"/>
            </a:xfrm>
            <a:custGeom>
              <a:avLst/>
              <a:gdLst/>
              <a:ahLst/>
              <a:cxnLst/>
              <a:rect l="l" t="t" r="r" b="b"/>
              <a:pathLst>
                <a:path w="5572" h="2331" extrusionOk="0">
                  <a:moveTo>
                    <a:pt x="5543" y="1"/>
                  </a:moveTo>
                  <a:cubicBezTo>
                    <a:pt x="5536" y="1"/>
                    <a:pt x="5530" y="3"/>
                    <a:pt x="5524" y="7"/>
                  </a:cubicBezTo>
                  <a:cubicBezTo>
                    <a:pt x="4939" y="568"/>
                    <a:pt x="4049" y="1003"/>
                    <a:pt x="2803" y="1334"/>
                  </a:cubicBezTo>
                  <a:cubicBezTo>
                    <a:pt x="2659" y="1372"/>
                    <a:pt x="2514" y="1409"/>
                    <a:pt x="2368" y="1446"/>
                  </a:cubicBezTo>
                  <a:cubicBezTo>
                    <a:pt x="1568" y="1651"/>
                    <a:pt x="740" y="1863"/>
                    <a:pt x="18" y="2282"/>
                  </a:cubicBezTo>
                  <a:cubicBezTo>
                    <a:pt x="5" y="2289"/>
                    <a:pt x="0" y="2305"/>
                    <a:pt x="9" y="2317"/>
                  </a:cubicBezTo>
                  <a:cubicBezTo>
                    <a:pt x="13" y="2325"/>
                    <a:pt x="22" y="2331"/>
                    <a:pt x="30" y="2331"/>
                  </a:cubicBezTo>
                  <a:cubicBezTo>
                    <a:pt x="34" y="2331"/>
                    <a:pt x="39" y="2329"/>
                    <a:pt x="44" y="2327"/>
                  </a:cubicBezTo>
                  <a:cubicBezTo>
                    <a:pt x="761" y="1911"/>
                    <a:pt x="1584" y="1700"/>
                    <a:pt x="2380" y="1497"/>
                  </a:cubicBezTo>
                  <a:cubicBezTo>
                    <a:pt x="2527" y="1459"/>
                    <a:pt x="2671" y="1421"/>
                    <a:pt x="2816" y="1384"/>
                  </a:cubicBezTo>
                  <a:cubicBezTo>
                    <a:pt x="4070" y="1050"/>
                    <a:pt x="4969" y="613"/>
                    <a:pt x="5561" y="45"/>
                  </a:cubicBezTo>
                  <a:cubicBezTo>
                    <a:pt x="5571" y="36"/>
                    <a:pt x="5571" y="20"/>
                    <a:pt x="5562" y="9"/>
                  </a:cubicBezTo>
                  <a:cubicBezTo>
                    <a:pt x="5556" y="3"/>
                    <a:pt x="5549" y="1"/>
                    <a:pt x="554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0" name="Google Shape;9660;p31"/>
            <p:cNvSpPr/>
            <p:nvPr/>
          </p:nvSpPr>
          <p:spPr>
            <a:xfrm>
              <a:off x="1881200" y="4198150"/>
              <a:ext cx="38200" cy="41275"/>
            </a:xfrm>
            <a:custGeom>
              <a:avLst/>
              <a:gdLst/>
              <a:ahLst/>
              <a:cxnLst/>
              <a:rect l="l" t="t" r="r" b="b"/>
              <a:pathLst>
                <a:path w="1528" h="1651" extrusionOk="0">
                  <a:moveTo>
                    <a:pt x="1498" y="1"/>
                  </a:moveTo>
                  <a:cubicBezTo>
                    <a:pt x="1493" y="1"/>
                    <a:pt x="1488" y="2"/>
                    <a:pt x="1483" y="5"/>
                  </a:cubicBezTo>
                  <a:cubicBezTo>
                    <a:pt x="891" y="430"/>
                    <a:pt x="381" y="986"/>
                    <a:pt x="9" y="1612"/>
                  </a:cubicBezTo>
                  <a:cubicBezTo>
                    <a:pt x="1" y="1624"/>
                    <a:pt x="5" y="1640"/>
                    <a:pt x="17" y="1647"/>
                  </a:cubicBezTo>
                  <a:cubicBezTo>
                    <a:pt x="21" y="1649"/>
                    <a:pt x="26" y="1651"/>
                    <a:pt x="30" y="1651"/>
                  </a:cubicBezTo>
                  <a:cubicBezTo>
                    <a:pt x="40" y="1651"/>
                    <a:pt x="48" y="1647"/>
                    <a:pt x="53" y="1638"/>
                  </a:cubicBezTo>
                  <a:cubicBezTo>
                    <a:pt x="423" y="1018"/>
                    <a:pt x="928" y="468"/>
                    <a:pt x="1514" y="48"/>
                  </a:cubicBezTo>
                  <a:cubicBezTo>
                    <a:pt x="1526" y="39"/>
                    <a:pt x="1528" y="23"/>
                    <a:pt x="1520" y="12"/>
                  </a:cubicBezTo>
                  <a:cubicBezTo>
                    <a:pt x="1515" y="5"/>
                    <a:pt x="1507" y="1"/>
                    <a:pt x="149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1" name="Google Shape;9661;p31"/>
            <p:cNvSpPr/>
            <p:nvPr/>
          </p:nvSpPr>
          <p:spPr>
            <a:xfrm>
              <a:off x="1934400" y="4203550"/>
              <a:ext cx="20850" cy="21750"/>
            </a:xfrm>
            <a:custGeom>
              <a:avLst/>
              <a:gdLst/>
              <a:ahLst/>
              <a:cxnLst/>
              <a:rect l="l" t="t" r="r" b="b"/>
              <a:pathLst>
                <a:path w="834" h="870" extrusionOk="0">
                  <a:moveTo>
                    <a:pt x="804" y="0"/>
                  </a:moveTo>
                  <a:cubicBezTo>
                    <a:pt x="799" y="0"/>
                    <a:pt x="794" y="2"/>
                    <a:pt x="789" y="6"/>
                  </a:cubicBezTo>
                  <a:cubicBezTo>
                    <a:pt x="488" y="239"/>
                    <a:pt x="226" y="516"/>
                    <a:pt x="9" y="829"/>
                  </a:cubicBezTo>
                  <a:cubicBezTo>
                    <a:pt x="1" y="841"/>
                    <a:pt x="4" y="857"/>
                    <a:pt x="14" y="866"/>
                  </a:cubicBezTo>
                  <a:cubicBezTo>
                    <a:pt x="20" y="868"/>
                    <a:pt x="25" y="870"/>
                    <a:pt x="29" y="870"/>
                  </a:cubicBezTo>
                  <a:cubicBezTo>
                    <a:pt x="39" y="870"/>
                    <a:pt x="47" y="866"/>
                    <a:pt x="51" y="859"/>
                  </a:cubicBezTo>
                  <a:cubicBezTo>
                    <a:pt x="265" y="549"/>
                    <a:pt x="523" y="276"/>
                    <a:pt x="820" y="48"/>
                  </a:cubicBezTo>
                  <a:cubicBezTo>
                    <a:pt x="832" y="38"/>
                    <a:pt x="834" y="22"/>
                    <a:pt x="826" y="11"/>
                  </a:cubicBezTo>
                  <a:cubicBezTo>
                    <a:pt x="820" y="4"/>
                    <a:pt x="812" y="0"/>
                    <a:pt x="80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2" name="Google Shape;9662;p31"/>
            <p:cNvSpPr/>
            <p:nvPr/>
          </p:nvSpPr>
          <p:spPr>
            <a:xfrm>
              <a:off x="1908325" y="4232925"/>
              <a:ext cx="47175" cy="21575"/>
            </a:xfrm>
            <a:custGeom>
              <a:avLst/>
              <a:gdLst/>
              <a:ahLst/>
              <a:cxnLst/>
              <a:rect l="l" t="t" r="r" b="b"/>
              <a:pathLst>
                <a:path w="1887" h="863" extrusionOk="0">
                  <a:moveTo>
                    <a:pt x="29" y="1"/>
                  </a:moveTo>
                  <a:cubicBezTo>
                    <a:pt x="21" y="1"/>
                    <a:pt x="13" y="5"/>
                    <a:pt x="8" y="12"/>
                  </a:cubicBezTo>
                  <a:cubicBezTo>
                    <a:pt x="0" y="24"/>
                    <a:pt x="3" y="40"/>
                    <a:pt x="15" y="48"/>
                  </a:cubicBezTo>
                  <a:cubicBezTo>
                    <a:pt x="596" y="428"/>
                    <a:pt x="1179" y="686"/>
                    <a:pt x="1851" y="861"/>
                  </a:cubicBezTo>
                  <a:cubicBezTo>
                    <a:pt x="1853" y="862"/>
                    <a:pt x="1855" y="862"/>
                    <a:pt x="1857" y="862"/>
                  </a:cubicBezTo>
                  <a:cubicBezTo>
                    <a:pt x="1869" y="862"/>
                    <a:pt x="1879" y="854"/>
                    <a:pt x="1882" y="842"/>
                  </a:cubicBezTo>
                  <a:cubicBezTo>
                    <a:pt x="1886" y="829"/>
                    <a:pt x="1877" y="815"/>
                    <a:pt x="1863" y="811"/>
                  </a:cubicBezTo>
                  <a:cubicBezTo>
                    <a:pt x="1197" y="638"/>
                    <a:pt x="619" y="382"/>
                    <a:pt x="43" y="5"/>
                  </a:cubicBezTo>
                  <a:cubicBezTo>
                    <a:pt x="39" y="2"/>
                    <a:pt x="34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3" name="Google Shape;9663;p31"/>
            <p:cNvSpPr/>
            <p:nvPr/>
          </p:nvSpPr>
          <p:spPr>
            <a:xfrm>
              <a:off x="1864275" y="4245425"/>
              <a:ext cx="54175" cy="26300"/>
            </a:xfrm>
            <a:custGeom>
              <a:avLst/>
              <a:gdLst/>
              <a:ahLst/>
              <a:cxnLst/>
              <a:rect l="l" t="t" r="r" b="b"/>
              <a:pathLst>
                <a:path w="2167" h="1052" extrusionOk="0">
                  <a:moveTo>
                    <a:pt x="31" y="1"/>
                  </a:moveTo>
                  <a:cubicBezTo>
                    <a:pt x="23" y="1"/>
                    <a:pt x="14" y="5"/>
                    <a:pt x="9" y="13"/>
                  </a:cubicBezTo>
                  <a:cubicBezTo>
                    <a:pt x="1" y="25"/>
                    <a:pt x="5" y="41"/>
                    <a:pt x="17" y="49"/>
                  </a:cubicBezTo>
                  <a:cubicBezTo>
                    <a:pt x="671" y="479"/>
                    <a:pt x="1381" y="817"/>
                    <a:pt x="2129" y="1050"/>
                  </a:cubicBezTo>
                  <a:cubicBezTo>
                    <a:pt x="2132" y="1051"/>
                    <a:pt x="2135" y="1051"/>
                    <a:pt x="2137" y="1051"/>
                  </a:cubicBezTo>
                  <a:cubicBezTo>
                    <a:pt x="2148" y="1051"/>
                    <a:pt x="2159" y="1044"/>
                    <a:pt x="2163" y="1034"/>
                  </a:cubicBezTo>
                  <a:cubicBezTo>
                    <a:pt x="2167" y="1020"/>
                    <a:pt x="2159" y="1005"/>
                    <a:pt x="2145" y="1001"/>
                  </a:cubicBezTo>
                  <a:cubicBezTo>
                    <a:pt x="1401" y="769"/>
                    <a:pt x="695" y="434"/>
                    <a:pt x="45" y="4"/>
                  </a:cubicBez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4" name="Google Shape;9664;p31"/>
            <p:cNvSpPr/>
            <p:nvPr/>
          </p:nvSpPr>
          <p:spPr>
            <a:xfrm>
              <a:off x="1933675" y="4201900"/>
              <a:ext cx="7725" cy="8000"/>
            </a:xfrm>
            <a:custGeom>
              <a:avLst/>
              <a:gdLst/>
              <a:ahLst/>
              <a:cxnLst/>
              <a:rect l="l" t="t" r="r" b="b"/>
              <a:pathLst>
                <a:path w="309" h="320" extrusionOk="0">
                  <a:moveTo>
                    <a:pt x="280" y="1"/>
                  </a:moveTo>
                  <a:cubicBezTo>
                    <a:pt x="274" y="1"/>
                    <a:pt x="268" y="2"/>
                    <a:pt x="263" y="6"/>
                  </a:cubicBezTo>
                  <a:cubicBezTo>
                    <a:pt x="167" y="85"/>
                    <a:pt x="82" y="177"/>
                    <a:pt x="8" y="278"/>
                  </a:cubicBezTo>
                  <a:cubicBezTo>
                    <a:pt x="0" y="290"/>
                    <a:pt x="3" y="306"/>
                    <a:pt x="14" y="314"/>
                  </a:cubicBezTo>
                  <a:cubicBezTo>
                    <a:pt x="19" y="317"/>
                    <a:pt x="25" y="319"/>
                    <a:pt x="30" y="319"/>
                  </a:cubicBezTo>
                  <a:cubicBezTo>
                    <a:pt x="38" y="319"/>
                    <a:pt x="46" y="315"/>
                    <a:pt x="50" y="309"/>
                  </a:cubicBezTo>
                  <a:cubicBezTo>
                    <a:pt x="121" y="210"/>
                    <a:pt x="204" y="123"/>
                    <a:pt x="296" y="46"/>
                  </a:cubicBezTo>
                  <a:cubicBezTo>
                    <a:pt x="307" y="37"/>
                    <a:pt x="308" y="21"/>
                    <a:pt x="300" y="10"/>
                  </a:cubicBezTo>
                  <a:cubicBezTo>
                    <a:pt x="295" y="4"/>
                    <a:pt x="287" y="1"/>
                    <a:pt x="28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5" name="Google Shape;9665;p31"/>
            <p:cNvSpPr/>
            <p:nvPr/>
          </p:nvSpPr>
          <p:spPr>
            <a:xfrm>
              <a:off x="1927225" y="4214375"/>
              <a:ext cx="3875" cy="4575"/>
            </a:xfrm>
            <a:custGeom>
              <a:avLst/>
              <a:gdLst/>
              <a:ahLst/>
              <a:cxnLst/>
              <a:rect l="l" t="t" r="r" b="b"/>
              <a:pathLst>
                <a:path w="155" h="183" extrusionOk="0">
                  <a:moveTo>
                    <a:pt x="126" y="0"/>
                  </a:moveTo>
                  <a:cubicBezTo>
                    <a:pt x="118" y="0"/>
                    <a:pt x="110" y="4"/>
                    <a:pt x="105" y="10"/>
                  </a:cubicBezTo>
                  <a:lnTo>
                    <a:pt x="10" y="142"/>
                  </a:lnTo>
                  <a:cubicBezTo>
                    <a:pt x="0" y="153"/>
                    <a:pt x="3" y="169"/>
                    <a:pt x="15" y="178"/>
                  </a:cubicBezTo>
                  <a:cubicBezTo>
                    <a:pt x="19" y="181"/>
                    <a:pt x="24" y="182"/>
                    <a:pt x="30" y="182"/>
                  </a:cubicBezTo>
                  <a:cubicBezTo>
                    <a:pt x="38" y="182"/>
                    <a:pt x="46" y="180"/>
                    <a:pt x="51" y="173"/>
                  </a:cubicBezTo>
                  <a:lnTo>
                    <a:pt x="147" y="41"/>
                  </a:lnTo>
                  <a:cubicBezTo>
                    <a:pt x="155" y="29"/>
                    <a:pt x="153" y="13"/>
                    <a:pt x="141" y="5"/>
                  </a:cubicBezTo>
                  <a:cubicBezTo>
                    <a:pt x="137" y="2"/>
                    <a:pt x="132" y="0"/>
                    <a:pt x="1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6" name="Google Shape;9666;p31"/>
            <p:cNvSpPr/>
            <p:nvPr/>
          </p:nvSpPr>
          <p:spPr>
            <a:xfrm>
              <a:off x="1880500" y="4239325"/>
              <a:ext cx="27225" cy="16175"/>
            </a:xfrm>
            <a:custGeom>
              <a:avLst/>
              <a:gdLst/>
              <a:ahLst/>
              <a:cxnLst/>
              <a:rect l="l" t="t" r="r" b="b"/>
              <a:pathLst>
                <a:path w="1089" h="647" extrusionOk="0">
                  <a:moveTo>
                    <a:pt x="29" y="1"/>
                  </a:moveTo>
                  <a:cubicBezTo>
                    <a:pt x="21" y="1"/>
                    <a:pt x="13" y="4"/>
                    <a:pt x="9" y="10"/>
                  </a:cubicBezTo>
                  <a:cubicBezTo>
                    <a:pt x="0" y="22"/>
                    <a:pt x="2" y="39"/>
                    <a:pt x="14" y="47"/>
                  </a:cubicBezTo>
                  <a:cubicBezTo>
                    <a:pt x="333" y="287"/>
                    <a:pt x="681" y="489"/>
                    <a:pt x="1050" y="645"/>
                  </a:cubicBezTo>
                  <a:cubicBezTo>
                    <a:pt x="1052" y="647"/>
                    <a:pt x="1057" y="647"/>
                    <a:pt x="1059" y="647"/>
                  </a:cubicBezTo>
                  <a:cubicBezTo>
                    <a:pt x="1070" y="647"/>
                    <a:pt x="1079" y="641"/>
                    <a:pt x="1083" y="631"/>
                  </a:cubicBezTo>
                  <a:cubicBezTo>
                    <a:pt x="1089" y="618"/>
                    <a:pt x="1083" y="602"/>
                    <a:pt x="1070" y="597"/>
                  </a:cubicBezTo>
                  <a:cubicBezTo>
                    <a:pt x="705" y="444"/>
                    <a:pt x="360" y="244"/>
                    <a:pt x="45" y="6"/>
                  </a:cubicBezTo>
                  <a:cubicBezTo>
                    <a:pt x="40" y="2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7" name="Google Shape;9667;p31"/>
            <p:cNvSpPr/>
            <p:nvPr/>
          </p:nvSpPr>
          <p:spPr>
            <a:xfrm>
              <a:off x="1910600" y="4256750"/>
              <a:ext cx="4975" cy="2825"/>
            </a:xfrm>
            <a:custGeom>
              <a:avLst/>
              <a:gdLst/>
              <a:ahLst/>
              <a:cxnLst/>
              <a:rect l="l" t="t" r="r" b="b"/>
              <a:pathLst>
                <a:path w="199" h="113" extrusionOk="0">
                  <a:moveTo>
                    <a:pt x="30" y="1"/>
                  </a:moveTo>
                  <a:cubicBezTo>
                    <a:pt x="20" y="1"/>
                    <a:pt x="10" y="7"/>
                    <a:pt x="6" y="17"/>
                  </a:cubicBezTo>
                  <a:cubicBezTo>
                    <a:pt x="0" y="29"/>
                    <a:pt x="7" y="45"/>
                    <a:pt x="19" y="51"/>
                  </a:cubicBezTo>
                  <a:lnTo>
                    <a:pt x="158" y="110"/>
                  </a:lnTo>
                  <a:cubicBezTo>
                    <a:pt x="162" y="111"/>
                    <a:pt x="165" y="112"/>
                    <a:pt x="169" y="112"/>
                  </a:cubicBezTo>
                  <a:cubicBezTo>
                    <a:pt x="178" y="112"/>
                    <a:pt x="187" y="106"/>
                    <a:pt x="192" y="96"/>
                  </a:cubicBezTo>
                  <a:cubicBezTo>
                    <a:pt x="198" y="83"/>
                    <a:pt x="192" y="68"/>
                    <a:pt x="178" y="63"/>
                  </a:cubicBezTo>
                  <a:lnTo>
                    <a:pt x="41" y="3"/>
                  </a:lnTo>
                  <a:cubicBezTo>
                    <a:pt x="37" y="2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8" name="Google Shape;9668;p31"/>
            <p:cNvSpPr/>
            <p:nvPr/>
          </p:nvSpPr>
          <p:spPr>
            <a:xfrm>
              <a:off x="1929875" y="4234800"/>
              <a:ext cx="9600" cy="5275"/>
            </a:xfrm>
            <a:custGeom>
              <a:avLst/>
              <a:gdLst/>
              <a:ahLst/>
              <a:cxnLst/>
              <a:rect l="l" t="t" r="r" b="b"/>
              <a:pathLst>
                <a:path w="384" h="211" extrusionOk="0">
                  <a:moveTo>
                    <a:pt x="29" y="0"/>
                  </a:moveTo>
                  <a:cubicBezTo>
                    <a:pt x="20" y="0"/>
                    <a:pt x="11" y="6"/>
                    <a:pt x="7" y="15"/>
                  </a:cubicBezTo>
                  <a:cubicBezTo>
                    <a:pt x="0" y="27"/>
                    <a:pt x="6" y="43"/>
                    <a:pt x="18" y="49"/>
                  </a:cubicBezTo>
                  <a:lnTo>
                    <a:pt x="342" y="207"/>
                  </a:lnTo>
                  <a:cubicBezTo>
                    <a:pt x="346" y="209"/>
                    <a:pt x="350" y="210"/>
                    <a:pt x="354" y="210"/>
                  </a:cubicBezTo>
                  <a:cubicBezTo>
                    <a:pt x="364" y="210"/>
                    <a:pt x="373" y="205"/>
                    <a:pt x="377" y="195"/>
                  </a:cubicBezTo>
                  <a:cubicBezTo>
                    <a:pt x="384" y="182"/>
                    <a:pt x="378" y="167"/>
                    <a:pt x="365" y="160"/>
                  </a:cubicBezTo>
                  <a:lnTo>
                    <a:pt x="41" y="3"/>
                  </a:lnTo>
                  <a:cubicBezTo>
                    <a:pt x="37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9" name="Google Shape;9669;p31"/>
            <p:cNvSpPr/>
            <p:nvPr/>
          </p:nvSpPr>
          <p:spPr>
            <a:xfrm>
              <a:off x="1944950" y="4242150"/>
              <a:ext cx="16825" cy="5850"/>
            </a:xfrm>
            <a:custGeom>
              <a:avLst/>
              <a:gdLst/>
              <a:ahLst/>
              <a:cxnLst/>
              <a:rect l="l" t="t" r="r" b="b"/>
              <a:pathLst>
                <a:path w="673" h="234" extrusionOk="0">
                  <a:moveTo>
                    <a:pt x="30" y="1"/>
                  </a:moveTo>
                  <a:cubicBezTo>
                    <a:pt x="20" y="1"/>
                    <a:pt x="10" y="7"/>
                    <a:pt x="5" y="17"/>
                  </a:cubicBezTo>
                  <a:cubicBezTo>
                    <a:pt x="0" y="30"/>
                    <a:pt x="7" y="45"/>
                    <a:pt x="20" y="51"/>
                  </a:cubicBezTo>
                  <a:cubicBezTo>
                    <a:pt x="219" y="131"/>
                    <a:pt x="428" y="192"/>
                    <a:pt x="639" y="232"/>
                  </a:cubicBezTo>
                  <a:cubicBezTo>
                    <a:pt x="640" y="234"/>
                    <a:pt x="642" y="234"/>
                    <a:pt x="644" y="234"/>
                  </a:cubicBezTo>
                  <a:cubicBezTo>
                    <a:pt x="657" y="234"/>
                    <a:pt x="667" y="224"/>
                    <a:pt x="669" y="212"/>
                  </a:cubicBezTo>
                  <a:cubicBezTo>
                    <a:pt x="673" y="199"/>
                    <a:pt x="663" y="185"/>
                    <a:pt x="649" y="183"/>
                  </a:cubicBezTo>
                  <a:cubicBezTo>
                    <a:pt x="440" y="142"/>
                    <a:pt x="236" y="82"/>
                    <a:pt x="39" y="2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0" name="Google Shape;9670;p31"/>
            <p:cNvSpPr/>
            <p:nvPr/>
          </p:nvSpPr>
          <p:spPr>
            <a:xfrm>
              <a:off x="1940125" y="4232125"/>
              <a:ext cx="26800" cy="8100"/>
            </a:xfrm>
            <a:custGeom>
              <a:avLst/>
              <a:gdLst/>
              <a:ahLst/>
              <a:cxnLst/>
              <a:rect l="l" t="t" r="r" b="b"/>
              <a:pathLst>
                <a:path w="1072" h="324" extrusionOk="0">
                  <a:moveTo>
                    <a:pt x="29" y="1"/>
                  </a:moveTo>
                  <a:cubicBezTo>
                    <a:pt x="20" y="1"/>
                    <a:pt x="11" y="6"/>
                    <a:pt x="7" y="16"/>
                  </a:cubicBezTo>
                  <a:cubicBezTo>
                    <a:pt x="1" y="29"/>
                    <a:pt x="6" y="44"/>
                    <a:pt x="20" y="51"/>
                  </a:cubicBezTo>
                  <a:cubicBezTo>
                    <a:pt x="344" y="196"/>
                    <a:pt x="688" y="289"/>
                    <a:pt x="1042" y="324"/>
                  </a:cubicBezTo>
                  <a:lnTo>
                    <a:pt x="1045" y="324"/>
                  </a:lnTo>
                  <a:cubicBezTo>
                    <a:pt x="1057" y="324"/>
                    <a:pt x="1069" y="314"/>
                    <a:pt x="1070" y="301"/>
                  </a:cubicBezTo>
                  <a:cubicBezTo>
                    <a:pt x="1072" y="286"/>
                    <a:pt x="1061" y="273"/>
                    <a:pt x="1047" y="271"/>
                  </a:cubicBezTo>
                  <a:cubicBezTo>
                    <a:pt x="699" y="238"/>
                    <a:pt x="360" y="146"/>
                    <a:pt x="41" y="4"/>
                  </a:cubicBezTo>
                  <a:cubicBezTo>
                    <a:pt x="37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1" name="Google Shape;9671;p31"/>
            <p:cNvSpPr/>
            <p:nvPr/>
          </p:nvSpPr>
          <p:spPr>
            <a:xfrm>
              <a:off x="1867725" y="4212350"/>
              <a:ext cx="22850" cy="32725"/>
            </a:xfrm>
            <a:custGeom>
              <a:avLst/>
              <a:gdLst/>
              <a:ahLst/>
              <a:cxnLst/>
              <a:rect l="l" t="t" r="r" b="b"/>
              <a:pathLst>
                <a:path w="914" h="1309" extrusionOk="0">
                  <a:moveTo>
                    <a:pt x="884" y="1"/>
                  </a:moveTo>
                  <a:cubicBezTo>
                    <a:pt x="877" y="1"/>
                    <a:pt x="870" y="3"/>
                    <a:pt x="865" y="9"/>
                  </a:cubicBezTo>
                  <a:cubicBezTo>
                    <a:pt x="524" y="388"/>
                    <a:pt x="234" y="814"/>
                    <a:pt x="7" y="1271"/>
                  </a:cubicBezTo>
                  <a:cubicBezTo>
                    <a:pt x="0" y="1284"/>
                    <a:pt x="6" y="1299"/>
                    <a:pt x="19" y="1306"/>
                  </a:cubicBezTo>
                  <a:cubicBezTo>
                    <a:pt x="23" y="1307"/>
                    <a:pt x="27" y="1309"/>
                    <a:pt x="31" y="1309"/>
                  </a:cubicBezTo>
                  <a:cubicBezTo>
                    <a:pt x="41" y="1309"/>
                    <a:pt x="49" y="1303"/>
                    <a:pt x="54" y="1294"/>
                  </a:cubicBezTo>
                  <a:cubicBezTo>
                    <a:pt x="279" y="840"/>
                    <a:pt x="564" y="419"/>
                    <a:pt x="904" y="44"/>
                  </a:cubicBezTo>
                  <a:cubicBezTo>
                    <a:pt x="914" y="33"/>
                    <a:pt x="912" y="17"/>
                    <a:pt x="902" y="8"/>
                  </a:cubicBezTo>
                  <a:cubicBezTo>
                    <a:pt x="897" y="3"/>
                    <a:pt x="891" y="1"/>
                    <a:pt x="88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2" name="Google Shape;9672;p31"/>
            <p:cNvSpPr/>
            <p:nvPr/>
          </p:nvSpPr>
          <p:spPr>
            <a:xfrm>
              <a:off x="1893850" y="4204600"/>
              <a:ext cx="5175" cy="4075"/>
            </a:xfrm>
            <a:custGeom>
              <a:avLst/>
              <a:gdLst/>
              <a:ahLst/>
              <a:cxnLst/>
              <a:rect l="l" t="t" r="r" b="b"/>
              <a:pathLst>
                <a:path w="207" h="163" extrusionOk="0">
                  <a:moveTo>
                    <a:pt x="177" y="1"/>
                  </a:moveTo>
                  <a:cubicBezTo>
                    <a:pt x="174" y="1"/>
                    <a:pt x="170" y="1"/>
                    <a:pt x="167" y="3"/>
                  </a:cubicBezTo>
                  <a:cubicBezTo>
                    <a:pt x="105" y="28"/>
                    <a:pt x="52" y="69"/>
                    <a:pt x="9" y="120"/>
                  </a:cubicBezTo>
                  <a:cubicBezTo>
                    <a:pt x="1" y="131"/>
                    <a:pt x="2" y="147"/>
                    <a:pt x="13" y="156"/>
                  </a:cubicBezTo>
                  <a:cubicBezTo>
                    <a:pt x="18" y="160"/>
                    <a:pt x="23" y="163"/>
                    <a:pt x="29" y="163"/>
                  </a:cubicBezTo>
                  <a:cubicBezTo>
                    <a:pt x="37" y="163"/>
                    <a:pt x="45" y="159"/>
                    <a:pt x="49" y="154"/>
                  </a:cubicBezTo>
                  <a:cubicBezTo>
                    <a:pt x="85" y="108"/>
                    <a:pt x="134" y="73"/>
                    <a:pt x="186" y="51"/>
                  </a:cubicBezTo>
                  <a:cubicBezTo>
                    <a:pt x="200" y="46"/>
                    <a:pt x="206" y="30"/>
                    <a:pt x="201" y="16"/>
                  </a:cubicBezTo>
                  <a:cubicBezTo>
                    <a:pt x="197" y="6"/>
                    <a:pt x="187" y="1"/>
                    <a:pt x="17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3" name="Google Shape;9673;p31"/>
            <p:cNvSpPr/>
            <p:nvPr/>
          </p:nvSpPr>
          <p:spPr>
            <a:xfrm>
              <a:off x="1896900" y="4050150"/>
              <a:ext cx="123775" cy="89875"/>
            </a:xfrm>
            <a:custGeom>
              <a:avLst/>
              <a:gdLst/>
              <a:ahLst/>
              <a:cxnLst/>
              <a:rect l="l" t="t" r="r" b="b"/>
              <a:pathLst>
                <a:path w="4951" h="3595" extrusionOk="0">
                  <a:moveTo>
                    <a:pt x="4950" y="0"/>
                  </a:moveTo>
                  <a:lnTo>
                    <a:pt x="4950" y="0"/>
                  </a:lnTo>
                  <a:cubicBezTo>
                    <a:pt x="4434" y="446"/>
                    <a:pt x="3697" y="502"/>
                    <a:pt x="3014" y="522"/>
                  </a:cubicBezTo>
                  <a:cubicBezTo>
                    <a:pt x="2332" y="543"/>
                    <a:pt x="1603" y="561"/>
                    <a:pt x="1048" y="957"/>
                  </a:cubicBezTo>
                  <a:cubicBezTo>
                    <a:pt x="331" y="1468"/>
                    <a:pt x="134" y="2431"/>
                    <a:pt x="1" y="3301"/>
                  </a:cubicBezTo>
                  <a:cubicBezTo>
                    <a:pt x="594" y="3440"/>
                    <a:pt x="1263" y="3583"/>
                    <a:pt x="1871" y="3594"/>
                  </a:cubicBezTo>
                  <a:cubicBezTo>
                    <a:pt x="1894" y="3594"/>
                    <a:pt x="1917" y="3594"/>
                    <a:pt x="1941" y="3594"/>
                  </a:cubicBezTo>
                  <a:cubicBezTo>
                    <a:pt x="2528" y="3594"/>
                    <a:pt x="3129" y="3462"/>
                    <a:pt x="3605" y="3119"/>
                  </a:cubicBezTo>
                  <a:cubicBezTo>
                    <a:pt x="4076" y="2781"/>
                    <a:pt x="4391" y="2261"/>
                    <a:pt x="4582" y="1713"/>
                  </a:cubicBezTo>
                  <a:cubicBezTo>
                    <a:pt x="4774" y="1166"/>
                    <a:pt x="4874" y="575"/>
                    <a:pt x="4950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4" name="Google Shape;9674;p31"/>
            <p:cNvSpPr/>
            <p:nvPr/>
          </p:nvSpPr>
          <p:spPr>
            <a:xfrm>
              <a:off x="1895525" y="4048875"/>
              <a:ext cx="126500" cy="92450"/>
            </a:xfrm>
            <a:custGeom>
              <a:avLst/>
              <a:gdLst/>
              <a:ahLst/>
              <a:cxnLst/>
              <a:rect l="l" t="t" r="r" b="b"/>
              <a:pathLst>
                <a:path w="5060" h="3698" extrusionOk="0">
                  <a:moveTo>
                    <a:pt x="4937" y="173"/>
                  </a:moveTo>
                  <a:lnTo>
                    <a:pt x="4937" y="173"/>
                  </a:lnTo>
                  <a:cubicBezTo>
                    <a:pt x="4867" y="669"/>
                    <a:pt x="4770" y="1230"/>
                    <a:pt x="4588" y="1748"/>
                  </a:cubicBezTo>
                  <a:cubicBezTo>
                    <a:pt x="4377" y="2352"/>
                    <a:pt x="4045" y="2830"/>
                    <a:pt x="3629" y="3128"/>
                  </a:cubicBezTo>
                  <a:cubicBezTo>
                    <a:pt x="3097" y="3512"/>
                    <a:pt x="2453" y="3594"/>
                    <a:pt x="1985" y="3594"/>
                  </a:cubicBezTo>
                  <a:cubicBezTo>
                    <a:pt x="1965" y="3594"/>
                    <a:pt x="1946" y="3594"/>
                    <a:pt x="1927" y="3594"/>
                  </a:cubicBezTo>
                  <a:cubicBezTo>
                    <a:pt x="1349" y="3583"/>
                    <a:pt x="717" y="3454"/>
                    <a:pt x="114" y="3313"/>
                  </a:cubicBezTo>
                  <a:cubicBezTo>
                    <a:pt x="252" y="2431"/>
                    <a:pt x="450" y="1538"/>
                    <a:pt x="1132" y="1051"/>
                  </a:cubicBezTo>
                  <a:cubicBezTo>
                    <a:pt x="1672" y="666"/>
                    <a:pt x="2377" y="646"/>
                    <a:pt x="3059" y="626"/>
                  </a:cubicBezTo>
                  <a:lnTo>
                    <a:pt x="3071" y="626"/>
                  </a:lnTo>
                  <a:cubicBezTo>
                    <a:pt x="3733" y="607"/>
                    <a:pt x="4417" y="555"/>
                    <a:pt x="4937" y="173"/>
                  </a:cubicBezTo>
                  <a:close/>
                  <a:moveTo>
                    <a:pt x="5006" y="0"/>
                  </a:moveTo>
                  <a:cubicBezTo>
                    <a:pt x="4994" y="0"/>
                    <a:pt x="4981" y="4"/>
                    <a:pt x="4972" y="12"/>
                  </a:cubicBezTo>
                  <a:cubicBezTo>
                    <a:pt x="4469" y="446"/>
                    <a:pt x="3756" y="502"/>
                    <a:pt x="3068" y="522"/>
                  </a:cubicBezTo>
                  <a:lnTo>
                    <a:pt x="3055" y="522"/>
                  </a:lnTo>
                  <a:cubicBezTo>
                    <a:pt x="2358" y="543"/>
                    <a:pt x="1637" y="563"/>
                    <a:pt x="1072" y="966"/>
                  </a:cubicBezTo>
                  <a:cubicBezTo>
                    <a:pt x="344" y="1486"/>
                    <a:pt x="139" y="2465"/>
                    <a:pt x="5" y="3343"/>
                  </a:cubicBezTo>
                  <a:cubicBezTo>
                    <a:pt x="1" y="3370"/>
                    <a:pt x="18" y="3396"/>
                    <a:pt x="44" y="3403"/>
                  </a:cubicBezTo>
                  <a:cubicBezTo>
                    <a:pt x="665" y="3549"/>
                    <a:pt x="1323" y="3687"/>
                    <a:pt x="1926" y="3696"/>
                  </a:cubicBezTo>
                  <a:cubicBezTo>
                    <a:pt x="1949" y="3697"/>
                    <a:pt x="1972" y="3697"/>
                    <a:pt x="1996" y="3697"/>
                  </a:cubicBezTo>
                  <a:cubicBezTo>
                    <a:pt x="2478" y="3697"/>
                    <a:pt x="3139" y="3608"/>
                    <a:pt x="3690" y="3213"/>
                  </a:cubicBezTo>
                  <a:cubicBezTo>
                    <a:pt x="4123" y="2901"/>
                    <a:pt x="4467" y="2406"/>
                    <a:pt x="4687" y="1782"/>
                  </a:cubicBezTo>
                  <a:cubicBezTo>
                    <a:pt x="4886" y="1211"/>
                    <a:pt x="4985" y="591"/>
                    <a:pt x="5057" y="58"/>
                  </a:cubicBezTo>
                  <a:cubicBezTo>
                    <a:pt x="5059" y="37"/>
                    <a:pt x="5048" y="16"/>
                    <a:pt x="5030" y="6"/>
                  </a:cubicBezTo>
                  <a:cubicBezTo>
                    <a:pt x="5022" y="2"/>
                    <a:pt x="5014" y="0"/>
                    <a:pt x="500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5" name="Google Shape;9675;p31"/>
            <p:cNvSpPr/>
            <p:nvPr/>
          </p:nvSpPr>
          <p:spPr>
            <a:xfrm>
              <a:off x="1869625" y="4131375"/>
              <a:ext cx="28750" cy="40225"/>
            </a:xfrm>
            <a:custGeom>
              <a:avLst/>
              <a:gdLst/>
              <a:ahLst/>
              <a:cxnLst/>
              <a:rect l="l" t="t" r="r" b="b"/>
              <a:pathLst>
                <a:path w="1150" h="1609" extrusionOk="0">
                  <a:moveTo>
                    <a:pt x="1092" y="1"/>
                  </a:moveTo>
                  <a:cubicBezTo>
                    <a:pt x="1080" y="1"/>
                    <a:pt x="1067" y="5"/>
                    <a:pt x="1057" y="14"/>
                  </a:cubicBezTo>
                  <a:cubicBezTo>
                    <a:pt x="606" y="430"/>
                    <a:pt x="255" y="942"/>
                    <a:pt x="12" y="1537"/>
                  </a:cubicBezTo>
                  <a:cubicBezTo>
                    <a:pt x="1" y="1564"/>
                    <a:pt x="13" y="1593"/>
                    <a:pt x="40" y="1604"/>
                  </a:cubicBezTo>
                  <a:cubicBezTo>
                    <a:pt x="47" y="1607"/>
                    <a:pt x="53" y="1608"/>
                    <a:pt x="59" y="1608"/>
                  </a:cubicBezTo>
                  <a:lnTo>
                    <a:pt x="60" y="1608"/>
                  </a:lnTo>
                  <a:cubicBezTo>
                    <a:pt x="80" y="1608"/>
                    <a:pt x="99" y="1596"/>
                    <a:pt x="107" y="1576"/>
                  </a:cubicBezTo>
                  <a:cubicBezTo>
                    <a:pt x="345" y="995"/>
                    <a:pt x="688" y="495"/>
                    <a:pt x="1127" y="91"/>
                  </a:cubicBezTo>
                  <a:cubicBezTo>
                    <a:pt x="1148" y="70"/>
                    <a:pt x="1150" y="38"/>
                    <a:pt x="1130" y="17"/>
                  </a:cubicBezTo>
                  <a:cubicBezTo>
                    <a:pt x="1120" y="6"/>
                    <a:pt x="1106" y="1"/>
                    <a:pt x="10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6" name="Google Shape;9676;p31"/>
            <p:cNvSpPr/>
            <p:nvPr/>
          </p:nvSpPr>
          <p:spPr>
            <a:xfrm>
              <a:off x="1896075" y="4049500"/>
              <a:ext cx="125325" cy="84350"/>
            </a:xfrm>
            <a:custGeom>
              <a:avLst/>
              <a:gdLst/>
              <a:ahLst/>
              <a:cxnLst/>
              <a:rect l="l" t="t" r="r" b="b"/>
              <a:pathLst>
                <a:path w="5013" h="3374" extrusionOk="0">
                  <a:moveTo>
                    <a:pt x="4983" y="0"/>
                  </a:moveTo>
                  <a:cubicBezTo>
                    <a:pt x="4975" y="0"/>
                    <a:pt x="4967" y="4"/>
                    <a:pt x="4962" y="12"/>
                  </a:cubicBezTo>
                  <a:cubicBezTo>
                    <a:pt x="4499" y="678"/>
                    <a:pt x="3711" y="1278"/>
                    <a:pt x="2555" y="1848"/>
                  </a:cubicBezTo>
                  <a:cubicBezTo>
                    <a:pt x="2421" y="1914"/>
                    <a:pt x="2286" y="1980"/>
                    <a:pt x="2150" y="2044"/>
                  </a:cubicBezTo>
                  <a:cubicBezTo>
                    <a:pt x="1408" y="2404"/>
                    <a:pt x="638" y="2774"/>
                    <a:pt x="11" y="3328"/>
                  </a:cubicBezTo>
                  <a:cubicBezTo>
                    <a:pt x="0" y="3337"/>
                    <a:pt x="0" y="3353"/>
                    <a:pt x="10" y="3364"/>
                  </a:cubicBezTo>
                  <a:cubicBezTo>
                    <a:pt x="14" y="3371"/>
                    <a:pt x="22" y="3374"/>
                    <a:pt x="29" y="3374"/>
                  </a:cubicBezTo>
                  <a:cubicBezTo>
                    <a:pt x="34" y="3374"/>
                    <a:pt x="41" y="3371"/>
                    <a:pt x="46" y="3367"/>
                  </a:cubicBezTo>
                  <a:cubicBezTo>
                    <a:pt x="666" y="2818"/>
                    <a:pt x="1432" y="2448"/>
                    <a:pt x="2173" y="2092"/>
                  </a:cubicBezTo>
                  <a:cubicBezTo>
                    <a:pt x="2309" y="2026"/>
                    <a:pt x="2443" y="1961"/>
                    <a:pt x="2578" y="1895"/>
                  </a:cubicBezTo>
                  <a:cubicBezTo>
                    <a:pt x="3742" y="1321"/>
                    <a:pt x="4535" y="714"/>
                    <a:pt x="5005" y="41"/>
                  </a:cubicBezTo>
                  <a:cubicBezTo>
                    <a:pt x="5013" y="29"/>
                    <a:pt x="5010" y="13"/>
                    <a:pt x="4998" y="5"/>
                  </a:cubicBezTo>
                  <a:cubicBezTo>
                    <a:pt x="4994" y="2"/>
                    <a:pt x="4988" y="0"/>
                    <a:pt x="498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7" name="Google Shape;9677;p31"/>
            <p:cNvSpPr/>
            <p:nvPr/>
          </p:nvSpPr>
          <p:spPr>
            <a:xfrm>
              <a:off x="1927475" y="4064000"/>
              <a:ext cx="29600" cy="47725"/>
            </a:xfrm>
            <a:custGeom>
              <a:avLst/>
              <a:gdLst/>
              <a:ahLst/>
              <a:cxnLst/>
              <a:rect l="l" t="t" r="r" b="b"/>
              <a:pathLst>
                <a:path w="1184" h="1909" extrusionOk="0">
                  <a:moveTo>
                    <a:pt x="1154" y="0"/>
                  </a:moveTo>
                  <a:cubicBezTo>
                    <a:pt x="1147" y="0"/>
                    <a:pt x="1140" y="3"/>
                    <a:pt x="1135" y="9"/>
                  </a:cubicBezTo>
                  <a:cubicBezTo>
                    <a:pt x="639" y="542"/>
                    <a:pt x="248" y="1186"/>
                    <a:pt x="5" y="1873"/>
                  </a:cubicBezTo>
                  <a:cubicBezTo>
                    <a:pt x="1" y="1887"/>
                    <a:pt x="8" y="1902"/>
                    <a:pt x="21" y="1907"/>
                  </a:cubicBezTo>
                  <a:cubicBezTo>
                    <a:pt x="24" y="1907"/>
                    <a:pt x="26" y="1908"/>
                    <a:pt x="29" y="1908"/>
                  </a:cubicBezTo>
                  <a:cubicBezTo>
                    <a:pt x="40" y="1908"/>
                    <a:pt x="51" y="1902"/>
                    <a:pt x="55" y="1891"/>
                  </a:cubicBezTo>
                  <a:cubicBezTo>
                    <a:pt x="294" y="1210"/>
                    <a:pt x="682" y="571"/>
                    <a:pt x="1173" y="44"/>
                  </a:cubicBezTo>
                  <a:cubicBezTo>
                    <a:pt x="1183" y="33"/>
                    <a:pt x="1182" y="17"/>
                    <a:pt x="1171" y="7"/>
                  </a:cubicBezTo>
                  <a:cubicBezTo>
                    <a:pt x="1167" y="2"/>
                    <a:pt x="1161" y="0"/>
                    <a:pt x="115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8" name="Google Shape;9678;p31"/>
            <p:cNvSpPr/>
            <p:nvPr/>
          </p:nvSpPr>
          <p:spPr>
            <a:xfrm>
              <a:off x="1976825" y="4062200"/>
              <a:ext cx="16425" cy="25175"/>
            </a:xfrm>
            <a:custGeom>
              <a:avLst/>
              <a:gdLst/>
              <a:ahLst/>
              <a:cxnLst/>
              <a:rect l="l" t="t" r="r" b="b"/>
              <a:pathLst>
                <a:path w="657" h="1007" extrusionOk="0">
                  <a:moveTo>
                    <a:pt x="628" y="1"/>
                  </a:moveTo>
                  <a:cubicBezTo>
                    <a:pt x="621" y="1"/>
                    <a:pt x="614" y="4"/>
                    <a:pt x="609" y="10"/>
                  </a:cubicBezTo>
                  <a:cubicBezTo>
                    <a:pt x="360" y="297"/>
                    <a:pt x="156" y="620"/>
                    <a:pt x="6" y="970"/>
                  </a:cubicBezTo>
                  <a:cubicBezTo>
                    <a:pt x="0" y="984"/>
                    <a:pt x="6" y="998"/>
                    <a:pt x="19" y="1005"/>
                  </a:cubicBezTo>
                  <a:cubicBezTo>
                    <a:pt x="23" y="1006"/>
                    <a:pt x="26" y="1006"/>
                    <a:pt x="30" y="1006"/>
                  </a:cubicBezTo>
                  <a:cubicBezTo>
                    <a:pt x="39" y="1006"/>
                    <a:pt x="49" y="1001"/>
                    <a:pt x="53" y="990"/>
                  </a:cubicBezTo>
                  <a:cubicBezTo>
                    <a:pt x="202" y="646"/>
                    <a:pt x="401" y="327"/>
                    <a:pt x="648" y="43"/>
                  </a:cubicBezTo>
                  <a:cubicBezTo>
                    <a:pt x="657" y="32"/>
                    <a:pt x="656" y="16"/>
                    <a:pt x="645" y="7"/>
                  </a:cubicBezTo>
                  <a:cubicBezTo>
                    <a:pt x="640" y="3"/>
                    <a:pt x="634" y="1"/>
                    <a:pt x="6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9" name="Google Shape;9679;p31"/>
            <p:cNvSpPr/>
            <p:nvPr/>
          </p:nvSpPr>
          <p:spPr>
            <a:xfrm>
              <a:off x="1953000" y="4099950"/>
              <a:ext cx="50225" cy="12175"/>
            </a:xfrm>
            <a:custGeom>
              <a:avLst/>
              <a:gdLst/>
              <a:ahLst/>
              <a:cxnLst/>
              <a:rect l="l" t="t" r="r" b="b"/>
              <a:pathLst>
                <a:path w="2009" h="487" extrusionOk="0">
                  <a:moveTo>
                    <a:pt x="31" y="1"/>
                  </a:moveTo>
                  <a:cubicBezTo>
                    <a:pt x="21" y="1"/>
                    <a:pt x="11" y="7"/>
                    <a:pt x="6" y="17"/>
                  </a:cubicBezTo>
                  <a:cubicBezTo>
                    <a:pt x="1" y="30"/>
                    <a:pt x="8" y="45"/>
                    <a:pt x="21" y="51"/>
                  </a:cubicBezTo>
                  <a:cubicBezTo>
                    <a:pt x="666" y="309"/>
                    <a:pt x="1288" y="448"/>
                    <a:pt x="1981" y="487"/>
                  </a:cubicBezTo>
                  <a:lnTo>
                    <a:pt x="1983" y="487"/>
                  </a:lnTo>
                  <a:cubicBezTo>
                    <a:pt x="1996" y="487"/>
                    <a:pt x="2007" y="476"/>
                    <a:pt x="2008" y="461"/>
                  </a:cubicBezTo>
                  <a:cubicBezTo>
                    <a:pt x="2008" y="448"/>
                    <a:pt x="1997" y="435"/>
                    <a:pt x="1984" y="434"/>
                  </a:cubicBezTo>
                  <a:cubicBezTo>
                    <a:pt x="1296" y="396"/>
                    <a:pt x="679" y="259"/>
                    <a:pt x="40" y="2"/>
                  </a:cubicBezTo>
                  <a:cubicBezTo>
                    <a:pt x="37" y="1"/>
                    <a:pt x="34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0" name="Google Shape;9680;p31"/>
            <p:cNvSpPr/>
            <p:nvPr/>
          </p:nvSpPr>
          <p:spPr>
            <a:xfrm>
              <a:off x="1912350" y="4120900"/>
              <a:ext cx="57975" cy="15400"/>
            </a:xfrm>
            <a:custGeom>
              <a:avLst/>
              <a:gdLst/>
              <a:ahLst/>
              <a:cxnLst/>
              <a:rect l="l" t="t" r="r" b="b"/>
              <a:pathLst>
                <a:path w="2319" h="616" extrusionOk="0">
                  <a:moveTo>
                    <a:pt x="30" y="1"/>
                  </a:moveTo>
                  <a:cubicBezTo>
                    <a:pt x="20" y="1"/>
                    <a:pt x="10" y="7"/>
                    <a:pt x="6" y="17"/>
                  </a:cubicBezTo>
                  <a:cubicBezTo>
                    <a:pt x="0" y="31"/>
                    <a:pt x="7" y="45"/>
                    <a:pt x="19" y="51"/>
                  </a:cubicBezTo>
                  <a:cubicBezTo>
                    <a:pt x="747" y="344"/>
                    <a:pt x="1510" y="535"/>
                    <a:pt x="2289" y="616"/>
                  </a:cubicBezTo>
                  <a:lnTo>
                    <a:pt x="2292" y="616"/>
                  </a:lnTo>
                  <a:cubicBezTo>
                    <a:pt x="2305" y="616"/>
                    <a:pt x="2316" y="606"/>
                    <a:pt x="2317" y="593"/>
                  </a:cubicBezTo>
                  <a:cubicBezTo>
                    <a:pt x="2318" y="580"/>
                    <a:pt x="2309" y="566"/>
                    <a:pt x="2294" y="565"/>
                  </a:cubicBezTo>
                  <a:cubicBezTo>
                    <a:pt x="1521" y="484"/>
                    <a:pt x="762" y="294"/>
                    <a:pt x="39" y="2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1" name="Google Shape;9681;p31"/>
            <p:cNvSpPr/>
            <p:nvPr/>
          </p:nvSpPr>
          <p:spPr>
            <a:xfrm>
              <a:off x="1973050" y="4063325"/>
              <a:ext cx="6325" cy="9075"/>
            </a:xfrm>
            <a:custGeom>
              <a:avLst/>
              <a:gdLst/>
              <a:ahLst/>
              <a:cxnLst/>
              <a:rect l="l" t="t" r="r" b="b"/>
              <a:pathLst>
                <a:path w="253" h="363" extrusionOk="0">
                  <a:moveTo>
                    <a:pt x="223" y="0"/>
                  </a:moveTo>
                  <a:cubicBezTo>
                    <a:pt x="215" y="0"/>
                    <a:pt x="208" y="3"/>
                    <a:pt x="203" y="10"/>
                  </a:cubicBezTo>
                  <a:cubicBezTo>
                    <a:pt x="125" y="107"/>
                    <a:pt x="59" y="213"/>
                    <a:pt x="6" y="326"/>
                  </a:cubicBezTo>
                  <a:cubicBezTo>
                    <a:pt x="1" y="339"/>
                    <a:pt x="6" y="355"/>
                    <a:pt x="20" y="360"/>
                  </a:cubicBezTo>
                  <a:cubicBezTo>
                    <a:pt x="24" y="361"/>
                    <a:pt x="26" y="363"/>
                    <a:pt x="30" y="363"/>
                  </a:cubicBezTo>
                  <a:cubicBezTo>
                    <a:pt x="40" y="363"/>
                    <a:pt x="49" y="357"/>
                    <a:pt x="55" y="348"/>
                  </a:cubicBezTo>
                  <a:cubicBezTo>
                    <a:pt x="104" y="239"/>
                    <a:pt x="168" y="135"/>
                    <a:pt x="243" y="43"/>
                  </a:cubicBezTo>
                  <a:cubicBezTo>
                    <a:pt x="252" y="32"/>
                    <a:pt x="251" y="16"/>
                    <a:pt x="240" y="6"/>
                  </a:cubicBezTo>
                  <a:cubicBezTo>
                    <a:pt x="235" y="2"/>
                    <a:pt x="229" y="0"/>
                    <a:pt x="22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2" name="Google Shape;9682;p31"/>
            <p:cNvSpPr/>
            <p:nvPr/>
          </p:nvSpPr>
          <p:spPr>
            <a:xfrm>
              <a:off x="1968550" y="4077550"/>
              <a:ext cx="3175" cy="5000"/>
            </a:xfrm>
            <a:custGeom>
              <a:avLst/>
              <a:gdLst/>
              <a:ahLst/>
              <a:cxnLst/>
              <a:rect l="l" t="t" r="r" b="b"/>
              <a:pathLst>
                <a:path w="127" h="200" extrusionOk="0">
                  <a:moveTo>
                    <a:pt x="98" y="1"/>
                  </a:moveTo>
                  <a:cubicBezTo>
                    <a:pt x="88" y="1"/>
                    <a:pt x="78" y="7"/>
                    <a:pt x="74" y="16"/>
                  </a:cubicBezTo>
                  <a:lnTo>
                    <a:pt x="6" y="164"/>
                  </a:lnTo>
                  <a:cubicBezTo>
                    <a:pt x="0" y="177"/>
                    <a:pt x="6" y="192"/>
                    <a:pt x="18" y="197"/>
                  </a:cubicBezTo>
                  <a:cubicBezTo>
                    <a:pt x="22" y="200"/>
                    <a:pt x="26" y="200"/>
                    <a:pt x="30" y="200"/>
                  </a:cubicBezTo>
                  <a:cubicBezTo>
                    <a:pt x="40" y="200"/>
                    <a:pt x="49" y="195"/>
                    <a:pt x="53" y="185"/>
                  </a:cubicBezTo>
                  <a:lnTo>
                    <a:pt x="122" y="37"/>
                  </a:lnTo>
                  <a:cubicBezTo>
                    <a:pt x="127" y="25"/>
                    <a:pt x="122" y="9"/>
                    <a:pt x="108" y="4"/>
                  </a:cubicBezTo>
                  <a:cubicBezTo>
                    <a:pt x="105" y="2"/>
                    <a:pt x="101" y="1"/>
                    <a:pt x="9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3" name="Google Shape;9683;p31"/>
            <p:cNvSpPr/>
            <p:nvPr/>
          </p:nvSpPr>
          <p:spPr>
            <a:xfrm>
              <a:off x="1926975" y="4111725"/>
              <a:ext cx="29650" cy="10825"/>
            </a:xfrm>
            <a:custGeom>
              <a:avLst/>
              <a:gdLst/>
              <a:ahLst/>
              <a:cxnLst/>
              <a:rect l="l" t="t" r="r" b="b"/>
              <a:pathLst>
                <a:path w="1186" h="433" extrusionOk="0">
                  <a:moveTo>
                    <a:pt x="30" y="1"/>
                  </a:moveTo>
                  <a:cubicBezTo>
                    <a:pt x="20" y="1"/>
                    <a:pt x="11" y="6"/>
                    <a:pt x="7" y="16"/>
                  </a:cubicBezTo>
                  <a:cubicBezTo>
                    <a:pt x="1" y="28"/>
                    <a:pt x="6" y="44"/>
                    <a:pt x="20" y="49"/>
                  </a:cubicBezTo>
                  <a:cubicBezTo>
                    <a:pt x="380" y="223"/>
                    <a:pt x="761" y="352"/>
                    <a:pt x="1152" y="431"/>
                  </a:cubicBezTo>
                  <a:cubicBezTo>
                    <a:pt x="1155" y="433"/>
                    <a:pt x="1156" y="433"/>
                    <a:pt x="1158" y="433"/>
                  </a:cubicBezTo>
                  <a:cubicBezTo>
                    <a:pt x="1170" y="433"/>
                    <a:pt x="1181" y="423"/>
                    <a:pt x="1183" y="411"/>
                  </a:cubicBezTo>
                  <a:cubicBezTo>
                    <a:pt x="1186" y="398"/>
                    <a:pt x="1178" y="384"/>
                    <a:pt x="1163" y="380"/>
                  </a:cubicBezTo>
                  <a:cubicBezTo>
                    <a:pt x="776" y="302"/>
                    <a:pt x="398" y="174"/>
                    <a:pt x="42" y="3"/>
                  </a:cubicBezTo>
                  <a:cubicBezTo>
                    <a:pt x="38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4" name="Google Shape;9684;p31"/>
            <p:cNvSpPr/>
            <p:nvPr/>
          </p:nvSpPr>
          <p:spPr>
            <a:xfrm>
              <a:off x="1959975" y="4122875"/>
              <a:ext cx="5125" cy="2100"/>
            </a:xfrm>
            <a:custGeom>
              <a:avLst/>
              <a:gdLst/>
              <a:ahLst/>
              <a:cxnLst/>
              <a:rect l="l" t="t" r="r" b="b"/>
              <a:pathLst>
                <a:path w="205" h="84" extrusionOk="0">
                  <a:moveTo>
                    <a:pt x="29" y="1"/>
                  </a:moveTo>
                  <a:cubicBezTo>
                    <a:pt x="17" y="1"/>
                    <a:pt x="7" y="9"/>
                    <a:pt x="4" y="22"/>
                  </a:cubicBezTo>
                  <a:cubicBezTo>
                    <a:pt x="0" y="35"/>
                    <a:pt x="10" y="48"/>
                    <a:pt x="25" y="51"/>
                  </a:cubicBezTo>
                  <a:lnTo>
                    <a:pt x="171" y="82"/>
                  </a:lnTo>
                  <a:cubicBezTo>
                    <a:pt x="174" y="83"/>
                    <a:pt x="175" y="83"/>
                    <a:pt x="177" y="83"/>
                  </a:cubicBezTo>
                  <a:cubicBezTo>
                    <a:pt x="189" y="83"/>
                    <a:pt x="200" y="74"/>
                    <a:pt x="202" y="62"/>
                  </a:cubicBezTo>
                  <a:cubicBezTo>
                    <a:pt x="205" y="48"/>
                    <a:pt x="196" y="35"/>
                    <a:pt x="182" y="32"/>
                  </a:cubicBezTo>
                  <a:lnTo>
                    <a:pt x="34" y="1"/>
                  </a:lnTo>
                  <a:cubicBezTo>
                    <a:pt x="32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5" name="Google Shape;9685;p31"/>
            <p:cNvSpPr/>
            <p:nvPr/>
          </p:nvSpPr>
          <p:spPr>
            <a:xfrm>
              <a:off x="1974525" y="4097550"/>
              <a:ext cx="10200" cy="3575"/>
            </a:xfrm>
            <a:custGeom>
              <a:avLst/>
              <a:gdLst/>
              <a:ahLst/>
              <a:cxnLst/>
              <a:rect l="l" t="t" r="r" b="b"/>
              <a:pathLst>
                <a:path w="408" h="143" extrusionOk="0">
                  <a:moveTo>
                    <a:pt x="29" y="0"/>
                  </a:moveTo>
                  <a:cubicBezTo>
                    <a:pt x="18" y="0"/>
                    <a:pt x="7" y="8"/>
                    <a:pt x="5" y="20"/>
                  </a:cubicBezTo>
                  <a:cubicBezTo>
                    <a:pt x="1" y="34"/>
                    <a:pt x="9" y="47"/>
                    <a:pt x="22" y="51"/>
                  </a:cubicBezTo>
                  <a:lnTo>
                    <a:pt x="372" y="143"/>
                  </a:lnTo>
                  <a:lnTo>
                    <a:pt x="379" y="143"/>
                  </a:lnTo>
                  <a:cubicBezTo>
                    <a:pt x="390" y="143"/>
                    <a:pt x="401" y="136"/>
                    <a:pt x="403" y="124"/>
                  </a:cubicBezTo>
                  <a:cubicBezTo>
                    <a:pt x="407" y="110"/>
                    <a:pt x="399" y="96"/>
                    <a:pt x="384" y="92"/>
                  </a:cubicBezTo>
                  <a:lnTo>
                    <a:pt x="36" y="1"/>
                  </a:lnTo>
                  <a:cubicBezTo>
                    <a:pt x="34" y="1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6" name="Google Shape;9686;p31"/>
            <p:cNvSpPr/>
            <p:nvPr/>
          </p:nvSpPr>
          <p:spPr>
            <a:xfrm>
              <a:off x="1990775" y="4101800"/>
              <a:ext cx="17325" cy="2725"/>
            </a:xfrm>
            <a:custGeom>
              <a:avLst/>
              <a:gdLst/>
              <a:ahLst/>
              <a:cxnLst/>
              <a:rect l="l" t="t" r="r" b="b"/>
              <a:pathLst>
                <a:path w="693" h="109" extrusionOk="0">
                  <a:moveTo>
                    <a:pt x="28" y="0"/>
                  </a:moveTo>
                  <a:cubicBezTo>
                    <a:pt x="16" y="0"/>
                    <a:pt x="6" y="9"/>
                    <a:pt x="3" y="21"/>
                  </a:cubicBezTo>
                  <a:cubicBezTo>
                    <a:pt x="1" y="36"/>
                    <a:pt x="9" y="49"/>
                    <a:pt x="24" y="52"/>
                  </a:cubicBezTo>
                  <a:cubicBezTo>
                    <a:pt x="225" y="90"/>
                    <a:pt x="431" y="109"/>
                    <a:pt x="636" y="109"/>
                  </a:cubicBezTo>
                  <a:lnTo>
                    <a:pt x="667" y="109"/>
                  </a:lnTo>
                  <a:cubicBezTo>
                    <a:pt x="681" y="109"/>
                    <a:pt x="692" y="96"/>
                    <a:pt x="692" y="82"/>
                  </a:cubicBezTo>
                  <a:cubicBezTo>
                    <a:pt x="692" y="68"/>
                    <a:pt x="681" y="56"/>
                    <a:pt x="667" y="56"/>
                  </a:cubicBezTo>
                  <a:cubicBezTo>
                    <a:pt x="653" y="56"/>
                    <a:pt x="640" y="56"/>
                    <a:pt x="627" y="56"/>
                  </a:cubicBezTo>
                  <a:cubicBezTo>
                    <a:pt x="426" y="56"/>
                    <a:pt x="229" y="37"/>
                    <a:pt x="33" y="1"/>
                  </a:cubicBezTo>
                  <a:cubicBezTo>
                    <a:pt x="31" y="1"/>
                    <a:pt x="3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7" name="Google Shape;9687;p31"/>
            <p:cNvSpPr/>
            <p:nvPr/>
          </p:nvSpPr>
          <p:spPr>
            <a:xfrm>
              <a:off x="1984100" y="4092925"/>
              <a:ext cx="27600" cy="3350"/>
            </a:xfrm>
            <a:custGeom>
              <a:avLst/>
              <a:gdLst/>
              <a:ahLst/>
              <a:cxnLst/>
              <a:rect l="l" t="t" r="r" b="b"/>
              <a:pathLst>
                <a:path w="1104" h="134" extrusionOk="0">
                  <a:moveTo>
                    <a:pt x="28" y="0"/>
                  </a:moveTo>
                  <a:cubicBezTo>
                    <a:pt x="17" y="0"/>
                    <a:pt x="6" y="8"/>
                    <a:pt x="3" y="20"/>
                  </a:cubicBezTo>
                  <a:cubicBezTo>
                    <a:pt x="0" y="34"/>
                    <a:pt x="8" y="48"/>
                    <a:pt x="23" y="52"/>
                  </a:cubicBezTo>
                  <a:cubicBezTo>
                    <a:pt x="264" y="106"/>
                    <a:pt x="507" y="134"/>
                    <a:pt x="753" y="134"/>
                  </a:cubicBezTo>
                  <a:cubicBezTo>
                    <a:pt x="861" y="134"/>
                    <a:pt x="970" y="129"/>
                    <a:pt x="1078" y="118"/>
                  </a:cubicBezTo>
                  <a:cubicBezTo>
                    <a:pt x="1092" y="116"/>
                    <a:pt x="1103" y="103"/>
                    <a:pt x="1102" y="90"/>
                  </a:cubicBezTo>
                  <a:cubicBezTo>
                    <a:pt x="1101" y="76"/>
                    <a:pt x="1089" y="65"/>
                    <a:pt x="1077" y="65"/>
                  </a:cubicBezTo>
                  <a:cubicBezTo>
                    <a:pt x="1076" y="65"/>
                    <a:pt x="1075" y="65"/>
                    <a:pt x="1074" y="65"/>
                  </a:cubicBezTo>
                  <a:cubicBezTo>
                    <a:pt x="966" y="76"/>
                    <a:pt x="858" y="82"/>
                    <a:pt x="750" y="82"/>
                  </a:cubicBezTo>
                  <a:cubicBezTo>
                    <a:pt x="509" y="82"/>
                    <a:pt x="270" y="55"/>
                    <a:pt x="34" y="1"/>
                  </a:cubicBezTo>
                  <a:cubicBezTo>
                    <a:pt x="32" y="0"/>
                    <a:pt x="3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8" name="Google Shape;9688;p31"/>
            <p:cNvSpPr/>
            <p:nvPr/>
          </p:nvSpPr>
          <p:spPr>
            <a:xfrm>
              <a:off x="1915375" y="4083600"/>
              <a:ext cx="16225" cy="36300"/>
            </a:xfrm>
            <a:custGeom>
              <a:avLst/>
              <a:gdLst/>
              <a:ahLst/>
              <a:cxnLst/>
              <a:rect l="l" t="t" r="r" b="b"/>
              <a:pathLst>
                <a:path w="649" h="1452" extrusionOk="0">
                  <a:moveTo>
                    <a:pt x="620" y="1"/>
                  </a:moveTo>
                  <a:cubicBezTo>
                    <a:pt x="611" y="1"/>
                    <a:pt x="602" y="5"/>
                    <a:pt x="598" y="13"/>
                  </a:cubicBezTo>
                  <a:cubicBezTo>
                    <a:pt x="337" y="452"/>
                    <a:pt x="136" y="925"/>
                    <a:pt x="5" y="1419"/>
                  </a:cubicBezTo>
                  <a:cubicBezTo>
                    <a:pt x="1" y="1432"/>
                    <a:pt x="10" y="1447"/>
                    <a:pt x="23" y="1451"/>
                  </a:cubicBezTo>
                  <a:lnTo>
                    <a:pt x="30" y="1451"/>
                  </a:lnTo>
                  <a:cubicBezTo>
                    <a:pt x="41" y="1451"/>
                    <a:pt x="52" y="1445"/>
                    <a:pt x="54" y="1432"/>
                  </a:cubicBezTo>
                  <a:cubicBezTo>
                    <a:pt x="186" y="943"/>
                    <a:pt x="384" y="475"/>
                    <a:pt x="642" y="39"/>
                  </a:cubicBezTo>
                  <a:cubicBezTo>
                    <a:pt x="649" y="27"/>
                    <a:pt x="645" y="10"/>
                    <a:pt x="633" y="4"/>
                  </a:cubicBezTo>
                  <a:cubicBezTo>
                    <a:pt x="629" y="2"/>
                    <a:pt x="625" y="1"/>
                    <a:pt x="62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9" name="Google Shape;9689;p31"/>
            <p:cNvSpPr/>
            <p:nvPr/>
          </p:nvSpPr>
          <p:spPr>
            <a:xfrm>
              <a:off x="1933775" y="4074350"/>
              <a:ext cx="4575" cy="4725"/>
            </a:xfrm>
            <a:custGeom>
              <a:avLst/>
              <a:gdLst/>
              <a:ahLst/>
              <a:cxnLst/>
              <a:rect l="l" t="t" r="r" b="b"/>
              <a:pathLst>
                <a:path w="183" h="189" extrusionOk="0">
                  <a:moveTo>
                    <a:pt x="152" y="0"/>
                  </a:moveTo>
                  <a:cubicBezTo>
                    <a:pt x="147" y="0"/>
                    <a:pt x="143" y="1"/>
                    <a:pt x="139" y="4"/>
                  </a:cubicBezTo>
                  <a:cubicBezTo>
                    <a:pt x="84" y="41"/>
                    <a:pt x="38" y="91"/>
                    <a:pt x="7" y="150"/>
                  </a:cubicBezTo>
                  <a:cubicBezTo>
                    <a:pt x="0" y="163"/>
                    <a:pt x="6" y="179"/>
                    <a:pt x="18" y="185"/>
                  </a:cubicBezTo>
                  <a:cubicBezTo>
                    <a:pt x="22" y="187"/>
                    <a:pt x="26" y="188"/>
                    <a:pt x="30" y="188"/>
                  </a:cubicBezTo>
                  <a:cubicBezTo>
                    <a:pt x="39" y="188"/>
                    <a:pt x="48" y="183"/>
                    <a:pt x="53" y="175"/>
                  </a:cubicBezTo>
                  <a:cubicBezTo>
                    <a:pt x="80" y="124"/>
                    <a:pt x="119" y="79"/>
                    <a:pt x="167" y="47"/>
                  </a:cubicBezTo>
                  <a:cubicBezTo>
                    <a:pt x="179" y="40"/>
                    <a:pt x="182" y="23"/>
                    <a:pt x="174" y="12"/>
                  </a:cubicBezTo>
                  <a:cubicBezTo>
                    <a:pt x="169" y="4"/>
                    <a:pt x="160" y="0"/>
                    <a:pt x="15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0" name="Google Shape;9690;p31"/>
            <p:cNvSpPr/>
            <p:nvPr/>
          </p:nvSpPr>
          <p:spPr>
            <a:xfrm>
              <a:off x="1646725" y="4264650"/>
              <a:ext cx="97850" cy="171000"/>
            </a:xfrm>
            <a:custGeom>
              <a:avLst/>
              <a:gdLst/>
              <a:ahLst/>
              <a:cxnLst/>
              <a:rect l="l" t="t" r="r" b="b"/>
              <a:pathLst>
                <a:path w="3914" h="6840" extrusionOk="0">
                  <a:moveTo>
                    <a:pt x="1846" y="1"/>
                  </a:moveTo>
                  <a:lnTo>
                    <a:pt x="1846" y="1"/>
                  </a:lnTo>
                  <a:cubicBezTo>
                    <a:pt x="1387" y="491"/>
                    <a:pt x="932" y="1011"/>
                    <a:pt x="584" y="1583"/>
                  </a:cubicBezTo>
                  <a:cubicBezTo>
                    <a:pt x="234" y="2155"/>
                    <a:pt x="0" y="2817"/>
                    <a:pt x="42" y="3485"/>
                  </a:cubicBezTo>
                  <a:cubicBezTo>
                    <a:pt x="86" y="4189"/>
                    <a:pt x="431" y="4845"/>
                    <a:pt x="887" y="5382"/>
                  </a:cubicBezTo>
                  <a:cubicBezTo>
                    <a:pt x="1341" y="5919"/>
                    <a:pt x="1958" y="6411"/>
                    <a:pt x="2516" y="6839"/>
                  </a:cubicBezTo>
                  <a:cubicBezTo>
                    <a:pt x="3197" y="6083"/>
                    <a:pt x="3914" y="5205"/>
                    <a:pt x="3845" y="4190"/>
                  </a:cubicBezTo>
                  <a:cubicBezTo>
                    <a:pt x="3793" y="3403"/>
                    <a:pt x="3276" y="2737"/>
                    <a:pt x="2794" y="2113"/>
                  </a:cubicBezTo>
                  <a:cubicBezTo>
                    <a:pt x="2314" y="1489"/>
                    <a:pt x="1824" y="788"/>
                    <a:pt x="1846" y="1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1" name="Google Shape;9691;p31"/>
            <p:cNvSpPr/>
            <p:nvPr/>
          </p:nvSpPr>
          <p:spPr>
            <a:xfrm>
              <a:off x="1645500" y="4263350"/>
              <a:ext cx="100400" cy="173600"/>
            </a:xfrm>
            <a:custGeom>
              <a:avLst/>
              <a:gdLst/>
              <a:ahLst/>
              <a:cxnLst/>
              <a:rect l="l" t="t" r="r" b="b"/>
              <a:pathLst>
                <a:path w="4016" h="6944" extrusionOk="0">
                  <a:moveTo>
                    <a:pt x="1844" y="183"/>
                  </a:moveTo>
                  <a:cubicBezTo>
                    <a:pt x="1875" y="931"/>
                    <a:pt x="2332" y="1587"/>
                    <a:pt x="2803" y="2196"/>
                  </a:cubicBezTo>
                  <a:lnTo>
                    <a:pt x="2811" y="2208"/>
                  </a:lnTo>
                  <a:cubicBezTo>
                    <a:pt x="3293" y="2834"/>
                    <a:pt x="3792" y="3479"/>
                    <a:pt x="3843" y="4245"/>
                  </a:cubicBezTo>
                  <a:cubicBezTo>
                    <a:pt x="3907" y="5218"/>
                    <a:pt x="3250" y="6050"/>
                    <a:pt x="2558" y="6821"/>
                  </a:cubicBezTo>
                  <a:cubicBezTo>
                    <a:pt x="1990" y="6385"/>
                    <a:pt x="1409" y="5912"/>
                    <a:pt x="975" y="5401"/>
                  </a:cubicBezTo>
                  <a:cubicBezTo>
                    <a:pt x="622" y="4985"/>
                    <a:pt x="192" y="4324"/>
                    <a:pt x="142" y="3535"/>
                  </a:cubicBezTo>
                  <a:cubicBezTo>
                    <a:pt x="106" y="2941"/>
                    <a:pt x="290" y="2294"/>
                    <a:pt x="676" y="1662"/>
                  </a:cubicBezTo>
                  <a:cubicBezTo>
                    <a:pt x="1010" y="1116"/>
                    <a:pt x="1447" y="613"/>
                    <a:pt x="1844" y="183"/>
                  </a:cubicBezTo>
                  <a:close/>
                  <a:moveTo>
                    <a:pt x="1894" y="1"/>
                  </a:moveTo>
                  <a:cubicBezTo>
                    <a:pt x="1880" y="1"/>
                    <a:pt x="1866" y="6"/>
                    <a:pt x="1856" y="17"/>
                  </a:cubicBezTo>
                  <a:cubicBezTo>
                    <a:pt x="1433" y="470"/>
                    <a:pt x="952" y="1012"/>
                    <a:pt x="589" y="1608"/>
                  </a:cubicBezTo>
                  <a:cubicBezTo>
                    <a:pt x="190" y="2258"/>
                    <a:pt x="1" y="2927"/>
                    <a:pt x="40" y="3541"/>
                  </a:cubicBezTo>
                  <a:cubicBezTo>
                    <a:pt x="91" y="4359"/>
                    <a:pt x="533" y="5040"/>
                    <a:pt x="895" y="5468"/>
                  </a:cubicBezTo>
                  <a:cubicBezTo>
                    <a:pt x="1346" y="5998"/>
                    <a:pt x="1949" y="6485"/>
                    <a:pt x="2534" y="6933"/>
                  </a:cubicBezTo>
                  <a:cubicBezTo>
                    <a:pt x="2543" y="6940"/>
                    <a:pt x="2554" y="6944"/>
                    <a:pt x="2565" y="6944"/>
                  </a:cubicBezTo>
                  <a:cubicBezTo>
                    <a:pt x="2580" y="6944"/>
                    <a:pt x="2593" y="6937"/>
                    <a:pt x="2604" y="6926"/>
                  </a:cubicBezTo>
                  <a:cubicBezTo>
                    <a:pt x="3289" y="6165"/>
                    <a:pt x="4015" y="5265"/>
                    <a:pt x="3947" y="4238"/>
                  </a:cubicBezTo>
                  <a:cubicBezTo>
                    <a:pt x="3893" y="3440"/>
                    <a:pt x="3384" y="2781"/>
                    <a:pt x="2893" y="2145"/>
                  </a:cubicBezTo>
                  <a:lnTo>
                    <a:pt x="2885" y="2133"/>
                  </a:lnTo>
                  <a:cubicBezTo>
                    <a:pt x="2399" y="1503"/>
                    <a:pt x="1926" y="824"/>
                    <a:pt x="1946" y="54"/>
                  </a:cubicBezTo>
                  <a:cubicBezTo>
                    <a:pt x="1946" y="33"/>
                    <a:pt x="1934" y="13"/>
                    <a:pt x="1914" y="4"/>
                  </a:cubicBezTo>
                  <a:cubicBezTo>
                    <a:pt x="1907" y="2"/>
                    <a:pt x="1901" y="1"/>
                    <a:pt x="189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2" name="Google Shape;9692;p31"/>
            <p:cNvSpPr/>
            <p:nvPr/>
          </p:nvSpPr>
          <p:spPr>
            <a:xfrm>
              <a:off x="1693125" y="4434325"/>
              <a:ext cx="17850" cy="52400"/>
            </a:xfrm>
            <a:custGeom>
              <a:avLst/>
              <a:gdLst/>
              <a:ahLst/>
              <a:cxnLst/>
              <a:rect l="l" t="t" r="r" b="b"/>
              <a:pathLst>
                <a:path w="714" h="2096" extrusionOk="0">
                  <a:moveTo>
                    <a:pt x="657" y="1"/>
                  </a:moveTo>
                  <a:cubicBezTo>
                    <a:pt x="629" y="1"/>
                    <a:pt x="610" y="23"/>
                    <a:pt x="609" y="50"/>
                  </a:cubicBezTo>
                  <a:cubicBezTo>
                    <a:pt x="568" y="718"/>
                    <a:pt x="380" y="1345"/>
                    <a:pt x="14" y="2019"/>
                  </a:cubicBezTo>
                  <a:cubicBezTo>
                    <a:pt x="1" y="2045"/>
                    <a:pt x="10" y="2076"/>
                    <a:pt x="36" y="2089"/>
                  </a:cubicBezTo>
                  <a:cubicBezTo>
                    <a:pt x="44" y="2093"/>
                    <a:pt x="52" y="2096"/>
                    <a:pt x="60" y="2096"/>
                  </a:cubicBezTo>
                  <a:cubicBezTo>
                    <a:pt x="79" y="2096"/>
                    <a:pt x="96" y="2086"/>
                    <a:pt x="106" y="2069"/>
                  </a:cubicBezTo>
                  <a:cubicBezTo>
                    <a:pt x="478" y="1380"/>
                    <a:pt x="671" y="741"/>
                    <a:pt x="712" y="56"/>
                  </a:cubicBezTo>
                  <a:cubicBezTo>
                    <a:pt x="714" y="27"/>
                    <a:pt x="692" y="2"/>
                    <a:pt x="664" y="1"/>
                  </a:cubicBezTo>
                  <a:cubicBezTo>
                    <a:pt x="662" y="1"/>
                    <a:pt x="659" y="1"/>
                    <a:pt x="65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3" name="Google Shape;9693;p31"/>
            <p:cNvSpPr/>
            <p:nvPr/>
          </p:nvSpPr>
          <p:spPr>
            <a:xfrm>
              <a:off x="1685775" y="4264000"/>
              <a:ext cx="25075" cy="172775"/>
            </a:xfrm>
            <a:custGeom>
              <a:avLst/>
              <a:gdLst/>
              <a:ahLst/>
              <a:cxnLst/>
              <a:rect l="l" t="t" r="r" b="b"/>
              <a:pathLst>
                <a:path w="1003" h="6911" extrusionOk="0">
                  <a:moveTo>
                    <a:pt x="283" y="0"/>
                  </a:moveTo>
                  <a:cubicBezTo>
                    <a:pt x="271" y="0"/>
                    <a:pt x="262" y="8"/>
                    <a:pt x="258" y="19"/>
                  </a:cubicBezTo>
                  <a:cubicBezTo>
                    <a:pt x="0" y="930"/>
                    <a:pt x="39" y="2083"/>
                    <a:pt x="377" y="3542"/>
                  </a:cubicBezTo>
                  <a:cubicBezTo>
                    <a:pt x="416" y="3712"/>
                    <a:pt x="457" y="3880"/>
                    <a:pt x="498" y="4048"/>
                  </a:cubicBezTo>
                  <a:cubicBezTo>
                    <a:pt x="720" y="4972"/>
                    <a:pt x="950" y="5928"/>
                    <a:pt x="914" y="6884"/>
                  </a:cubicBezTo>
                  <a:cubicBezTo>
                    <a:pt x="914" y="6899"/>
                    <a:pt x="924" y="6911"/>
                    <a:pt x="939" y="6911"/>
                  </a:cubicBezTo>
                  <a:cubicBezTo>
                    <a:pt x="954" y="6911"/>
                    <a:pt x="965" y="6900"/>
                    <a:pt x="966" y="6885"/>
                  </a:cubicBezTo>
                  <a:cubicBezTo>
                    <a:pt x="1002" y="5922"/>
                    <a:pt x="771" y="4963"/>
                    <a:pt x="548" y="4036"/>
                  </a:cubicBezTo>
                  <a:cubicBezTo>
                    <a:pt x="507" y="3868"/>
                    <a:pt x="467" y="3700"/>
                    <a:pt x="428" y="3531"/>
                  </a:cubicBezTo>
                  <a:cubicBezTo>
                    <a:pt x="92" y="2079"/>
                    <a:pt x="52" y="935"/>
                    <a:pt x="308" y="34"/>
                  </a:cubicBezTo>
                  <a:cubicBezTo>
                    <a:pt x="312" y="20"/>
                    <a:pt x="304" y="5"/>
                    <a:pt x="291" y="1"/>
                  </a:cubicBezTo>
                  <a:cubicBezTo>
                    <a:pt x="288" y="1"/>
                    <a:pt x="285" y="0"/>
                    <a:pt x="28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4" name="Google Shape;9694;p31"/>
            <p:cNvSpPr/>
            <p:nvPr/>
          </p:nvSpPr>
          <p:spPr>
            <a:xfrm>
              <a:off x="1705300" y="4332100"/>
              <a:ext cx="22400" cy="60400"/>
            </a:xfrm>
            <a:custGeom>
              <a:avLst/>
              <a:gdLst/>
              <a:ahLst/>
              <a:cxnLst/>
              <a:rect l="l" t="t" r="r" b="b"/>
              <a:pathLst>
                <a:path w="896" h="2416" extrusionOk="0">
                  <a:moveTo>
                    <a:pt x="869" y="0"/>
                  </a:moveTo>
                  <a:cubicBezTo>
                    <a:pt x="856" y="0"/>
                    <a:pt x="844" y="9"/>
                    <a:pt x="841" y="23"/>
                  </a:cubicBezTo>
                  <a:cubicBezTo>
                    <a:pt x="730" y="849"/>
                    <a:pt x="441" y="1663"/>
                    <a:pt x="9" y="2376"/>
                  </a:cubicBezTo>
                  <a:cubicBezTo>
                    <a:pt x="1" y="2388"/>
                    <a:pt x="5" y="2404"/>
                    <a:pt x="17" y="2412"/>
                  </a:cubicBezTo>
                  <a:cubicBezTo>
                    <a:pt x="21" y="2415"/>
                    <a:pt x="26" y="2415"/>
                    <a:pt x="30" y="2415"/>
                  </a:cubicBezTo>
                  <a:cubicBezTo>
                    <a:pt x="38" y="2415"/>
                    <a:pt x="48" y="2411"/>
                    <a:pt x="52" y="2403"/>
                  </a:cubicBezTo>
                  <a:cubicBezTo>
                    <a:pt x="489" y="1685"/>
                    <a:pt x="780" y="864"/>
                    <a:pt x="893" y="30"/>
                  </a:cubicBezTo>
                  <a:cubicBezTo>
                    <a:pt x="895" y="16"/>
                    <a:pt x="885" y="3"/>
                    <a:pt x="871" y="0"/>
                  </a:cubicBezTo>
                  <a:cubicBezTo>
                    <a:pt x="870" y="0"/>
                    <a:pt x="869" y="0"/>
                    <a:pt x="86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5" name="Google Shape;9695;p31"/>
            <p:cNvSpPr/>
            <p:nvPr/>
          </p:nvSpPr>
          <p:spPr>
            <a:xfrm>
              <a:off x="1690950" y="4298450"/>
              <a:ext cx="11850" cy="32125"/>
            </a:xfrm>
            <a:custGeom>
              <a:avLst/>
              <a:gdLst/>
              <a:ahLst/>
              <a:cxnLst/>
              <a:rect l="l" t="t" r="r" b="b"/>
              <a:pathLst>
                <a:path w="474" h="1285" extrusionOk="0">
                  <a:moveTo>
                    <a:pt x="443" y="0"/>
                  </a:moveTo>
                  <a:cubicBezTo>
                    <a:pt x="431" y="0"/>
                    <a:pt x="422" y="10"/>
                    <a:pt x="420" y="21"/>
                  </a:cubicBezTo>
                  <a:cubicBezTo>
                    <a:pt x="346" y="449"/>
                    <a:pt x="207" y="862"/>
                    <a:pt x="7" y="1247"/>
                  </a:cubicBezTo>
                  <a:cubicBezTo>
                    <a:pt x="0" y="1260"/>
                    <a:pt x="6" y="1275"/>
                    <a:pt x="18" y="1282"/>
                  </a:cubicBezTo>
                  <a:cubicBezTo>
                    <a:pt x="22" y="1284"/>
                    <a:pt x="26" y="1284"/>
                    <a:pt x="30" y="1284"/>
                  </a:cubicBezTo>
                  <a:cubicBezTo>
                    <a:pt x="39" y="1284"/>
                    <a:pt x="49" y="1280"/>
                    <a:pt x="53" y="1271"/>
                  </a:cubicBezTo>
                  <a:cubicBezTo>
                    <a:pt x="256" y="881"/>
                    <a:pt x="396" y="464"/>
                    <a:pt x="471" y="31"/>
                  </a:cubicBezTo>
                  <a:cubicBezTo>
                    <a:pt x="474" y="17"/>
                    <a:pt x="464" y="2"/>
                    <a:pt x="450" y="1"/>
                  </a:cubicBezTo>
                  <a:cubicBezTo>
                    <a:pt x="447" y="0"/>
                    <a:pt x="445" y="0"/>
                    <a:pt x="44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6" name="Google Shape;9696;p31"/>
            <p:cNvSpPr/>
            <p:nvPr/>
          </p:nvSpPr>
          <p:spPr>
            <a:xfrm>
              <a:off x="1650575" y="4325025"/>
              <a:ext cx="46875" cy="37000"/>
            </a:xfrm>
            <a:custGeom>
              <a:avLst/>
              <a:gdLst/>
              <a:ahLst/>
              <a:cxnLst/>
              <a:rect l="l" t="t" r="r" b="b"/>
              <a:pathLst>
                <a:path w="1875" h="1480" extrusionOk="0">
                  <a:moveTo>
                    <a:pt x="31" y="1"/>
                  </a:moveTo>
                  <a:cubicBezTo>
                    <a:pt x="25" y="1"/>
                    <a:pt x="18" y="3"/>
                    <a:pt x="13" y="8"/>
                  </a:cubicBezTo>
                  <a:cubicBezTo>
                    <a:pt x="2" y="17"/>
                    <a:pt x="1" y="33"/>
                    <a:pt x="10" y="44"/>
                  </a:cubicBezTo>
                  <a:cubicBezTo>
                    <a:pt x="552" y="634"/>
                    <a:pt x="1131" y="1089"/>
                    <a:pt x="1832" y="1477"/>
                  </a:cubicBezTo>
                  <a:cubicBezTo>
                    <a:pt x="1836" y="1479"/>
                    <a:pt x="1841" y="1479"/>
                    <a:pt x="1845" y="1479"/>
                  </a:cubicBezTo>
                  <a:cubicBezTo>
                    <a:pt x="1855" y="1479"/>
                    <a:pt x="1863" y="1475"/>
                    <a:pt x="1868" y="1466"/>
                  </a:cubicBezTo>
                  <a:cubicBezTo>
                    <a:pt x="1875" y="1454"/>
                    <a:pt x="1869" y="1438"/>
                    <a:pt x="1857" y="1431"/>
                  </a:cubicBezTo>
                  <a:cubicBezTo>
                    <a:pt x="1160" y="1047"/>
                    <a:pt x="586" y="595"/>
                    <a:pt x="49" y="9"/>
                  </a:cubicBezTo>
                  <a:cubicBezTo>
                    <a:pt x="44" y="3"/>
                    <a:pt x="38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7" name="Google Shape;9697;p31"/>
            <p:cNvSpPr/>
            <p:nvPr/>
          </p:nvSpPr>
          <p:spPr>
            <a:xfrm>
              <a:off x="1653050" y="4372150"/>
              <a:ext cx="55450" cy="41575"/>
            </a:xfrm>
            <a:custGeom>
              <a:avLst/>
              <a:gdLst/>
              <a:ahLst/>
              <a:cxnLst/>
              <a:rect l="l" t="t" r="r" b="b"/>
              <a:pathLst>
                <a:path w="2218" h="1663" extrusionOk="0">
                  <a:moveTo>
                    <a:pt x="28" y="1"/>
                  </a:moveTo>
                  <a:cubicBezTo>
                    <a:pt x="22" y="1"/>
                    <a:pt x="15" y="3"/>
                    <a:pt x="9" y="9"/>
                  </a:cubicBezTo>
                  <a:cubicBezTo>
                    <a:pt x="0" y="18"/>
                    <a:pt x="0" y="36"/>
                    <a:pt x="11" y="45"/>
                  </a:cubicBezTo>
                  <a:cubicBezTo>
                    <a:pt x="653" y="681"/>
                    <a:pt x="1382" y="1225"/>
                    <a:pt x="2175" y="1659"/>
                  </a:cubicBezTo>
                  <a:cubicBezTo>
                    <a:pt x="2179" y="1661"/>
                    <a:pt x="2183" y="1662"/>
                    <a:pt x="2188" y="1662"/>
                  </a:cubicBezTo>
                  <a:cubicBezTo>
                    <a:pt x="2197" y="1662"/>
                    <a:pt x="2205" y="1657"/>
                    <a:pt x="2210" y="1649"/>
                  </a:cubicBezTo>
                  <a:cubicBezTo>
                    <a:pt x="2217" y="1636"/>
                    <a:pt x="2213" y="1620"/>
                    <a:pt x="2200" y="1614"/>
                  </a:cubicBezTo>
                  <a:cubicBezTo>
                    <a:pt x="1411" y="1182"/>
                    <a:pt x="686" y="642"/>
                    <a:pt x="47" y="9"/>
                  </a:cubicBezTo>
                  <a:cubicBezTo>
                    <a:pt x="42" y="3"/>
                    <a:pt x="35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8" name="Google Shape;9698;p31"/>
            <p:cNvSpPr/>
            <p:nvPr/>
          </p:nvSpPr>
          <p:spPr>
            <a:xfrm>
              <a:off x="1707075" y="4311675"/>
              <a:ext cx="4925" cy="11325"/>
            </a:xfrm>
            <a:custGeom>
              <a:avLst/>
              <a:gdLst/>
              <a:ahLst/>
              <a:cxnLst/>
              <a:rect l="l" t="t" r="r" b="b"/>
              <a:pathLst>
                <a:path w="197" h="453" extrusionOk="0">
                  <a:moveTo>
                    <a:pt x="167" y="0"/>
                  </a:moveTo>
                  <a:cubicBezTo>
                    <a:pt x="155" y="0"/>
                    <a:pt x="145" y="9"/>
                    <a:pt x="142" y="21"/>
                  </a:cubicBezTo>
                  <a:cubicBezTo>
                    <a:pt x="114" y="157"/>
                    <a:pt x="68" y="290"/>
                    <a:pt x="8" y="415"/>
                  </a:cubicBezTo>
                  <a:cubicBezTo>
                    <a:pt x="1" y="427"/>
                    <a:pt x="6" y="443"/>
                    <a:pt x="20" y="450"/>
                  </a:cubicBezTo>
                  <a:cubicBezTo>
                    <a:pt x="22" y="451"/>
                    <a:pt x="27" y="453"/>
                    <a:pt x="31" y="453"/>
                  </a:cubicBezTo>
                  <a:lnTo>
                    <a:pt x="31" y="451"/>
                  </a:lnTo>
                  <a:cubicBezTo>
                    <a:pt x="40" y="451"/>
                    <a:pt x="49" y="446"/>
                    <a:pt x="55" y="438"/>
                  </a:cubicBezTo>
                  <a:cubicBezTo>
                    <a:pt x="117" y="309"/>
                    <a:pt x="164" y="172"/>
                    <a:pt x="193" y="32"/>
                  </a:cubicBezTo>
                  <a:cubicBezTo>
                    <a:pt x="196" y="18"/>
                    <a:pt x="187" y="3"/>
                    <a:pt x="172" y="1"/>
                  </a:cubicBezTo>
                  <a:cubicBezTo>
                    <a:pt x="170" y="0"/>
                    <a:pt x="169" y="0"/>
                    <a:pt x="16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9" name="Google Shape;9699;p31"/>
            <p:cNvSpPr/>
            <p:nvPr/>
          </p:nvSpPr>
          <p:spPr>
            <a:xfrm>
              <a:off x="1701325" y="4328925"/>
              <a:ext cx="3525" cy="5550"/>
            </a:xfrm>
            <a:custGeom>
              <a:avLst/>
              <a:gdLst/>
              <a:ahLst/>
              <a:cxnLst/>
              <a:rect l="l" t="t" r="r" b="b"/>
              <a:pathLst>
                <a:path w="141" h="222" extrusionOk="0">
                  <a:moveTo>
                    <a:pt x="111" y="1"/>
                  </a:moveTo>
                  <a:cubicBezTo>
                    <a:pt x="102" y="1"/>
                    <a:pt x="93" y="6"/>
                    <a:pt x="88" y="16"/>
                  </a:cubicBezTo>
                  <a:lnTo>
                    <a:pt x="6" y="184"/>
                  </a:lnTo>
                  <a:cubicBezTo>
                    <a:pt x="1" y="197"/>
                    <a:pt x="6" y="212"/>
                    <a:pt x="18" y="219"/>
                  </a:cubicBezTo>
                  <a:cubicBezTo>
                    <a:pt x="22" y="220"/>
                    <a:pt x="26" y="221"/>
                    <a:pt x="29" y="221"/>
                  </a:cubicBezTo>
                  <a:cubicBezTo>
                    <a:pt x="40" y="221"/>
                    <a:pt x="49" y="216"/>
                    <a:pt x="53" y="207"/>
                  </a:cubicBezTo>
                  <a:lnTo>
                    <a:pt x="135" y="37"/>
                  </a:lnTo>
                  <a:cubicBezTo>
                    <a:pt x="141" y="25"/>
                    <a:pt x="135" y="9"/>
                    <a:pt x="123" y="4"/>
                  </a:cubicBezTo>
                  <a:cubicBezTo>
                    <a:pt x="119" y="2"/>
                    <a:pt x="115" y="1"/>
                    <a:pt x="11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0" name="Google Shape;9700;p31"/>
            <p:cNvSpPr/>
            <p:nvPr/>
          </p:nvSpPr>
          <p:spPr>
            <a:xfrm>
              <a:off x="1675375" y="4374350"/>
              <a:ext cx="30600" cy="19550"/>
            </a:xfrm>
            <a:custGeom>
              <a:avLst/>
              <a:gdLst/>
              <a:ahLst/>
              <a:cxnLst/>
              <a:rect l="l" t="t" r="r" b="b"/>
              <a:pathLst>
                <a:path w="1224" h="782" extrusionOk="0">
                  <a:moveTo>
                    <a:pt x="30" y="0"/>
                  </a:moveTo>
                  <a:cubicBezTo>
                    <a:pt x="23" y="0"/>
                    <a:pt x="15" y="3"/>
                    <a:pt x="10" y="9"/>
                  </a:cubicBezTo>
                  <a:cubicBezTo>
                    <a:pt x="0" y="20"/>
                    <a:pt x="2" y="36"/>
                    <a:pt x="14" y="46"/>
                  </a:cubicBezTo>
                  <a:cubicBezTo>
                    <a:pt x="370" y="338"/>
                    <a:pt x="764" y="584"/>
                    <a:pt x="1183" y="779"/>
                  </a:cubicBezTo>
                  <a:cubicBezTo>
                    <a:pt x="1187" y="782"/>
                    <a:pt x="1190" y="782"/>
                    <a:pt x="1194" y="782"/>
                  </a:cubicBezTo>
                  <a:cubicBezTo>
                    <a:pt x="1203" y="782"/>
                    <a:pt x="1212" y="776"/>
                    <a:pt x="1218" y="767"/>
                  </a:cubicBezTo>
                  <a:cubicBezTo>
                    <a:pt x="1223" y="753"/>
                    <a:pt x="1218" y="739"/>
                    <a:pt x="1204" y="732"/>
                  </a:cubicBezTo>
                  <a:cubicBezTo>
                    <a:pt x="790" y="539"/>
                    <a:pt x="400" y="295"/>
                    <a:pt x="46" y="5"/>
                  </a:cubicBezTo>
                  <a:cubicBezTo>
                    <a:pt x="41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1" name="Google Shape;9701;p31"/>
            <p:cNvSpPr/>
            <p:nvPr/>
          </p:nvSpPr>
          <p:spPr>
            <a:xfrm>
              <a:off x="1667000" y="4368550"/>
              <a:ext cx="4875" cy="4025"/>
            </a:xfrm>
            <a:custGeom>
              <a:avLst/>
              <a:gdLst/>
              <a:ahLst/>
              <a:cxnLst/>
              <a:rect l="l" t="t" r="r" b="b"/>
              <a:pathLst>
                <a:path w="195" h="161" extrusionOk="0">
                  <a:moveTo>
                    <a:pt x="30" y="0"/>
                  </a:moveTo>
                  <a:cubicBezTo>
                    <a:pt x="22" y="0"/>
                    <a:pt x="14" y="4"/>
                    <a:pt x="10" y="10"/>
                  </a:cubicBezTo>
                  <a:cubicBezTo>
                    <a:pt x="0" y="21"/>
                    <a:pt x="2" y="37"/>
                    <a:pt x="14" y="46"/>
                  </a:cubicBezTo>
                  <a:lnTo>
                    <a:pt x="150" y="155"/>
                  </a:lnTo>
                  <a:cubicBezTo>
                    <a:pt x="154" y="159"/>
                    <a:pt x="159" y="161"/>
                    <a:pt x="166" y="161"/>
                  </a:cubicBezTo>
                  <a:cubicBezTo>
                    <a:pt x="173" y="161"/>
                    <a:pt x="181" y="158"/>
                    <a:pt x="186" y="151"/>
                  </a:cubicBezTo>
                  <a:cubicBezTo>
                    <a:pt x="194" y="141"/>
                    <a:pt x="193" y="124"/>
                    <a:pt x="182" y="115"/>
                  </a:cubicBezTo>
                  <a:lnTo>
                    <a:pt x="46" y="6"/>
                  </a:ln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2" name="Google Shape;9702;p31"/>
            <p:cNvSpPr/>
            <p:nvPr/>
          </p:nvSpPr>
          <p:spPr>
            <a:xfrm>
              <a:off x="1673950" y="4333600"/>
              <a:ext cx="9925" cy="7425"/>
            </a:xfrm>
            <a:custGeom>
              <a:avLst/>
              <a:gdLst/>
              <a:ahLst/>
              <a:cxnLst/>
              <a:rect l="l" t="t" r="r" b="b"/>
              <a:pathLst>
                <a:path w="397" h="297" extrusionOk="0">
                  <a:moveTo>
                    <a:pt x="31" y="0"/>
                  </a:moveTo>
                  <a:cubicBezTo>
                    <a:pt x="23" y="0"/>
                    <a:pt x="15" y="4"/>
                    <a:pt x="10" y="10"/>
                  </a:cubicBezTo>
                  <a:cubicBezTo>
                    <a:pt x="1" y="22"/>
                    <a:pt x="4" y="39"/>
                    <a:pt x="16" y="47"/>
                  </a:cubicBezTo>
                  <a:lnTo>
                    <a:pt x="352" y="293"/>
                  </a:lnTo>
                  <a:cubicBezTo>
                    <a:pt x="356" y="295"/>
                    <a:pt x="361" y="297"/>
                    <a:pt x="367" y="297"/>
                  </a:cubicBezTo>
                  <a:cubicBezTo>
                    <a:pt x="375" y="297"/>
                    <a:pt x="383" y="294"/>
                    <a:pt x="388" y="286"/>
                  </a:cubicBezTo>
                  <a:cubicBezTo>
                    <a:pt x="396" y="275"/>
                    <a:pt x="394" y="259"/>
                    <a:pt x="383" y="250"/>
                  </a:cubicBezTo>
                  <a:lnTo>
                    <a:pt x="47" y="5"/>
                  </a:lnTo>
                  <a:cubicBezTo>
                    <a:pt x="42" y="2"/>
                    <a:pt x="3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3" name="Google Shape;9703;p31"/>
            <p:cNvSpPr/>
            <p:nvPr/>
          </p:nvSpPr>
          <p:spPr>
            <a:xfrm>
              <a:off x="1653800" y="4315100"/>
              <a:ext cx="14400" cy="14575"/>
            </a:xfrm>
            <a:custGeom>
              <a:avLst/>
              <a:gdLst/>
              <a:ahLst/>
              <a:cxnLst/>
              <a:rect l="l" t="t" r="r" b="b"/>
              <a:pathLst>
                <a:path w="576" h="583" extrusionOk="0">
                  <a:moveTo>
                    <a:pt x="30" y="0"/>
                  </a:moveTo>
                  <a:cubicBezTo>
                    <a:pt x="24" y="0"/>
                    <a:pt x="18" y="2"/>
                    <a:pt x="13" y="6"/>
                  </a:cubicBezTo>
                  <a:cubicBezTo>
                    <a:pt x="2" y="14"/>
                    <a:pt x="1" y="32"/>
                    <a:pt x="9" y="43"/>
                  </a:cubicBezTo>
                  <a:cubicBezTo>
                    <a:pt x="165" y="236"/>
                    <a:pt x="340" y="415"/>
                    <a:pt x="530" y="575"/>
                  </a:cubicBezTo>
                  <a:cubicBezTo>
                    <a:pt x="535" y="579"/>
                    <a:pt x="540" y="582"/>
                    <a:pt x="546" y="582"/>
                  </a:cubicBezTo>
                  <a:cubicBezTo>
                    <a:pt x="554" y="582"/>
                    <a:pt x="561" y="578"/>
                    <a:pt x="566" y="573"/>
                  </a:cubicBezTo>
                  <a:cubicBezTo>
                    <a:pt x="575" y="562"/>
                    <a:pt x="574" y="546"/>
                    <a:pt x="563" y="536"/>
                  </a:cubicBezTo>
                  <a:cubicBezTo>
                    <a:pt x="376" y="378"/>
                    <a:pt x="203" y="201"/>
                    <a:pt x="49" y="10"/>
                  </a:cubicBezTo>
                  <a:cubicBezTo>
                    <a:pt x="45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4" name="Google Shape;9704;p31"/>
            <p:cNvSpPr/>
            <p:nvPr/>
          </p:nvSpPr>
          <p:spPr>
            <a:xfrm>
              <a:off x="1658925" y="4305600"/>
              <a:ext cx="22125" cy="23525"/>
            </a:xfrm>
            <a:custGeom>
              <a:avLst/>
              <a:gdLst/>
              <a:ahLst/>
              <a:cxnLst/>
              <a:rect l="l" t="t" r="r" b="b"/>
              <a:pathLst>
                <a:path w="885" h="941" extrusionOk="0">
                  <a:moveTo>
                    <a:pt x="30" y="1"/>
                  </a:moveTo>
                  <a:cubicBezTo>
                    <a:pt x="25" y="1"/>
                    <a:pt x="20" y="2"/>
                    <a:pt x="15" y="6"/>
                  </a:cubicBezTo>
                  <a:cubicBezTo>
                    <a:pt x="3" y="14"/>
                    <a:pt x="0" y="30"/>
                    <a:pt x="9" y="42"/>
                  </a:cubicBezTo>
                  <a:cubicBezTo>
                    <a:pt x="236" y="382"/>
                    <a:pt x="514" y="684"/>
                    <a:pt x="839" y="935"/>
                  </a:cubicBezTo>
                  <a:cubicBezTo>
                    <a:pt x="844" y="939"/>
                    <a:pt x="849" y="941"/>
                    <a:pt x="855" y="941"/>
                  </a:cubicBezTo>
                  <a:cubicBezTo>
                    <a:pt x="863" y="941"/>
                    <a:pt x="870" y="938"/>
                    <a:pt x="875" y="931"/>
                  </a:cubicBezTo>
                  <a:cubicBezTo>
                    <a:pt x="884" y="919"/>
                    <a:pt x="882" y="903"/>
                    <a:pt x="871" y="895"/>
                  </a:cubicBezTo>
                  <a:cubicBezTo>
                    <a:pt x="551" y="646"/>
                    <a:pt x="275" y="350"/>
                    <a:pt x="52" y="12"/>
                  </a:cubicBezTo>
                  <a:cubicBezTo>
                    <a:pt x="47" y="5"/>
                    <a:pt x="39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5" name="Google Shape;9705;p31"/>
            <p:cNvSpPr/>
            <p:nvPr/>
          </p:nvSpPr>
          <p:spPr>
            <a:xfrm>
              <a:off x="1706850" y="4369200"/>
              <a:ext cx="22000" cy="40100"/>
            </a:xfrm>
            <a:custGeom>
              <a:avLst/>
              <a:gdLst/>
              <a:ahLst/>
              <a:cxnLst/>
              <a:rect l="l" t="t" r="r" b="b"/>
              <a:pathLst>
                <a:path w="880" h="1604" extrusionOk="0">
                  <a:moveTo>
                    <a:pt x="850" y="0"/>
                  </a:moveTo>
                  <a:cubicBezTo>
                    <a:pt x="840" y="0"/>
                    <a:pt x="828" y="7"/>
                    <a:pt x="825" y="18"/>
                  </a:cubicBezTo>
                  <a:cubicBezTo>
                    <a:pt x="625" y="568"/>
                    <a:pt x="350" y="1087"/>
                    <a:pt x="9" y="1562"/>
                  </a:cubicBezTo>
                  <a:cubicBezTo>
                    <a:pt x="1" y="1574"/>
                    <a:pt x="3" y="1590"/>
                    <a:pt x="14" y="1598"/>
                  </a:cubicBezTo>
                  <a:cubicBezTo>
                    <a:pt x="19" y="1602"/>
                    <a:pt x="25" y="1604"/>
                    <a:pt x="30" y="1604"/>
                  </a:cubicBezTo>
                  <a:cubicBezTo>
                    <a:pt x="37" y="1604"/>
                    <a:pt x="45" y="1600"/>
                    <a:pt x="50" y="1593"/>
                  </a:cubicBezTo>
                  <a:cubicBezTo>
                    <a:pt x="395" y="1114"/>
                    <a:pt x="672" y="589"/>
                    <a:pt x="874" y="35"/>
                  </a:cubicBezTo>
                  <a:cubicBezTo>
                    <a:pt x="879" y="22"/>
                    <a:pt x="871" y="7"/>
                    <a:pt x="858" y="2"/>
                  </a:cubicBezTo>
                  <a:cubicBezTo>
                    <a:pt x="855" y="1"/>
                    <a:pt x="853" y="0"/>
                    <a:pt x="85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6" name="Google Shape;9706;p31"/>
            <p:cNvSpPr/>
            <p:nvPr/>
          </p:nvSpPr>
          <p:spPr>
            <a:xfrm>
              <a:off x="1729900" y="4356400"/>
              <a:ext cx="2375" cy="6600"/>
            </a:xfrm>
            <a:custGeom>
              <a:avLst/>
              <a:gdLst/>
              <a:ahLst/>
              <a:cxnLst/>
              <a:rect l="l" t="t" r="r" b="b"/>
              <a:pathLst>
                <a:path w="95" h="264" extrusionOk="0">
                  <a:moveTo>
                    <a:pt x="61" y="1"/>
                  </a:moveTo>
                  <a:cubicBezTo>
                    <a:pt x="61" y="1"/>
                    <a:pt x="60" y="1"/>
                    <a:pt x="59" y="1"/>
                  </a:cubicBezTo>
                  <a:cubicBezTo>
                    <a:pt x="44" y="2"/>
                    <a:pt x="34" y="16"/>
                    <a:pt x="35" y="29"/>
                  </a:cubicBezTo>
                  <a:cubicBezTo>
                    <a:pt x="42" y="96"/>
                    <a:pt x="31" y="165"/>
                    <a:pt x="5" y="227"/>
                  </a:cubicBezTo>
                  <a:cubicBezTo>
                    <a:pt x="0" y="240"/>
                    <a:pt x="5" y="255"/>
                    <a:pt x="19" y="261"/>
                  </a:cubicBezTo>
                  <a:cubicBezTo>
                    <a:pt x="23" y="262"/>
                    <a:pt x="26" y="263"/>
                    <a:pt x="30" y="263"/>
                  </a:cubicBezTo>
                  <a:cubicBezTo>
                    <a:pt x="39" y="263"/>
                    <a:pt x="49" y="257"/>
                    <a:pt x="53" y="247"/>
                  </a:cubicBezTo>
                  <a:cubicBezTo>
                    <a:pt x="82" y="177"/>
                    <a:pt x="94" y="101"/>
                    <a:pt x="88" y="25"/>
                  </a:cubicBezTo>
                  <a:cubicBezTo>
                    <a:pt x="86" y="11"/>
                    <a:pt x="73" y="1"/>
                    <a:pt x="6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7" name="Google Shape;9707;p31"/>
            <p:cNvSpPr/>
            <p:nvPr/>
          </p:nvSpPr>
          <p:spPr>
            <a:xfrm>
              <a:off x="1713100" y="4156400"/>
              <a:ext cx="94100" cy="141575"/>
            </a:xfrm>
            <a:custGeom>
              <a:avLst/>
              <a:gdLst/>
              <a:ahLst/>
              <a:cxnLst/>
              <a:rect l="l" t="t" r="r" b="b"/>
              <a:pathLst>
                <a:path w="3764" h="5663" extrusionOk="0">
                  <a:moveTo>
                    <a:pt x="1030" y="0"/>
                  </a:moveTo>
                  <a:cubicBezTo>
                    <a:pt x="735" y="501"/>
                    <a:pt x="449" y="1028"/>
                    <a:pt x="260" y="1578"/>
                  </a:cubicBezTo>
                  <a:cubicBezTo>
                    <a:pt x="73" y="2129"/>
                    <a:pt x="1" y="2734"/>
                    <a:pt x="162" y="3292"/>
                  </a:cubicBezTo>
                  <a:cubicBezTo>
                    <a:pt x="332" y="3878"/>
                    <a:pt x="749" y="4369"/>
                    <a:pt x="1236" y="4737"/>
                  </a:cubicBezTo>
                  <a:cubicBezTo>
                    <a:pt x="1722" y="5106"/>
                    <a:pt x="2337" y="5405"/>
                    <a:pt x="2891" y="5662"/>
                  </a:cubicBezTo>
                  <a:lnTo>
                    <a:pt x="2891" y="5662"/>
                  </a:lnTo>
                  <a:cubicBezTo>
                    <a:pt x="3324" y="4894"/>
                    <a:pt x="3764" y="4013"/>
                    <a:pt x="3515" y="3169"/>
                  </a:cubicBezTo>
                  <a:cubicBezTo>
                    <a:pt x="3322" y="2512"/>
                    <a:pt x="2759" y="2047"/>
                    <a:pt x="2233" y="1609"/>
                  </a:cubicBezTo>
                  <a:cubicBezTo>
                    <a:pt x="1708" y="1172"/>
                    <a:pt x="1162" y="672"/>
                    <a:pt x="1030" y="0"/>
                  </a:cubicBezTo>
                  <a:close/>
                  <a:moveTo>
                    <a:pt x="2891" y="5662"/>
                  </a:moveTo>
                  <a:cubicBezTo>
                    <a:pt x="2891" y="5662"/>
                    <a:pt x="2891" y="5663"/>
                    <a:pt x="2891" y="5663"/>
                  </a:cubicBezTo>
                  <a:lnTo>
                    <a:pt x="2892" y="5663"/>
                  </a:lnTo>
                  <a:cubicBezTo>
                    <a:pt x="2892" y="5663"/>
                    <a:pt x="2891" y="5662"/>
                    <a:pt x="2891" y="5662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8" name="Google Shape;9708;p31"/>
            <p:cNvSpPr/>
            <p:nvPr/>
          </p:nvSpPr>
          <p:spPr>
            <a:xfrm>
              <a:off x="1712175" y="4155100"/>
              <a:ext cx="96375" cy="144200"/>
            </a:xfrm>
            <a:custGeom>
              <a:avLst/>
              <a:gdLst/>
              <a:ahLst/>
              <a:cxnLst/>
              <a:rect l="l" t="t" r="r" b="b"/>
              <a:pathLst>
                <a:path w="3855" h="5768" extrusionOk="0">
                  <a:moveTo>
                    <a:pt x="1045" y="190"/>
                  </a:moveTo>
                  <a:lnTo>
                    <a:pt x="1045" y="191"/>
                  </a:lnTo>
                  <a:cubicBezTo>
                    <a:pt x="1219" y="811"/>
                    <a:pt x="1727" y="1277"/>
                    <a:pt x="2236" y="1700"/>
                  </a:cubicBezTo>
                  <a:lnTo>
                    <a:pt x="2247" y="1708"/>
                  </a:lnTo>
                  <a:cubicBezTo>
                    <a:pt x="2771" y="2146"/>
                    <a:pt x="3315" y="2599"/>
                    <a:pt x="3502" y="3235"/>
                  </a:cubicBezTo>
                  <a:cubicBezTo>
                    <a:pt x="3740" y="4040"/>
                    <a:pt x="3343" y="4867"/>
                    <a:pt x="2906" y="5648"/>
                  </a:cubicBezTo>
                  <a:cubicBezTo>
                    <a:pt x="2345" y="5387"/>
                    <a:pt x="1765" y="5097"/>
                    <a:pt x="1304" y="4748"/>
                  </a:cubicBezTo>
                  <a:cubicBezTo>
                    <a:pt x="927" y="4464"/>
                    <a:pt x="440" y="3986"/>
                    <a:pt x="249" y="3330"/>
                  </a:cubicBezTo>
                  <a:cubicBezTo>
                    <a:pt x="106" y="2836"/>
                    <a:pt x="140" y="2255"/>
                    <a:pt x="347" y="1647"/>
                  </a:cubicBezTo>
                  <a:cubicBezTo>
                    <a:pt x="523" y="1127"/>
                    <a:pt x="794" y="624"/>
                    <a:pt x="1045" y="190"/>
                  </a:cubicBezTo>
                  <a:close/>
                  <a:moveTo>
                    <a:pt x="1068" y="1"/>
                  </a:moveTo>
                  <a:cubicBezTo>
                    <a:pt x="1049" y="1"/>
                    <a:pt x="1032" y="10"/>
                    <a:pt x="1021" y="27"/>
                  </a:cubicBezTo>
                  <a:cubicBezTo>
                    <a:pt x="749" y="490"/>
                    <a:pt x="444" y="1041"/>
                    <a:pt x="249" y="1614"/>
                  </a:cubicBezTo>
                  <a:cubicBezTo>
                    <a:pt x="35" y="2241"/>
                    <a:pt x="0" y="2844"/>
                    <a:pt x="149" y="3358"/>
                  </a:cubicBezTo>
                  <a:cubicBezTo>
                    <a:pt x="349" y="4043"/>
                    <a:pt x="853" y="4536"/>
                    <a:pt x="1240" y="4831"/>
                  </a:cubicBezTo>
                  <a:cubicBezTo>
                    <a:pt x="1723" y="5194"/>
                    <a:pt x="2326" y="5493"/>
                    <a:pt x="2906" y="5762"/>
                  </a:cubicBezTo>
                  <a:cubicBezTo>
                    <a:pt x="2913" y="5765"/>
                    <a:pt x="2921" y="5766"/>
                    <a:pt x="2928" y="5766"/>
                  </a:cubicBezTo>
                  <a:lnTo>
                    <a:pt x="2928" y="5767"/>
                  </a:lnTo>
                  <a:cubicBezTo>
                    <a:pt x="2946" y="5767"/>
                    <a:pt x="2964" y="5758"/>
                    <a:pt x="2973" y="5740"/>
                  </a:cubicBezTo>
                  <a:cubicBezTo>
                    <a:pt x="3410" y="4964"/>
                    <a:pt x="3854" y="4064"/>
                    <a:pt x="3602" y="3206"/>
                  </a:cubicBezTo>
                  <a:cubicBezTo>
                    <a:pt x="3405" y="2538"/>
                    <a:pt x="2849" y="2077"/>
                    <a:pt x="2313" y="1629"/>
                  </a:cubicBezTo>
                  <a:lnTo>
                    <a:pt x="2303" y="1621"/>
                  </a:lnTo>
                  <a:cubicBezTo>
                    <a:pt x="1773" y="1181"/>
                    <a:pt x="1246" y="695"/>
                    <a:pt x="1117" y="43"/>
                  </a:cubicBezTo>
                  <a:cubicBezTo>
                    <a:pt x="1113" y="21"/>
                    <a:pt x="1097" y="5"/>
                    <a:pt x="1075" y="1"/>
                  </a:cubicBezTo>
                  <a:cubicBezTo>
                    <a:pt x="1073" y="1"/>
                    <a:pt x="1070" y="1"/>
                    <a:pt x="106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9" name="Google Shape;9709;p31"/>
            <p:cNvSpPr/>
            <p:nvPr/>
          </p:nvSpPr>
          <p:spPr>
            <a:xfrm>
              <a:off x="1780650" y="4296650"/>
              <a:ext cx="8400" cy="47600"/>
            </a:xfrm>
            <a:custGeom>
              <a:avLst/>
              <a:gdLst/>
              <a:ahLst/>
              <a:cxnLst/>
              <a:rect l="l" t="t" r="r" b="b"/>
              <a:pathLst>
                <a:path w="336" h="1904" extrusionOk="0">
                  <a:moveTo>
                    <a:pt x="190" y="1"/>
                  </a:moveTo>
                  <a:cubicBezTo>
                    <a:pt x="187" y="1"/>
                    <a:pt x="184" y="1"/>
                    <a:pt x="180" y="2"/>
                  </a:cubicBezTo>
                  <a:cubicBezTo>
                    <a:pt x="152" y="7"/>
                    <a:pt x="133" y="33"/>
                    <a:pt x="139" y="61"/>
                  </a:cubicBezTo>
                  <a:cubicBezTo>
                    <a:pt x="230" y="634"/>
                    <a:pt x="189" y="1199"/>
                    <a:pt x="8" y="1838"/>
                  </a:cubicBezTo>
                  <a:cubicBezTo>
                    <a:pt x="0" y="1865"/>
                    <a:pt x="16" y="1895"/>
                    <a:pt x="43" y="1901"/>
                  </a:cubicBezTo>
                  <a:cubicBezTo>
                    <a:pt x="49" y="1903"/>
                    <a:pt x="53" y="1904"/>
                    <a:pt x="58" y="1904"/>
                  </a:cubicBezTo>
                  <a:cubicBezTo>
                    <a:pt x="80" y="1904"/>
                    <a:pt x="101" y="1889"/>
                    <a:pt x="108" y="1866"/>
                  </a:cubicBezTo>
                  <a:cubicBezTo>
                    <a:pt x="293" y="1212"/>
                    <a:pt x="335" y="633"/>
                    <a:pt x="241" y="45"/>
                  </a:cubicBezTo>
                  <a:cubicBezTo>
                    <a:pt x="236" y="20"/>
                    <a:pt x="215" y="1"/>
                    <a:pt x="19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0" name="Google Shape;9710;p31"/>
            <p:cNvSpPr/>
            <p:nvPr/>
          </p:nvSpPr>
          <p:spPr>
            <a:xfrm>
              <a:off x="1737025" y="4155750"/>
              <a:ext cx="48850" cy="143375"/>
            </a:xfrm>
            <a:custGeom>
              <a:avLst/>
              <a:gdLst/>
              <a:ahLst/>
              <a:cxnLst/>
              <a:rect l="l" t="t" r="r" b="b"/>
              <a:pathLst>
                <a:path w="1954" h="5735" extrusionOk="0">
                  <a:moveTo>
                    <a:pt x="72" y="1"/>
                  </a:moveTo>
                  <a:cubicBezTo>
                    <a:pt x="61" y="1"/>
                    <a:pt x="47" y="12"/>
                    <a:pt x="46" y="25"/>
                  </a:cubicBezTo>
                  <a:cubicBezTo>
                    <a:pt x="0" y="846"/>
                    <a:pt x="252" y="1814"/>
                    <a:pt x="814" y="2987"/>
                  </a:cubicBezTo>
                  <a:cubicBezTo>
                    <a:pt x="879" y="3122"/>
                    <a:pt x="945" y="3256"/>
                    <a:pt x="1012" y="3392"/>
                  </a:cubicBezTo>
                  <a:cubicBezTo>
                    <a:pt x="1375" y="4132"/>
                    <a:pt x="1751" y="4896"/>
                    <a:pt x="1900" y="5713"/>
                  </a:cubicBezTo>
                  <a:cubicBezTo>
                    <a:pt x="1903" y="5725"/>
                    <a:pt x="1913" y="5735"/>
                    <a:pt x="1925" y="5735"/>
                  </a:cubicBezTo>
                  <a:lnTo>
                    <a:pt x="1931" y="5735"/>
                  </a:lnTo>
                  <a:cubicBezTo>
                    <a:pt x="1944" y="5732"/>
                    <a:pt x="1954" y="5718"/>
                    <a:pt x="1951" y="5704"/>
                  </a:cubicBezTo>
                  <a:cubicBezTo>
                    <a:pt x="1799" y="4880"/>
                    <a:pt x="1422" y="4112"/>
                    <a:pt x="1058" y="3369"/>
                  </a:cubicBezTo>
                  <a:cubicBezTo>
                    <a:pt x="992" y="3235"/>
                    <a:pt x="926" y="3100"/>
                    <a:pt x="861" y="2965"/>
                  </a:cubicBezTo>
                  <a:cubicBezTo>
                    <a:pt x="302" y="1799"/>
                    <a:pt x="53" y="839"/>
                    <a:pt x="99" y="28"/>
                  </a:cubicBezTo>
                  <a:cubicBezTo>
                    <a:pt x="100" y="14"/>
                    <a:pt x="88" y="2"/>
                    <a:pt x="74" y="1"/>
                  </a:cubicBezTo>
                  <a:cubicBezTo>
                    <a:pt x="74" y="1"/>
                    <a:pt x="73" y="1"/>
                    <a:pt x="7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1" name="Google Shape;9711;p31"/>
            <p:cNvSpPr/>
            <p:nvPr/>
          </p:nvSpPr>
          <p:spPr>
            <a:xfrm>
              <a:off x="1773350" y="4206950"/>
              <a:ext cx="9475" cy="55275"/>
            </a:xfrm>
            <a:custGeom>
              <a:avLst/>
              <a:gdLst/>
              <a:ahLst/>
              <a:cxnLst/>
              <a:rect l="l" t="t" r="r" b="b"/>
              <a:pathLst>
                <a:path w="379" h="2211" extrusionOk="0">
                  <a:moveTo>
                    <a:pt x="291" y="0"/>
                  </a:moveTo>
                  <a:cubicBezTo>
                    <a:pt x="290" y="0"/>
                    <a:pt x="289" y="0"/>
                    <a:pt x="288" y="0"/>
                  </a:cubicBezTo>
                  <a:cubicBezTo>
                    <a:pt x="273" y="2"/>
                    <a:pt x="263" y="14"/>
                    <a:pt x="264" y="29"/>
                  </a:cubicBezTo>
                  <a:cubicBezTo>
                    <a:pt x="326" y="748"/>
                    <a:pt x="236" y="1491"/>
                    <a:pt x="4" y="2177"/>
                  </a:cubicBezTo>
                  <a:cubicBezTo>
                    <a:pt x="0" y="2191"/>
                    <a:pt x="7" y="2205"/>
                    <a:pt x="20" y="2209"/>
                  </a:cubicBezTo>
                  <a:cubicBezTo>
                    <a:pt x="23" y="2211"/>
                    <a:pt x="26" y="2211"/>
                    <a:pt x="28" y="2211"/>
                  </a:cubicBezTo>
                  <a:cubicBezTo>
                    <a:pt x="39" y="2211"/>
                    <a:pt x="50" y="2204"/>
                    <a:pt x="53" y="2193"/>
                  </a:cubicBezTo>
                  <a:cubicBezTo>
                    <a:pt x="287" y="1502"/>
                    <a:pt x="378" y="751"/>
                    <a:pt x="316" y="23"/>
                  </a:cubicBezTo>
                  <a:cubicBezTo>
                    <a:pt x="315" y="11"/>
                    <a:pt x="305" y="0"/>
                    <a:pt x="29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2" name="Google Shape;9712;p31"/>
            <p:cNvSpPr/>
            <p:nvPr/>
          </p:nvSpPr>
          <p:spPr>
            <a:xfrm>
              <a:off x="1749475" y="4183175"/>
              <a:ext cx="4800" cy="29350"/>
            </a:xfrm>
            <a:custGeom>
              <a:avLst/>
              <a:gdLst/>
              <a:ahLst/>
              <a:cxnLst/>
              <a:rect l="l" t="t" r="r" b="b"/>
              <a:pathLst>
                <a:path w="192" h="1174" extrusionOk="0">
                  <a:moveTo>
                    <a:pt x="149" y="0"/>
                  </a:moveTo>
                  <a:cubicBezTo>
                    <a:pt x="148" y="0"/>
                    <a:pt x="148" y="0"/>
                    <a:pt x="147" y="0"/>
                  </a:cubicBezTo>
                  <a:cubicBezTo>
                    <a:pt x="132" y="0"/>
                    <a:pt x="121" y="12"/>
                    <a:pt x="121" y="27"/>
                  </a:cubicBezTo>
                  <a:cubicBezTo>
                    <a:pt x="140" y="402"/>
                    <a:pt x="100" y="778"/>
                    <a:pt x="4" y="1141"/>
                  </a:cubicBezTo>
                  <a:cubicBezTo>
                    <a:pt x="0" y="1154"/>
                    <a:pt x="9" y="1169"/>
                    <a:pt x="23" y="1173"/>
                  </a:cubicBezTo>
                  <a:lnTo>
                    <a:pt x="30" y="1173"/>
                  </a:lnTo>
                  <a:cubicBezTo>
                    <a:pt x="40" y="1173"/>
                    <a:pt x="51" y="1167"/>
                    <a:pt x="54" y="1154"/>
                  </a:cubicBezTo>
                  <a:cubicBezTo>
                    <a:pt x="152" y="786"/>
                    <a:pt x="191" y="406"/>
                    <a:pt x="174" y="24"/>
                  </a:cubicBezTo>
                  <a:cubicBezTo>
                    <a:pt x="172" y="10"/>
                    <a:pt x="163" y="0"/>
                    <a:pt x="14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3" name="Google Shape;9713;p31"/>
            <p:cNvSpPr/>
            <p:nvPr/>
          </p:nvSpPr>
          <p:spPr>
            <a:xfrm>
              <a:off x="1714475" y="4215275"/>
              <a:ext cx="46650" cy="22950"/>
            </a:xfrm>
            <a:custGeom>
              <a:avLst/>
              <a:gdLst/>
              <a:ahLst/>
              <a:cxnLst/>
              <a:rect l="l" t="t" r="r" b="b"/>
              <a:pathLst>
                <a:path w="1866" h="918" extrusionOk="0">
                  <a:moveTo>
                    <a:pt x="30" y="0"/>
                  </a:moveTo>
                  <a:cubicBezTo>
                    <a:pt x="22" y="0"/>
                    <a:pt x="14" y="4"/>
                    <a:pt x="9" y="12"/>
                  </a:cubicBezTo>
                  <a:cubicBezTo>
                    <a:pt x="1" y="23"/>
                    <a:pt x="4" y="39"/>
                    <a:pt x="16" y="47"/>
                  </a:cubicBezTo>
                  <a:cubicBezTo>
                    <a:pt x="585" y="445"/>
                    <a:pt x="1162" y="721"/>
                    <a:pt x="1829" y="916"/>
                  </a:cubicBezTo>
                  <a:cubicBezTo>
                    <a:pt x="1832" y="917"/>
                    <a:pt x="1833" y="917"/>
                    <a:pt x="1836" y="917"/>
                  </a:cubicBezTo>
                  <a:cubicBezTo>
                    <a:pt x="1848" y="917"/>
                    <a:pt x="1857" y="909"/>
                    <a:pt x="1862" y="898"/>
                  </a:cubicBezTo>
                  <a:cubicBezTo>
                    <a:pt x="1866" y="885"/>
                    <a:pt x="1857" y="870"/>
                    <a:pt x="1844" y="866"/>
                  </a:cubicBezTo>
                  <a:cubicBezTo>
                    <a:pt x="1182" y="674"/>
                    <a:pt x="610" y="399"/>
                    <a:pt x="45" y="5"/>
                  </a:cubicBezTo>
                  <a:cubicBezTo>
                    <a:pt x="41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4" name="Google Shape;9714;p31"/>
            <p:cNvSpPr/>
            <p:nvPr/>
          </p:nvSpPr>
          <p:spPr>
            <a:xfrm>
              <a:off x="1725450" y="4254700"/>
              <a:ext cx="54775" cy="25175"/>
            </a:xfrm>
            <a:custGeom>
              <a:avLst/>
              <a:gdLst/>
              <a:ahLst/>
              <a:cxnLst/>
              <a:rect l="l" t="t" r="r" b="b"/>
              <a:pathLst>
                <a:path w="2191" h="1007" extrusionOk="0">
                  <a:moveTo>
                    <a:pt x="30" y="1"/>
                  </a:moveTo>
                  <a:cubicBezTo>
                    <a:pt x="21" y="1"/>
                    <a:pt x="13" y="5"/>
                    <a:pt x="9" y="13"/>
                  </a:cubicBezTo>
                  <a:cubicBezTo>
                    <a:pt x="1" y="25"/>
                    <a:pt x="5" y="41"/>
                    <a:pt x="17" y="48"/>
                  </a:cubicBezTo>
                  <a:cubicBezTo>
                    <a:pt x="681" y="466"/>
                    <a:pt x="1401" y="788"/>
                    <a:pt x="2154" y="1006"/>
                  </a:cubicBezTo>
                  <a:lnTo>
                    <a:pt x="2162" y="1006"/>
                  </a:lnTo>
                  <a:lnTo>
                    <a:pt x="2162" y="1007"/>
                  </a:lnTo>
                  <a:cubicBezTo>
                    <a:pt x="2173" y="1007"/>
                    <a:pt x="2184" y="999"/>
                    <a:pt x="2187" y="988"/>
                  </a:cubicBezTo>
                  <a:cubicBezTo>
                    <a:pt x="2191" y="973"/>
                    <a:pt x="2183" y="960"/>
                    <a:pt x="2169" y="956"/>
                  </a:cubicBezTo>
                  <a:cubicBezTo>
                    <a:pt x="1420" y="739"/>
                    <a:pt x="704" y="419"/>
                    <a:pt x="44" y="5"/>
                  </a:cubicBezTo>
                  <a:cubicBezTo>
                    <a:pt x="39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5" name="Google Shape;9715;p31"/>
            <p:cNvSpPr/>
            <p:nvPr/>
          </p:nvSpPr>
          <p:spPr>
            <a:xfrm>
              <a:off x="1761700" y="4192625"/>
              <a:ext cx="2450" cy="10450"/>
            </a:xfrm>
            <a:custGeom>
              <a:avLst/>
              <a:gdLst/>
              <a:ahLst/>
              <a:cxnLst/>
              <a:rect l="l" t="t" r="r" b="b"/>
              <a:pathLst>
                <a:path w="98" h="418" extrusionOk="0">
                  <a:moveTo>
                    <a:pt x="69" y="0"/>
                  </a:moveTo>
                  <a:cubicBezTo>
                    <a:pt x="55" y="0"/>
                    <a:pt x="44" y="12"/>
                    <a:pt x="44" y="27"/>
                  </a:cubicBezTo>
                  <a:cubicBezTo>
                    <a:pt x="45" y="147"/>
                    <a:pt x="32" y="268"/>
                    <a:pt x="3" y="385"/>
                  </a:cubicBezTo>
                  <a:cubicBezTo>
                    <a:pt x="1" y="398"/>
                    <a:pt x="9" y="412"/>
                    <a:pt x="24" y="416"/>
                  </a:cubicBezTo>
                  <a:lnTo>
                    <a:pt x="29" y="416"/>
                  </a:lnTo>
                  <a:lnTo>
                    <a:pt x="29" y="417"/>
                  </a:lnTo>
                  <a:cubicBezTo>
                    <a:pt x="41" y="417"/>
                    <a:pt x="52" y="409"/>
                    <a:pt x="55" y="397"/>
                  </a:cubicBezTo>
                  <a:cubicBezTo>
                    <a:pt x="83" y="276"/>
                    <a:pt x="98" y="151"/>
                    <a:pt x="95" y="26"/>
                  </a:cubicBezTo>
                  <a:cubicBezTo>
                    <a:pt x="95" y="12"/>
                    <a:pt x="83" y="0"/>
                    <a:pt x="6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6" name="Google Shape;9716;p31"/>
            <p:cNvSpPr/>
            <p:nvPr/>
          </p:nvSpPr>
          <p:spPr>
            <a:xfrm>
              <a:off x="1758975" y="4208575"/>
              <a:ext cx="2375" cy="5300"/>
            </a:xfrm>
            <a:custGeom>
              <a:avLst/>
              <a:gdLst/>
              <a:ahLst/>
              <a:cxnLst/>
              <a:rect l="l" t="t" r="r" b="b"/>
              <a:pathLst>
                <a:path w="95" h="212" extrusionOk="0">
                  <a:moveTo>
                    <a:pt x="67" y="0"/>
                  </a:moveTo>
                  <a:cubicBezTo>
                    <a:pt x="55" y="0"/>
                    <a:pt x="45" y="9"/>
                    <a:pt x="42" y="20"/>
                  </a:cubicBezTo>
                  <a:lnTo>
                    <a:pt x="5" y="179"/>
                  </a:lnTo>
                  <a:cubicBezTo>
                    <a:pt x="1" y="192"/>
                    <a:pt x="10" y="207"/>
                    <a:pt x="24" y="210"/>
                  </a:cubicBezTo>
                  <a:cubicBezTo>
                    <a:pt x="25" y="211"/>
                    <a:pt x="28" y="211"/>
                    <a:pt x="29" y="211"/>
                  </a:cubicBezTo>
                  <a:cubicBezTo>
                    <a:pt x="41" y="211"/>
                    <a:pt x="52" y="203"/>
                    <a:pt x="55" y="191"/>
                  </a:cubicBezTo>
                  <a:lnTo>
                    <a:pt x="92" y="32"/>
                  </a:lnTo>
                  <a:cubicBezTo>
                    <a:pt x="95" y="19"/>
                    <a:pt x="87" y="5"/>
                    <a:pt x="73" y="1"/>
                  </a:cubicBezTo>
                  <a:cubicBezTo>
                    <a:pt x="71" y="1"/>
                    <a:pt x="69" y="0"/>
                    <a:pt x="6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7" name="Google Shape;9717;p31"/>
            <p:cNvSpPr/>
            <p:nvPr/>
          </p:nvSpPr>
          <p:spPr>
            <a:xfrm>
              <a:off x="1744800" y="4252300"/>
              <a:ext cx="29550" cy="11275"/>
            </a:xfrm>
            <a:custGeom>
              <a:avLst/>
              <a:gdLst/>
              <a:ahLst/>
              <a:cxnLst/>
              <a:rect l="l" t="t" r="r" b="b"/>
              <a:pathLst>
                <a:path w="1182" h="451" extrusionOk="0">
                  <a:moveTo>
                    <a:pt x="29" y="1"/>
                  </a:moveTo>
                  <a:cubicBezTo>
                    <a:pt x="20" y="1"/>
                    <a:pt x="10" y="6"/>
                    <a:pt x="5" y="15"/>
                  </a:cubicBezTo>
                  <a:cubicBezTo>
                    <a:pt x="0" y="28"/>
                    <a:pt x="5" y="44"/>
                    <a:pt x="18" y="50"/>
                  </a:cubicBezTo>
                  <a:cubicBezTo>
                    <a:pt x="377" y="230"/>
                    <a:pt x="756" y="364"/>
                    <a:pt x="1148" y="451"/>
                  </a:cubicBezTo>
                  <a:lnTo>
                    <a:pt x="1153" y="451"/>
                  </a:lnTo>
                  <a:cubicBezTo>
                    <a:pt x="1165" y="451"/>
                    <a:pt x="1176" y="442"/>
                    <a:pt x="1179" y="430"/>
                  </a:cubicBezTo>
                  <a:cubicBezTo>
                    <a:pt x="1181" y="417"/>
                    <a:pt x="1172" y="402"/>
                    <a:pt x="1158" y="399"/>
                  </a:cubicBezTo>
                  <a:cubicBezTo>
                    <a:pt x="771" y="315"/>
                    <a:pt x="396" y="181"/>
                    <a:pt x="40" y="4"/>
                  </a:cubicBezTo>
                  <a:cubicBezTo>
                    <a:pt x="37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8" name="Google Shape;9718;p31"/>
            <p:cNvSpPr/>
            <p:nvPr/>
          </p:nvSpPr>
          <p:spPr>
            <a:xfrm>
              <a:off x="1736575" y="4249000"/>
              <a:ext cx="4900" cy="2975"/>
            </a:xfrm>
            <a:custGeom>
              <a:avLst/>
              <a:gdLst/>
              <a:ahLst/>
              <a:cxnLst/>
              <a:rect l="l" t="t" r="r" b="b"/>
              <a:pathLst>
                <a:path w="196" h="119" extrusionOk="0">
                  <a:moveTo>
                    <a:pt x="31" y="0"/>
                  </a:moveTo>
                  <a:cubicBezTo>
                    <a:pt x="21" y="0"/>
                    <a:pt x="12" y="5"/>
                    <a:pt x="8" y="15"/>
                  </a:cubicBezTo>
                  <a:cubicBezTo>
                    <a:pt x="1" y="27"/>
                    <a:pt x="6" y="43"/>
                    <a:pt x="20" y="50"/>
                  </a:cubicBezTo>
                  <a:lnTo>
                    <a:pt x="156" y="116"/>
                  </a:lnTo>
                  <a:cubicBezTo>
                    <a:pt x="158" y="118"/>
                    <a:pt x="162" y="118"/>
                    <a:pt x="166" y="118"/>
                  </a:cubicBezTo>
                  <a:cubicBezTo>
                    <a:pt x="176" y="118"/>
                    <a:pt x="185" y="113"/>
                    <a:pt x="189" y="104"/>
                  </a:cubicBezTo>
                  <a:cubicBezTo>
                    <a:pt x="196" y="91"/>
                    <a:pt x="190" y="75"/>
                    <a:pt x="178" y="70"/>
                  </a:cubicBezTo>
                  <a:lnTo>
                    <a:pt x="43" y="3"/>
                  </a:lnTo>
                  <a:cubicBezTo>
                    <a:pt x="39" y="1"/>
                    <a:pt x="35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9" name="Google Shape;9719;p31"/>
            <p:cNvSpPr/>
            <p:nvPr/>
          </p:nvSpPr>
          <p:spPr>
            <a:xfrm>
              <a:off x="1735900" y="4218100"/>
              <a:ext cx="9800" cy="4925"/>
            </a:xfrm>
            <a:custGeom>
              <a:avLst/>
              <a:gdLst/>
              <a:ahLst/>
              <a:cxnLst/>
              <a:rect l="l" t="t" r="r" b="b"/>
              <a:pathLst>
                <a:path w="392" h="197" extrusionOk="0">
                  <a:moveTo>
                    <a:pt x="29" y="0"/>
                  </a:moveTo>
                  <a:cubicBezTo>
                    <a:pt x="19" y="0"/>
                    <a:pt x="10" y="6"/>
                    <a:pt x="6" y="16"/>
                  </a:cubicBezTo>
                  <a:cubicBezTo>
                    <a:pt x="1" y="29"/>
                    <a:pt x="6" y="44"/>
                    <a:pt x="20" y="49"/>
                  </a:cubicBezTo>
                  <a:lnTo>
                    <a:pt x="351" y="193"/>
                  </a:lnTo>
                  <a:cubicBezTo>
                    <a:pt x="353" y="195"/>
                    <a:pt x="357" y="196"/>
                    <a:pt x="361" y="196"/>
                  </a:cubicBezTo>
                  <a:cubicBezTo>
                    <a:pt x="371" y="196"/>
                    <a:pt x="380" y="189"/>
                    <a:pt x="384" y="180"/>
                  </a:cubicBezTo>
                  <a:cubicBezTo>
                    <a:pt x="391" y="166"/>
                    <a:pt x="384" y="152"/>
                    <a:pt x="371" y="146"/>
                  </a:cubicBezTo>
                  <a:lnTo>
                    <a:pt x="40" y="2"/>
                  </a:lnTo>
                  <a:cubicBezTo>
                    <a:pt x="36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0" name="Google Shape;9720;p31"/>
            <p:cNvSpPr/>
            <p:nvPr/>
          </p:nvSpPr>
          <p:spPr>
            <a:xfrm>
              <a:off x="1715325" y="4206225"/>
              <a:ext cx="14925" cy="10100"/>
            </a:xfrm>
            <a:custGeom>
              <a:avLst/>
              <a:gdLst/>
              <a:ahLst/>
              <a:cxnLst/>
              <a:rect l="l" t="t" r="r" b="b"/>
              <a:pathLst>
                <a:path w="597" h="404" extrusionOk="0">
                  <a:moveTo>
                    <a:pt x="30" y="1"/>
                  </a:moveTo>
                  <a:cubicBezTo>
                    <a:pt x="22" y="1"/>
                    <a:pt x="14" y="4"/>
                    <a:pt x="9" y="11"/>
                  </a:cubicBezTo>
                  <a:cubicBezTo>
                    <a:pt x="1" y="23"/>
                    <a:pt x="2" y="39"/>
                    <a:pt x="13" y="47"/>
                  </a:cubicBezTo>
                  <a:cubicBezTo>
                    <a:pt x="182" y="183"/>
                    <a:pt x="364" y="301"/>
                    <a:pt x="555" y="401"/>
                  </a:cubicBezTo>
                  <a:cubicBezTo>
                    <a:pt x="559" y="403"/>
                    <a:pt x="563" y="403"/>
                    <a:pt x="567" y="403"/>
                  </a:cubicBezTo>
                  <a:cubicBezTo>
                    <a:pt x="576" y="403"/>
                    <a:pt x="586" y="399"/>
                    <a:pt x="590" y="390"/>
                  </a:cubicBezTo>
                  <a:cubicBezTo>
                    <a:pt x="597" y="378"/>
                    <a:pt x="591" y="362"/>
                    <a:pt x="579" y="355"/>
                  </a:cubicBezTo>
                  <a:cubicBezTo>
                    <a:pt x="391" y="257"/>
                    <a:pt x="212" y="140"/>
                    <a:pt x="46" y="6"/>
                  </a:cubicBezTo>
                  <a:cubicBezTo>
                    <a:pt x="41" y="3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1" name="Google Shape;9721;p31"/>
            <p:cNvSpPr/>
            <p:nvPr/>
          </p:nvSpPr>
          <p:spPr>
            <a:xfrm>
              <a:off x="1717875" y="4197250"/>
              <a:ext cx="23150" cy="16200"/>
            </a:xfrm>
            <a:custGeom>
              <a:avLst/>
              <a:gdLst/>
              <a:ahLst/>
              <a:cxnLst/>
              <a:rect l="l" t="t" r="r" b="b"/>
              <a:pathLst>
                <a:path w="926" h="648" extrusionOk="0">
                  <a:moveTo>
                    <a:pt x="30" y="1"/>
                  </a:moveTo>
                  <a:cubicBezTo>
                    <a:pt x="23" y="1"/>
                    <a:pt x="16" y="3"/>
                    <a:pt x="10" y="9"/>
                  </a:cubicBezTo>
                  <a:cubicBezTo>
                    <a:pt x="1" y="18"/>
                    <a:pt x="1" y="36"/>
                    <a:pt x="12" y="45"/>
                  </a:cubicBezTo>
                  <a:cubicBezTo>
                    <a:pt x="269" y="291"/>
                    <a:pt x="562" y="493"/>
                    <a:pt x="885" y="645"/>
                  </a:cubicBezTo>
                  <a:cubicBezTo>
                    <a:pt x="889" y="647"/>
                    <a:pt x="891" y="648"/>
                    <a:pt x="895" y="648"/>
                  </a:cubicBezTo>
                  <a:cubicBezTo>
                    <a:pt x="905" y="648"/>
                    <a:pt x="914" y="643"/>
                    <a:pt x="920" y="633"/>
                  </a:cubicBezTo>
                  <a:cubicBezTo>
                    <a:pt x="925" y="620"/>
                    <a:pt x="920" y="605"/>
                    <a:pt x="906" y="598"/>
                  </a:cubicBezTo>
                  <a:cubicBezTo>
                    <a:pt x="590" y="449"/>
                    <a:pt x="301" y="250"/>
                    <a:pt x="48" y="8"/>
                  </a:cubicBezTo>
                  <a:cubicBezTo>
                    <a:pt x="43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2" name="Google Shape;9722;p31"/>
            <p:cNvSpPr/>
            <p:nvPr/>
          </p:nvSpPr>
          <p:spPr>
            <a:xfrm>
              <a:off x="1777775" y="4238150"/>
              <a:ext cx="11475" cy="38000"/>
            </a:xfrm>
            <a:custGeom>
              <a:avLst/>
              <a:gdLst/>
              <a:ahLst/>
              <a:cxnLst/>
              <a:rect l="l" t="t" r="r" b="b"/>
              <a:pathLst>
                <a:path w="459" h="1520" extrusionOk="0">
                  <a:moveTo>
                    <a:pt x="431" y="1"/>
                  </a:moveTo>
                  <a:cubicBezTo>
                    <a:pt x="419" y="1"/>
                    <a:pt x="407" y="10"/>
                    <a:pt x="406" y="22"/>
                  </a:cubicBezTo>
                  <a:cubicBezTo>
                    <a:pt x="340" y="525"/>
                    <a:pt x="207" y="1018"/>
                    <a:pt x="6" y="1483"/>
                  </a:cubicBezTo>
                  <a:cubicBezTo>
                    <a:pt x="1" y="1497"/>
                    <a:pt x="8" y="1513"/>
                    <a:pt x="21" y="1518"/>
                  </a:cubicBezTo>
                  <a:cubicBezTo>
                    <a:pt x="24" y="1520"/>
                    <a:pt x="28" y="1520"/>
                    <a:pt x="30" y="1520"/>
                  </a:cubicBezTo>
                  <a:cubicBezTo>
                    <a:pt x="41" y="1520"/>
                    <a:pt x="51" y="1514"/>
                    <a:pt x="55" y="1504"/>
                  </a:cubicBezTo>
                  <a:cubicBezTo>
                    <a:pt x="255" y="1033"/>
                    <a:pt x="391" y="538"/>
                    <a:pt x="457" y="29"/>
                  </a:cubicBezTo>
                  <a:cubicBezTo>
                    <a:pt x="458" y="16"/>
                    <a:pt x="449" y="2"/>
                    <a:pt x="434" y="1"/>
                  </a:cubicBezTo>
                  <a:cubicBezTo>
                    <a:pt x="433" y="1"/>
                    <a:pt x="432" y="1"/>
                    <a:pt x="4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3" name="Google Shape;9723;p31"/>
            <p:cNvSpPr/>
            <p:nvPr/>
          </p:nvSpPr>
          <p:spPr>
            <a:xfrm>
              <a:off x="1788250" y="4226700"/>
              <a:ext cx="1975" cy="5900"/>
            </a:xfrm>
            <a:custGeom>
              <a:avLst/>
              <a:gdLst/>
              <a:ahLst/>
              <a:cxnLst/>
              <a:rect l="l" t="t" r="r" b="b"/>
              <a:pathLst>
                <a:path w="79" h="236" extrusionOk="0">
                  <a:moveTo>
                    <a:pt x="28" y="0"/>
                  </a:moveTo>
                  <a:cubicBezTo>
                    <a:pt x="26" y="0"/>
                    <a:pt x="23" y="1"/>
                    <a:pt x="20" y="1"/>
                  </a:cubicBezTo>
                  <a:cubicBezTo>
                    <a:pt x="7" y="5"/>
                    <a:pt x="0" y="20"/>
                    <a:pt x="4" y="34"/>
                  </a:cubicBezTo>
                  <a:cubicBezTo>
                    <a:pt x="22" y="89"/>
                    <a:pt x="26" y="148"/>
                    <a:pt x="16" y="205"/>
                  </a:cubicBezTo>
                  <a:cubicBezTo>
                    <a:pt x="14" y="219"/>
                    <a:pt x="23" y="233"/>
                    <a:pt x="37" y="235"/>
                  </a:cubicBezTo>
                  <a:lnTo>
                    <a:pt x="41" y="235"/>
                  </a:lnTo>
                  <a:cubicBezTo>
                    <a:pt x="54" y="235"/>
                    <a:pt x="65" y="226"/>
                    <a:pt x="66" y="214"/>
                  </a:cubicBezTo>
                  <a:cubicBezTo>
                    <a:pt x="78" y="148"/>
                    <a:pt x="74" y="81"/>
                    <a:pt x="54" y="18"/>
                  </a:cubicBezTo>
                  <a:cubicBezTo>
                    <a:pt x="50" y="7"/>
                    <a:pt x="39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4" name="Google Shape;9724;p31"/>
            <p:cNvSpPr/>
            <p:nvPr/>
          </p:nvSpPr>
          <p:spPr>
            <a:xfrm>
              <a:off x="1777550" y="4036200"/>
              <a:ext cx="94100" cy="141575"/>
            </a:xfrm>
            <a:custGeom>
              <a:avLst/>
              <a:gdLst/>
              <a:ahLst/>
              <a:cxnLst/>
              <a:rect l="l" t="t" r="r" b="b"/>
              <a:pathLst>
                <a:path w="3764" h="5663" extrusionOk="0">
                  <a:moveTo>
                    <a:pt x="1030" y="0"/>
                  </a:moveTo>
                  <a:cubicBezTo>
                    <a:pt x="735" y="501"/>
                    <a:pt x="448" y="1028"/>
                    <a:pt x="260" y="1578"/>
                  </a:cubicBezTo>
                  <a:cubicBezTo>
                    <a:pt x="73" y="2127"/>
                    <a:pt x="0" y="2733"/>
                    <a:pt x="162" y="3291"/>
                  </a:cubicBezTo>
                  <a:cubicBezTo>
                    <a:pt x="331" y="3877"/>
                    <a:pt x="748" y="4368"/>
                    <a:pt x="1235" y="4736"/>
                  </a:cubicBezTo>
                  <a:cubicBezTo>
                    <a:pt x="1722" y="5104"/>
                    <a:pt x="2337" y="5406"/>
                    <a:pt x="2890" y="5663"/>
                  </a:cubicBezTo>
                  <a:lnTo>
                    <a:pt x="2890" y="5661"/>
                  </a:lnTo>
                  <a:cubicBezTo>
                    <a:pt x="3323" y="4893"/>
                    <a:pt x="3763" y="4013"/>
                    <a:pt x="3514" y="3167"/>
                  </a:cubicBezTo>
                  <a:cubicBezTo>
                    <a:pt x="3322" y="2512"/>
                    <a:pt x="2758" y="2045"/>
                    <a:pt x="2232" y="1608"/>
                  </a:cubicBezTo>
                  <a:cubicBezTo>
                    <a:pt x="1708" y="1171"/>
                    <a:pt x="1161" y="670"/>
                    <a:pt x="1030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5" name="Google Shape;9725;p31"/>
            <p:cNvSpPr/>
            <p:nvPr/>
          </p:nvSpPr>
          <p:spPr>
            <a:xfrm>
              <a:off x="1776600" y="4034900"/>
              <a:ext cx="96400" cy="144150"/>
            </a:xfrm>
            <a:custGeom>
              <a:avLst/>
              <a:gdLst/>
              <a:ahLst/>
              <a:cxnLst/>
              <a:rect l="l" t="t" r="r" b="b"/>
              <a:pathLst>
                <a:path w="3856" h="5766" extrusionOk="0">
                  <a:moveTo>
                    <a:pt x="1046" y="189"/>
                  </a:moveTo>
                  <a:cubicBezTo>
                    <a:pt x="1220" y="811"/>
                    <a:pt x="1728" y="1276"/>
                    <a:pt x="2237" y="1700"/>
                  </a:cubicBezTo>
                  <a:lnTo>
                    <a:pt x="2247" y="1708"/>
                  </a:lnTo>
                  <a:cubicBezTo>
                    <a:pt x="2772" y="2145"/>
                    <a:pt x="3316" y="2598"/>
                    <a:pt x="3503" y="3234"/>
                  </a:cubicBezTo>
                  <a:cubicBezTo>
                    <a:pt x="3741" y="4040"/>
                    <a:pt x="3344" y="4867"/>
                    <a:pt x="2907" y="5647"/>
                  </a:cubicBezTo>
                  <a:cubicBezTo>
                    <a:pt x="2346" y="5386"/>
                    <a:pt x="1766" y="5096"/>
                    <a:pt x="1304" y="4747"/>
                  </a:cubicBezTo>
                  <a:cubicBezTo>
                    <a:pt x="928" y="4462"/>
                    <a:pt x="439" y="3986"/>
                    <a:pt x="250" y="3328"/>
                  </a:cubicBezTo>
                  <a:cubicBezTo>
                    <a:pt x="107" y="2834"/>
                    <a:pt x="141" y="2253"/>
                    <a:pt x="346" y="1646"/>
                  </a:cubicBezTo>
                  <a:cubicBezTo>
                    <a:pt x="524" y="1127"/>
                    <a:pt x="793" y="624"/>
                    <a:pt x="1046" y="189"/>
                  </a:cubicBezTo>
                  <a:close/>
                  <a:moveTo>
                    <a:pt x="1066" y="0"/>
                  </a:moveTo>
                  <a:cubicBezTo>
                    <a:pt x="1048" y="0"/>
                    <a:pt x="1031" y="9"/>
                    <a:pt x="1022" y="25"/>
                  </a:cubicBezTo>
                  <a:cubicBezTo>
                    <a:pt x="750" y="489"/>
                    <a:pt x="445" y="1040"/>
                    <a:pt x="250" y="1613"/>
                  </a:cubicBezTo>
                  <a:cubicBezTo>
                    <a:pt x="36" y="2240"/>
                    <a:pt x="1" y="2844"/>
                    <a:pt x="150" y="3358"/>
                  </a:cubicBezTo>
                  <a:cubicBezTo>
                    <a:pt x="348" y="4042"/>
                    <a:pt x="854" y="4536"/>
                    <a:pt x="1241" y="4829"/>
                  </a:cubicBezTo>
                  <a:cubicBezTo>
                    <a:pt x="1724" y="5194"/>
                    <a:pt x="2327" y="5493"/>
                    <a:pt x="2907" y="5762"/>
                  </a:cubicBezTo>
                  <a:cubicBezTo>
                    <a:pt x="2913" y="5764"/>
                    <a:pt x="2921" y="5766"/>
                    <a:pt x="2928" y="5766"/>
                  </a:cubicBezTo>
                  <a:cubicBezTo>
                    <a:pt x="2947" y="5766"/>
                    <a:pt x="2964" y="5756"/>
                    <a:pt x="2974" y="5739"/>
                  </a:cubicBezTo>
                  <a:cubicBezTo>
                    <a:pt x="3410" y="4964"/>
                    <a:pt x="3855" y="4064"/>
                    <a:pt x="3602" y="3204"/>
                  </a:cubicBezTo>
                  <a:cubicBezTo>
                    <a:pt x="3406" y="2538"/>
                    <a:pt x="2850" y="2076"/>
                    <a:pt x="2313" y="1629"/>
                  </a:cubicBezTo>
                  <a:lnTo>
                    <a:pt x="2303" y="1621"/>
                  </a:lnTo>
                  <a:cubicBezTo>
                    <a:pt x="1774" y="1180"/>
                    <a:pt x="1247" y="695"/>
                    <a:pt x="1117" y="41"/>
                  </a:cubicBezTo>
                  <a:cubicBezTo>
                    <a:pt x="1113" y="21"/>
                    <a:pt x="1097" y="5"/>
                    <a:pt x="1076" y="1"/>
                  </a:cubicBezTo>
                  <a:cubicBezTo>
                    <a:pt x="1072" y="0"/>
                    <a:pt x="1069" y="0"/>
                    <a:pt x="106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6" name="Google Shape;9726;p31"/>
            <p:cNvSpPr/>
            <p:nvPr/>
          </p:nvSpPr>
          <p:spPr>
            <a:xfrm>
              <a:off x="1845075" y="4176450"/>
              <a:ext cx="8400" cy="47575"/>
            </a:xfrm>
            <a:custGeom>
              <a:avLst/>
              <a:gdLst/>
              <a:ahLst/>
              <a:cxnLst/>
              <a:rect l="l" t="t" r="r" b="b"/>
              <a:pathLst>
                <a:path w="336" h="1903" extrusionOk="0">
                  <a:moveTo>
                    <a:pt x="191" y="1"/>
                  </a:moveTo>
                  <a:cubicBezTo>
                    <a:pt x="188" y="1"/>
                    <a:pt x="184" y="1"/>
                    <a:pt x="181" y="1"/>
                  </a:cubicBezTo>
                  <a:cubicBezTo>
                    <a:pt x="153" y="6"/>
                    <a:pt x="134" y="32"/>
                    <a:pt x="139" y="61"/>
                  </a:cubicBezTo>
                  <a:cubicBezTo>
                    <a:pt x="231" y="634"/>
                    <a:pt x="189" y="1197"/>
                    <a:pt x="9" y="1837"/>
                  </a:cubicBezTo>
                  <a:cubicBezTo>
                    <a:pt x="1" y="1865"/>
                    <a:pt x="17" y="1893"/>
                    <a:pt x="44" y="1901"/>
                  </a:cubicBezTo>
                  <a:cubicBezTo>
                    <a:pt x="49" y="1902"/>
                    <a:pt x="53" y="1902"/>
                    <a:pt x="59" y="1902"/>
                  </a:cubicBezTo>
                  <a:cubicBezTo>
                    <a:pt x="80" y="1902"/>
                    <a:pt x="102" y="1888"/>
                    <a:pt x="108" y="1865"/>
                  </a:cubicBezTo>
                  <a:cubicBezTo>
                    <a:pt x="294" y="1211"/>
                    <a:pt x="336" y="632"/>
                    <a:pt x="242" y="43"/>
                  </a:cubicBezTo>
                  <a:cubicBezTo>
                    <a:pt x="237" y="19"/>
                    <a:pt x="216" y="1"/>
                    <a:pt x="19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7" name="Google Shape;9727;p31"/>
            <p:cNvSpPr/>
            <p:nvPr/>
          </p:nvSpPr>
          <p:spPr>
            <a:xfrm>
              <a:off x="1801450" y="4035525"/>
              <a:ext cx="48875" cy="143350"/>
            </a:xfrm>
            <a:custGeom>
              <a:avLst/>
              <a:gdLst/>
              <a:ahLst/>
              <a:cxnLst/>
              <a:rect l="l" t="t" r="r" b="b"/>
              <a:pathLst>
                <a:path w="1955" h="5734" extrusionOk="0">
                  <a:moveTo>
                    <a:pt x="75" y="0"/>
                  </a:moveTo>
                  <a:cubicBezTo>
                    <a:pt x="60" y="0"/>
                    <a:pt x="48" y="11"/>
                    <a:pt x="47" y="26"/>
                  </a:cubicBezTo>
                  <a:cubicBezTo>
                    <a:pt x="1" y="845"/>
                    <a:pt x="251" y="1814"/>
                    <a:pt x="815" y="2987"/>
                  </a:cubicBezTo>
                  <a:cubicBezTo>
                    <a:pt x="879" y="3121"/>
                    <a:pt x="945" y="3257"/>
                    <a:pt x="1011" y="3392"/>
                  </a:cubicBezTo>
                  <a:cubicBezTo>
                    <a:pt x="1375" y="4132"/>
                    <a:pt x="1750" y="4896"/>
                    <a:pt x="1901" y="5712"/>
                  </a:cubicBezTo>
                  <a:cubicBezTo>
                    <a:pt x="1903" y="5726"/>
                    <a:pt x="1914" y="5734"/>
                    <a:pt x="1926" y="5734"/>
                  </a:cubicBezTo>
                  <a:lnTo>
                    <a:pt x="1930" y="5734"/>
                  </a:lnTo>
                  <a:cubicBezTo>
                    <a:pt x="1945" y="5731"/>
                    <a:pt x="1954" y="5718"/>
                    <a:pt x="1952" y="5703"/>
                  </a:cubicBezTo>
                  <a:cubicBezTo>
                    <a:pt x="1800" y="4880"/>
                    <a:pt x="1423" y="4112"/>
                    <a:pt x="1058" y="3369"/>
                  </a:cubicBezTo>
                  <a:cubicBezTo>
                    <a:pt x="992" y="3234"/>
                    <a:pt x="927" y="3100"/>
                    <a:pt x="861" y="2964"/>
                  </a:cubicBezTo>
                  <a:cubicBezTo>
                    <a:pt x="302" y="1800"/>
                    <a:pt x="53" y="838"/>
                    <a:pt x="99" y="28"/>
                  </a:cubicBezTo>
                  <a:cubicBezTo>
                    <a:pt x="99" y="14"/>
                    <a:pt x="88" y="2"/>
                    <a:pt x="7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8" name="Google Shape;9728;p31"/>
            <p:cNvSpPr/>
            <p:nvPr/>
          </p:nvSpPr>
          <p:spPr>
            <a:xfrm>
              <a:off x="1837750" y="4086700"/>
              <a:ext cx="9500" cy="55300"/>
            </a:xfrm>
            <a:custGeom>
              <a:avLst/>
              <a:gdLst/>
              <a:ahLst/>
              <a:cxnLst/>
              <a:rect l="l" t="t" r="r" b="b"/>
              <a:pathLst>
                <a:path w="380" h="2212" extrusionOk="0">
                  <a:moveTo>
                    <a:pt x="292" y="1"/>
                  </a:moveTo>
                  <a:cubicBezTo>
                    <a:pt x="291" y="1"/>
                    <a:pt x="291" y="1"/>
                    <a:pt x="290" y="1"/>
                  </a:cubicBezTo>
                  <a:cubicBezTo>
                    <a:pt x="275" y="2"/>
                    <a:pt x="264" y="16"/>
                    <a:pt x="266" y="29"/>
                  </a:cubicBezTo>
                  <a:cubicBezTo>
                    <a:pt x="327" y="750"/>
                    <a:pt x="237" y="1493"/>
                    <a:pt x="6" y="2178"/>
                  </a:cubicBezTo>
                  <a:cubicBezTo>
                    <a:pt x="1" y="2191"/>
                    <a:pt x="9" y="2206"/>
                    <a:pt x="22" y="2210"/>
                  </a:cubicBezTo>
                  <a:cubicBezTo>
                    <a:pt x="25" y="2211"/>
                    <a:pt x="27" y="2211"/>
                    <a:pt x="30" y="2211"/>
                  </a:cubicBezTo>
                  <a:cubicBezTo>
                    <a:pt x="41" y="2211"/>
                    <a:pt x="52" y="2204"/>
                    <a:pt x="54" y="2194"/>
                  </a:cubicBezTo>
                  <a:cubicBezTo>
                    <a:pt x="288" y="1502"/>
                    <a:pt x="380" y="753"/>
                    <a:pt x="318" y="25"/>
                  </a:cubicBezTo>
                  <a:cubicBezTo>
                    <a:pt x="317" y="11"/>
                    <a:pt x="306" y="1"/>
                    <a:pt x="2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9" name="Google Shape;9729;p31"/>
            <p:cNvSpPr/>
            <p:nvPr/>
          </p:nvSpPr>
          <p:spPr>
            <a:xfrm>
              <a:off x="1813900" y="4062925"/>
              <a:ext cx="4850" cy="29400"/>
            </a:xfrm>
            <a:custGeom>
              <a:avLst/>
              <a:gdLst/>
              <a:ahLst/>
              <a:cxnLst/>
              <a:rect l="l" t="t" r="r" b="b"/>
              <a:pathLst>
                <a:path w="194" h="1176" extrusionOk="0">
                  <a:moveTo>
                    <a:pt x="147" y="1"/>
                  </a:moveTo>
                  <a:cubicBezTo>
                    <a:pt x="133" y="2"/>
                    <a:pt x="122" y="14"/>
                    <a:pt x="122" y="28"/>
                  </a:cubicBezTo>
                  <a:cubicBezTo>
                    <a:pt x="141" y="404"/>
                    <a:pt x="102" y="778"/>
                    <a:pt x="5" y="1143"/>
                  </a:cubicBezTo>
                  <a:cubicBezTo>
                    <a:pt x="1" y="1156"/>
                    <a:pt x="10" y="1170"/>
                    <a:pt x="24" y="1174"/>
                  </a:cubicBezTo>
                  <a:cubicBezTo>
                    <a:pt x="25" y="1175"/>
                    <a:pt x="28" y="1175"/>
                    <a:pt x="30" y="1175"/>
                  </a:cubicBezTo>
                  <a:cubicBezTo>
                    <a:pt x="41" y="1175"/>
                    <a:pt x="52" y="1167"/>
                    <a:pt x="55" y="1156"/>
                  </a:cubicBezTo>
                  <a:cubicBezTo>
                    <a:pt x="153" y="786"/>
                    <a:pt x="193" y="407"/>
                    <a:pt x="174" y="26"/>
                  </a:cubicBezTo>
                  <a:cubicBezTo>
                    <a:pt x="173" y="11"/>
                    <a:pt x="159" y="2"/>
                    <a:pt x="14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0" name="Google Shape;9730;p31"/>
            <p:cNvSpPr/>
            <p:nvPr/>
          </p:nvSpPr>
          <p:spPr>
            <a:xfrm>
              <a:off x="1778925" y="4095025"/>
              <a:ext cx="46650" cy="22950"/>
            </a:xfrm>
            <a:custGeom>
              <a:avLst/>
              <a:gdLst/>
              <a:ahLst/>
              <a:cxnLst/>
              <a:rect l="l" t="t" r="r" b="b"/>
              <a:pathLst>
                <a:path w="1866" h="918" extrusionOk="0">
                  <a:moveTo>
                    <a:pt x="30" y="1"/>
                  </a:moveTo>
                  <a:cubicBezTo>
                    <a:pt x="22" y="1"/>
                    <a:pt x="14" y="5"/>
                    <a:pt x="9" y="12"/>
                  </a:cubicBezTo>
                  <a:cubicBezTo>
                    <a:pt x="1" y="24"/>
                    <a:pt x="3" y="40"/>
                    <a:pt x="15" y="49"/>
                  </a:cubicBezTo>
                  <a:cubicBezTo>
                    <a:pt x="584" y="447"/>
                    <a:pt x="1162" y="723"/>
                    <a:pt x="1829" y="918"/>
                  </a:cubicBezTo>
                  <a:lnTo>
                    <a:pt x="1836" y="918"/>
                  </a:lnTo>
                  <a:cubicBezTo>
                    <a:pt x="1848" y="918"/>
                    <a:pt x="1857" y="911"/>
                    <a:pt x="1861" y="899"/>
                  </a:cubicBezTo>
                  <a:cubicBezTo>
                    <a:pt x="1865" y="885"/>
                    <a:pt x="1857" y="872"/>
                    <a:pt x="1844" y="868"/>
                  </a:cubicBezTo>
                  <a:cubicBezTo>
                    <a:pt x="1182" y="674"/>
                    <a:pt x="610" y="401"/>
                    <a:pt x="44" y="6"/>
                  </a:cubicBezTo>
                  <a:cubicBezTo>
                    <a:pt x="39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1" name="Google Shape;9731;p31"/>
            <p:cNvSpPr/>
            <p:nvPr/>
          </p:nvSpPr>
          <p:spPr>
            <a:xfrm>
              <a:off x="1789900" y="4134475"/>
              <a:ext cx="54775" cy="25175"/>
            </a:xfrm>
            <a:custGeom>
              <a:avLst/>
              <a:gdLst/>
              <a:ahLst/>
              <a:cxnLst/>
              <a:rect l="l" t="t" r="r" b="b"/>
              <a:pathLst>
                <a:path w="2191" h="1007" extrusionOk="0">
                  <a:moveTo>
                    <a:pt x="29" y="1"/>
                  </a:moveTo>
                  <a:cubicBezTo>
                    <a:pt x="21" y="1"/>
                    <a:pt x="12" y="5"/>
                    <a:pt x="7" y="12"/>
                  </a:cubicBezTo>
                  <a:cubicBezTo>
                    <a:pt x="0" y="24"/>
                    <a:pt x="4" y="41"/>
                    <a:pt x="16" y="49"/>
                  </a:cubicBezTo>
                  <a:cubicBezTo>
                    <a:pt x="681" y="466"/>
                    <a:pt x="1399" y="789"/>
                    <a:pt x="2154" y="1005"/>
                  </a:cubicBezTo>
                  <a:cubicBezTo>
                    <a:pt x="2156" y="1006"/>
                    <a:pt x="2159" y="1006"/>
                    <a:pt x="2161" y="1006"/>
                  </a:cubicBezTo>
                  <a:lnTo>
                    <a:pt x="2161" y="1006"/>
                  </a:lnTo>
                  <a:cubicBezTo>
                    <a:pt x="2173" y="1006"/>
                    <a:pt x="2182" y="1000"/>
                    <a:pt x="2186" y="988"/>
                  </a:cubicBezTo>
                  <a:cubicBezTo>
                    <a:pt x="2190" y="974"/>
                    <a:pt x="2182" y="959"/>
                    <a:pt x="2169" y="955"/>
                  </a:cubicBezTo>
                  <a:cubicBezTo>
                    <a:pt x="1418" y="740"/>
                    <a:pt x="704" y="420"/>
                    <a:pt x="43" y="4"/>
                  </a:cubicBezTo>
                  <a:cubicBezTo>
                    <a:pt x="39" y="2"/>
                    <a:pt x="34" y="1"/>
                    <a:pt x="29" y="1"/>
                  </a:cubicBezTo>
                  <a:close/>
                  <a:moveTo>
                    <a:pt x="2161" y="1006"/>
                  </a:moveTo>
                  <a:cubicBezTo>
                    <a:pt x="2161" y="1006"/>
                    <a:pt x="2161" y="1006"/>
                    <a:pt x="2161" y="1006"/>
                  </a:cubicBezTo>
                  <a:lnTo>
                    <a:pt x="2162" y="1006"/>
                  </a:lnTo>
                  <a:cubicBezTo>
                    <a:pt x="2162" y="1006"/>
                    <a:pt x="2161" y="1006"/>
                    <a:pt x="2161" y="1006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2" name="Google Shape;9732;p31"/>
            <p:cNvSpPr/>
            <p:nvPr/>
          </p:nvSpPr>
          <p:spPr>
            <a:xfrm>
              <a:off x="1826150" y="4072400"/>
              <a:ext cx="2450" cy="10425"/>
            </a:xfrm>
            <a:custGeom>
              <a:avLst/>
              <a:gdLst/>
              <a:ahLst/>
              <a:cxnLst/>
              <a:rect l="l" t="t" r="r" b="b"/>
              <a:pathLst>
                <a:path w="98" h="417" extrusionOk="0">
                  <a:moveTo>
                    <a:pt x="73" y="1"/>
                  </a:moveTo>
                  <a:cubicBezTo>
                    <a:pt x="72" y="1"/>
                    <a:pt x="70" y="1"/>
                    <a:pt x="69" y="1"/>
                  </a:cubicBezTo>
                  <a:cubicBezTo>
                    <a:pt x="54" y="1"/>
                    <a:pt x="42" y="13"/>
                    <a:pt x="43" y="27"/>
                  </a:cubicBezTo>
                  <a:cubicBezTo>
                    <a:pt x="45" y="148"/>
                    <a:pt x="31" y="267"/>
                    <a:pt x="3" y="384"/>
                  </a:cubicBezTo>
                  <a:cubicBezTo>
                    <a:pt x="0" y="398"/>
                    <a:pt x="8" y="413"/>
                    <a:pt x="23" y="415"/>
                  </a:cubicBezTo>
                  <a:cubicBezTo>
                    <a:pt x="25" y="417"/>
                    <a:pt x="27" y="417"/>
                    <a:pt x="29" y="417"/>
                  </a:cubicBezTo>
                  <a:cubicBezTo>
                    <a:pt x="41" y="417"/>
                    <a:pt x="52" y="409"/>
                    <a:pt x="54" y="397"/>
                  </a:cubicBezTo>
                  <a:cubicBezTo>
                    <a:pt x="82" y="276"/>
                    <a:pt x="97" y="150"/>
                    <a:pt x="95" y="27"/>
                  </a:cubicBezTo>
                  <a:cubicBezTo>
                    <a:pt x="95" y="13"/>
                    <a:pt x="86" y="1"/>
                    <a:pt x="7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3" name="Google Shape;9733;p31"/>
            <p:cNvSpPr/>
            <p:nvPr/>
          </p:nvSpPr>
          <p:spPr>
            <a:xfrm>
              <a:off x="1823425" y="4088375"/>
              <a:ext cx="2375" cy="5250"/>
            </a:xfrm>
            <a:custGeom>
              <a:avLst/>
              <a:gdLst/>
              <a:ahLst/>
              <a:cxnLst/>
              <a:rect l="l" t="t" r="r" b="b"/>
              <a:pathLst>
                <a:path w="95" h="210" extrusionOk="0">
                  <a:moveTo>
                    <a:pt x="66" y="0"/>
                  </a:moveTo>
                  <a:cubicBezTo>
                    <a:pt x="54" y="0"/>
                    <a:pt x="44" y="8"/>
                    <a:pt x="42" y="20"/>
                  </a:cubicBezTo>
                  <a:lnTo>
                    <a:pt x="4" y="179"/>
                  </a:lnTo>
                  <a:cubicBezTo>
                    <a:pt x="0" y="192"/>
                    <a:pt x="10" y="206"/>
                    <a:pt x="23" y="210"/>
                  </a:cubicBezTo>
                  <a:lnTo>
                    <a:pt x="29" y="210"/>
                  </a:lnTo>
                  <a:cubicBezTo>
                    <a:pt x="41" y="210"/>
                    <a:pt x="52" y="202"/>
                    <a:pt x="54" y="191"/>
                  </a:cubicBezTo>
                  <a:lnTo>
                    <a:pt x="92" y="32"/>
                  </a:lnTo>
                  <a:cubicBezTo>
                    <a:pt x="95" y="19"/>
                    <a:pt x="87" y="4"/>
                    <a:pt x="73" y="1"/>
                  </a:cubicBezTo>
                  <a:cubicBezTo>
                    <a:pt x="71" y="0"/>
                    <a:pt x="68" y="0"/>
                    <a:pt x="6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4" name="Google Shape;9734;p31"/>
            <p:cNvSpPr/>
            <p:nvPr/>
          </p:nvSpPr>
          <p:spPr>
            <a:xfrm>
              <a:off x="1809225" y="4132100"/>
              <a:ext cx="29550" cy="11275"/>
            </a:xfrm>
            <a:custGeom>
              <a:avLst/>
              <a:gdLst/>
              <a:ahLst/>
              <a:cxnLst/>
              <a:rect l="l" t="t" r="r" b="b"/>
              <a:pathLst>
                <a:path w="1182" h="451" extrusionOk="0">
                  <a:moveTo>
                    <a:pt x="30" y="0"/>
                  </a:moveTo>
                  <a:cubicBezTo>
                    <a:pt x="20" y="0"/>
                    <a:pt x="11" y="5"/>
                    <a:pt x="6" y="14"/>
                  </a:cubicBezTo>
                  <a:cubicBezTo>
                    <a:pt x="1" y="27"/>
                    <a:pt x="6" y="43"/>
                    <a:pt x="18" y="49"/>
                  </a:cubicBezTo>
                  <a:cubicBezTo>
                    <a:pt x="377" y="228"/>
                    <a:pt x="757" y="363"/>
                    <a:pt x="1148" y="449"/>
                  </a:cubicBezTo>
                  <a:cubicBezTo>
                    <a:pt x="1150" y="450"/>
                    <a:pt x="1152" y="450"/>
                    <a:pt x="1154" y="450"/>
                  </a:cubicBezTo>
                  <a:cubicBezTo>
                    <a:pt x="1166" y="450"/>
                    <a:pt x="1177" y="441"/>
                    <a:pt x="1179" y="429"/>
                  </a:cubicBezTo>
                  <a:cubicBezTo>
                    <a:pt x="1182" y="415"/>
                    <a:pt x="1172" y="402"/>
                    <a:pt x="1159" y="398"/>
                  </a:cubicBezTo>
                  <a:cubicBezTo>
                    <a:pt x="772" y="313"/>
                    <a:pt x="396" y="180"/>
                    <a:pt x="41" y="2"/>
                  </a:cubicBezTo>
                  <a:cubicBezTo>
                    <a:pt x="38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5" name="Google Shape;9735;p31"/>
            <p:cNvSpPr/>
            <p:nvPr/>
          </p:nvSpPr>
          <p:spPr>
            <a:xfrm>
              <a:off x="1801025" y="4128775"/>
              <a:ext cx="4900" cy="3000"/>
            </a:xfrm>
            <a:custGeom>
              <a:avLst/>
              <a:gdLst/>
              <a:ahLst/>
              <a:cxnLst/>
              <a:rect l="l" t="t" r="r" b="b"/>
              <a:pathLst>
                <a:path w="196" h="120" extrusionOk="0">
                  <a:moveTo>
                    <a:pt x="30" y="1"/>
                  </a:moveTo>
                  <a:cubicBezTo>
                    <a:pt x="21" y="1"/>
                    <a:pt x="12" y="6"/>
                    <a:pt x="7" y="14"/>
                  </a:cubicBezTo>
                  <a:cubicBezTo>
                    <a:pt x="0" y="28"/>
                    <a:pt x="6" y="44"/>
                    <a:pt x="19" y="49"/>
                  </a:cubicBezTo>
                  <a:lnTo>
                    <a:pt x="155" y="117"/>
                  </a:lnTo>
                  <a:cubicBezTo>
                    <a:pt x="158" y="118"/>
                    <a:pt x="162" y="119"/>
                    <a:pt x="166" y="119"/>
                  </a:cubicBezTo>
                  <a:cubicBezTo>
                    <a:pt x="175" y="119"/>
                    <a:pt x="185" y="114"/>
                    <a:pt x="189" y="104"/>
                  </a:cubicBezTo>
                  <a:cubicBezTo>
                    <a:pt x="196" y="91"/>
                    <a:pt x="190" y="76"/>
                    <a:pt x="178" y="69"/>
                  </a:cubicBezTo>
                  <a:lnTo>
                    <a:pt x="42" y="4"/>
                  </a:lnTo>
                  <a:cubicBezTo>
                    <a:pt x="38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6" name="Google Shape;9736;p31"/>
            <p:cNvSpPr/>
            <p:nvPr/>
          </p:nvSpPr>
          <p:spPr>
            <a:xfrm>
              <a:off x="1800350" y="4097850"/>
              <a:ext cx="9775" cy="4925"/>
            </a:xfrm>
            <a:custGeom>
              <a:avLst/>
              <a:gdLst/>
              <a:ahLst/>
              <a:cxnLst/>
              <a:rect l="l" t="t" r="r" b="b"/>
              <a:pathLst>
                <a:path w="391" h="197" extrusionOk="0">
                  <a:moveTo>
                    <a:pt x="30" y="1"/>
                  </a:moveTo>
                  <a:cubicBezTo>
                    <a:pt x="20" y="1"/>
                    <a:pt x="10" y="7"/>
                    <a:pt x="6" y="16"/>
                  </a:cubicBezTo>
                  <a:cubicBezTo>
                    <a:pt x="1" y="30"/>
                    <a:pt x="6" y="45"/>
                    <a:pt x="19" y="51"/>
                  </a:cubicBezTo>
                  <a:lnTo>
                    <a:pt x="350" y="195"/>
                  </a:lnTo>
                  <a:cubicBezTo>
                    <a:pt x="353" y="197"/>
                    <a:pt x="357" y="197"/>
                    <a:pt x="361" y="197"/>
                  </a:cubicBezTo>
                  <a:cubicBezTo>
                    <a:pt x="370" y="197"/>
                    <a:pt x="380" y="191"/>
                    <a:pt x="384" y="182"/>
                  </a:cubicBezTo>
                  <a:cubicBezTo>
                    <a:pt x="391" y="168"/>
                    <a:pt x="384" y="153"/>
                    <a:pt x="370" y="147"/>
                  </a:cubicBezTo>
                  <a:lnTo>
                    <a:pt x="40" y="3"/>
                  </a:lnTo>
                  <a:cubicBezTo>
                    <a:pt x="36" y="2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7" name="Google Shape;9737;p31"/>
            <p:cNvSpPr/>
            <p:nvPr/>
          </p:nvSpPr>
          <p:spPr>
            <a:xfrm>
              <a:off x="1779775" y="4086025"/>
              <a:ext cx="14925" cy="10100"/>
            </a:xfrm>
            <a:custGeom>
              <a:avLst/>
              <a:gdLst/>
              <a:ahLst/>
              <a:cxnLst/>
              <a:rect l="l" t="t" r="r" b="b"/>
              <a:pathLst>
                <a:path w="597" h="404" extrusionOk="0">
                  <a:moveTo>
                    <a:pt x="29" y="0"/>
                  </a:moveTo>
                  <a:cubicBezTo>
                    <a:pt x="21" y="0"/>
                    <a:pt x="14" y="4"/>
                    <a:pt x="8" y="10"/>
                  </a:cubicBezTo>
                  <a:cubicBezTo>
                    <a:pt x="0" y="21"/>
                    <a:pt x="2" y="37"/>
                    <a:pt x="12" y="47"/>
                  </a:cubicBezTo>
                  <a:cubicBezTo>
                    <a:pt x="182" y="181"/>
                    <a:pt x="363" y="300"/>
                    <a:pt x="554" y="400"/>
                  </a:cubicBezTo>
                  <a:cubicBezTo>
                    <a:pt x="559" y="402"/>
                    <a:pt x="563" y="403"/>
                    <a:pt x="567" y="403"/>
                  </a:cubicBezTo>
                  <a:cubicBezTo>
                    <a:pt x="576" y="403"/>
                    <a:pt x="585" y="398"/>
                    <a:pt x="589" y="388"/>
                  </a:cubicBezTo>
                  <a:cubicBezTo>
                    <a:pt x="596" y="376"/>
                    <a:pt x="591" y="360"/>
                    <a:pt x="579" y="353"/>
                  </a:cubicBezTo>
                  <a:cubicBezTo>
                    <a:pt x="390" y="255"/>
                    <a:pt x="211" y="138"/>
                    <a:pt x="46" y="6"/>
                  </a:cubicBezTo>
                  <a:cubicBezTo>
                    <a:pt x="41" y="2"/>
                    <a:pt x="35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8" name="Google Shape;9738;p31"/>
            <p:cNvSpPr/>
            <p:nvPr/>
          </p:nvSpPr>
          <p:spPr>
            <a:xfrm>
              <a:off x="1782325" y="4077025"/>
              <a:ext cx="23125" cy="16200"/>
            </a:xfrm>
            <a:custGeom>
              <a:avLst/>
              <a:gdLst/>
              <a:ahLst/>
              <a:cxnLst/>
              <a:rect l="l" t="t" r="r" b="b"/>
              <a:pathLst>
                <a:path w="925" h="648" extrusionOk="0">
                  <a:moveTo>
                    <a:pt x="29" y="0"/>
                  </a:moveTo>
                  <a:cubicBezTo>
                    <a:pt x="22" y="0"/>
                    <a:pt x="15" y="3"/>
                    <a:pt x="10" y="8"/>
                  </a:cubicBezTo>
                  <a:cubicBezTo>
                    <a:pt x="0" y="19"/>
                    <a:pt x="0" y="35"/>
                    <a:pt x="11" y="45"/>
                  </a:cubicBezTo>
                  <a:cubicBezTo>
                    <a:pt x="268" y="292"/>
                    <a:pt x="561" y="494"/>
                    <a:pt x="884" y="646"/>
                  </a:cubicBezTo>
                  <a:cubicBezTo>
                    <a:pt x="888" y="647"/>
                    <a:pt x="891" y="647"/>
                    <a:pt x="895" y="647"/>
                  </a:cubicBezTo>
                  <a:cubicBezTo>
                    <a:pt x="905" y="647"/>
                    <a:pt x="914" y="642"/>
                    <a:pt x="919" y="633"/>
                  </a:cubicBezTo>
                  <a:cubicBezTo>
                    <a:pt x="925" y="621"/>
                    <a:pt x="919" y="604"/>
                    <a:pt x="906" y="599"/>
                  </a:cubicBezTo>
                  <a:cubicBezTo>
                    <a:pt x="590" y="450"/>
                    <a:pt x="300" y="251"/>
                    <a:pt x="48" y="8"/>
                  </a:cubicBezTo>
                  <a:cubicBezTo>
                    <a:pt x="42" y="3"/>
                    <a:pt x="35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9" name="Google Shape;9739;p31"/>
            <p:cNvSpPr/>
            <p:nvPr/>
          </p:nvSpPr>
          <p:spPr>
            <a:xfrm>
              <a:off x="1842225" y="4117925"/>
              <a:ext cx="11450" cy="38025"/>
            </a:xfrm>
            <a:custGeom>
              <a:avLst/>
              <a:gdLst/>
              <a:ahLst/>
              <a:cxnLst/>
              <a:rect l="l" t="t" r="r" b="b"/>
              <a:pathLst>
                <a:path w="458" h="1521" extrusionOk="0">
                  <a:moveTo>
                    <a:pt x="431" y="0"/>
                  </a:moveTo>
                  <a:cubicBezTo>
                    <a:pt x="417" y="0"/>
                    <a:pt x="407" y="9"/>
                    <a:pt x="405" y="23"/>
                  </a:cubicBezTo>
                  <a:cubicBezTo>
                    <a:pt x="339" y="525"/>
                    <a:pt x="205" y="1017"/>
                    <a:pt x="6" y="1484"/>
                  </a:cubicBezTo>
                  <a:cubicBezTo>
                    <a:pt x="0" y="1498"/>
                    <a:pt x="7" y="1512"/>
                    <a:pt x="19" y="1518"/>
                  </a:cubicBezTo>
                  <a:cubicBezTo>
                    <a:pt x="23" y="1519"/>
                    <a:pt x="27" y="1520"/>
                    <a:pt x="30" y="1520"/>
                  </a:cubicBezTo>
                  <a:cubicBezTo>
                    <a:pt x="39" y="1520"/>
                    <a:pt x="50" y="1514"/>
                    <a:pt x="54" y="1504"/>
                  </a:cubicBezTo>
                  <a:cubicBezTo>
                    <a:pt x="255" y="1033"/>
                    <a:pt x="391" y="537"/>
                    <a:pt x="457" y="30"/>
                  </a:cubicBezTo>
                  <a:cubicBezTo>
                    <a:pt x="458" y="15"/>
                    <a:pt x="448" y="2"/>
                    <a:pt x="434" y="0"/>
                  </a:cubicBezTo>
                  <a:cubicBezTo>
                    <a:pt x="433" y="0"/>
                    <a:pt x="432" y="0"/>
                    <a:pt x="4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0" name="Google Shape;9740;p31"/>
            <p:cNvSpPr/>
            <p:nvPr/>
          </p:nvSpPr>
          <p:spPr>
            <a:xfrm>
              <a:off x="1852675" y="4106450"/>
              <a:ext cx="1975" cy="5900"/>
            </a:xfrm>
            <a:custGeom>
              <a:avLst/>
              <a:gdLst/>
              <a:ahLst/>
              <a:cxnLst/>
              <a:rect l="l" t="t" r="r" b="b"/>
              <a:pathLst>
                <a:path w="79" h="236" extrusionOk="0">
                  <a:moveTo>
                    <a:pt x="28" y="1"/>
                  </a:moveTo>
                  <a:cubicBezTo>
                    <a:pt x="26" y="1"/>
                    <a:pt x="23" y="1"/>
                    <a:pt x="21" y="2"/>
                  </a:cubicBezTo>
                  <a:cubicBezTo>
                    <a:pt x="8" y="6"/>
                    <a:pt x="1" y="21"/>
                    <a:pt x="5" y="34"/>
                  </a:cubicBezTo>
                  <a:cubicBezTo>
                    <a:pt x="22" y="89"/>
                    <a:pt x="26" y="149"/>
                    <a:pt x="17" y="206"/>
                  </a:cubicBezTo>
                  <a:cubicBezTo>
                    <a:pt x="14" y="220"/>
                    <a:pt x="24" y="233"/>
                    <a:pt x="37" y="236"/>
                  </a:cubicBezTo>
                  <a:lnTo>
                    <a:pt x="41" y="236"/>
                  </a:lnTo>
                  <a:cubicBezTo>
                    <a:pt x="55" y="236"/>
                    <a:pt x="65" y="228"/>
                    <a:pt x="67" y="216"/>
                  </a:cubicBezTo>
                  <a:cubicBezTo>
                    <a:pt x="79" y="150"/>
                    <a:pt x="75" y="81"/>
                    <a:pt x="53" y="19"/>
                  </a:cubicBezTo>
                  <a:cubicBezTo>
                    <a:pt x="50" y="8"/>
                    <a:pt x="3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1" name="Google Shape;9741;p31"/>
            <p:cNvSpPr/>
            <p:nvPr/>
          </p:nvSpPr>
          <p:spPr>
            <a:xfrm>
              <a:off x="1594875" y="4168975"/>
              <a:ext cx="277700" cy="450475"/>
            </a:xfrm>
            <a:custGeom>
              <a:avLst/>
              <a:gdLst/>
              <a:ahLst/>
              <a:cxnLst/>
              <a:rect l="l" t="t" r="r" b="b"/>
              <a:pathLst>
                <a:path w="11108" h="18019" extrusionOk="0">
                  <a:moveTo>
                    <a:pt x="11050" y="0"/>
                  </a:moveTo>
                  <a:cubicBezTo>
                    <a:pt x="11030" y="0"/>
                    <a:pt x="11011" y="11"/>
                    <a:pt x="11002" y="31"/>
                  </a:cubicBezTo>
                  <a:cubicBezTo>
                    <a:pt x="8104" y="6438"/>
                    <a:pt x="4408" y="12461"/>
                    <a:pt x="18" y="17934"/>
                  </a:cubicBezTo>
                  <a:cubicBezTo>
                    <a:pt x="1" y="17956"/>
                    <a:pt x="4" y="17989"/>
                    <a:pt x="27" y="18006"/>
                  </a:cubicBezTo>
                  <a:cubicBezTo>
                    <a:pt x="36" y="18014"/>
                    <a:pt x="47" y="18018"/>
                    <a:pt x="59" y="18018"/>
                  </a:cubicBezTo>
                  <a:cubicBezTo>
                    <a:pt x="74" y="18018"/>
                    <a:pt x="88" y="18012"/>
                    <a:pt x="99" y="17998"/>
                  </a:cubicBezTo>
                  <a:cubicBezTo>
                    <a:pt x="4494" y="12519"/>
                    <a:pt x="8195" y="6488"/>
                    <a:pt x="11096" y="73"/>
                  </a:cubicBezTo>
                  <a:cubicBezTo>
                    <a:pt x="11108" y="48"/>
                    <a:pt x="11097" y="17"/>
                    <a:pt x="11070" y="5"/>
                  </a:cubicBezTo>
                  <a:cubicBezTo>
                    <a:pt x="11064" y="2"/>
                    <a:pt x="11057" y="0"/>
                    <a:pt x="1105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42" name="Google Shape;9742;p31"/>
          <p:cNvGrpSpPr/>
          <p:nvPr/>
        </p:nvGrpSpPr>
        <p:grpSpPr>
          <a:xfrm rot="2946136" flipH="1">
            <a:off x="7249524" y="4142860"/>
            <a:ext cx="1960431" cy="2130489"/>
            <a:chOff x="2577850" y="3421550"/>
            <a:chExt cx="447000" cy="485775"/>
          </a:xfrm>
        </p:grpSpPr>
        <p:sp>
          <p:nvSpPr>
            <p:cNvPr id="9743" name="Google Shape;9743;p31"/>
            <p:cNvSpPr/>
            <p:nvPr/>
          </p:nvSpPr>
          <p:spPr>
            <a:xfrm>
              <a:off x="2578825" y="3422850"/>
              <a:ext cx="444725" cy="483200"/>
            </a:xfrm>
            <a:custGeom>
              <a:avLst/>
              <a:gdLst/>
              <a:ahLst/>
              <a:cxnLst/>
              <a:rect l="l" t="t" r="r" b="b"/>
              <a:pathLst>
                <a:path w="17789" h="19328" extrusionOk="0">
                  <a:moveTo>
                    <a:pt x="6587" y="1"/>
                  </a:moveTo>
                  <a:cubicBezTo>
                    <a:pt x="6296" y="1170"/>
                    <a:pt x="5465" y="2148"/>
                    <a:pt x="5174" y="3316"/>
                  </a:cubicBezTo>
                  <a:cubicBezTo>
                    <a:pt x="4887" y="4473"/>
                    <a:pt x="5158" y="5700"/>
                    <a:pt x="5587" y="6812"/>
                  </a:cubicBezTo>
                  <a:cubicBezTo>
                    <a:pt x="6017" y="7925"/>
                    <a:pt x="6506" y="8941"/>
                    <a:pt x="6878" y="10073"/>
                  </a:cubicBezTo>
                  <a:cubicBezTo>
                    <a:pt x="6193" y="9192"/>
                    <a:pt x="5756" y="8149"/>
                    <a:pt x="5213" y="7174"/>
                  </a:cubicBezTo>
                  <a:cubicBezTo>
                    <a:pt x="4671" y="6199"/>
                    <a:pt x="3981" y="5246"/>
                    <a:pt x="2986" y="4743"/>
                  </a:cubicBezTo>
                  <a:cubicBezTo>
                    <a:pt x="2156" y="4323"/>
                    <a:pt x="1246" y="4225"/>
                    <a:pt x="318" y="4175"/>
                  </a:cubicBezTo>
                  <a:lnTo>
                    <a:pt x="318" y="4175"/>
                  </a:lnTo>
                  <a:cubicBezTo>
                    <a:pt x="0" y="5043"/>
                    <a:pt x="113" y="6036"/>
                    <a:pt x="517" y="6867"/>
                  </a:cubicBezTo>
                  <a:cubicBezTo>
                    <a:pt x="919" y="7699"/>
                    <a:pt x="1593" y="8380"/>
                    <a:pt x="2359" y="8896"/>
                  </a:cubicBezTo>
                  <a:cubicBezTo>
                    <a:pt x="3782" y="9858"/>
                    <a:pt x="5542" y="10302"/>
                    <a:pt x="6786" y="11486"/>
                  </a:cubicBezTo>
                  <a:cubicBezTo>
                    <a:pt x="6254" y="11237"/>
                    <a:pt x="5668" y="11108"/>
                    <a:pt x="5081" y="11108"/>
                  </a:cubicBezTo>
                  <a:cubicBezTo>
                    <a:pt x="4939" y="11108"/>
                    <a:pt x="4796" y="11116"/>
                    <a:pt x="4655" y="11131"/>
                  </a:cubicBezTo>
                  <a:cubicBezTo>
                    <a:pt x="3217" y="11285"/>
                    <a:pt x="1912" y="12106"/>
                    <a:pt x="759" y="12978"/>
                  </a:cubicBezTo>
                  <a:cubicBezTo>
                    <a:pt x="1570" y="13537"/>
                    <a:pt x="2554" y="13837"/>
                    <a:pt x="3538" y="13837"/>
                  </a:cubicBezTo>
                  <a:cubicBezTo>
                    <a:pt x="3762" y="13837"/>
                    <a:pt x="3985" y="13822"/>
                    <a:pt x="4206" y="13790"/>
                  </a:cubicBezTo>
                  <a:cubicBezTo>
                    <a:pt x="5403" y="13621"/>
                    <a:pt x="6579" y="13225"/>
                    <a:pt x="7343" y="12290"/>
                  </a:cubicBezTo>
                  <a:lnTo>
                    <a:pt x="7343" y="12290"/>
                  </a:lnTo>
                  <a:cubicBezTo>
                    <a:pt x="7050" y="13529"/>
                    <a:pt x="6840" y="14650"/>
                    <a:pt x="6900" y="15921"/>
                  </a:cubicBezTo>
                  <a:cubicBezTo>
                    <a:pt x="6962" y="17194"/>
                    <a:pt x="7417" y="18526"/>
                    <a:pt x="8407" y="19328"/>
                  </a:cubicBezTo>
                  <a:cubicBezTo>
                    <a:pt x="9588" y="17296"/>
                    <a:pt x="9621" y="14564"/>
                    <a:pt x="8542" y="12476"/>
                  </a:cubicBezTo>
                  <a:lnTo>
                    <a:pt x="8542" y="12476"/>
                  </a:lnTo>
                  <a:cubicBezTo>
                    <a:pt x="9338" y="13036"/>
                    <a:pt x="10018" y="13743"/>
                    <a:pt x="10728" y="14408"/>
                  </a:cubicBezTo>
                  <a:cubicBezTo>
                    <a:pt x="11438" y="15074"/>
                    <a:pt x="12201" y="15710"/>
                    <a:pt x="13100" y="16086"/>
                  </a:cubicBezTo>
                  <a:cubicBezTo>
                    <a:pt x="13618" y="16301"/>
                    <a:pt x="14189" y="16445"/>
                    <a:pt x="14746" y="16445"/>
                  </a:cubicBezTo>
                  <a:cubicBezTo>
                    <a:pt x="15156" y="16445"/>
                    <a:pt x="15558" y="16367"/>
                    <a:pt x="15928" y="16184"/>
                  </a:cubicBezTo>
                  <a:cubicBezTo>
                    <a:pt x="15741" y="15382"/>
                    <a:pt x="15535" y="14545"/>
                    <a:pt x="14993" y="13926"/>
                  </a:cubicBezTo>
                  <a:cubicBezTo>
                    <a:pt x="14308" y="13145"/>
                    <a:pt x="13228" y="12865"/>
                    <a:pt x="12209" y="12655"/>
                  </a:cubicBezTo>
                  <a:cubicBezTo>
                    <a:pt x="11192" y="12446"/>
                    <a:pt x="10089" y="12220"/>
                    <a:pt x="9315" y="11528"/>
                  </a:cubicBezTo>
                  <a:lnTo>
                    <a:pt x="9315" y="11528"/>
                  </a:lnTo>
                  <a:cubicBezTo>
                    <a:pt x="10254" y="11672"/>
                    <a:pt x="11197" y="11815"/>
                    <a:pt x="12149" y="11826"/>
                  </a:cubicBezTo>
                  <a:cubicBezTo>
                    <a:pt x="12185" y="11827"/>
                    <a:pt x="12222" y="11827"/>
                    <a:pt x="12259" y="11827"/>
                  </a:cubicBezTo>
                  <a:cubicBezTo>
                    <a:pt x="13173" y="11827"/>
                    <a:pt x="14097" y="11696"/>
                    <a:pt x="14935" y="11331"/>
                  </a:cubicBezTo>
                  <a:cubicBezTo>
                    <a:pt x="16022" y="10859"/>
                    <a:pt x="16930" y="10119"/>
                    <a:pt x="17788" y="9301"/>
                  </a:cubicBezTo>
                  <a:cubicBezTo>
                    <a:pt x="16956" y="8611"/>
                    <a:pt x="15875" y="8235"/>
                    <a:pt x="14796" y="8235"/>
                  </a:cubicBezTo>
                  <a:cubicBezTo>
                    <a:pt x="14496" y="8235"/>
                    <a:pt x="14197" y="8264"/>
                    <a:pt x="13903" y="8323"/>
                  </a:cubicBezTo>
                  <a:cubicBezTo>
                    <a:pt x="12220" y="8662"/>
                    <a:pt x="10881" y="9892"/>
                    <a:pt x="9365" y="10696"/>
                  </a:cubicBezTo>
                  <a:cubicBezTo>
                    <a:pt x="10279" y="9958"/>
                    <a:pt x="11195" y="9215"/>
                    <a:pt x="12001" y="8361"/>
                  </a:cubicBezTo>
                  <a:cubicBezTo>
                    <a:pt x="12806" y="7506"/>
                    <a:pt x="13503" y="6530"/>
                    <a:pt x="13911" y="5428"/>
                  </a:cubicBezTo>
                  <a:cubicBezTo>
                    <a:pt x="14390" y="4134"/>
                    <a:pt x="14562" y="2740"/>
                    <a:pt x="14519" y="1361"/>
                  </a:cubicBezTo>
                  <a:lnTo>
                    <a:pt x="14519" y="1361"/>
                  </a:lnTo>
                  <a:cubicBezTo>
                    <a:pt x="13343" y="1703"/>
                    <a:pt x="12128" y="2065"/>
                    <a:pt x="11199" y="2862"/>
                  </a:cubicBezTo>
                  <a:cubicBezTo>
                    <a:pt x="10187" y="3729"/>
                    <a:pt x="9633" y="5011"/>
                    <a:pt x="9262" y="6289"/>
                  </a:cubicBezTo>
                  <a:cubicBezTo>
                    <a:pt x="8890" y="7567"/>
                    <a:pt x="8602" y="8860"/>
                    <a:pt x="8088" y="10087"/>
                  </a:cubicBezTo>
                  <a:cubicBezTo>
                    <a:pt x="8504" y="8210"/>
                    <a:pt x="8923" y="6270"/>
                    <a:pt x="8567" y="4381"/>
                  </a:cubicBezTo>
                  <a:cubicBezTo>
                    <a:pt x="8269" y="2795"/>
                    <a:pt x="7490" y="1339"/>
                    <a:pt x="6587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4" name="Google Shape;9744;p31"/>
            <p:cNvSpPr/>
            <p:nvPr/>
          </p:nvSpPr>
          <p:spPr>
            <a:xfrm>
              <a:off x="2577850" y="3421550"/>
              <a:ext cx="447000" cy="485775"/>
            </a:xfrm>
            <a:custGeom>
              <a:avLst/>
              <a:gdLst/>
              <a:ahLst/>
              <a:cxnLst/>
              <a:rect l="l" t="t" r="r" b="b"/>
              <a:pathLst>
                <a:path w="17880" h="19431" extrusionOk="0">
                  <a:moveTo>
                    <a:pt x="6648" y="177"/>
                  </a:moveTo>
                  <a:cubicBezTo>
                    <a:pt x="7697" y="1751"/>
                    <a:pt x="8304" y="3108"/>
                    <a:pt x="8555" y="4443"/>
                  </a:cubicBezTo>
                  <a:cubicBezTo>
                    <a:pt x="8914" y="6352"/>
                    <a:pt x="8469" y="8358"/>
                    <a:pt x="8076" y="10128"/>
                  </a:cubicBezTo>
                  <a:cubicBezTo>
                    <a:pt x="8071" y="10154"/>
                    <a:pt x="8086" y="10180"/>
                    <a:pt x="8111" y="10189"/>
                  </a:cubicBezTo>
                  <a:cubicBezTo>
                    <a:pt x="8116" y="10190"/>
                    <a:pt x="8121" y="10191"/>
                    <a:pt x="8127" y="10191"/>
                  </a:cubicBezTo>
                  <a:cubicBezTo>
                    <a:pt x="8147" y="10191"/>
                    <a:pt x="8167" y="10178"/>
                    <a:pt x="8175" y="10159"/>
                  </a:cubicBezTo>
                  <a:cubicBezTo>
                    <a:pt x="8555" y="9252"/>
                    <a:pt x="8815" y="8296"/>
                    <a:pt x="9068" y="7370"/>
                  </a:cubicBezTo>
                  <a:cubicBezTo>
                    <a:pt x="9158" y="7036"/>
                    <a:pt x="9252" y="6692"/>
                    <a:pt x="9350" y="6356"/>
                  </a:cubicBezTo>
                  <a:cubicBezTo>
                    <a:pt x="9814" y="4760"/>
                    <a:pt x="10424" y="3679"/>
                    <a:pt x="11271" y="2953"/>
                  </a:cubicBezTo>
                  <a:cubicBezTo>
                    <a:pt x="12192" y="2165"/>
                    <a:pt x="13417" y="1798"/>
                    <a:pt x="14508" y="1480"/>
                  </a:cubicBezTo>
                  <a:lnTo>
                    <a:pt x="14508" y="1480"/>
                  </a:lnTo>
                  <a:cubicBezTo>
                    <a:pt x="14546" y="2933"/>
                    <a:pt x="14341" y="4272"/>
                    <a:pt x="13902" y="5461"/>
                  </a:cubicBezTo>
                  <a:cubicBezTo>
                    <a:pt x="13538" y="6444"/>
                    <a:pt x="12899" y="7425"/>
                    <a:pt x="12002" y="8376"/>
                  </a:cubicBezTo>
                  <a:cubicBezTo>
                    <a:pt x="11196" y="9231"/>
                    <a:pt x="10269" y="9981"/>
                    <a:pt x="9372" y="10708"/>
                  </a:cubicBezTo>
                  <a:cubicBezTo>
                    <a:pt x="9352" y="10724"/>
                    <a:pt x="9346" y="10755"/>
                    <a:pt x="9361" y="10776"/>
                  </a:cubicBezTo>
                  <a:cubicBezTo>
                    <a:pt x="9371" y="10792"/>
                    <a:pt x="9388" y="10800"/>
                    <a:pt x="9404" y="10800"/>
                  </a:cubicBezTo>
                  <a:cubicBezTo>
                    <a:pt x="9413" y="10800"/>
                    <a:pt x="9421" y="10798"/>
                    <a:pt x="9428" y="10794"/>
                  </a:cubicBezTo>
                  <a:cubicBezTo>
                    <a:pt x="9926" y="10530"/>
                    <a:pt x="10410" y="10217"/>
                    <a:pt x="10880" y="9913"/>
                  </a:cubicBezTo>
                  <a:cubicBezTo>
                    <a:pt x="11838" y="9293"/>
                    <a:pt x="12829" y="8652"/>
                    <a:pt x="13951" y="8425"/>
                  </a:cubicBezTo>
                  <a:cubicBezTo>
                    <a:pt x="14247" y="8365"/>
                    <a:pt x="14546" y="8336"/>
                    <a:pt x="14845" y="8336"/>
                  </a:cubicBezTo>
                  <a:cubicBezTo>
                    <a:pt x="15891" y="8336"/>
                    <a:pt x="16930" y="8693"/>
                    <a:pt x="17749" y="9356"/>
                  </a:cubicBezTo>
                  <a:cubicBezTo>
                    <a:pt x="17005" y="10061"/>
                    <a:pt x="16093" y="10840"/>
                    <a:pt x="14954" y="11335"/>
                  </a:cubicBezTo>
                  <a:cubicBezTo>
                    <a:pt x="14203" y="11661"/>
                    <a:pt x="13306" y="11826"/>
                    <a:pt x="12295" y="11826"/>
                  </a:cubicBezTo>
                  <a:cubicBezTo>
                    <a:pt x="12259" y="11826"/>
                    <a:pt x="12224" y="11826"/>
                    <a:pt x="12188" y="11826"/>
                  </a:cubicBezTo>
                  <a:cubicBezTo>
                    <a:pt x="11239" y="11815"/>
                    <a:pt x="10285" y="11668"/>
                    <a:pt x="9362" y="11527"/>
                  </a:cubicBezTo>
                  <a:cubicBezTo>
                    <a:pt x="9360" y="11527"/>
                    <a:pt x="9358" y="11527"/>
                    <a:pt x="9356" y="11527"/>
                  </a:cubicBezTo>
                  <a:cubicBezTo>
                    <a:pt x="9335" y="11527"/>
                    <a:pt x="9316" y="11538"/>
                    <a:pt x="9307" y="11557"/>
                  </a:cubicBezTo>
                  <a:cubicBezTo>
                    <a:pt x="9298" y="11577"/>
                    <a:pt x="9302" y="11602"/>
                    <a:pt x="9319" y="11617"/>
                  </a:cubicBezTo>
                  <a:cubicBezTo>
                    <a:pt x="10101" y="12318"/>
                    <a:pt x="11231" y="12551"/>
                    <a:pt x="12239" y="12758"/>
                  </a:cubicBezTo>
                  <a:cubicBezTo>
                    <a:pt x="13215" y="12959"/>
                    <a:pt x="14315" y="13238"/>
                    <a:pt x="14993" y="14012"/>
                  </a:cubicBezTo>
                  <a:cubicBezTo>
                    <a:pt x="15529" y="14625"/>
                    <a:pt x="15733" y="15462"/>
                    <a:pt x="15907" y="16207"/>
                  </a:cubicBezTo>
                  <a:cubicBezTo>
                    <a:pt x="15542" y="16380"/>
                    <a:pt x="15158" y="16445"/>
                    <a:pt x="14788" y="16445"/>
                  </a:cubicBezTo>
                  <a:cubicBezTo>
                    <a:pt x="14142" y="16445"/>
                    <a:pt x="13540" y="16248"/>
                    <a:pt x="13159" y="16089"/>
                  </a:cubicBezTo>
                  <a:cubicBezTo>
                    <a:pt x="12245" y="15708"/>
                    <a:pt x="11487" y="15063"/>
                    <a:pt x="10802" y="14422"/>
                  </a:cubicBezTo>
                  <a:cubicBezTo>
                    <a:pt x="10647" y="14277"/>
                    <a:pt x="10494" y="14130"/>
                    <a:pt x="10340" y="13982"/>
                  </a:cubicBezTo>
                  <a:cubicBezTo>
                    <a:pt x="9798" y="13463"/>
                    <a:pt x="9237" y="12925"/>
                    <a:pt x="8612" y="12485"/>
                  </a:cubicBezTo>
                  <a:cubicBezTo>
                    <a:pt x="8602" y="12479"/>
                    <a:pt x="8592" y="12476"/>
                    <a:pt x="8581" y="12476"/>
                  </a:cubicBezTo>
                  <a:cubicBezTo>
                    <a:pt x="8569" y="12476"/>
                    <a:pt x="8557" y="12480"/>
                    <a:pt x="8547" y="12488"/>
                  </a:cubicBezTo>
                  <a:cubicBezTo>
                    <a:pt x="8530" y="12504"/>
                    <a:pt x="8524" y="12529"/>
                    <a:pt x="8535" y="12551"/>
                  </a:cubicBezTo>
                  <a:cubicBezTo>
                    <a:pt x="9602" y="14615"/>
                    <a:pt x="9557" y="17317"/>
                    <a:pt x="8431" y="19300"/>
                  </a:cubicBezTo>
                  <a:cubicBezTo>
                    <a:pt x="7584" y="18585"/>
                    <a:pt x="7059" y="17375"/>
                    <a:pt x="6992" y="15971"/>
                  </a:cubicBezTo>
                  <a:cubicBezTo>
                    <a:pt x="6934" y="14756"/>
                    <a:pt x="7117" y="13686"/>
                    <a:pt x="7433" y="12354"/>
                  </a:cubicBezTo>
                  <a:cubicBezTo>
                    <a:pt x="7439" y="12330"/>
                    <a:pt x="7428" y="12306"/>
                    <a:pt x="7405" y="12295"/>
                  </a:cubicBezTo>
                  <a:cubicBezTo>
                    <a:pt x="7398" y="12291"/>
                    <a:pt x="7390" y="12290"/>
                    <a:pt x="7382" y="12290"/>
                  </a:cubicBezTo>
                  <a:cubicBezTo>
                    <a:pt x="7367" y="12290"/>
                    <a:pt x="7353" y="12297"/>
                    <a:pt x="7343" y="12309"/>
                  </a:cubicBezTo>
                  <a:cubicBezTo>
                    <a:pt x="6696" y="13101"/>
                    <a:pt x="5680" y="13585"/>
                    <a:pt x="4238" y="13791"/>
                  </a:cubicBezTo>
                  <a:cubicBezTo>
                    <a:pt x="4020" y="13822"/>
                    <a:pt x="3799" y="13837"/>
                    <a:pt x="3579" y="13837"/>
                  </a:cubicBezTo>
                  <a:cubicBezTo>
                    <a:pt x="2629" y="13837"/>
                    <a:pt x="1679" y="13555"/>
                    <a:pt x="887" y="13027"/>
                  </a:cubicBezTo>
                  <a:cubicBezTo>
                    <a:pt x="1901" y="12266"/>
                    <a:pt x="3240" y="11391"/>
                    <a:pt x="4700" y="11234"/>
                  </a:cubicBezTo>
                  <a:cubicBezTo>
                    <a:pt x="4840" y="11219"/>
                    <a:pt x="4981" y="11211"/>
                    <a:pt x="5122" y="11211"/>
                  </a:cubicBezTo>
                  <a:cubicBezTo>
                    <a:pt x="5701" y="11211"/>
                    <a:pt x="6275" y="11338"/>
                    <a:pt x="6804" y="11585"/>
                  </a:cubicBezTo>
                  <a:cubicBezTo>
                    <a:pt x="6811" y="11588"/>
                    <a:pt x="6818" y="11590"/>
                    <a:pt x="6826" y="11590"/>
                  </a:cubicBezTo>
                  <a:cubicBezTo>
                    <a:pt x="6842" y="11590"/>
                    <a:pt x="6858" y="11582"/>
                    <a:pt x="6868" y="11567"/>
                  </a:cubicBezTo>
                  <a:cubicBezTo>
                    <a:pt x="6883" y="11547"/>
                    <a:pt x="6879" y="11519"/>
                    <a:pt x="6861" y="11502"/>
                  </a:cubicBezTo>
                  <a:cubicBezTo>
                    <a:pt x="6118" y="10794"/>
                    <a:pt x="5178" y="10342"/>
                    <a:pt x="4269" y="9905"/>
                  </a:cubicBezTo>
                  <a:cubicBezTo>
                    <a:pt x="3647" y="9605"/>
                    <a:pt x="3004" y="9295"/>
                    <a:pt x="2427" y="8905"/>
                  </a:cubicBezTo>
                  <a:cubicBezTo>
                    <a:pt x="1600" y="8347"/>
                    <a:pt x="969" y="7651"/>
                    <a:pt x="603" y="6897"/>
                  </a:cubicBezTo>
                  <a:cubicBezTo>
                    <a:pt x="186" y="6038"/>
                    <a:pt x="111" y="5087"/>
                    <a:pt x="393" y="4281"/>
                  </a:cubicBezTo>
                  <a:lnTo>
                    <a:pt x="393" y="4281"/>
                  </a:lnTo>
                  <a:cubicBezTo>
                    <a:pt x="1214" y="4326"/>
                    <a:pt x="2156" y="4413"/>
                    <a:pt x="3002" y="4841"/>
                  </a:cubicBezTo>
                  <a:cubicBezTo>
                    <a:pt x="4083" y="5388"/>
                    <a:pt x="4779" y="6478"/>
                    <a:pt x="5207" y="7252"/>
                  </a:cubicBezTo>
                  <a:cubicBezTo>
                    <a:pt x="5367" y="7538"/>
                    <a:pt x="5520" y="7837"/>
                    <a:pt x="5668" y="8125"/>
                  </a:cubicBezTo>
                  <a:cubicBezTo>
                    <a:pt x="6023" y="8816"/>
                    <a:pt x="6391" y="9532"/>
                    <a:pt x="6876" y="10158"/>
                  </a:cubicBezTo>
                  <a:cubicBezTo>
                    <a:pt x="6887" y="10171"/>
                    <a:pt x="6902" y="10177"/>
                    <a:pt x="6917" y="10177"/>
                  </a:cubicBezTo>
                  <a:cubicBezTo>
                    <a:pt x="6925" y="10177"/>
                    <a:pt x="6934" y="10175"/>
                    <a:pt x="6942" y="10171"/>
                  </a:cubicBezTo>
                  <a:cubicBezTo>
                    <a:pt x="6964" y="10159"/>
                    <a:pt x="6974" y="10133"/>
                    <a:pt x="6966" y="10109"/>
                  </a:cubicBezTo>
                  <a:cubicBezTo>
                    <a:pt x="6735" y="9402"/>
                    <a:pt x="6451" y="8728"/>
                    <a:pt x="6177" y="8074"/>
                  </a:cubicBezTo>
                  <a:cubicBezTo>
                    <a:pt x="6010" y="7677"/>
                    <a:pt x="5836" y="7265"/>
                    <a:pt x="5675" y="6845"/>
                  </a:cubicBezTo>
                  <a:cubicBezTo>
                    <a:pt x="5154" y="5495"/>
                    <a:pt x="5020" y="4361"/>
                    <a:pt x="5263" y="3380"/>
                  </a:cubicBezTo>
                  <a:cubicBezTo>
                    <a:pt x="5409" y="2801"/>
                    <a:pt x="5692" y="2258"/>
                    <a:pt x="5967" y="1733"/>
                  </a:cubicBezTo>
                  <a:cubicBezTo>
                    <a:pt x="6226" y="1237"/>
                    <a:pt x="6494" y="724"/>
                    <a:pt x="6648" y="177"/>
                  </a:cubicBezTo>
                  <a:close/>
                  <a:moveTo>
                    <a:pt x="6627" y="1"/>
                  </a:moveTo>
                  <a:cubicBezTo>
                    <a:pt x="6624" y="1"/>
                    <a:pt x="6621" y="1"/>
                    <a:pt x="6618" y="2"/>
                  </a:cubicBezTo>
                  <a:cubicBezTo>
                    <a:pt x="6598" y="6"/>
                    <a:pt x="6582" y="21"/>
                    <a:pt x="6576" y="41"/>
                  </a:cubicBezTo>
                  <a:cubicBezTo>
                    <a:pt x="6432" y="618"/>
                    <a:pt x="6148" y="1161"/>
                    <a:pt x="5874" y="1685"/>
                  </a:cubicBezTo>
                  <a:cubicBezTo>
                    <a:pt x="5597" y="2216"/>
                    <a:pt x="5310" y="2765"/>
                    <a:pt x="5162" y="3356"/>
                  </a:cubicBezTo>
                  <a:cubicBezTo>
                    <a:pt x="4913" y="4358"/>
                    <a:pt x="5049" y="5511"/>
                    <a:pt x="5578" y="6883"/>
                  </a:cubicBezTo>
                  <a:cubicBezTo>
                    <a:pt x="5741" y="7304"/>
                    <a:pt x="5913" y="7716"/>
                    <a:pt x="6081" y="8114"/>
                  </a:cubicBezTo>
                  <a:cubicBezTo>
                    <a:pt x="6313" y="8667"/>
                    <a:pt x="6552" y="9236"/>
                    <a:pt x="6761" y="9825"/>
                  </a:cubicBezTo>
                  <a:cubicBezTo>
                    <a:pt x="6374" y="9275"/>
                    <a:pt x="6062" y="8667"/>
                    <a:pt x="5760" y="8078"/>
                  </a:cubicBezTo>
                  <a:cubicBezTo>
                    <a:pt x="5612" y="7788"/>
                    <a:pt x="5458" y="7490"/>
                    <a:pt x="5298" y="7201"/>
                  </a:cubicBezTo>
                  <a:cubicBezTo>
                    <a:pt x="4862" y="6416"/>
                    <a:pt x="4155" y="5309"/>
                    <a:pt x="3047" y="4748"/>
                  </a:cubicBezTo>
                  <a:cubicBezTo>
                    <a:pt x="2172" y="4305"/>
                    <a:pt x="1200" y="4221"/>
                    <a:pt x="360" y="4176"/>
                  </a:cubicBezTo>
                  <a:cubicBezTo>
                    <a:pt x="358" y="4176"/>
                    <a:pt x="357" y="4176"/>
                    <a:pt x="356" y="4176"/>
                  </a:cubicBezTo>
                  <a:cubicBezTo>
                    <a:pt x="333" y="4176"/>
                    <a:pt x="315" y="4189"/>
                    <a:pt x="308" y="4210"/>
                  </a:cubicBezTo>
                  <a:cubicBezTo>
                    <a:pt x="0" y="5049"/>
                    <a:pt x="74" y="6045"/>
                    <a:pt x="509" y="6942"/>
                  </a:cubicBezTo>
                  <a:cubicBezTo>
                    <a:pt x="883" y="7713"/>
                    <a:pt x="1526" y="8422"/>
                    <a:pt x="2369" y="8991"/>
                  </a:cubicBezTo>
                  <a:cubicBezTo>
                    <a:pt x="2952" y="9385"/>
                    <a:pt x="3599" y="9696"/>
                    <a:pt x="4225" y="9997"/>
                  </a:cubicBezTo>
                  <a:cubicBezTo>
                    <a:pt x="5033" y="10386"/>
                    <a:pt x="5867" y="10789"/>
                    <a:pt x="6559" y="11370"/>
                  </a:cubicBezTo>
                  <a:cubicBezTo>
                    <a:pt x="6100" y="11197"/>
                    <a:pt x="5615" y="11108"/>
                    <a:pt x="5125" y="11108"/>
                  </a:cubicBezTo>
                  <a:cubicBezTo>
                    <a:pt x="4980" y="11108"/>
                    <a:pt x="4834" y="11116"/>
                    <a:pt x="4689" y="11132"/>
                  </a:cubicBezTo>
                  <a:cubicBezTo>
                    <a:pt x="3175" y="11294"/>
                    <a:pt x="1798" y="12209"/>
                    <a:pt x="767" y="12988"/>
                  </a:cubicBezTo>
                  <a:cubicBezTo>
                    <a:pt x="754" y="12998"/>
                    <a:pt x="746" y="13014"/>
                    <a:pt x="747" y="13030"/>
                  </a:cubicBezTo>
                  <a:cubicBezTo>
                    <a:pt x="747" y="13047"/>
                    <a:pt x="755" y="13062"/>
                    <a:pt x="769" y="13072"/>
                  </a:cubicBezTo>
                  <a:cubicBezTo>
                    <a:pt x="1587" y="13637"/>
                    <a:pt x="2582" y="13941"/>
                    <a:pt x="3577" y="13941"/>
                  </a:cubicBezTo>
                  <a:cubicBezTo>
                    <a:pt x="3803" y="13941"/>
                    <a:pt x="4029" y="13925"/>
                    <a:pt x="4253" y="13894"/>
                  </a:cubicBezTo>
                  <a:cubicBezTo>
                    <a:pt x="5624" y="13698"/>
                    <a:pt x="6618" y="13253"/>
                    <a:pt x="7284" y="12533"/>
                  </a:cubicBezTo>
                  <a:lnTo>
                    <a:pt x="7284" y="12533"/>
                  </a:lnTo>
                  <a:cubicBezTo>
                    <a:pt x="6996" y="13782"/>
                    <a:pt x="6833" y="14811"/>
                    <a:pt x="6888" y="15976"/>
                  </a:cubicBezTo>
                  <a:cubicBezTo>
                    <a:pt x="6958" y="17436"/>
                    <a:pt x="7514" y="18691"/>
                    <a:pt x="8414" y="19420"/>
                  </a:cubicBezTo>
                  <a:cubicBezTo>
                    <a:pt x="8422" y="19427"/>
                    <a:pt x="8434" y="19431"/>
                    <a:pt x="8446" y="19431"/>
                  </a:cubicBezTo>
                  <a:cubicBezTo>
                    <a:pt x="8449" y="19431"/>
                    <a:pt x="8452" y="19431"/>
                    <a:pt x="8456" y="19430"/>
                  </a:cubicBezTo>
                  <a:cubicBezTo>
                    <a:pt x="8470" y="19427"/>
                    <a:pt x="8483" y="19419"/>
                    <a:pt x="8491" y="19405"/>
                  </a:cubicBezTo>
                  <a:cubicBezTo>
                    <a:pt x="9629" y="17448"/>
                    <a:pt x="9715" y="14779"/>
                    <a:pt x="8721" y="12692"/>
                  </a:cubicBezTo>
                  <a:lnTo>
                    <a:pt x="8721" y="12692"/>
                  </a:lnTo>
                  <a:cubicBezTo>
                    <a:pt x="9274" y="13102"/>
                    <a:pt x="9778" y="13587"/>
                    <a:pt x="10269" y="14058"/>
                  </a:cubicBezTo>
                  <a:cubicBezTo>
                    <a:pt x="10423" y="14204"/>
                    <a:pt x="10576" y="14352"/>
                    <a:pt x="10732" y="14498"/>
                  </a:cubicBezTo>
                  <a:cubicBezTo>
                    <a:pt x="11422" y="15145"/>
                    <a:pt x="12190" y="15797"/>
                    <a:pt x="13119" y="16185"/>
                  </a:cubicBezTo>
                  <a:cubicBezTo>
                    <a:pt x="13509" y="16347"/>
                    <a:pt x="14125" y="16548"/>
                    <a:pt x="14789" y="16548"/>
                  </a:cubicBezTo>
                  <a:cubicBezTo>
                    <a:pt x="15185" y="16548"/>
                    <a:pt x="15598" y="16477"/>
                    <a:pt x="15989" y="16283"/>
                  </a:cubicBezTo>
                  <a:cubicBezTo>
                    <a:pt x="16011" y="16272"/>
                    <a:pt x="16023" y="16248"/>
                    <a:pt x="16018" y="16224"/>
                  </a:cubicBezTo>
                  <a:cubicBezTo>
                    <a:pt x="15837" y="15457"/>
                    <a:pt x="15634" y="14588"/>
                    <a:pt x="15071" y="13943"/>
                  </a:cubicBezTo>
                  <a:cubicBezTo>
                    <a:pt x="14371" y="13146"/>
                    <a:pt x="13253" y="12860"/>
                    <a:pt x="12249" y="12654"/>
                  </a:cubicBezTo>
                  <a:cubicBezTo>
                    <a:pt x="11280" y="12454"/>
                    <a:pt x="10277" y="12248"/>
                    <a:pt x="9529" y="11658"/>
                  </a:cubicBezTo>
                  <a:lnTo>
                    <a:pt x="9529" y="11658"/>
                  </a:lnTo>
                  <a:cubicBezTo>
                    <a:pt x="10398" y="11791"/>
                    <a:pt x="11293" y="11920"/>
                    <a:pt x="12186" y="11929"/>
                  </a:cubicBezTo>
                  <a:cubicBezTo>
                    <a:pt x="12223" y="11930"/>
                    <a:pt x="12259" y="11930"/>
                    <a:pt x="12295" y="11930"/>
                  </a:cubicBezTo>
                  <a:cubicBezTo>
                    <a:pt x="13324" y="11930"/>
                    <a:pt x="14231" y="11763"/>
                    <a:pt x="14994" y="11430"/>
                  </a:cubicBezTo>
                  <a:cubicBezTo>
                    <a:pt x="16171" y="10919"/>
                    <a:pt x="17105" y="10112"/>
                    <a:pt x="17862" y="9391"/>
                  </a:cubicBezTo>
                  <a:cubicBezTo>
                    <a:pt x="17873" y="9381"/>
                    <a:pt x="17880" y="9367"/>
                    <a:pt x="17878" y="9352"/>
                  </a:cubicBezTo>
                  <a:cubicBezTo>
                    <a:pt x="17878" y="9337"/>
                    <a:pt x="17872" y="9323"/>
                    <a:pt x="17861" y="9314"/>
                  </a:cubicBezTo>
                  <a:cubicBezTo>
                    <a:pt x="17015" y="8612"/>
                    <a:pt x="15935" y="8233"/>
                    <a:pt x="14846" y="8233"/>
                  </a:cubicBezTo>
                  <a:cubicBezTo>
                    <a:pt x="14540" y="8233"/>
                    <a:pt x="14233" y="8263"/>
                    <a:pt x="13931" y="8324"/>
                  </a:cubicBezTo>
                  <a:cubicBezTo>
                    <a:pt x="12789" y="8554"/>
                    <a:pt x="11789" y="9201"/>
                    <a:pt x="10823" y="9825"/>
                  </a:cubicBezTo>
                  <a:cubicBezTo>
                    <a:pt x="10529" y="10016"/>
                    <a:pt x="10227" y="10211"/>
                    <a:pt x="9921" y="10396"/>
                  </a:cubicBezTo>
                  <a:cubicBezTo>
                    <a:pt x="10665" y="9788"/>
                    <a:pt x="11411" y="9154"/>
                    <a:pt x="12077" y="8448"/>
                  </a:cubicBezTo>
                  <a:cubicBezTo>
                    <a:pt x="12984" y="7486"/>
                    <a:pt x="13631" y="6493"/>
                    <a:pt x="14000" y="5497"/>
                  </a:cubicBezTo>
                  <a:cubicBezTo>
                    <a:pt x="14450" y="4277"/>
                    <a:pt x="14656" y="2902"/>
                    <a:pt x="14611" y="1410"/>
                  </a:cubicBezTo>
                  <a:cubicBezTo>
                    <a:pt x="14611" y="1394"/>
                    <a:pt x="14602" y="1379"/>
                    <a:pt x="14589" y="1370"/>
                  </a:cubicBezTo>
                  <a:cubicBezTo>
                    <a:pt x="14581" y="1364"/>
                    <a:pt x="14570" y="1361"/>
                    <a:pt x="14559" y="1361"/>
                  </a:cubicBezTo>
                  <a:cubicBezTo>
                    <a:pt x="14554" y="1361"/>
                    <a:pt x="14549" y="1362"/>
                    <a:pt x="14545" y="1363"/>
                  </a:cubicBezTo>
                  <a:cubicBezTo>
                    <a:pt x="13427" y="1687"/>
                    <a:pt x="12159" y="2056"/>
                    <a:pt x="11204" y="2874"/>
                  </a:cubicBezTo>
                  <a:cubicBezTo>
                    <a:pt x="10340" y="3614"/>
                    <a:pt x="9720" y="4712"/>
                    <a:pt x="9251" y="6326"/>
                  </a:cubicBezTo>
                  <a:cubicBezTo>
                    <a:pt x="9153" y="6665"/>
                    <a:pt x="9058" y="7010"/>
                    <a:pt x="8968" y="7342"/>
                  </a:cubicBezTo>
                  <a:cubicBezTo>
                    <a:pt x="8775" y="8051"/>
                    <a:pt x="8577" y="8780"/>
                    <a:pt x="8324" y="9486"/>
                  </a:cubicBezTo>
                  <a:cubicBezTo>
                    <a:pt x="8670" y="7879"/>
                    <a:pt x="8976" y="6116"/>
                    <a:pt x="8657" y="4422"/>
                  </a:cubicBezTo>
                  <a:cubicBezTo>
                    <a:pt x="8398" y="3048"/>
                    <a:pt x="7767" y="1650"/>
                    <a:pt x="6669" y="25"/>
                  </a:cubicBezTo>
                  <a:cubicBezTo>
                    <a:pt x="6660" y="10"/>
                    <a:pt x="6644" y="1"/>
                    <a:pt x="66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5" name="Google Shape;9745;p31"/>
            <p:cNvSpPr/>
            <p:nvPr/>
          </p:nvSpPr>
          <p:spPr>
            <a:xfrm>
              <a:off x="2779375" y="3456475"/>
              <a:ext cx="197050" cy="371675"/>
            </a:xfrm>
            <a:custGeom>
              <a:avLst/>
              <a:gdLst/>
              <a:ahLst/>
              <a:cxnLst/>
              <a:rect l="l" t="t" r="r" b="b"/>
              <a:pathLst>
                <a:path w="7882" h="14867" extrusionOk="0">
                  <a:moveTo>
                    <a:pt x="6495" y="1"/>
                  </a:moveTo>
                  <a:cubicBezTo>
                    <a:pt x="6487" y="1"/>
                    <a:pt x="6479" y="4"/>
                    <a:pt x="6474" y="12"/>
                  </a:cubicBezTo>
                  <a:cubicBezTo>
                    <a:pt x="4385" y="2962"/>
                    <a:pt x="2269" y="6222"/>
                    <a:pt x="6" y="9974"/>
                  </a:cubicBezTo>
                  <a:cubicBezTo>
                    <a:pt x="0" y="9985"/>
                    <a:pt x="2" y="9997"/>
                    <a:pt x="9" y="10006"/>
                  </a:cubicBezTo>
                  <a:cubicBezTo>
                    <a:pt x="1065" y="11139"/>
                    <a:pt x="2477" y="11875"/>
                    <a:pt x="3841" y="12588"/>
                  </a:cubicBezTo>
                  <a:cubicBezTo>
                    <a:pt x="4093" y="12719"/>
                    <a:pt x="4346" y="12848"/>
                    <a:pt x="4599" y="12977"/>
                  </a:cubicBezTo>
                  <a:cubicBezTo>
                    <a:pt x="5697" y="13538"/>
                    <a:pt x="6832" y="14118"/>
                    <a:pt x="7837" y="14862"/>
                  </a:cubicBezTo>
                  <a:cubicBezTo>
                    <a:pt x="7841" y="14864"/>
                    <a:pt x="7846" y="14867"/>
                    <a:pt x="7852" y="14867"/>
                  </a:cubicBezTo>
                  <a:lnTo>
                    <a:pt x="7852" y="14866"/>
                  </a:lnTo>
                  <a:cubicBezTo>
                    <a:pt x="7860" y="14866"/>
                    <a:pt x="7868" y="14863"/>
                    <a:pt x="7873" y="14856"/>
                  </a:cubicBezTo>
                  <a:cubicBezTo>
                    <a:pt x="7881" y="14844"/>
                    <a:pt x="7879" y="14828"/>
                    <a:pt x="7868" y="14820"/>
                  </a:cubicBezTo>
                  <a:cubicBezTo>
                    <a:pt x="6859" y="14073"/>
                    <a:pt x="5722" y="13492"/>
                    <a:pt x="4622" y="12930"/>
                  </a:cubicBezTo>
                  <a:cubicBezTo>
                    <a:pt x="4370" y="12802"/>
                    <a:pt x="4117" y="12673"/>
                    <a:pt x="3866" y="12541"/>
                  </a:cubicBezTo>
                  <a:cubicBezTo>
                    <a:pt x="2511" y="11835"/>
                    <a:pt x="1109" y="11103"/>
                    <a:pt x="61" y="9985"/>
                  </a:cubicBezTo>
                  <a:cubicBezTo>
                    <a:pt x="2318" y="6239"/>
                    <a:pt x="4431" y="2986"/>
                    <a:pt x="6516" y="42"/>
                  </a:cubicBezTo>
                  <a:cubicBezTo>
                    <a:pt x="6524" y="29"/>
                    <a:pt x="6521" y="13"/>
                    <a:pt x="6511" y="5"/>
                  </a:cubicBezTo>
                  <a:cubicBezTo>
                    <a:pt x="6506" y="2"/>
                    <a:pt x="6501" y="1"/>
                    <a:pt x="649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6" name="Google Shape;9746;p31"/>
            <p:cNvSpPr/>
            <p:nvPr/>
          </p:nvSpPr>
          <p:spPr>
            <a:xfrm>
              <a:off x="2596975" y="3705525"/>
              <a:ext cx="183825" cy="41750"/>
            </a:xfrm>
            <a:custGeom>
              <a:avLst/>
              <a:gdLst/>
              <a:ahLst/>
              <a:cxnLst/>
              <a:rect l="l" t="t" r="r" b="b"/>
              <a:pathLst>
                <a:path w="7353" h="1670" extrusionOk="0">
                  <a:moveTo>
                    <a:pt x="7324" y="1"/>
                  </a:moveTo>
                  <a:cubicBezTo>
                    <a:pt x="7321" y="1"/>
                    <a:pt x="7317" y="1"/>
                    <a:pt x="7314" y="3"/>
                  </a:cubicBezTo>
                  <a:cubicBezTo>
                    <a:pt x="5038" y="1014"/>
                    <a:pt x="2518" y="1573"/>
                    <a:pt x="26" y="1617"/>
                  </a:cubicBezTo>
                  <a:cubicBezTo>
                    <a:pt x="12" y="1618"/>
                    <a:pt x="1" y="1629"/>
                    <a:pt x="1" y="1644"/>
                  </a:cubicBezTo>
                  <a:cubicBezTo>
                    <a:pt x="1" y="1659"/>
                    <a:pt x="13" y="1669"/>
                    <a:pt x="26" y="1669"/>
                  </a:cubicBezTo>
                  <a:lnTo>
                    <a:pt x="28" y="1669"/>
                  </a:lnTo>
                  <a:cubicBezTo>
                    <a:pt x="2525" y="1625"/>
                    <a:pt x="5051" y="1064"/>
                    <a:pt x="7334" y="50"/>
                  </a:cubicBezTo>
                  <a:cubicBezTo>
                    <a:pt x="7348" y="44"/>
                    <a:pt x="7353" y="28"/>
                    <a:pt x="7348" y="16"/>
                  </a:cubicBezTo>
                  <a:cubicBezTo>
                    <a:pt x="7344" y="6"/>
                    <a:pt x="7334" y="1"/>
                    <a:pt x="732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7" name="Google Shape;9747;p31"/>
            <p:cNvSpPr/>
            <p:nvPr/>
          </p:nvSpPr>
          <p:spPr>
            <a:xfrm>
              <a:off x="2774275" y="3705500"/>
              <a:ext cx="15450" cy="201200"/>
            </a:xfrm>
            <a:custGeom>
              <a:avLst/>
              <a:gdLst/>
              <a:ahLst/>
              <a:cxnLst/>
              <a:rect l="l" t="t" r="r" b="b"/>
              <a:pathLst>
                <a:path w="618" h="8048" extrusionOk="0">
                  <a:moveTo>
                    <a:pt x="232" y="1"/>
                  </a:moveTo>
                  <a:cubicBezTo>
                    <a:pt x="219" y="1"/>
                    <a:pt x="207" y="11"/>
                    <a:pt x="206" y="24"/>
                  </a:cubicBezTo>
                  <a:cubicBezTo>
                    <a:pt x="70" y="1397"/>
                    <a:pt x="1" y="2747"/>
                    <a:pt x="0" y="4034"/>
                  </a:cubicBezTo>
                  <a:cubicBezTo>
                    <a:pt x="0" y="5432"/>
                    <a:pt x="195" y="6814"/>
                    <a:pt x="564" y="8028"/>
                  </a:cubicBezTo>
                  <a:cubicBezTo>
                    <a:pt x="568" y="8041"/>
                    <a:pt x="578" y="8047"/>
                    <a:pt x="589" y="8047"/>
                  </a:cubicBezTo>
                  <a:cubicBezTo>
                    <a:pt x="592" y="8047"/>
                    <a:pt x="595" y="8047"/>
                    <a:pt x="596" y="8046"/>
                  </a:cubicBezTo>
                  <a:cubicBezTo>
                    <a:pt x="611" y="8042"/>
                    <a:pt x="618" y="8027"/>
                    <a:pt x="613" y="8014"/>
                  </a:cubicBezTo>
                  <a:cubicBezTo>
                    <a:pt x="246" y="6803"/>
                    <a:pt x="52" y="5428"/>
                    <a:pt x="52" y="4034"/>
                  </a:cubicBezTo>
                  <a:cubicBezTo>
                    <a:pt x="52" y="2749"/>
                    <a:pt x="122" y="1401"/>
                    <a:pt x="258" y="29"/>
                  </a:cubicBezTo>
                  <a:cubicBezTo>
                    <a:pt x="260" y="16"/>
                    <a:pt x="249" y="2"/>
                    <a:pt x="234" y="1"/>
                  </a:cubicBezTo>
                  <a:cubicBezTo>
                    <a:pt x="233" y="1"/>
                    <a:pt x="233" y="1"/>
                    <a:pt x="23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8" name="Google Shape;9748;p31"/>
            <p:cNvSpPr/>
            <p:nvPr/>
          </p:nvSpPr>
          <p:spPr>
            <a:xfrm>
              <a:off x="2779375" y="3655350"/>
              <a:ext cx="243550" cy="51500"/>
            </a:xfrm>
            <a:custGeom>
              <a:avLst/>
              <a:gdLst/>
              <a:ahLst/>
              <a:cxnLst/>
              <a:rect l="l" t="t" r="r" b="b"/>
              <a:pathLst>
                <a:path w="9742" h="2060" extrusionOk="0">
                  <a:moveTo>
                    <a:pt x="9714" y="1"/>
                  </a:moveTo>
                  <a:cubicBezTo>
                    <a:pt x="9712" y="1"/>
                    <a:pt x="9711" y="1"/>
                    <a:pt x="9710" y="1"/>
                  </a:cubicBezTo>
                  <a:cubicBezTo>
                    <a:pt x="8289" y="250"/>
                    <a:pt x="7018" y="549"/>
                    <a:pt x="5671" y="866"/>
                  </a:cubicBezTo>
                  <a:cubicBezTo>
                    <a:pt x="3957" y="1270"/>
                    <a:pt x="2187" y="1687"/>
                    <a:pt x="25" y="2007"/>
                  </a:cubicBezTo>
                  <a:cubicBezTo>
                    <a:pt x="10" y="2010"/>
                    <a:pt x="0" y="2023"/>
                    <a:pt x="2" y="2037"/>
                  </a:cubicBezTo>
                  <a:cubicBezTo>
                    <a:pt x="5" y="2050"/>
                    <a:pt x="15" y="2059"/>
                    <a:pt x="29" y="2059"/>
                  </a:cubicBezTo>
                  <a:cubicBezTo>
                    <a:pt x="29" y="2059"/>
                    <a:pt x="30" y="2059"/>
                    <a:pt x="31" y="2058"/>
                  </a:cubicBezTo>
                  <a:cubicBezTo>
                    <a:pt x="2196" y="1738"/>
                    <a:pt x="3968" y="1321"/>
                    <a:pt x="5683" y="917"/>
                  </a:cubicBezTo>
                  <a:cubicBezTo>
                    <a:pt x="7028" y="600"/>
                    <a:pt x="8300" y="300"/>
                    <a:pt x="9718" y="52"/>
                  </a:cubicBezTo>
                  <a:cubicBezTo>
                    <a:pt x="9733" y="51"/>
                    <a:pt x="9742" y="37"/>
                    <a:pt x="9739" y="23"/>
                  </a:cubicBezTo>
                  <a:cubicBezTo>
                    <a:pt x="9737" y="11"/>
                    <a:pt x="9726" y="1"/>
                    <a:pt x="971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9" name="Google Shape;9749;p31"/>
            <p:cNvSpPr/>
            <p:nvPr/>
          </p:nvSpPr>
          <p:spPr>
            <a:xfrm>
              <a:off x="2744150" y="3424150"/>
              <a:ext cx="36700" cy="282700"/>
            </a:xfrm>
            <a:custGeom>
              <a:avLst/>
              <a:gdLst/>
              <a:ahLst/>
              <a:cxnLst/>
              <a:rect l="l" t="t" r="r" b="b"/>
              <a:pathLst>
                <a:path w="1468" h="11308" extrusionOk="0">
                  <a:moveTo>
                    <a:pt x="30" y="1"/>
                  </a:moveTo>
                  <a:cubicBezTo>
                    <a:pt x="28" y="1"/>
                    <a:pt x="27" y="1"/>
                    <a:pt x="25" y="1"/>
                  </a:cubicBezTo>
                  <a:cubicBezTo>
                    <a:pt x="10" y="3"/>
                    <a:pt x="1" y="16"/>
                    <a:pt x="4" y="31"/>
                  </a:cubicBezTo>
                  <a:cubicBezTo>
                    <a:pt x="197" y="1347"/>
                    <a:pt x="187" y="2703"/>
                    <a:pt x="176" y="4014"/>
                  </a:cubicBezTo>
                  <a:cubicBezTo>
                    <a:pt x="172" y="4510"/>
                    <a:pt x="168" y="5022"/>
                    <a:pt x="174" y="5525"/>
                  </a:cubicBezTo>
                  <a:cubicBezTo>
                    <a:pt x="199" y="7175"/>
                    <a:pt x="536" y="9554"/>
                    <a:pt x="1414" y="11293"/>
                  </a:cubicBezTo>
                  <a:cubicBezTo>
                    <a:pt x="1419" y="11302"/>
                    <a:pt x="1427" y="11307"/>
                    <a:pt x="1438" y="11307"/>
                  </a:cubicBezTo>
                  <a:cubicBezTo>
                    <a:pt x="1442" y="11307"/>
                    <a:pt x="1444" y="11306"/>
                    <a:pt x="1449" y="11303"/>
                  </a:cubicBezTo>
                  <a:cubicBezTo>
                    <a:pt x="1462" y="11298"/>
                    <a:pt x="1467" y="11282"/>
                    <a:pt x="1461" y="11270"/>
                  </a:cubicBezTo>
                  <a:cubicBezTo>
                    <a:pt x="586" y="9540"/>
                    <a:pt x="250" y="7168"/>
                    <a:pt x="227" y="5525"/>
                  </a:cubicBezTo>
                  <a:cubicBezTo>
                    <a:pt x="220" y="5022"/>
                    <a:pt x="224" y="4510"/>
                    <a:pt x="228" y="4014"/>
                  </a:cubicBezTo>
                  <a:cubicBezTo>
                    <a:pt x="238" y="2701"/>
                    <a:pt x="248" y="1343"/>
                    <a:pt x="55" y="23"/>
                  </a:cubicBezTo>
                  <a:cubicBezTo>
                    <a:pt x="52" y="10"/>
                    <a:pt x="4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0" name="Google Shape;9750;p31"/>
            <p:cNvSpPr/>
            <p:nvPr/>
          </p:nvSpPr>
          <p:spPr>
            <a:xfrm>
              <a:off x="2586425" y="3527725"/>
              <a:ext cx="194425" cy="179125"/>
            </a:xfrm>
            <a:custGeom>
              <a:avLst/>
              <a:gdLst/>
              <a:ahLst/>
              <a:cxnLst/>
              <a:rect l="l" t="t" r="r" b="b"/>
              <a:pathLst>
                <a:path w="7777" h="7165" extrusionOk="0">
                  <a:moveTo>
                    <a:pt x="30" y="0"/>
                  </a:moveTo>
                  <a:cubicBezTo>
                    <a:pt x="26" y="0"/>
                    <a:pt x="21" y="2"/>
                    <a:pt x="17" y="5"/>
                  </a:cubicBezTo>
                  <a:cubicBezTo>
                    <a:pt x="4" y="11"/>
                    <a:pt x="0" y="27"/>
                    <a:pt x="7" y="40"/>
                  </a:cubicBezTo>
                  <a:cubicBezTo>
                    <a:pt x="1780" y="3060"/>
                    <a:pt x="4525" y="5589"/>
                    <a:pt x="7735" y="7162"/>
                  </a:cubicBezTo>
                  <a:cubicBezTo>
                    <a:pt x="7739" y="7163"/>
                    <a:pt x="7743" y="7164"/>
                    <a:pt x="7747" y="7164"/>
                  </a:cubicBezTo>
                  <a:cubicBezTo>
                    <a:pt x="7756" y="7164"/>
                    <a:pt x="7764" y="7159"/>
                    <a:pt x="7770" y="7150"/>
                  </a:cubicBezTo>
                  <a:cubicBezTo>
                    <a:pt x="7776" y="7136"/>
                    <a:pt x="7771" y="7121"/>
                    <a:pt x="7758" y="7115"/>
                  </a:cubicBezTo>
                  <a:cubicBezTo>
                    <a:pt x="4557" y="5546"/>
                    <a:pt x="1821" y="3025"/>
                    <a:pt x="52" y="13"/>
                  </a:cubicBezTo>
                  <a:cubicBezTo>
                    <a:pt x="47" y="5"/>
                    <a:pt x="39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1" name="Google Shape;9751;p31"/>
            <p:cNvSpPr/>
            <p:nvPr/>
          </p:nvSpPr>
          <p:spPr>
            <a:xfrm>
              <a:off x="2749375" y="3524625"/>
              <a:ext cx="43250" cy="52225"/>
            </a:xfrm>
            <a:custGeom>
              <a:avLst/>
              <a:gdLst/>
              <a:ahLst/>
              <a:cxnLst/>
              <a:rect l="l" t="t" r="r" b="b"/>
              <a:pathLst>
                <a:path w="1730" h="2089" extrusionOk="0">
                  <a:moveTo>
                    <a:pt x="1699" y="1"/>
                  </a:moveTo>
                  <a:cubicBezTo>
                    <a:pt x="1691" y="1"/>
                    <a:pt x="1682" y="5"/>
                    <a:pt x="1678" y="13"/>
                  </a:cubicBezTo>
                  <a:cubicBezTo>
                    <a:pt x="1200" y="749"/>
                    <a:pt x="639" y="1434"/>
                    <a:pt x="10" y="2044"/>
                  </a:cubicBezTo>
                  <a:cubicBezTo>
                    <a:pt x="0" y="2055"/>
                    <a:pt x="0" y="2071"/>
                    <a:pt x="10" y="2081"/>
                  </a:cubicBezTo>
                  <a:cubicBezTo>
                    <a:pt x="15" y="2086"/>
                    <a:pt x="22" y="2089"/>
                    <a:pt x="29" y="2089"/>
                  </a:cubicBezTo>
                  <a:cubicBezTo>
                    <a:pt x="35" y="2089"/>
                    <a:pt x="42" y="2086"/>
                    <a:pt x="46" y="2082"/>
                  </a:cubicBezTo>
                  <a:cubicBezTo>
                    <a:pt x="679" y="1467"/>
                    <a:pt x="1242" y="781"/>
                    <a:pt x="1721" y="41"/>
                  </a:cubicBezTo>
                  <a:cubicBezTo>
                    <a:pt x="1729" y="29"/>
                    <a:pt x="1725" y="13"/>
                    <a:pt x="1713" y="5"/>
                  </a:cubicBezTo>
                  <a:cubicBezTo>
                    <a:pt x="1709" y="2"/>
                    <a:pt x="1704" y="1"/>
                    <a:pt x="169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2" name="Google Shape;9752;p31"/>
            <p:cNvSpPr/>
            <p:nvPr/>
          </p:nvSpPr>
          <p:spPr>
            <a:xfrm>
              <a:off x="2710725" y="3498025"/>
              <a:ext cx="38650" cy="47900"/>
            </a:xfrm>
            <a:custGeom>
              <a:avLst/>
              <a:gdLst/>
              <a:ahLst/>
              <a:cxnLst/>
              <a:rect l="l" t="t" r="r" b="b"/>
              <a:pathLst>
                <a:path w="1546" h="1916" extrusionOk="0">
                  <a:moveTo>
                    <a:pt x="31" y="0"/>
                  </a:moveTo>
                  <a:cubicBezTo>
                    <a:pt x="26" y="0"/>
                    <a:pt x="22" y="1"/>
                    <a:pt x="18" y="3"/>
                  </a:cubicBezTo>
                  <a:cubicBezTo>
                    <a:pt x="5" y="11"/>
                    <a:pt x="1" y="28"/>
                    <a:pt x="7" y="40"/>
                  </a:cubicBezTo>
                  <a:cubicBezTo>
                    <a:pt x="410" y="734"/>
                    <a:pt x="911" y="1362"/>
                    <a:pt x="1498" y="1908"/>
                  </a:cubicBezTo>
                  <a:cubicBezTo>
                    <a:pt x="1503" y="1912"/>
                    <a:pt x="1510" y="1915"/>
                    <a:pt x="1516" y="1915"/>
                  </a:cubicBezTo>
                  <a:cubicBezTo>
                    <a:pt x="1524" y="1915"/>
                    <a:pt x="1530" y="1912"/>
                    <a:pt x="1534" y="1907"/>
                  </a:cubicBezTo>
                  <a:cubicBezTo>
                    <a:pt x="1545" y="1896"/>
                    <a:pt x="1544" y="1880"/>
                    <a:pt x="1533" y="1871"/>
                  </a:cubicBezTo>
                  <a:cubicBezTo>
                    <a:pt x="950" y="1327"/>
                    <a:pt x="453" y="703"/>
                    <a:pt x="53" y="13"/>
                  </a:cubicBezTo>
                  <a:cubicBezTo>
                    <a:pt x="48" y="5"/>
                    <a:pt x="39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3" name="Google Shape;9753;p31"/>
            <p:cNvSpPr/>
            <p:nvPr/>
          </p:nvSpPr>
          <p:spPr>
            <a:xfrm>
              <a:off x="2718200" y="3593125"/>
              <a:ext cx="36625" cy="31250"/>
            </a:xfrm>
            <a:custGeom>
              <a:avLst/>
              <a:gdLst/>
              <a:ahLst/>
              <a:cxnLst/>
              <a:rect l="l" t="t" r="r" b="b"/>
              <a:pathLst>
                <a:path w="1465" h="1250" extrusionOk="0">
                  <a:moveTo>
                    <a:pt x="31" y="0"/>
                  </a:moveTo>
                  <a:cubicBezTo>
                    <a:pt x="23" y="0"/>
                    <a:pt x="16" y="3"/>
                    <a:pt x="10" y="9"/>
                  </a:cubicBezTo>
                  <a:cubicBezTo>
                    <a:pt x="0" y="20"/>
                    <a:pt x="2" y="36"/>
                    <a:pt x="14" y="46"/>
                  </a:cubicBezTo>
                  <a:lnTo>
                    <a:pt x="1418" y="1243"/>
                  </a:lnTo>
                  <a:cubicBezTo>
                    <a:pt x="1424" y="1247"/>
                    <a:pt x="1429" y="1250"/>
                    <a:pt x="1436" y="1250"/>
                  </a:cubicBezTo>
                  <a:cubicBezTo>
                    <a:pt x="1443" y="1250"/>
                    <a:pt x="1449" y="1246"/>
                    <a:pt x="1455" y="1240"/>
                  </a:cubicBezTo>
                  <a:cubicBezTo>
                    <a:pt x="1464" y="1230"/>
                    <a:pt x="1463" y="1213"/>
                    <a:pt x="1452" y="1204"/>
                  </a:cubicBezTo>
                  <a:lnTo>
                    <a:pt x="47" y="7"/>
                  </a:lnTo>
                  <a:cubicBezTo>
                    <a:pt x="43" y="2"/>
                    <a:pt x="37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4" name="Google Shape;9754;p31"/>
            <p:cNvSpPr/>
            <p:nvPr/>
          </p:nvSpPr>
          <p:spPr>
            <a:xfrm>
              <a:off x="2759000" y="3606850"/>
              <a:ext cx="36200" cy="41950"/>
            </a:xfrm>
            <a:custGeom>
              <a:avLst/>
              <a:gdLst/>
              <a:ahLst/>
              <a:cxnLst/>
              <a:rect l="l" t="t" r="r" b="b"/>
              <a:pathLst>
                <a:path w="1448" h="1678" extrusionOk="0">
                  <a:moveTo>
                    <a:pt x="1418" y="1"/>
                  </a:moveTo>
                  <a:cubicBezTo>
                    <a:pt x="1409" y="1"/>
                    <a:pt x="1401" y="5"/>
                    <a:pt x="1395" y="13"/>
                  </a:cubicBezTo>
                  <a:cubicBezTo>
                    <a:pt x="1025" y="664"/>
                    <a:pt x="561" y="1208"/>
                    <a:pt x="14" y="1630"/>
                  </a:cubicBezTo>
                  <a:cubicBezTo>
                    <a:pt x="3" y="1640"/>
                    <a:pt x="0" y="1656"/>
                    <a:pt x="10" y="1667"/>
                  </a:cubicBezTo>
                  <a:cubicBezTo>
                    <a:pt x="14" y="1673"/>
                    <a:pt x="22" y="1677"/>
                    <a:pt x="30" y="1677"/>
                  </a:cubicBezTo>
                  <a:cubicBezTo>
                    <a:pt x="35" y="1677"/>
                    <a:pt x="41" y="1676"/>
                    <a:pt x="46" y="1672"/>
                  </a:cubicBezTo>
                  <a:cubicBezTo>
                    <a:pt x="598" y="1244"/>
                    <a:pt x="1067" y="695"/>
                    <a:pt x="1441" y="40"/>
                  </a:cubicBezTo>
                  <a:cubicBezTo>
                    <a:pt x="1448" y="27"/>
                    <a:pt x="1444" y="12"/>
                    <a:pt x="1432" y="4"/>
                  </a:cubicBezTo>
                  <a:cubicBezTo>
                    <a:pt x="1427" y="2"/>
                    <a:pt x="1423" y="1"/>
                    <a:pt x="141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5" name="Google Shape;9755;p31"/>
            <p:cNvSpPr/>
            <p:nvPr/>
          </p:nvSpPr>
          <p:spPr>
            <a:xfrm>
              <a:off x="2874700" y="3481700"/>
              <a:ext cx="5725" cy="66900"/>
            </a:xfrm>
            <a:custGeom>
              <a:avLst/>
              <a:gdLst/>
              <a:ahLst/>
              <a:cxnLst/>
              <a:rect l="l" t="t" r="r" b="b"/>
              <a:pathLst>
                <a:path w="229" h="2676" extrusionOk="0">
                  <a:moveTo>
                    <a:pt x="80" y="0"/>
                  </a:moveTo>
                  <a:cubicBezTo>
                    <a:pt x="68" y="0"/>
                    <a:pt x="58" y="12"/>
                    <a:pt x="57" y="24"/>
                  </a:cubicBezTo>
                  <a:cubicBezTo>
                    <a:pt x="0" y="901"/>
                    <a:pt x="40" y="1786"/>
                    <a:pt x="176" y="2654"/>
                  </a:cubicBezTo>
                  <a:cubicBezTo>
                    <a:pt x="178" y="2668"/>
                    <a:pt x="188" y="2676"/>
                    <a:pt x="202" y="2676"/>
                  </a:cubicBezTo>
                  <a:lnTo>
                    <a:pt x="206" y="2676"/>
                  </a:lnTo>
                  <a:cubicBezTo>
                    <a:pt x="219" y="2673"/>
                    <a:pt x="229" y="2661"/>
                    <a:pt x="227" y="2646"/>
                  </a:cubicBezTo>
                  <a:cubicBezTo>
                    <a:pt x="93" y="1782"/>
                    <a:pt x="53" y="901"/>
                    <a:pt x="109" y="28"/>
                  </a:cubicBezTo>
                  <a:cubicBezTo>
                    <a:pt x="109" y="13"/>
                    <a:pt x="98" y="1"/>
                    <a:pt x="85" y="1"/>
                  </a:cubicBezTo>
                  <a:cubicBezTo>
                    <a:pt x="83" y="1"/>
                    <a:pt x="82" y="0"/>
                    <a:pt x="8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6" name="Google Shape;9756;p31"/>
            <p:cNvSpPr/>
            <p:nvPr/>
          </p:nvSpPr>
          <p:spPr>
            <a:xfrm>
              <a:off x="2862650" y="3559950"/>
              <a:ext cx="63450" cy="13650"/>
            </a:xfrm>
            <a:custGeom>
              <a:avLst/>
              <a:gdLst/>
              <a:ahLst/>
              <a:cxnLst/>
              <a:rect l="l" t="t" r="r" b="b"/>
              <a:pathLst>
                <a:path w="2538" h="546" extrusionOk="0">
                  <a:moveTo>
                    <a:pt x="2508" y="1"/>
                  </a:moveTo>
                  <a:cubicBezTo>
                    <a:pt x="2505" y="1"/>
                    <a:pt x="2503" y="1"/>
                    <a:pt x="2500" y="2"/>
                  </a:cubicBezTo>
                  <a:cubicBezTo>
                    <a:pt x="1701" y="273"/>
                    <a:pt x="868" y="439"/>
                    <a:pt x="26" y="494"/>
                  </a:cubicBezTo>
                  <a:cubicBezTo>
                    <a:pt x="11" y="494"/>
                    <a:pt x="1" y="506"/>
                    <a:pt x="2" y="521"/>
                  </a:cubicBezTo>
                  <a:cubicBezTo>
                    <a:pt x="2" y="534"/>
                    <a:pt x="14" y="545"/>
                    <a:pt x="27" y="545"/>
                  </a:cubicBezTo>
                  <a:lnTo>
                    <a:pt x="29" y="545"/>
                  </a:lnTo>
                  <a:cubicBezTo>
                    <a:pt x="876" y="490"/>
                    <a:pt x="1713" y="325"/>
                    <a:pt x="2516" y="52"/>
                  </a:cubicBezTo>
                  <a:cubicBezTo>
                    <a:pt x="2530" y="46"/>
                    <a:pt x="2538" y="33"/>
                    <a:pt x="2532" y="18"/>
                  </a:cubicBezTo>
                  <a:cubicBezTo>
                    <a:pt x="2529" y="7"/>
                    <a:pt x="2519" y="1"/>
                    <a:pt x="250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7" name="Google Shape;9757;p31"/>
            <p:cNvSpPr/>
            <p:nvPr/>
          </p:nvSpPr>
          <p:spPr>
            <a:xfrm>
              <a:off x="2829625" y="3532025"/>
              <a:ext cx="16575" cy="68700"/>
            </a:xfrm>
            <a:custGeom>
              <a:avLst/>
              <a:gdLst/>
              <a:ahLst/>
              <a:cxnLst/>
              <a:rect l="l" t="t" r="r" b="b"/>
              <a:pathLst>
                <a:path w="663" h="2748" extrusionOk="0">
                  <a:moveTo>
                    <a:pt x="29" y="0"/>
                  </a:moveTo>
                  <a:cubicBezTo>
                    <a:pt x="28" y="0"/>
                    <a:pt x="26" y="1"/>
                    <a:pt x="25" y="1"/>
                  </a:cubicBezTo>
                  <a:cubicBezTo>
                    <a:pt x="11" y="2"/>
                    <a:pt x="0" y="14"/>
                    <a:pt x="2" y="28"/>
                  </a:cubicBezTo>
                  <a:cubicBezTo>
                    <a:pt x="80" y="953"/>
                    <a:pt x="284" y="1861"/>
                    <a:pt x="608" y="2730"/>
                  </a:cubicBezTo>
                  <a:cubicBezTo>
                    <a:pt x="613" y="2741"/>
                    <a:pt x="622" y="2748"/>
                    <a:pt x="633" y="2748"/>
                  </a:cubicBezTo>
                  <a:cubicBezTo>
                    <a:pt x="637" y="2748"/>
                    <a:pt x="639" y="2748"/>
                    <a:pt x="642" y="2747"/>
                  </a:cubicBezTo>
                  <a:cubicBezTo>
                    <a:pt x="656" y="2741"/>
                    <a:pt x="662" y="2726"/>
                    <a:pt x="657" y="2713"/>
                  </a:cubicBezTo>
                  <a:cubicBezTo>
                    <a:pt x="334" y="1848"/>
                    <a:pt x="131" y="944"/>
                    <a:pt x="53" y="24"/>
                  </a:cubicBezTo>
                  <a:cubicBezTo>
                    <a:pt x="52" y="11"/>
                    <a:pt x="4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8" name="Google Shape;9758;p31"/>
            <p:cNvSpPr/>
            <p:nvPr/>
          </p:nvSpPr>
          <p:spPr>
            <a:xfrm>
              <a:off x="2827675" y="3624300"/>
              <a:ext cx="59575" cy="5500"/>
            </a:xfrm>
            <a:custGeom>
              <a:avLst/>
              <a:gdLst/>
              <a:ahLst/>
              <a:cxnLst/>
              <a:rect l="l" t="t" r="r" b="b"/>
              <a:pathLst>
                <a:path w="2383" h="220" extrusionOk="0">
                  <a:moveTo>
                    <a:pt x="2354" y="1"/>
                  </a:moveTo>
                  <a:cubicBezTo>
                    <a:pt x="2353" y="1"/>
                    <a:pt x="2351" y="1"/>
                    <a:pt x="2349" y="1"/>
                  </a:cubicBezTo>
                  <a:cubicBezTo>
                    <a:pt x="1829" y="112"/>
                    <a:pt x="1300" y="168"/>
                    <a:pt x="770" y="168"/>
                  </a:cubicBezTo>
                  <a:cubicBezTo>
                    <a:pt x="523" y="168"/>
                    <a:pt x="277" y="156"/>
                    <a:pt x="30" y="132"/>
                  </a:cubicBezTo>
                  <a:cubicBezTo>
                    <a:pt x="29" y="132"/>
                    <a:pt x="28" y="132"/>
                    <a:pt x="27" y="132"/>
                  </a:cubicBezTo>
                  <a:cubicBezTo>
                    <a:pt x="13" y="132"/>
                    <a:pt x="3" y="142"/>
                    <a:pt x="2" y="156"/>
                  </a:cubicBezTo>
                  <a:cubicBezTo>
                    <a:pt x="0" y="170"/>
                    <a:pt x="11" y="183"/>
                    <a:pt x="25" y="184"/>
                  </a:cubicBezTo>
                  <a:cubicBezTo>
                    <a:pt x="272" y="207"/>
                    <a:pt x="520" y="219"/>
                    <a:pt x="766" y="219"/>
                  </a:cubicBezTo>
                  <a:cubicBezTo>
                    <a:pt x="1301" y="219"/>
                    <a:pt x="1834" y="164"/>
                    <a:pt x="2360" y="52"/>
                  </a:cubicBezTo>
                  <a:cubicBezTo>
                    <a:pt x="2374" y="50"/>
                    <a:pt x="2383" y="36"/>
                    <a:pt x="2380" y="22"/>
                  </a:cubicBezTo>
                  <a:cubicBezTo>
                    <a:pt x="2378" y="10"/>
                    <a:pt x="2367" y="1"/>
                    <a:pt x="235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9" name="Google Shape;9759;p31"/>
            <p:cNvSpPr/>
            <p:nvPr/>
          </p:nvSpPr>
          <p:spPr>
            <a:xfrm>
              <a:off x="2803800" y="3601350"/>
              <a:ext cx="8200" cy="54350"/>
            </a:xfrm>
            <a:custGeom>
              <a:avLst/>
              <a:gdLst/>
              <a:ahLst/>
              <a:cxnLst/>
              <a:rect l="l" t="t" r="r" b="b"/>
              <a:pathLst>
                <a:path w="328" h="2174" extrusionOk="0">
                  <a:moveTo>
                    <a:pt x="41" y="0"/>
                  </a:moveTo>
                  <a:cubicBezTo>
                    <a:pt x="26" y="0"/>
                    <a:pt x="15" y="11"/>
                    <a:pt x="15" y="25"/>
                  </a:cubicBezTo>
                  <a:cubicBezTo>
                    <a:pt x="0" y="744"/>
                    <a:pt x="88" y="1460"/>
                    <a:pt x="273" y="2154"/>
                  </a:cubicBezTo>
                  <a:cubicBezTo>
                    <a:pt x="276" y="2166"/>
                    <a:pt x="287" y="2173"/>
                    <a:pt x="299" y="2173"/>
                  </a:cubicBezTo>
                  <a:lnTo>
                    <a:pt x="304" y="2173"/>
                  </a:lnTo>
                  <a:cubicBezTo>
                    <a:pt x="319" y="2169"/>
                    <a:pt x="327" y="2154"/>
                    <a:pt x="323" y="2141"/>
                  </a:cubicBezTo>
                  <a:cubicBezTo>
                    <a:pt x="139" y="1452"/>
                    <a:pt x="51" y="740"/>
                    <a:pt x="66" y="26"/>
                  </a:cubicBezTo>
                  <a:cubicBezTo>
                    <a:pt x="66" y="13"/>
                    <a:pt x="55" y="0"/>
                    <a:pt x="4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0" name="Google Shape;9760;p31"/>
            <p:cNvSpPr/>
            <p:nvPr/>
          </p:nvSpPr>
          <p:spPr>
            <a:xfrm>
              <a:off x="2915500" y="3629925"/>
              <a:ext cx="55000" cy="48850"/>
            </a:xfrm>
            <a:custGeom>
              <a:avLst/>
              <a:gdLst/>
              <a:ahLst/>
              <a:cxnLst/>
              <a:rect l="l" t="t" r="r" b="b"/>
              <a:pathLst>
                <a:path w="2200" h="1954" extrusionOk="0">
                  <a:moveTo>
                    <a:pt x="2170" y="0"/>
                  </a:moveTo>
                  <a:cubicBezTo>
                    <a:pt x="2165" y="0"/>
                    <a:pt x="2160" y="1"/>
                    <a:pt x="2157" y="4"/>
                  </a:cubicBezTo>
                  <a:cubicBezTo>
                    <a:pt x="1341" y="522"/>
                    <a:pt x="619" y="1163"/>
                    <a:pt x="9" y="1911"/>
                  </a:cubicBezTo>
                  <a:cubicBezTo>
                    <a:pt x="0" y="1922"/>
                    <a:pt x="3" y="1938"/>
                    <a:pt x="13" y="1948"/>
                  </a:cubicBezTo>
                  <a:cubicBezTo>
                    <a:pt x="17" y="1952"/>
                    <a:pt x="24" y="1953"/>
                    <a:pt x="30" y="1953"/>
                  </a:cubicBezTo>
                  <a:cubicBezTo>
                    <a:pt x="36" y="1953"/>
                    <a:pt x="44" y="1950"/>
                    <a:pt x="50" y="1944"/>
                  </a:cubicBezTo>
                  <a:cubicBezTo>
                    <a:pt x="655" y="1200"/>
                    <a:pt x="1374" y="562"/>
                    <a:pt x="2183" y="48"/>
                  </a:cubicBezTo>
                  <a:cubicBezTo>
                    <a:pt x="2196" y="40"/>
                    <a:pt x="2200" y="24"/>
                    <a:pt x="2192" y="12"/>
                  </a:cubicBezTo>
                  <a:cubicBezTo>
                    <a:pt x="2186" y="4"/>
                    <a:pt x="2178" y="0"/>
                    <a:pt x="217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1" name="Google Shape;9761;p31"/>
            <p:cNvSpPr/>
            <p:nvPr/>
          </p:nvSpPr>
          <p:spPr>
            <a:xfrm>
              <a:off x="2864500" y="3639525"/>
              <a:ext cx="35100" cy="51050"/>
            </a:xfrm>
            <a:custGeom>
              <a:avLst/>
              <a:gdLst/>
              <a:ahLst/>
              <a:cxnLst/>
              <a:rect l="l" t="t" r="r" b="b"/>
              <a:pathLst>
                <a:path w="1404" h="2042" extrusionOk="0">
                  <a:moveTo>
                    <a:pt x="1375" y="1"/>
                  </a:moveTo>
                  <a:cubicBezTo>
                    <a:pt x="1368" y="1"/>
                    <a:pt x="1360" y="4"/>
                    <a:pt x="1355" y="10"/>
                  </a:cubicBezTo>
                  <a:cubicBezTo>
                    <a:pt x="844" y="629"/>
                    <a:pt x="391" y="1299"/>
                    <a:pt x="7" y="2002"/>
                  </a:cubicBezTo>
                  <a:cubicBezTo>
                    <a:pt x="1" y="2016"/>
                    <a:pt x="5" y="2031"/>
                    <a:pt x="18" y="2037"/>
                  </a:cubicBezTo>
                  <a:cubicBezTo>
                    <a:pt x="22" y="2040"/>
                    <a:pt x="26" y="2041"/>
                    <a:pt x="30" y="2041"/>
                  </a:cubicBezTo>
                  <a:cubicBezTo>
                    <a:pt x="40" y="2041"/>
                    <a:pt x="48" y="2036"/>
                    <a:pt x="53" y="2028"/>
                  </a:cubicBezTo>
                  <a:cubicBezTo>
                    <a:pt x="435" y="1327"/>
                    <a:pt x="887" y="658"/>
                    <a:pt x="1394" y="43"/>
                  </a:cubicBezTo>
                  <a:cubicBezTo>
                    <a:pt x="1404" y="33"/>
                    <a:pt x="1402" y="17"/>
                    <a:pt x="1392" y="7"/>
                  </a:cubicBezTo>
                  <a:cubicBezTo>
                    <a:pt x="1387" y="3"/>
                    <a:pt x="1381" y="1"/>
                    <a:pt x="137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2" name="Google Shape;9762;p31"/>
            <p:cNvSpPr/>
            <p:nvPr/>
          </p:nvSpPr>
          <p:spPr>
            <a:xfrm>
              <a:off x="2892150" y="3684600"/>
              <a:ext cx="51150" cy="25650"/>
            </a:xfrm>
            <a:custGeom>
              <a:avLst/>
              <a:gdLst/>
              <a:ahLst/>
              <a:cxnLst/>
              <a:rect l="l" t="t" r="r" b="b"/>
              <a:pathLst>
                <a:path w="2046" h="1026" extrusionOk="0">
                  <a:moveTo>
                    <a:pt x="28" y="0"/>
                  </a:moveTo>
                  <a:cubicBezTo>
                    <a:pt x="21" y="0"/>
                    <a:pt x="13" y="4"/>
                    <a:pt x="8" y="11"/>
                  </a:cubicBezTo>
                  <a:cubicBezTo>
                    <a:pt x="0" y="22"/>
                    <a:pt x="2" y="38"/>
                    <a:pt x="14" y="47"/>
                  </a:cubicBezTo>
                  <a:cubicBezTo>
                    <a:pt x="606" y="491"/>
                    <a:pt x="1296" y="829"/>
                    <a:pt x="2009" y="1024"/>
                  </a:cubicBezTo>
                  <a:cubicBezTo>
                    <a:pt x="2012" y="1024"/>
                    <a:pt x="2014" y="1025"/>
                    <a:pt x="2016" y="1025"/>
                  </a:cubicBezTo>
                  <a:cubicBezTo>
                    <a:pt x="2028" y="1025"/>
                    <a:pt x="2039" y="1017"/>
                    <a:pt x="2041" y="1006"/>
                  </a:cubicBezTo>
                  <a:cubicBezTo>
                    <a:pt x="2045" y="992"/>
                    <a:pt x="2037" y="978"/>
                    <a:pt x="2024" y="974"/>
                  </a:cubicBezTo>
                  <a:cubicBezTo>
                    <a:pt x="1316" y="780"/>
                    <a:pt x="631" y="445"/>
                    <a:pt x="45" y="6"/>
                  </a:cubicBezTo>
                  <a:cubicBezTo>
                    <a:pt x="40" y="2"/>
                    <a:pt x="34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3" name="Google Shape;9763;p31"/>
            <p:cNvSpPr/>
            <p:nvPr/>
          </p:nvSpPr>
          <p:spPr>
            <a:xfrm>
              <a:off x="2836575" y="3696050"/>
              <a:ext cx="21650" cy="21625"/>
            </a:xfrm>
            <a:custGeom>
              <a:avLst/>
              <a:gdLst/>
              <a:ahLst/>
              <a:cxnLst/>
              <a:rect l="l" t="t" r="r" b="b"/>
              <a:pathLst>
                <a:path w="866" h="865" extrusionOk="0">
                  <a:moveTo>
                    <a:pt x="29" y="0"/>
                  </a:moveTo>
                  <a:cubicBezTo>
                    <a:pt x="25" y="0"/>
                    <a:pt x="21" y="1"/>
                    <a:pt x="17" y="4"/>
                  </a:cubicBezTo>
                  <a:cubicBezTo>
                    <a:pt x="4" y="12"/>
                    <a:pt x="1" y="28"/>
                    <a:pt x="8" y="40"/>
                  </a:cubicBezTo>
                  <a:cubicBezTo>
                    <a:pt x="209" y="372"/>
                    <a:pt x="492" y="656"/>
                    <a:pt x="823" y="861"/>
                  </a:cubicBezTo>
                  <a:cubicBezTo>
                    <a:pt x="827" y="863"/>
                    <a:pt x="831" y="865"/>
                    <a:pt x="836" y="865"/>
                  </a:cubicBezTo>
                  <a:cubicBezTo>
                    <a:pt x="844" y="865"/>
                    <a:pt x="854" y="859"/>
                    <a:pt x="858" y="851"/>
                  </a:cubicBezTo>
                  <a:cubicBezTo>
                    <a:pt x="866" y="839"/>
                    <a:pt x="862" y="824"/>
                    <a:pt x="850" y="816"/>
                  </a:cubicBezTo>
                  <a:cubicBezTo>
                    <a:pt x="526" y="616"/>
                    <a:pt x="250" y="339"/>
                    <a:pt x="52" y="13"/>
                  </a:cubicBezTo>
                  <a:cubicBezTo>
                    <a:pt x="47" y="5"/>
                    <a:pt x="37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4" name="Google Shape;9764;p31"/>
            <p:cNvSpPr/>
            <p:nvPr/>
          </p:nvSpPr>
          <p:spPr>
            <a:xfrm>
              <a:off x="2897000" y="3766400"/>
              <a:ext cx="53550" cy="16200"/>
            </a:xfrm>
            <a:custGeom>
              <a:avLst/>
              <a:gdLst/>
              <a:ahLst/>
              <a:cxnLst/>
              <a:rect l="l" t="t" r="r" b="b"/>
              <a:pathLst>
                <a:path w="2142" h="648" extrusionOk="0">
                  <a:moveTo>
                    <a:pt x="2114" y="1"/>
                  </a:moveTo>
                  <a:cubicBezTo>
                    <a:pt x="2112" y="1"/>
                    <a:pt x="2111" y="1"/>
                    <a:pt x="2110" y="1"/>
                  </a:cubicBezTo>
                  <a:cubicBezTo>
                    <a:pt x="1394" y="120"/>
                    <a:pt x="692" y="320"/>
                    <a:pt x="20" y="597"/>
                  </a:cubicBezTo>
                  <a:cubicBezTo>
                    <a:pt x="7" y="603"/>
                    <a:pt x="0" y="617"/>
                    <a:pt x="5" y="631"/>
                  </a:cubicBezTo>
                  <a:cubicBezTo>
                    <a:pt x="10" y="642"/>
                    <a:pt x="19" y="647"/>
                    <a:pt x="30" y="647"/>
                  </a:cubicBezTo>
                  <a:cubicBezTo>
                    <a:pt x="34" y="647"/>
                    <a:pt x="36" y="647"/>
                    <a:pt x="39" y="646"/>
                  </a:cubicBezTo>
                  <a:cubicBezTo>
                    <a:pt x="706" y="370"/>
                    <a:pt x="1406" y="171"/>
                    <a:pt x="2119" y="52"/>
                  </a:cubicBezTo>
                  <a:cubicBezTo>
                    <a:pt x="2132" y="50"/>
                    <a:pt x="2142" y="38"/>
                    <a:pt x="2140" y="23"/>
                  </a:cubicBezTo>
                  <a:cubicBezTo>
                    <a:pt x="2138" y="11"/>
                    <a:pt x="2126" y="1"/>
                    <a:pt x="211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5" name="Google Shape;9765;p31"/>
            <p:cNvSpPr/>
            <p:nvPr/>
          </p:nvSpPr>
          <p:spPr>
            <a:xfrm>
              <a:off x="2851425" y="3742100"/>
              <a:ext cx="45525" cy="16050"/>
            </a:xfrm>
            <a:custGeom>
              <a:avLst/>
              <a:gdLst/>
              <a:ahLst/>
              <a:cxnLst/>
              <a:rect l="l" t="t" r="r" b="b"/>
              <a:pathLst>
                <a:path w="1821" h="642" extrusionOk="0">
                  <a:moveTo>
                    <a:pt x="1794" y="0"/>
                  </a:moveTo>
                  <a:cubicBezTo>
                    <a:pt x="1793" y="0"/>
                    <a:pt x="1791" y="0"/>
                    <a:pt x="1789" y="1"/>
                  </a:cubicBezTo>
                  <a:cubicBezTo>
                    <a:pt x="1168" y="99"/>
                    <a:pt x="572" y="298"/>
                    <a:pt x="18" y="593"/>
                  </a:cubicBezTo>
                  <a:cubicBezTo>
                    <a:pt x="4" y="599"/>
                    <a:pt x="0" y="615"/>
                    <a:pt x="7" y="628"/>
                  </a:cubicBezTo>
                  <a:cubicBezTo>
                    <a:pt x="11" y="637"/>
                    <a:pt x="20" y="641"/>
                    <a:pt x="30" y="641"/>
                  </a:cubicBezTo>
                  <a:cubicBezTo>
                    <a:pt x="34" y="641"/>
                    <a:pt x="38" y="641"/>
                    <a:pt x="42" y="638"/>
                  </a:cubicBezTo>
                  <a:cubicBezTo>
                    <a:pt x="591" y="346"/>
                    <a:pt x="1181" y="149"/>
                    <a:pt x="1798" y="52"/>
                  </a:cubicBezTo>
                  <a:cubicBezTo>
                    <a:pt x="1811" y="49"/>
                    <a:pt x="1820" y="36"/>
                    <a:pt x="1819" y="22"/>
                  </a:cubicBezTo>
                  <a:cubicBezTo>
                    <a:pt x="1817" y="9"/>
                    <a:pt x="1807" y="0"/>
                    <a:pt x="179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6" name="Google Shape;9766;p31"/>
            <p:cNvSpPr/>
            <p:nvPr/>
          </p:nvSpPr>
          <p:spPr>
            <a:xfrm>
              <a:off x="2920900" y="3793625"/>
              <a:ext cx="14500" cy="40325"/>
            </a:xfrm>
            <a:custGeom>
              <a:avLst/>
              <a:gdLst/>
              <a:ahLst/>
              <a:cxnLst/>
              <a:rect l="l" t="t" r="r" b="b"/>
              <a:pathLst>
                <a:path w="580" h="1613" extrusionOk="0">
                  <a:moveTo>
                    <a:pt x="28" y="0"/>
                  </a:moveTo>
                  <a:cubicBezTo>
                    <a:pt x="26" y="0"/>
                    <a:pt x="24" y="0"/>
                    <a:pt x="22" y="1"/>
                  </a:cubicBezTo>
                  <a:cubicBezTo>
                    <a:pt x="9" y="3"/>
                    <a:pt x="1" y="18"/>
                    <a:pt x="3" y="32"/>
                  </a:cubicBezTo>
                  <a:cubicBezTo>
                    <a:pt x="130" y="567"/>
                    <a:pt x="306" y="1094"/>
                    <a:pt x="527" y="1598"/>
                  </a:cubicBezTo>
                  <a:cubicBezTo>
                    <a:pt x="531" y="1607"/>
                    <a:pt x="540" y="1612"/>
                    <a:pt x="549" y="1612"/>
                  </a:cubicBezTo>
                  <a:cubicBezTo>
                    <a:pt x="554" y="1612"/>
                    <a:pt x="556" y="1612"/>
                    <a:pt x="560" y="1611"/>
                  </a:cubicBezTo>
                  <a:cubicBezTo>
                    <a:pt x="574" y="1604"/>
                    <a:pt x="579" y="1590"/>
                    <a:pt x="574" y="1576"/>
                  </a:cubicBezTo>
                  <a:cubicBezTo>
                    <a:pt x="354" y="1076"/>
                    <a:pt x="180" y="552"/>
                    <a:pt x="54" y="20"/>
                  </a:cubicBezTo>
                  <a:cubicBezTo>
                    <a:pt x="51" y="8"/>
                    <a:pt x="4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7" name="Google Shape;9767;p31"/>
            <p:cNvSpPr/>
            <p:nvPr/>
          </p:nvSpPr>
          <p:spPr>
            <a:xfrm>
              <a:off x="2873675" y="3769450"/>
              <a:ext cx="12875" cy="44575"/>
            </a:xfrm>
            <a:custGeom>
              <a:avLst/>
              <a:gdLst/>
              <a:ahLst/>
              <a:cxnLst/>
              <a:rect l="l" t="t" r="r" b="b"/>
              <a:pathLst>
                <a:path w="515" h="1783" extrusionOk="0">
                  <a:moveTo>
                    <a:pt x="29" y="0"/>
                  </a:moveTo>
                  <a:cubicBezTo>
                    <a:pt x="28" y="0"/>
                    <a:pt x="27" y="0"/>
                    <a:pt x="26" y="0"/>
                  </a:cubicBezTo>
                  <a:cubicBezTo>
                    <a:pt x="12" y="2"/>
                    <a:pt x="1" y="15"/>
                    <a:pt x="3" y="30"/>
                  </a:cubicBezTo>
                  <a:cubicBezTo>
                    <a:pt x="71" y="629"/>
                    <a:pt x="225" y="1213"/>
                    <a:pt x="462" y="1767"/>
                  </a:cubicBezTo>
                  <a:cubicBezTo>
                    <a:pt x="466" y="1776"/>
                    <a:pt x="476" y="1783"/>
                    <a:pt x="485" y="1783"/>
                  </a:cubicBezTo>
                  <a:cubicBezTo>
                    <a:pt x="489" y="1783"/>
                    <a:pt x="492" y="1782"/>
                    <a:pt x="496" y="1780"/>
                  </a:cubicBezTo>
                  <a:cubicBezTo>
                    <a:pt x="508" y="1775"/>
                    <a:pt x="515" y="1760"/>
                    <a:pt x="509" y="1747"/>
                  </a:cubicBezTo>
                  <a:cubicBezTo>
                    <a:pt x="274" y="1196"/>
                    <a:pt x="122" y="617"/>
                    <a:pt x="55" y="23"/>
                  </a:cubicBezTo>
                  <a:cubicBezTo>
                    <a:pt x="53" y="11"/>
                    <a:pt x="4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8" name="Google Shape;9768;p31"/>
            <p:cNvSpPr/>
            <p:nvPr/>
          </p:nvSpPr>
          <p:spPr>
            <a:xfrm>
              <a:off x="2660750" y="3544900"/>
              <a:ext cx="7400" cy="82575"/>
            </a:xfrm>
            <a:custGeom>
              <a:avLst/>
              <a:gdLst/>
              <a:ahLst/>
              <a:cxnLst/>
              <a:rect l="l" t="t" r="r" b="b"/>
              <a:pathLst>
                <a:path w="296" h="3303" extrusionOk="0">
                  <a:moveTo>
                    <a:pt x="30" y="1"/>
                  </a:moveTo>
                  <a:cubicBezTo>
                    <a:pt x="28" y="1"/>
                    <a:pt x="26" y="1"/>
                    <a:pt x="25" y="1"/>
                  </a:cubicBezTo>
                  <a:cubicBezTo>
                    <a:pt x="11" y="2"/>
                    <a:pt x="1" y="16"/>
                    <a:pt x="3" y="31"/>
                  </a:cubicBezTo>
                  <a:cubicBezTo>
                    <a:pt x="166" y="1100"/>
                    <a:pt x="244" y="2193"/>
                    <a:pt x="233" y="3277"/>
                  </a:cubicBezTo>
                  <a:cubicBezTo>
                    <a:pt x="233" y="3290"/>
                    <a:pt x="245" y="3302"/>
                    <a:pt x="260" y="3302"/>
                  </a:cubicBezTo>
                  <a:cubicBezTo>
                    <a:pt x="274" y="3302"/>
                    <a:pt x="286" y="3290"/>
                    <a:pt x="286" y="3277"/>
                  </a:cubicBezTo>
                  <a:cubicBezTo>
                    <a:pt x="295" y="2191"/>
                    <a:pt x="217" y="1096"/>
                    <a:pt x="54" y="23"/>
                  </a:cubicBezTo>
                  <a:cubicBezTo>
                    <a:pt x="52" y="9"/>
                    <a:pt x="4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9" name="Google Shape;9769;p31"/>
            <p:cNvSpPr/>
            <p:nvPr/>
          </p:nvSpPr>
          <p:spPr>
            <a:xfrm>
              <a:off x="2606825" y="3614450"/>
              <a:ext cx="47050" cy="4200"/>
            </a:xfrm>
            <a:custGeom>
              <a:avLst/>
              <a:gdLst/>
              <a:ahLst/>
              <a:cxnLst/>
              <a:rect l="l" t="t" r="r" b="b"/>
              <a:pathLst>
                <a:path w="1882" h="168" extrusionOk="0">
                  <a:moveTo>
                    <a:pt x="1854" y="1"/>
                  </a:moveTo>
                  <a:cubicBezTo>
                    <a:pt x="1853" y="1"/>
                    <a:pt x="1851" y="1"/>
                    <a:pt x="1849" y="1"/>
                  </a:cubicBezTo>
                  <a:cubicBezTo>
                    <a:pt x="1413" y="79"/>
                    <a:pt x="970" y="117"/>
                    <a:pt x="527" y="117"/>
                  </a:cubicBezTo>
                  <a:cubicBezTo>
                    <a:pt x="361" y="117"/>
                    <a:pt x="196" y="111"/>
                    <a:pt x="31" y="101"/>
                  </a:cubicBezTo>
                  <a:cubicBezTo>
                    <a:pt x="29" y="100"/>
                    <a:pt x="28" y="100"/>
                    <a:pt x="26" y="100"/>
                  </a:cubicBezTo>
                  <a:cubicBezTo>
                    <a:pt x="12" y="100"/>
                    <a:pt x="4" y="112"/>
                    <a:pt x="2" y="125"/>
                  </a:cubicBezTo>
                  <a:cubicBezTo>
                    <a:pt x="1" y="138"/>
                    <a:pt x="12" y="152"/>
                    <a:pt x="27" y="152"/>
                  </a:cubicBezTo>
                  <a:cubicBezTo>
                    <a:pt x="193" y="163"/>
                    <a:pt x="360" y="168"/>
                    <a:pt x="527" y="168"/>
                  </a:cubicBezTo>
                  <a:cubicBezTo>
                    <a:pt x="974" y="168"/>
                    <a:pt x="1419" y="129"/>
                    <a:pt x="1859" y="52"/>
                  </a:cubicBezTo>
                  <a:cubicBezTo>
                    <a:pt x="1872" y="50"/>
                    <a:pt x="1882" y="36"/>
                    <a:pt x="1879" y="23"/>
                  </a:cubicBezTo>
                  <a:cubicBezTo>
                    <a:pt x="1877" y="10"/>
                    <a:pt x="1867" y="1"/>
                    <a:pt x="185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0" name="Google Shape;9770;p31"/>
            <p:cNvSpPr/>
            <p:nvPr/>
          </p:nvSpPr>
          <p:spPr>
            <a:xfrm>
              <a:off x="2709175" y="3601625"/>
              <a:ext cx="7825" cy="65800"/>
            </a:xfrm>
            <a:custGeom>
              <a:avLst/>
              <a:gdLst/>
              <a:ahLst/>
              <a:cxnLst/>
              <a:rect l="l" t="t" r="r" b="b"/>
              <a:pathLst>
                <a:path w="313" h="2632" extrusionOk="0">
                  <a:moveTo>
                    <a:pt x="31" y="1"/>
                  </a:moveTo>
                  <a:cubicBezTo>
                    <a:pt x="28" y="1"/>
                    <a:pt x="26" y="1"/>
                    <a:pt x="24" y="2"/>
                  </a:cubicBezTo>
                  <a:cubicBezTo>
                    <a:pt x="10" y="4"/>
                    <a:pt x="1" y="19"/>
                    <a:pt x="5" y="33"/>
                  </a:cubicBezTo>
                  <a:cubicBezTo>
                    <a:pt x="200" y="876"/>
                    <a:pt x="260" y="1741"/>
                    <a:pt x="186" y="2603"/>
                  </a:cubicBezTo>
                  <a:cubicBezTo>
                    <a:pt x="186" y="2618"/>
                    <a:pt x="196" y="2630"/>
                    <a:pt x="211" y="2632"/>
                  </a:cubicBezTo>
                  <a:lnTo>
                    <a:pt x="213" y="2632"/>
                  </a:lnTo>
                  <a:cubicBezTo>
                    <a:pt x="227" y="2632"/>
                    <a:pt x="238" y="2621"/>
                    <a:pt x="239" y="2607"/>
                  </a:cubicBezTo>
                  <a:cubicBezTo>
                    <a:pt x="313" y="1740"/>
                    <a:pt x="251" y="869"/>
                    <a:pt x="55" y="20"/>
                  </a:cubicBezTo>
                  <a:cubicBezTo>
                    <a:pt x="52" y="9"/>
                    <a:pt x="42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1" name="Google Shape;9771;p31"/>
            <p:cNvSpPr/>
            <p:nvPr/>
          </p:nvSpPr>
          <p:spPr>
            <a:xfrm>
              <a:off x="2670950" y="3658900"/>
              <a:ext cx="33925" cy="5375"/>
            </a:xfrm>
            <a:custGeom>
              <a:avLst/>
              <a:gdLst/>
              <a:ahLst/>
              <a:cxnLst/>
              <a:rect l="l" t="t" r="r" b="b"/>
              <a:pathLst>
                <a:path w="1357" h="215" extrusionOk="0">
                  <a:moveTo>
                    <a:pt x="1330" y="1"/>
                  </a:moveTo>
                  <a:cubicBezTo>
                    <a:pt x="1328" y="1"/>
                    <a:pt x="1326" y="1"/>
                    <a:pt x="1324" y="2"/>
                  </a:cubicBezTo>
                  <a:cubicBezTo>
                    <a:pt x="896" y="84"/>
                    <a:pt x="459" y="138"/>
                    <a:pt x="26" y="162"/>
                  </a:cubicBezTo>
                  <a:cubicBezTo>
                    <a:pt x="11" y="163"/>
                    <a:pt x="0" y="175"/>
                    <a:pt x="2" y="189"/>
                  </a:cubicBezTo>
                  <a:cubicBezTo>
                    <a:pt x="2" y="202"/>
                    <a:pt x="14" y="214"/>
                    <a:pt x="27" y="214"/>
                  </a:cubicBezTo>
                  <a:lnTo>
                    <a:pt x="28" y="214"/>
                  </a:lnTo>
                  <a:cubicBezTo>
                    <a:pt x="464" y="190"/>
                    <a:pt x="904" y="135"/>
                    <a:pt x="1333" y="53"/>
                  </a:cubicBezTo>
                  <a:cubicBezTo>
                    <a:pt x="1347" y="50"/>
                    <a:pt x="1356" y="37"/>
                    <a:pt x="1354" y="22"/>
                  </a:cubicBezTo>
                  <a:cubicBezTo>
                    <a:pt x="1351" y="10"/>
                    <a:pt x="1341" y="1"/>
                    <a:pt x="13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2" name="Google Shape;9772;p31"/>
            <p:cNvSpPr/>
            <p:nvPr/>
          </p:nvSpPr>
          <p:spPr>
            <a:xfrm>
              <a:off x="2775600" y="3766775"/>
              <a:ext cx="36750" cy="59000"/>
            </a:xfrm>
            <a:custGeom>
              <a:avLst/>
              <a:gdLst/>
              <a:ahLst/>
              <a:cxnLst/>
              <a:rect l="l" t="t" r="r" b="b"/>
              <a:pathLst>
                <a:path w="1470" h="2360" extrusionOk="0">
                  <a:moveTo>
                    <a:pt x="30" y="0"/>
                  </a:moveTo>
                  <a:cubicBezTo>
                    <a:pt x="24" y="0"/>
                    <a:pt x="18" y="2"/>
                    <a:pt x="13" y="7"/>
                  </a:cubicBezTo>
                  <a:cubicBezTo>
                    <a:pt x="2" y="16"/>
                    <a:pt x="1" y="32"/>
                    <a:pt x="10" y="43"/>
                  </a:cubicBezTo>
                  <a:cubicBezTo>
                    <a:pt x="606" y="726"/>
                    <a:pt x="1080" y="1500"/>
                    <a:pt x="1417" y="2343"/>
                  </a:cubicBezTo>
                  <a:cubicBezTo>
                    <a:pt x="1421" y="2353"/>
                    <a:pt x="1431" y="2359"/>
                    <a:pt x="1442" y="2359"/>
                  </a:cubicBezTo>
                  <a:cubicBezTo>
                    <a:pt x="1444" y="2359"/>
                    <a:pt x="1447" y="2358"/>
                    <a:pt x="1451" y="2357"/>
                  </a:cubicBezTo>
                  <a:cubicBezTo>
                    <a:pt x="1465" y="2351"/>
                    <a:pt x="1470" y="2337"/>
                    <a:pt x="1465" y="2323"/>
                  </a:cubicBezTo>
                  <a:cubicBezTo>
                    <a:pt x="1126" y="1476"/>
                    <a:pt x="649" y="697"/>
                    <a:pt x="49" y="9"/>
                  </a:cubicBezTo>
                  <a:cubicBezTo>
                    <a:pt x="44" y="3"/>
                    <a:pt x="37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3" name="Google Shape;9773;p31"/>
            <p:cNvSpPr/>
            <p:nvPr/>
          </p:nvSpPr>
          <p:spPr>
            <a:xfrm>
              <a:off x="2774700" y="3822750"/>
              <a:ext cx="29350" cy="49875"/>
            </a:xfrm>
            <a:custGeom>
              <a:avLst/>
              <a:gdLst/>
              <a:ahLst/>
              <a:cxnLst/>
              <a:rect l="l" t="t" r="r" b="b"/>
              <a:pathLst>
                <a:path w="1174" h="1995" extrusionOk="0">
                  <a:moveTo>
                    <a:pt x="29" y="0"/>
                  </a:moveTo>
                  <a:cubicBezTo>
                    <a:pt x="24" y="0"/>
                    <a:pt x="18" y="2"/>
                    <a:pt x="14" y="6"/>
                  </a:cubicBezTo>
                  <a:cubicBezTo>
                    <a:pt x="3" y="16"/>
                    <a:pt x="0" y="32"/>
                    <a:pt x="10" y="42"/>
                  </a:cubicBezTo>
                  <a:cubicBezTo>
                    <a:pt x="474" y="629"/>
                    <a:pt x="847" y="1281"/>
                    <a:pt x="1121" y="1977"/>
                  </a:cubicBezTo>
                  <a:cubicBezTo>
                    <a:pt x="1125" y="1988"/>
                    <a:pt x="1135" y="1995"/>
                    <a:pt x="1145" y="1995"/>
                  </a:cubicBezTo>
                  <a:cubicBezTo>
                    <a:pt x="1148" y="1995"/>
                    <a:pt x="1151" y="1993"/>
                    <a:pt x="1155" y="1992"/>
                  </a:cubicBezTo>
                  <a:cubicBezTo>
                    <a:pt x="1168" y="1986"/>
                    <a:pt x="1174" y="1972"/>
                    <a:pt x="1170" y="1958"/>
                  </a:cubicBezTo>
                  <a:cubicBezTo>
                    <a:pt x="894" y="1257"/>
                    <a:pt x="517" y="602"/>
                    <a:pt x="50" y="10"/>
                  </a:cubicBezTo>
                  <a:cubicBezTo>
                    <a:pt x="45" y="4"/>
                    <a:pt x="37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4" name="Google Shape;9774;p31"/>
            <p:cNvSpPr/>
            <p:nvPr/>
          </p:nvSpPr>
          <p:spPr>
            <a:xfrm>
              <a:off x="2750750" y="3803175"/>
              <a:ext cx="24400" cy="23800"/>
            </a:xfrm>
            <a:custGeom>
              <a:avLst/>
              <a:gdLst/>
              <a:ahLst/>
              <a:cxnLst/>
              <a:rect l="l" t="t" r="r" b="b"/>
              <a:pathLst>
                <a:path w="976" h="952" extrusionOk="0">
                  <a:moveTo>
                    <a:pt x="947" y="0"/>
                  </a:moveTo>
                  <a:cubicBezTo>
                    <a:pt x="941" y="0"/>
                    <a:pt x="936" y="2"/>
                    <a:pt x="932" y="5"/>
                  </a:cubicBezTo>
                  <a:cubicBezTo>
                    <a:pt x="576" y="255"/>
                    <a:pt x="266" y="559"/>
                    <a:pt x="9" y="910"/>
                  </a:cubicBezTo>
                  <a:cubicBezTo>
                    <a:pt x="1" y="922"/>
                    <a:pt x="3" y="938"/>
                    <a:pt x="15" y="947"/>
                  </a:cubicBezTo>
                  <a:cubicBezTo>
                    <a:pt x="19" y="951"/>
                    <a:pt x="25" y="952"/>
                    <a:pt x="30" y="952"/>
                  </a:cubicBezTo>
                  <a:cubicBezTo>
                    <a:pt x="38" y="952"/>
                    <a:pt x="46" y="948"/>
                    <a:pt x="52" y="941"/>
                  </a:cubicBezTo>
                  <a:cubicBezTo>
                    <a:pt x="305" y="594"/>
                    <a:pt x="610" y="294"/>
                    <a:pt x="963" y="47"/>
                  </a:cubicBezTo>
                  <a:cubicBezTo>
                    <a:pt x="973" y="38"/>
                    <a:pt x="976" y="22"/>
                    <a:pt x="968" y="12"/>
                  </a:cubicBezTo>
                  <a:cubicBezTo>
                    <a:pt x="963" y="4"/>
                    <a:pt x="955" y="0"/>
                    <a:pt x="94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5" name="Google Shape;9775;p31"/>
            <p:cNvSpPr/>
            <p:nvPr/>
          </p:nvSpPr>
          <p:spPr>
            <a:xfrm>
              <a:off x="2763900" y="3851750"/>
              <a:ext cx="14550" cy="22150"/>
            </a:xfrm>
            <a:custGeom>
              <a:avLst/>
              <a:gdLst/>
              <a:ahLst/>
              <a:cxnLst/>
              <a:rect l="l" t="t" r="r" b="b"/>
              <a:pathLst>
                <a:path w="582" h="886" extrusionOk="0">
                  <a:moveTo>
                    <a:pt x="552" y="1"/>
                  </a:moveTo>
                  <a:cubicBezTo>
                    <a:pt x="544" y="1"/>
                    <a:pt x="537" y="4"/>
                    <a:pt x="532" y="10"/>
                  </a:cubicBezTo>
                  <a:cubicBezTo>
                    <a:pt x="321" y="265"/>
                    <a:pt x="145" y="548"/>
                    <a:pt x="7" y="848"/>
                  </a:cubicBezTo>
                  <a:cubicBezTo>
                    <a:pt x="1" y="861"/>
                    <a:pt x="7" y="878"/>
                    <a:pt x="19" y="883"/>
                  </a:cubicBezTo>
                  <a:cubicBezTo>
                    <a:pt x="24" y="884"/>
                    <a:pt x="28" y="886"/>
                    <a:pt x="32" y="886"/>
                  </a:cubicBezTo>
                  <a:cubicBezTo>
                    <a:pt x="41" y="886"/>
                    <a:pt x="50" y="880"/>
                    <a:pt x="54" y="869"/>
                  </a:cubicBezTo>
                  <a:cubicBezTo>
                    <a:pt x="190" y="574"/>
                    <a:pt x="364" y="295"/>
                    <a:pt x="572" y="43"/>
                  </a:cubicBezTo>
                  <a:cubicBezTo>
                    <a:pt x="582" y="33"/>
                    <a:pt x="579" y="15"/>
                    <a:pt x="568" y="7"/>
                  </a:cubicBezTo>
                  <a:cubicBezTo>
                    <a:pt x="564" y="3"/>
                    <a:pt x="558" y="1"/>
                    <a:pt x="55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6" name="Google Shape;9776;p31"/>
            <p:cNvSpPr/>
            <p:nvPr/>
          </p:nvSpPr>
          <p:spPr>
            <a:xfrm>
              <a:off x="2634375" y="3740700"/>
              <a:ext cx="29150" cy="24275"/>
            </a:xfrm>
            <a:custGeom>
              <a:avLst/>
              <a:gdLst/>
              <a:ahLst/>
              <a:cxnLst/>
              <a:rect l="l" t="t" r="r" b="b"/>
              <a:pathLst>
                <a:path w="1166" h="971" extrusionOk="0">
                  <a:moveTo>
                    <a:pt x="1137" y="0"/>
                  </a:moveTo>
                  <a:cubicBezTo>
                    <a:pt x="1129" y="0"/>
                    <a:pt x="1121" y="3"/>
                    <a:pt x="1116" y="10"/>
                  </a:cubicBezTo>
                  <a:cubicBezTo>
                    <a:pt x="815" y="377"/>
                    <a:pt x="435" y="693"/>
                    <a:pt x="18" y="922"/>
                  </a:cubicBezTo>
                  <a:cubicBezTo>
                    <a:pt x="6" y="928"/>
                    <a:pt x="1" y="945"/>
                    <a:pt x="9" y="957"/>
                  </a:cubicBezTo>
                  <a:cubicBezTo>
                    <a:pt x="13" y="966"/>
                    <a:pt x="22" y="970"/>
                    <a:pt x="30" y="970"/>
                  </a:cubicBezTo>
                  <a:lnTo>
                    <a:pt x="32" y="970"/>
                  </a:lnTo>
                  <a:cubicBezTo>
                    <a:pt x="36" y="970"/>
                    <a:pt x="40" y="970"/>
                    <a:pt x="44" y="967"/>
                  </a:cubicBezTo>
                  <a:cubicBezTo>
                    <a:pt x="466" y="735"/>
                    <a:pt x="851" y="416"/>
                    <a:pt x="1156" y="42"/>
                  </a:cubicBezTo>
                  <a:cubicBezTo>
                    <a:pt x="1166" y="31"/>
                    <a:pt x="1163" y="15"/>
                    <a:pt x="1152" y="6"/>
                  </a:cubicBezTo>
                  <a:cubicBezTo>
                    <a:pt x="1148" y="2"/>
                    <a:pt x="1142" y="0"/>
                    <a:pt x="113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7" name="Google Shape;9777;p31"/>
            <p:cNvSpPr/>
            <p:nvPr/>
          </p:nvSpPr>
          <p:spPr>
            <a:xfrm>
              <a:off x="2664650" y="3707625"/>
              <a:ext cx="30300" cy="27400"/>
            </a:xfrm>
            <a:custGeom>
              <a:avLst/>
              <a:gdLst/>
              <a:ahLst/>
              <a:cxnLst/>
              <a:rect l="l" t="t" r="r" b="b"/>
              <a:pathLst>
                <a:path w="1212" h="1096" extrusionOk="0">
                  <a:moveTo>
                    <a:pt x="31" y="0"/>
                  </a:moveTo>
                  <a:cubicBezTo>
                    <a:pt x="21" y="0"/>
                    <a:pt x="12" y="6"/>
                    <a:pt x="7" y="14"/>
                  </a:cubicBezTo>
                  <a:cubicBezTo>
                    <a:pt x="1" y="26"/>
                    <a:pt x="5" y="42"/>
                    <a:pt x="18" y="49"/>
                  </a:cubicBezTo>
                  <a:cubicBezTo>
                    <a:pt x="471" y="299"/>
                    <a:pt x="867" y="657"/>
                    <a:pt x="1160" y="1084"/>
                  </a:cubicBezTo>
                  <a:cubicBezTo>
                    <a:pt x="1166" y="1092"/>
                    <a:pt x="1174" y="1096"/>
                    <a:pt x="1182" y="1096"/>
                  </a:cubicBezTo>
                  <a:cubicBezTo>
                    <a:pt x="1187" y="1096"/>
                    <a:pt x="1193" y="1094"/>
                    <a:pt x="1197" y="1090"/>
                  </a:cubicBezTo>
                  <a:cubicBezTo>
                    <a:pt x="1209" y="1082"/>
                    <a:pt x="1211" y="1066"/>
                    <a:pt x="1203" y="1055"/>
                  </a:cubicBezTo>
                  <a:cubicBezTo>
                    <a:pt x="905" y="621"/>
                    <a:pt x="504" y="258"/>
                    <a:pt x="42" y="3"/>
                  </a:cubicBezTo>
                  <a:cubicBezTo>
                    <a:pt x="39" y="1"/>
                    <a:pt x="35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8" name="Google Shape;9778;p31"/>
            <p:cNvSpPr/>
            <p:nvPr/>
          </p:nvSpPr>
          <p:spPr>
            <a:xfrm>
              <a:off x="2701650" y="3723775"/>
              <a:ext cx="31100" cy="41500"/>
            </a:xfrm>
            <a:custGeom>
              <a:avLst/>
              <a:gdLst/>
              <a:ahLst/>
              <a:cxnLst/>
              <a:rect l="l" t="t" r="r" b="b"/>
              <a:pathLst>
                <a:path w="1244" h="1660" extrusionOk="0">
                  <a:moveTo>
                    <a:pt x="1215" y="1"/>
                  </a:moveTo>
                  <a:cubicBezTo>
                    <a:pt x="1204" y="1"/>
                    <a:pt x="1194" y="7"/>
                    <a:pt x="1190" y="18"/>
                  </a:cubicBezTo>
                  <a:cubicBezTo>
                    <a:pt x="976" y="638"/>
                    <a:pt x="557" y="1205"/>
                    <a:pt x="14" y="1613"/>
                  </a:cubicBezTo>
                  <a:cubicBezTo>
                    <a:pt x="3" y="1622"/>
                    <a:pt x="0" y="1638"/>
                    <a:pt x="10" y="1650"/>
                  </a:cubicBezTo>
                  <a:cubicBezTo>
                    <a:pt x="14" y="1657"/>
                    <a:pt x="22" y="1659"/>
                    <a:pt x="30" y="1659"/>
                  </a:cubicBezTo>
                  <a:cubicBezTo>
                    <a:pt x="35" y="1659"/>
                    <a:pt x="41" y="1658"/>
                    <a:pt x="46" y="1654"/>
                  </a:cubicBezTo>
                  <a:cubicBezTo>
                    <a:pt x="598" y="1240"/>
                    <a:pt x="1022" y="665"/>
                    <a:pt x="1239" y="35"/>
                  </a:cubicBezTo>
                  <a:cubicBezTo>
                    <a:pt x="1244" y="22"/>
                    <a:pt x="1237" y="7"/>
                    <a:pt x="1223" y="2"/>
                  </a:cubicBezTo>
                  <a:cubicBezTo>
                    <a:pt x="1221" y="1"/>
                    <a:pt x="1218" y="1"/>
                    <a:pt x="121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9" name="Google Shape;9779;p31"/>
            <p:cNvSpPr/>
            <p:nvPr/>
          </p:nvSpPr>
          <p:spPr>
            <a:xfrm>
              <a:off x="2822450" y="3543650"/>
              <a:ext cx="8975" cy="39200"/>
            </a:xfrm>
            <a:custGeom>
              <a:avLst/>
              <a:gdLst/>
              <a:ahLst/>
              <a:cxnLst/>
              <a:rect l="l" t="t" r="r" b="b"/>
              <a:pathLst>
                <a:path w="359" h="1568" extrusionOk="0">
                  <a:moveTo>
                    <a:pt x="31" y="0"/>
                  </a:moveTo>
                  <a:cubicBezTo>
                    <a:pt x="29" y="0"/>
                    <a:pt x="27" y="1"/>
                    <a:pt x="25" y="1"/>
                  </a:cubicBezTo>
                  <a:cubicBezTo>
                    <a:pt x="10" y="3"/>
                    <a:pt x="1" y="15"/>
                    <a:pt x="2" y="30"/>
                  </a:cubicBezTo>
                  <a:cubicBezTo>
                    <a:pt x="59" y="542"/>
                    <a:pt x="161" y="1053"/>
                    <a:pt x="305" y="1548"/>
                  </a:cubicBezTo>
                  <a:cubicBezTo>
                    <a:pt x="308" y="1560"/>
                    <a:pt x="318" y="1567"/>
                    <a:pt x="329" y="1567"/>
                  </a:cubicBezTo>
                  <a:lnTo>
                    <a:pt x="330" y="1567"/>
                  </a:lnTo>
                  <a:cubicBezTo>
                    <a:pt x="332" y="1567"/>
                    <a:pt x="334" y="1567"/>
                    <a:pt x="337" y="1566"/>
                  </a:cubicBezTo>
                  <a:cubicBezTo>
                    <a:pt x="351" y="1562"/>
                    <a:pt x="359" y="1548"/>
                    <a:pt x="355" y="1534"/>
                  </a:cubicBezTo>
                  <a:cubicBezTo>
                    <a:pt x="212" y="1041"/>
                    <a:pt x="111" y="534"/>
                    <a:pt x="53" y="24"/>
                  </a:cubicBezTo>
                  <a:cubicBezTo>
                    <a:pt x="52" y="11"/>
                    <a:pt x="43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0" name="Google Shape;9780;p31"/>
            <p:cNvSpPr/>
            <p:nvPr/>
          </p:nvSpPr>
          <p:spPr>
            <a:xfrm>
              <a:off x="2831475" y="3586300"/>
              <a:ext cx="2775" cy="6250"/>
            </a:xfrm>
            <a:custGeom>
              <a:avLst/>
              <a:gdLst/>
              <a:ahLst/>
              <a:cxnLst/>
              <a:rect l="l" t="t" r="r" b="b"/>
              <a:pathLst>
                <a:path w="111" h="250" extrusionOk="0">
                  <a:moveTo>
                    <a:pt x="29" y="0"/>
                  </a:moveTo>
                  <a:cubicBezTo>
                    <a:pt x="27" y="0"/>
                    <a:pt x="24" y="0"/>
                    <a:pt x="22" y="1"/>
                  </a:cubicBezTo>
                  <a:cubicBezTo>
                    <a:pt x="8" y="4"/>
                    <a:pt x="0" y="19"/>
                    <a:pt x="3" y="32"/>
                  </a:cubicBezTo>
                  <a:lnTo>
                    <a:pt x="57" y="231"/>
                  </a:lnTo>
                  <a:cubicBezTo>
                    <a:pt x="61" y="242"/>
                    <a:pt x="70" y="250"/>
                    <a:pt x="82" y="250"/>
                  </a:cubicBezTo>
                  <a:cubicBezTo>
                    <a:pt x="85" y="250"/>
                    <a:pt x="86" y="250"/>
                    <a:pt x="89" y="249"/>
                  </a:cubicBezTo>
                  <a:cubicBezTo>
                    <a:pt x="103" y="245"/>
                    <a:pt x="111" y="231"/>
                    <a:pt x="108" y="216"/>
                  </a:cubicBezTo>
                  <a:lnTo>
                    <a:pt x="53" y="19"/>
                  </a:lnTo>
                  <a:cubicBezTo>
                    <a:pt x="51" y="8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1" name="Google Shape;9781;p31"/>
            <p:cNvSpPr/>
            <p:nvPr/>
          </p:nvSpPr>
          <p:spPr>
            <a:xfrm>
              <a:off x="2821250" y="3581700"/>
              <a:ext cx="8700" cy="26125"/>
            </a:xfrm>
            <a:custGeom>
              <a:avLst/>
              <a:gdLst/>
              <a:ahLst/>
              <a:cxnLst/>
              <a:rect l="l" t="t" r="r" b="b"/>
              <a:pathLst>
                <a:path w="348" h="1045" extrusionOk="0">
                  <a:moveTo>
                    <a:pt x="28" y="0"/>
                  </a:moveTo>
                  <a:cubicBezTo>
                    <a:pt x="27" y="0"/>
                    <a:pt x="25" y="0"/>
                    <a:pt x="23" y="1"/>
                  </a:cubicBezTo>
                  <a:cubicBezTo>
                    <a:pt x="8" y="4"/>
                    <a:pt x="0" y="17"/>
                    <a:pt x="3" y="30"/>
                  </a:cubicBezTo>
                  <a:cubicBezTo>
                    <a:pt x="72" y="369"/>
                    <a:pt x="170" y="706"/>
                    <a:pt x="294" y="1029"/>
                  </a:cubicBezTo>
                  <a:cubicBezTo>
                    <a:pt x="298" y="1039"/>
                    <a:pt x="307" y="1045"/>
                    <a:pt x="318" y="1045"/>
                  </a:cubicBezTo>
                  <a:cubicBezTo>
                    <a:pt x="321" y="1045"/>
                    <a:pt x="325" y="1045"/>
                    <a:pt x="327" y="1043"/>
                  </a:cubicBezTo>
                  <a:cubicBezTo>
                    <a:pt x="341" y="1038"/>
                    <a:pt x="348" y="1023"/>
                    <a:pt x="342" y="1010"/>
                  </a:cubicBezTo>
                  <a:cubicBezTo>
                    <a:pt x="220" y="690"/>
                    <a:pt x="121" y="356"/>
                    <a:pt x="53" y="21"/>
                  </a:cubicBezTo>
                  <a:cubicBezTo>
                    <a:pt x="51" y="8"/>
                    <a:pt x="4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2" name="Google Shape;9782;p31"/>
            <p:cNvSpPr/>
            <p:nvPr/>
          </p:nvSpPr>
          <p:spPr>
            <a:xfrm>
              <a:off x="2830325" y="3612350"/>
              <a:ext cx="3925" cy="7700"/>
            </a:xfrm>
            <a:custGeom>
              <a:avLst/>
              <a:gdLst/>
              <a:ahLst/>
              <a:cxnLst/>
              <a:rect l="l" t="t" r="r" b="b"/>
              <a:pathLst>
                <a:path w="157" h="308" extrusionOk="0">
                  <a:moveTo>
                    <a:pt x="30" y="0"/>
                  </a:moveTo>
                  <a:cubicBezTo>
                    <a:pt x="27" y="0"/>
                    <a:pt x="24" y="1"/>
                    <a:pt x="21" y="2"/>
                  </a:cubicBezTo>
                  <a:cubicBezTo>
                    <a:pt x="7" y="7"/>
                    <a:pt x="1" y="22"/>
                    <a:pt x="6" y="35"/>
                  </a:cubicBezTo>
                  <a:lnTo>
                    <a:pt x="103" y="291"/>
                  </a:lnTo>
                  <a:cubicBezTo>
                    <a:pt x="107" y="300"/>
                    <a:pt x="116" y="307"/>
                    <a:pt x="127" y="307"/>
                  </a:cubicBezTo>
                  <a:cubicBezTo>
                    <a:pt x="130" y="307"/>
                    <a:pt x="132" y="307"/>
                    <a:pt x="137" y="306"/>
                  </a:cubicBezTo>
                  <a:cubicBezTo>
                    <a:pt x="149" y="300"/>
                    <a:pt x="157" y="286"/>
                    <a:pt x="151" y="272"/>
                  </a:cubicBezTo>
                  <a:lnTo>
                    <a:pt x="54" y="17"/>
                  </a:lnTo>
                  <a:cubicBezTo>
                    <a:pt x="50" y="7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3" name="Google Shape;9783;p31"/>
            <p:cNvSpPr/>
            <p:nvPr/>
          </p:nvSpPr>
          <p:spPr>
            <a:xfrm>
              <a:off x="2812000" y="3613050"/>
              <a:ext cx="6425" cy="32175"/>
            </a:xfrm>
            <a:custGeom>
              <a:avLst/>
              <a:gdLst/>
              <a:ahLst/>
              <a:cxnLst/>
              <a:rect l="l" t="t" r="r" b="b"/>
              <a:pathLst>
                <a:path w="257" h="1287" extrusionOk="0">
                  <a:moveTo>
                    <a:pt x="26" y="1"/>
                  </a:moveTo>
                  <a:cubicBezTo>
                    <a:pt x="11" y="2"/>
                    <a:pt x="0" y="14"/>
                    <a:pt x="2" y="28"/>
                  </a:cubicBezTo>
                  <a:cubicBezTo>
                    <a:pt x="26" y="446"/>
                    <a:pt x="93" y="863"/>
                    <a:pt x="202" y="1268"/>
                  </a:cubicBezTo>
                  <a:cubicBezTo>
                    <a:pt x="205" y="1279"/>
                    <a:pt x="216" y="1287"/>
                    <a:pt x="226" y="1287"/>
                  </a:cubicBezTo>
                  <a:cubicBezTo>
                    <a:pt x="229" y="1287"/>
                    <a:pt x="232" y="1287"/>
                    <a:pt x="233" y="1285"/>
                  </a:cubicBezTo>
                  <a:cubicBezTo>
                    <a:pt x="248" y="1281"/>
                    <a:pt x="256" y="1268"/>
                    <a:pt x="252" y="1254"/>
                  </a:cubicBezTo>
                  <a:cubicBezTo>
                    <a:pt x="144" y="852"/>
                    <a:pt x="77" y="439"/>
                    <a:pt x="53" y="25"/>
                  </a:cubicBezTo>
                  <a:cubicBezTo>
                    <a:pt x="53" y="10"/>
                    <a:pt x="41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4" name="Google Shape;9784;p31"/>
            <p:cNvSpPr/>
            <p:nvPr/>
          </p:nvSpPr>
          <p:spPr>
            <a:xfrm>
              <a:off x="2811250" y="3600750"/>
              <a:ext cx="2075" cy="6575"/>
            </a:xfrm>
            <a:custGeom>
              <a:avLst/>
              <a:gdLst/>
              <a:ahLst/>
              <a:cxnLst/>
              <a:rect l="l" t="t" r="r" b="b"/>
              <a:pathLst>
                <a:path w="83" h="263" extrusionOk="0">
                  <a:moveTo>
                    <a:pt x="30" y="0"/>
                  </a:moveTo>
                  <a:cubicBezTo>
                    <a:pt x="17" y="2"/>
                    <a:pt x="5" y="11"/>
                    <a:pt x="4" y="24"/>
                  </a:cubicBezTo>
                  <a:cubicBezTo>
                    <a:pt x="1" y="100"/>
                    <a:pt x="9" y="172"/>
                    <a:pt x="29" y="244"/>
                  </a:cubicBezTo>
                  <a:cubicBezTo>
                    <a:pt x="32" y="256"/>
                    <a:pt x="43" y="263"/>
                    <a:pt x="53" y="263"/>
                  </a:cubicBezTo>
                  <a:cubicBezTo>
                    <a:pt x="56" y="263"/>
                    <a:pt x="59" y="263"/>
                    <a:pt x="61" y="261"/>
                  </a:cubicBezTo>
                  <a:cubicBezTo>
                    <a:pt x="75" y="259"/>
                    <a:pt x="83" y="244"/>
                    <a:pt x="79" y="230"/>
                  </a:cubicBezTo>
                  <a:cubicBezTo>
                    <a:pt x="60" y="164"/>
                    <a:pt x="52" y="96"/>
                    <a:pt x="56" y="27"/>
                  </a:cubicBezTo>
                  <a:cubicBezTo>
                    <a:pt x="56" y="12"/>
                    <a:pt x="4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5" name="Google Shape;9785;p31"/>
            <p:cNvSpPr/>
            <p:nvPr/>
          </p:nvSpPr>
          <p:spPr>
            <a:xfrm>
              <a:off x="2854875" y="3497175"/>
              <a:ext cx="3600" cy="30700"/>
            </a:xfrm>
            <a:custGeom>
              <a:avLst/>
              <a:gdLst/>
              <a:ahLst/>
              <a:cxnLst/>
              <a:rect l="l" t="t" r="r" b="b"/>
              <a:pathLst>
                <a:path w="144" h="1228" extrusionOk="0">
                  <a:moveTo>
                    <a:pt x="66" y="1"/>
                  </a:moveTo>
                  <a:cubicBezTo>
                    <a:pt x="52" y="1"/>
                    <a:pt x="41" y="11"/>
                    <a:pt x="40" y="24"/>
                  </a:cubicBezTo>
                  <a:cubicBezTo>
                    <a:pt x="1" y="418"/>
                    <a:pt x="17" y="816"/>
                    <a:pt x="90" y="1206"/>
                  </a:cubicBezTo>
                  <a:cubicBezTo>
                    <a:pt x="92" y="1219"/>
                    <a:pt x="103" y="1227"/>
                    <a:pt x="115" y="1227"/>
                  </a:cubicBezTo>
                  <a:lnTo>
                    <a:pt x="115" y="1228"/>
                  </a:lnTo>
                  <a:cubicBezTo>
                    <a:pt x="118" y="1228"/>
                    <a:pt x="119" y="1228"/>
                    <a:pt x="120" y="1227"/>
                  </a:cubicBezTo>
                  <a:cubicBezTo>
                    <a:pt x="134" y="1224"/>
                    <a:pt x="143" y="1210"/>
                    <a:pt x="141" y="1197"/>
                  </a:cubicBezTo>
                  <a:cubicBezTo>
                    <a:pt x="69" y="811"/>
                    <a:pt x="52" y="418"/>
                    <a:pt x="91" y="29"/>
                  </a:cubicBezTo>
                  <a:cubicBezTo>
                    <a:pt x="92" y="14"/>
                    <a:pt x="83" y="2"/>
                    <a:pt x="68" y="1"/>
                  </a:cubicBezTo>
                  <a:cubicBezTo>
                    <a:pt x="67" y="1"/>
                    <a:pt x="66" y="1"/>
                    <a:pt x="6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6" name="Google Shape;9786;p31"/>
            <p:cNvSpPr/>
            <p:nvPr/>
          </p:nvSpPr>
          <p:spPr>
            <a:xfrm>
              <a:off x="2857975" y="3532725"/>
              <a:ext cx="2375" cy="7675"/>
            </a:xfrm>
            <a:custGeom>
              <a:avLst/>
              <a:gdLst/>
              <a:ahLst/>
              <a:cxnLst/>
              <a:rect l="l" t="t" r="r" b="b"/>
              <a:pathLst>
                <a:path w="95" h="307" extrusionOk="0">
                  <a:moveTo>
                    <a:pt x="26" y="1"/>
                  </a:moveTo>
                  <a:cubicBezTo>
                    <a:pt x="25" y="1"/>
                    <a:pt x="24" y="1"/>
                    <a:pt x="23" y="1"/>
                  </a:cubicBezTo>
                  <a:cubicBezTo>
                    <a:pt x="10" y="4"/>
                    <a:pt x="1" y="17"/>
                    <a:pt x="2" y="31"/>
                  </a:cubicBezTo>
                  <a:lnTo>
                    <a:pt x="42" y="285"/>
                  </a:lnTo>
                  <a:cubicBezTo>
                    <a:pt x="44" y="297"/>
                    <a:pt x="54" y="306"/>
                    <a:pt x="68" y="306"/>
                  </a:cubicBezTo>
                  <a:lnTo>
                    <a:pt x="72" y="306"/>
                  </a:lnTo>
                  <a:cubicBezTo>
                    <a:pt x="85" y="304"/>
                    <a:pt x="95" y="290"/>
                    <a:pt x="93" y="277"/>
                  </a:cubicBezTo>
                  <a:lnTo>
                    <a:pt x="53" y="23"/>
                  </a:lnTo>
                  <a:cubicBezTo>
                    <a:pt x="52" y="10"/>
                    <a:pt x="40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7" name="Google Shape;9787;p31"/>
            <p:cNvSpPr/>
            <p:nvPr/>
          </p:nvSpPr>
          <p:spPr>
            <a:xfrm>
              <a:off x="2845925" y="3537500"/>
              <a:ext cx="11575" cy="45875"/>
            </a:xfrm>
            <a:custGeom>
              <a:avLst/>
              <a:gdLst/>
              <a:ahLst/>
              <a:cxnLst/>
              <a:rect l="l" t="t" r="r" b="b"/>
              <a:pathLst>
                <a:path w="463" h="1835" extrusionOk="0">
                  <a:moveTo>
                    <a:pt x="30" y="1"/>
                  </a:moveTo>
                  <a:cubicBezTo>
                    <a:pt x="29" y="1"/>
                    <a:pt x="28" y="1"/>
                    <a:pt x="26" y="1"/>
                  </a:cubicBezTo>
                  <a:cubicBezTo>
                    <a:pt x="12" y="2"/>
                    <a:pt x="1" y="16"/>
                    <a:pt x="4" y="29"/>
                  </a:cubicBezTo>
                  <a:cubicBezTo>
                    <a:pt x="71" y="639"/>
                    <a:pt x="207" y="1240"/>
                    <a:pt x="410" y="1817"/>
                  </a:cubicBezTo>
                  <a:cubicBezTo>
                    <a:pt x="413" y="1828"/>
                    <a:pt x="423" y="1835"/>
                    <a:pt x="434" y="1835"/>
                  </a:cubicBezTo>
                  <a:cubicBezTo>
                    <a:pt x="437" y="1835"/>
                    <a:pt x="439" y="1833"/>
                    <a:pt x="442" y="1833"/>
                  </a:cubicBezTo>
                  <a:cubicBezTo>
                    <a:pt x="456" y="1828"/>
                    <a:pt x="462" y="1813"/>
                    <a:pt x="458" y="1800"/>
                  </a:cubicBezTo>
                  <a:cubicBezTo>
                    <a:pt x="256" y="1227"/>
                    <a:pt x="122" y="629"/>
                    <a:pt x="55" y="24"/>
                  </a:cubicBezTo>
                  <a:cubicBezTo>
                    <a:pt x="53" y="12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8" name="Google Shape;9788;p31"/>
            <p:cNvSpPr/>
            <p:nvPr/>
          </p:nvSpPr>
          <p:spPr>
            <a:xfrm>
              <a:off x="2843625" y="3519150"/>
              <a:ext cx="2325" cy="11000"/>
            </a:xfrm>
            <a:custGeom>
              <a:avLst/>
              <a:gdLst/>
              <a:ahLst/>
              <a:cxnLst/>
              <a:rect l="l" t="t" r="r" b="b"/>
              <a:pathLst>
                <a:path w="93" h="440" extrusionOk="0">
                  <a:moveTo>
                    <a:pt x="32" y="1"/>
                  </a:moveTo>
                  <a:cubicBezTo>
                    <a:pt x="19" y="1"/>
                    <a:pt x="8" y="11"/>
                    <a:pt x="7" y="25"/>
                  </a:cubicBezTo>
                  <a:cubicBezTo>
                    <a:pt x="0" y="157"/>
                    <a:pt x="11" y="288"/>
                    <a:pt x="39" y="418"/>
                  </a:cubicBezTo>
                  <a:cubicBezTo>
                    <a:pt x="42" y="430"/>
                    <a:pt x="53" y="438"/>
                    <a:pt x="65" y="438"/>
                  </a:cubicBezTo>
                  <a:lnTo>
                    <a:pt x="65" y="439"/>
                  </a:lnTo>
                  <a:cubicBezTo>
                    <a:pt x="67" y="439"/>
                    <a:pt x="69" y="438"/>
                    <a:pt x="71" y="438"/>
                  </a:cubicBezTo>
                  <a:cubicBezTo>
                    <a:pt x="85" y="435"/>
                    <a:pt x="93" y="420"/>
                    <a:pt x="90" y="407"/>
                  </a:cubicBezTo>
                  <a:cubicBezTo>
                    <a:pt x="63" y="282"/>
                    <a:pt x="53" y="155"/>
                    <a:pt x="59" y="27"/>
                  </a:cubicBezTo>
                  <a:cubicBezTo>
                    <a:pt x="59" y="14"/>
                    <a:pt x="48" y="2"/>
                    <a:pt x="3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9" name="Google Shape;9789;p31"/>
            <p:cNvSpPr/>
            <p:nvPr/>
          </p:nvSpPr>
          <p:spPr>
            <a:xfrm>
              <a:off x="2838800" y="3546650"/>
              <a:ext cx="5950" cy="23625"/>
            </a:xfrm>
            <a:custGeom>
              <a:avLst/>
              <a:gdLst/>
              <a:ahLst/>
              <a:cxnLst/>
              <a:rect l="l" t="t" r="r" b="b"/>
              <a:pathLst>
                <a:path w="238" h="945" extrusionOk="0">
                  <a:moveTo>
                    <a:pt x="28" y="1"/>
                  </a:moveTo>
                  <a:cubicBezTo>
                    <a:pt x="27" y="1"/>
                    <a:pt x="25" y="1"/>
                    <a:pt x="24" y="1"/>
                  </a:cubicBezTo>
                  <a:cubicBezTo>
                    <a:pt x="10" y="4"/>
                    <a:pt x="1" y="18"/>
                    <a:pt x="3" y="32"/>
                  </a:cubicBezTo>
                  <a:lnTo>
                    <a:pt x="184" y="924"/>
                  </a:lnTo>
                  <a:cubicBezTo>
                    <a:pt x="186" y="936"/>
                    <a:pt x="197" y="944"/>
                    <a:pt x="209" y="944"/>
                  </a:cubicBezTo>
                  <a:lnTo>
                    <a:pt x="215" y="944"/>
                  </a:lnTo>
                  <a:cubicBezTo>
                    <a:pt x="228" y="941"/>
                    <a:pt x="237" y="928"/>
                    <a:pt x="235" y="913"/>
                  </a:cubicBezTo>
                  <a:lnTo>
                    <a:pt x="54" y="21"/>
                  </a:lnTo>
                  <a:cubicBezTo>
                    <a:pt x="52" y="9"/>
                    <a:pt x="4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0" name="Google Shape;9790;p31"/>
            <p:cNvSpPr/>
            <p:nvPr/>
          </p:nvSpPr>
          <p:spPr>
            <a:xfrm>
              <a:off x="2845000" y="3573850"/>
              <a:ext cx="3225" cy="7475"/>
            </a:xfrm>
            <a:custGeom>
              <a:avLst/>
              <a:gdLst/>
              <a:ahLst/>
              <a:cxnLst/>
              <a:rect l="l" t="t" r="r" b="b"/>
              <a:pathLst>
                <a:path w="129" h="299" extrusionOk="0">
                  <a:moveTo>
                    <a:pt x="30" y="1"/>
                  </a:moveTo>
                  <a:cubicBezTo>
                    <a:pt x="28" y="1"/>
                    <a:pt x="26" y="1"/>
                    <a:pt x="24" y="1"/>
                  </a:cubicBezTo>
                  <a:cubicBezTo>
                    <a:pt x="10" y="3"/>
                    <a:pt x="0" y="16"/>
                    <a:pt x="3" y="31"/>
                  </a:cubicBezTo>
                  <a:cubicBezTo>
                    <a:pt x="18" y="117"/>
                    <a:pt x="42" y="202"/>
                    <a:pt x="74" y="283"/>
                  </a:cubicBezTo>
                  <a:cubicBezTo>
                    <a:pt x="80" y="293"/>
                    <a:pt x="89" y="299"/>
                    <a:pt x="98" y="299"/>
                  </a:cubicBezTo>
                  <a:cubicBezTo>
                    <a:pt x="102" y="299"/>
                    <a:pt x="105" y="299"/>
                    <a:pt x="108" y="297"/>
                  </a:cubicBezTo>
                  <a:cubicBezTo>
                    <a:pt x="121" y="292"/>
                    <a:pt x="128" y="277"/>
                    <a:pt x="123" y="264"/>
                  </a:cubicBezTo>
                  <a:cubicBezTo>
                    <a:pt x="92" y="186"/>
                    <a:pt x="67" y="105"/>
                    <a:pt x="54" y="22"/>
                  </a:cubicBezTo>
                  <a:cubicBezTo>
                    <a:pt x="52" y="10"/>
                    <a:pt x="4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1" name="Google Shape;9791;p31"/>
            <p:cNvSpPr/>
            <p:nvPr/>
          </p:nvSpPr>
          <p:spPr>
            <a:xfrm>
              <a:off x="2871325" y="3554150"/>
              <a:ext cx="32250" cy="6150"/>
            </a:xfrm>
            <a:custGeom>
              <a:avLst/>
              <a:gdLst/>
              <a:ahLst/>
              <a:cxnLst/>
              <a:rect l="l" t="t" r="r" b="b"/>
              <a:pathLst>
                <a:path w="1290" h="246" extrusionOk="0">
                  <a:moveTo>
                    <a:pt x="1262" y="1"/>
                  </a:moveTo>
                  <a:cubicBezTo>
                    <a:pt x="1259" y="1"/>
                    <a:pt x="1256" y="1"/>
                    <a:pt x="1253" y="2"/>
                  </a:cubicBezTo>
                  <a:cubicBezTo>
                    <a:pt x="851" y="122"/>
                    <a:pt x="450" y="185"/>
                    <a:pt x="26" y="195"/>
                  </a:cubicBezTo>
                  <a:cubicBezTo>
                    <a:pt x="11" y="195"/>
                    <a:pt x="1" y="207"/>
                    <a:pt x="1" y="220"/>
                  </a:cubicBezTo>
                  <a:cubicBezTo>
                    <a:pt x="1" y="235"/>
                    <a:pt x="13" y="246"/>
                    <a:pt x="26" y="246"/>
                  </a:cubicBezTo>
                  <a:lnTo>
                    <a:pt x="28" y="246"/>
                  </a:lnTo>
                  <a:cubicBezTo>
                    <a:pt x="455" y="236"/>
                    <a:pt x="862" y="173"/>
                    <a:pt x="1267" y="51"/>
                  </a:cubicBezTo>
                  <a:cubicBezTo>
                    <a:pt x="1281" y="47"/>
                    <a:pt x="1289" y="33"/>
                    <a:pt x="1284" y="20"/>
                  </a:cubicBezTo>
                  <a:cubicBezTo>
                    <a:pt x="1282" y="8"/>
                    <a:pt x="1272" y="1"/>
                    <a:pt x="126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2" name="Google Shape;9792;p31"/>
            <p:cNvSpPr/>
            <p:nvPr/>
          </p:nvSpPr>
          <p:spPr>
            <a:xfrm>
              <a:off x="2908000" y="3550075"/>
              <a:ext cx="6375" cy="3000"/>
            </a:xfrm>
            <a:custGeom>
              <a:avLst/>
              <a:gdLst/>
              <a:ahLst/>
              <a:cxnLst/>
              <a:rect l="l" t="t" r="r" b="b"/>
              <a:pathLst>
                <a:path w="255" h="120" extrusionOk="0">
                  <a:moveTo>
                    <a:pt x="225" y="1"/>
                  </a:moveTo>
                  <a:cubicBezTo>
                    <a:pt x="222" y="1"/>
                    <a:pt x="219" y="1"/>
                    <a:pt x="217" y="3"/>
                  </a:cubicBezTo>
                  <a:lnTo>
                    <a:pt x="20" y="70"/>
                  </a:lnTo>
                  <a:cubicBezTo>
                    <a:pt x="7" y="74"/>
                    <a:pt x="0" y="89"/>
                    <a:pt x="4" y="102"/>
                  </a:cubicBezTo>
                  <a:cubicBezTo>
                    <a:pt x="8" y="113"/>
                    <a:pt x="17" y="120"/>
                    <a:pt x="28" y="120"/>
                  </a:cubicBezTo>
                  <a:cubicBezTo>
                    <a:pt x="31" y="120"/>
                    <a:pt x="35" y="120"/>
                    <a:pt x="36" y="118"/>
                  </a:cubicBezTo>
                  <a:lnTo>
                    <a:pt x="233" y="51"/>
                  </a:lnTo>
                  <a:cubicBezTo>
                    <a:pt x="246" y="47"/>
                    <a:pt x="254" y="32"/>
                    <a:pt x="249" y="19"/>
                  </a:cubicBezTo>
                  <a:cubicBezTo>
                    <a:pt x="246" y="8"/>
                    <a:pt x="236" y="1"/>
                    <a:pt x="22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3" name="Google Shape;9793;p31"/>
            <p:cNvSpPr/>
            <p:nvPr/>
          </p:nvSpPr>
          <p:spPr>
            <a:xfrm>
              <a:off x="2904325" y="3534575"/>
              <a:ext cx="29750" cy="13500"/>
            </a:xfrm>
            <a:custGeom>
              <a:avLst/>
              <a:gdLst/>
              <a:ahLst/>
              <a:cxnLst/>
              <a:rect l="l" t="t" r="r" b="b"/>
              <a:pathLst>
                <a:path w="1190" h="540" extrusionOk="0">
                  <a:moveTo>
                    <a:pt x="1160" y="1"/>
                  </a:moveTo>
                  <a:cubicBezTo>
                    <a:pt x="1155" y="1"/>
                    <a:pt x="1151" y="2"/>
                    <a:pt x="1147" y="4"/>
                  </a:cubicBezTo>
                  <a:cubicBezTo>
                    <a:pt x="790" y="203"/>
                    <a:pt x="412" y="366"/>
                    <a:pt x="22" y="488"/>
                  </a:cubicBezTo>
                  <a:cubicBezTo>
                    <a:pt x="8" y="492"/>
                    <a:pt x="0" y="507"/>
                    <a:pt x="4" y="520"/>
                  </a:cubicBezTo>
                  <a:cubicBezTo>
                    <a:pt x="8" y="531"/>
                    <a:pt x="18" y="539"/>
                    <a:pt x="30" y="539"/>
                  </a:cubicBezTo>
                  <a:lnTo>
                    <a:pt x="30" y="538"/>
                  </a:lnTo>
                  <a:lnTo>
                    <a:pt x="37" y="538"/>
                  </a:lnTo>
                  <a:cubicBezTo>
                    <a:pt x="431" y="414"/>
                    <a:pt x="813" y="250"/>
                    <a:pt x="1172" y="49"/>
                  </a:cubicBezTo>
                  <a:cubicBezTo>
                    <a:pt x="1184" y="43"/>
                    <a:pt x="1190" y="27"/>
                    <a:pt x="1183" y="14"/>
                  </a:cubicBezTo>
                  <a:cubicBezTo>
                    <a:pt x="1177" y="5"/>
                    <a:pt x="1169" y="1"/>
                    <a:pt x="116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4" name="Google Shape;9794;p31"/>
            <p:cNvSpPr/>
            <p:nvPr/>
          </p:nvSpPr>
          <p:spPr>
            <a:xfrm>
              <a:off x="2894950" y="3548775"/>
              <a:ext cx="5025" cy="2050"/>
            </a:xfrm>
            <a:custGeom>
              <a:avLst/>
              <a:gdLst/>
              <a:ahLst/>
              <a:cxnLst/>
              <a:rect l="l" t="t" r="r" b="b"/>
              <a:pathLst>
                <a:path w="201" h="82" extrusionOk="0">
                  <a:moveTo>
                    <a:pt x="172" y="0"/>
                  </a:moveTo>
                  <a:cubicBezTo>
                    <a:pt x="171" y="0"/>
                    <a:pt x="169" y="0"/>
                    <a:pt x="167" y="1"/>
                  </a:cubicBezTo>
                  <a:lnTo>
                    <a:pt x="23" y="30"/>
                  </a:lnTo>
                  <a:cubicBezTo>
                    <a:pt x="9" y="33"/>
                    <a:pt x="0" y="46"/>
                    <a:pt x="3" y="60"/>
                  </a:cubicBezTo>
                  <a:cubicBezTo>
                    <a:pt x="5" y="72"/>
                    <a:pt x="16" y="81"/>
                    <a:pt x="28" y="81"/>
                  </a:cubicBezTo>
                  <a:cubicBezTo>
                    <a:pt x="30" y="81"/>
                    <a:pt x="31" y="81"/>
                    <a:pt x="34" y="80"/>
                  </a:cubicBezTo>
                  <a:lnTo>
                    <a:pt x="178" y="51"/>
                  </a:lnTo>
                  <a:cubicBezTo>
                    <a:pt x="191" y="48"/>
                    <a:pt x="200" y="34"/>
                    <a:pt x="198" y="21"/>
                  </a:cubicBezTo>
                  <a:cubicBezTo>
                    <a:pt x="195" y="8"/>
                    <a:pt x="185" y="0"/>
                    <a:pt x="17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5" name="Google Shape;9795;p31"/>
            <p:cNvSpPr/>
            <p:nvPr/>
          </p:nvSpPr>
          <p:spPr>
            <a:xfrm>
              <a:off x="2915150" y="3519550"/>
              <a:ext cx="21075" cy="8800"/>
            </a:xfrm>
            <a:custGeom>
              <a:avLst/>
              <a:gdLst/>
              <a:ahLst/>
              <a:cxnLst/>
              <a:rect l="l" t="t" r="r" b="b"/>
              <a:pathLst>
                <a:path w="843" h="352" extrusionOk="0">
                  <a:moveTo>
                    <a:pt x="812" y="0"/>
                  </a:moveTo>
                  <a:cubicBezTo>
                    <a:pt x="810" y="0"/>
                    <a:pt x="807" y="1"/>
                    <a:pt x="804" y="2"/>
                  </a:cubicBezTo>
                  <a:lnTo>
                    <a:pt x="21" y="302"/>
                  </a:lnTo>
                  <a:cubicBezTo>
                    <a:pt x="7" y="307"/>
                    <a:pt x="1" y="322"/>
                    <a:pt x="6" y="336"/>
                  </a:cubicBezTo>
                  <a:cubicBezTo>
                    <a:pt x="10" y="346"/>
                    <a:pt x="19" y="352"/>
                    <a:pt x="30" y="352"/>
                  </a:cubicBezTo>
                  <a:cubicBezTo>
                    <a:pt x="33" y="352"/>
                    <a:pt x="36" y="352"/>
                    <a:pt x="40" y="350"/>
                  </a:cubicBezTo>
                  <a:lnTo>
                    <a:pt x="823" y="50"/>
                  </a:lnTo>
                  <a:cubicBezTo>
                    <a:pt x="836" y="46"/>
                    <a:pt x="843" y="30"/>
                    <a:pt x="837" y="18"/>
                  </a:cubicBezTo>
                  <a:cubicBezTo>
                    <a:pt x="833" y="8"/>
                    <a:pt x="823" y="0"/>
                    <a:pt x="81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6" name="Google Shape;9796;p31"/>
            <p:cNvSpPr/>
            <p:nvPr/>
          </p:nvSpPr>
          <p:spPr>
            <a:xfrm>
              <a:off x="2905625" y="3528850"/>
              <a:ext cx="5325" cy="2425"/>
            </a:xfrm>
            <a:custGeom>
              <a:avLst/>
              <a:gdLst/>
              <a:ahLst/>
              <a:cxnLst/>
              <a:rect l="l" t="t" r="r" b="b"/>
              <a:pathLst>
                <a:path w="213" h="97" extrusionOk="0">
                  <a:moveTo>
                    <a:pt x="184" y="0"/>
                  </a:moveTo>
                  <a:cubicBezTo>
                    <a:pt x="182" y="0"/>
                    <a:pt x="179" y="1"/>
                    <a:pt x="177" y="1"/>
                  </a:cubicBezTo>
                  <a:lnTo>
                    <a:pt x="22" y="47"/>
                  </a:lnTo>
                  <a:cubicBezTo>
                    <a:pt x="9" y="51"/>
                    <a:pt x="1" y="65"/>
                    <a:pt x="5" y="78"/>
                  </a:cubicBezTo>
                  <a:cubicBezTo>
                    <a:pt x="8" y="90"/>
                    <a:pt x="18" y="97"/>
                    <a:pt x="29" y="97"/>
                  </a:cubicBezTo>
                  <a:lnTo>
                    <a:pt x="37" y="97"/>
                  </a:lnTo>
                  <a:lnTo>
                    <a:pt x="191" y="51"/>
                  </a:lnTo>
                  <a:cubicBezTo>
                    <a:pt x="205" y="47"/>
                    <a:pt x="212" y="34"/>
                    <a:pt x="208" y="20"/>
                  </a:cubicBezTo>
                  <a:cubicBezTo>
                    <a:pt x="205" y="8"/>
                    <a:pt x="195" y="0"/>
                    <a:pt x="18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7" name="Google Shape;9797;p31"/>
            <p:cNvSpPr/>
            <p:nvPr/>
          </p:nvSpPr>
          <p:spPr>
            <a:xfrm>
              <a:off x="2894500" y="3514625"/>
              <a:ext cx="30700" cy="10275"/>
            </a:xfrm>
            <a:custGeom>
              <a:avLst/>
              <a:gdLst/>
              <a:ahLst/>
              <a:cxnLst/>
              <a:rect l="l" t="t" r="r" b="b"/>
              <a:pathLst>
                <a:path w="1228" h="411" extrusionOk="0">
                  <a:moveTo>
                    <a:pt x="1199" y="1"/>
                  </a:moveTo>
                  <a:cubicBezTo>
                    <a:pt x="1195" y="1"/>
                    <a:pt x="1192" y="1"/>
                    <a:pt x="1188" y="3"/>
                  </a:cubicBezTo>
                  <a:cubicBezTo>
                    <a:pt x="814" y="161"/>
                    <a:pt x="423" y="282"/>
                    <a:pt x="25" y="359"/>
                  </a:cubicBezTo>
                  <a:cubicBezTo>
                    <a:pt x="10" y="362"/>
                    <a:pt x="1" y="375"/>
                    <a:pt x="3" y="389"/>
                  </a:cubicBezTo>
                  <a:cubicBezTo>
                    <a:pt x="6" y="402"/>
                    <a:pt x="17" y="410"/>
                    <a:pt x="29" y="410"/>
                  </a:cubicBezTo>
                  <a:lnTo>
                    <a:pt x="34" y="410"/>
                  </a:lnTo>
                  <a:cubicBezTo>
                    <a:pt x="436" y="332"/>
                    <a:pt x="832" y="211"/>
                    <a:pt x="1209" y="50"/>
                  </a:cubicBezTo>
                  <a:cubicBezTo>
                    <a:pt x="1222" y="44"/>
                    <a:pt x="1227" y="30"/>
                    <a:pt x="1222" y="16"/>
                  </a:cubicBezTo>
                  <a:cubicBezTo>
                    <a:pt x="1218" y="6"/>
                    <a:pt x="1209" y="1"/>
                    <a:pt x="119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8" name="Google Shape;9798;p31"/>
            <p:cNvSpPr/>
            <p:nvPr/>
          </p:nvSpPr>
          <p:spPr>
            <a:xfrm>
              <a:off x="2913700" y="3490250"/>
              <a:ext cx="20075" cy="7275"/>
            </a:xfrm>
            <a:custGeom>
              <a:avLst/>
              <a:gdLst/>
              <a:ahLst/>
              <a:cxnLst/>
              <a:rect l="l" t="t" r="r" b="b"/>
              <a:pathLst>
                <a:path w="803" h="291" extrusionOk="0">
                  <a:moveTo>
                    <a:pt x="774" y="0"/>
                  </a:moveTo>
                  <a:cubicBezTo>
                    <a:pt x="771" y="0"/>
                    <a:pt x="767" y="1"/>
                    <a:pt x="764" y="2"/>
                  </a:cubicBezTo>
                  <a:cubicBezTo>
                    <a:pt x="524" y="96"/>
                    <a:pt x="275" y="177"/>
                    <a:pt x="24" y="239"/>
                  </a:cubicBezTo>
                  <a:cubicBezTo>
                    <a:pt x="10" y="243"/>
                    <a:pt x="1" y="257"/>
                    <a:pt x="5" y="270"/>
                  </a:cubicBezTo>
                  <a:cubicBezTo>
                    <a:pt x="7" y="282"/>
                    <a:pt x="18" y="290"/>
                    <a:pt x="30" y="290"/>
                  </a:cubicBezTo>
                  <a:cubicBezTo>
                    <a:pt x="32" y="290"/>
                    <a:pt x="34" y="290"/>
                    <a:pt x="36" y="289"/>
                  </a:cubicBezTo>
                  <a:cubicBezTo>
                    <a:pt x="290" y="227"/>
                    <a:pt x="540" y="146"/>
                    <a:pt x="782" y="49"/>
                  </a:cubicBezTo>
                  <a:cubicBezTo>
                    <a:pt x="796" y="44"/>
                    <a:pt x="803" y="29"/>
                    <a:pt x="797" y="16"/>
                  </a:cubicBezTo>
                  <a:cubicBezTo>
                    <a:pt x="793" y="6"/>
                    <a:pt x="784" y="0"/>
                    <a:pt x="77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9" name="Google Shape;9799;p31"/>
            <p:cNvSpPr/>
            <p:nvPr/>
          </p:nvSpPr>
          <p:spPr>
            <a:xfrm>
              <a:off x="2908800" y="3498875"/>
              <a:ext cx="18550" cy="6475"/>
            </a:xfrm>
            <a:custGeom>
              <a:avLst/>
              <a:gdLst/>
              <a:ahLst/>
              <a:cxnLst/>
              <a:rect l="l" t="t" r="r" b="b"/>
              <a:pathLst>
                <a:path w="742" h="259" extrusionOk="0">
                  <a:moveTo>
                    <a:pt x="713" y="1"/>
                  </a:moveTo>
                  <a:cubicBezTo>
                    <a:pt x="710" y="1"/>
                    <a:pt x="708" y="1"/>
                    <a:pt x="705" y="2"/>
                  </a:cubicBezTo>
                  <a:lnTo>
                    <a:pt x="22" y="207"/>
                  </a:lnTo>
                  <a:cubicBezTo>
                    <a:pt x="8" y="212"/>
                    <a:pt x="0" y="226"/>
                    <a:pt x="4" y="240"/>
                  </a:cubicBezTo>
                  <a:cubicBezTo>
                    <a:pt x="7" y="251"/>
                    <a:pt x="18" y="259"/>
                    <a:pt x="29" y="259"/>
                  </a:cubicBezTo>
                  <a:cubicBezTo>
                    <a:pt x="31" y="257"/>
                    <a:pt x="34" y="257"/>
                    <a:pt x="37" y="257"/>
                  </a:cubicBezTo>
                  <a:lnTo>
                    <a:pt x="720" y="51"/>
                  </a:lnTo>
                  <a:cubicBezTo>
                    <a:pt x="733" y="47"/>
                    <a:pt x="742" y="33"/>
                    <a:pt x="738" y="19"/>
                  </a:cubicBezTo>
                  <a:cubicBezTo>
                    <a:pt x="734" y="8"/>
                    <a:pt x="724" y="1"/>
                    <a:pt x="71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0" name="Google Shape;9800;p31"/>
            <p:cNvSpPr/>
            <p:nvPr/>
          </p:nvSpPr>
          <p:spPr>
            <a:xfrm>
              <a:off x="2893850" y="3472100"/>
              <a:ext cx="2850" cy="22150"/>
            </a:xfrm>
            <a:custGeom>
              <a:avLst/>
              <a:gdLst/>
              <a:ahLst/>
              <a:cxnLst/>
              <a:rect l="l" t="t" r="r" b="b"/>
              <a:pathLst>
                <a:path w="114" h="886" extrusionOk="0">
                  <a:moveTo>
                    <a:pt x="85" y="0"/>
                  </a:moveTo>
                  <a:cubicBezTo>
                    <a:pt x="70" y="0"/>
                    <a:pt x="61" y="10"/>
                    <a:pt x="60" y="23"/>
                  </a:cubicBezTo>
                  <a:cubicBezTo>
                    <a:pt x="31" y="300"/>
                    <a:pt x="10" y="582"/>
                    <a:pt x="2" y="860"/>
                  </a:cubicBezTo>
                  <a:cubicBezTo>
                    <a:pt x="1" y="874"/>
                    <a:pt x="13" y="886"/>
                    <a:pt x="28" y="886"/>
                  </a:cubicBezTo>
                  <a:cubicBezTo>
                    <a:pt x="43" y="886"/>
                    <a:pt x="53" y="875"/>
                    <a:pt x="53" y="861"/>
                  </a:cubicBezTo>
                  <a:cubicBezTo>
                    <a:pt x="63" y="584"/>
                    <a:pt x="82" y="304"/>
                    <a:pt x="113" y="29"/>
                  </a:cubicBezTo>
                  <a:cubicBezTo>
                    <a:pt x="114" y="15"/>
                    <a:pt x="103" y="2"/>
                    <a:pt x="90" y="0"/>
                  </a:cubicBezTo>
                  <a:cubicBezTo>
                    <a:pt x="88" y="0"/>
                    <a:pt x="86" y="0"/>
                    <a:pt x="8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1" name="Google Shape;9801;p31"/>
            <p:cNvSpPr/>
            <p:nvPr/>
          </p:nvSpPr>
          <p:spPr>
            <a:xfrm>
              <a:off x="2900550" y="3468800"/>
              <a:ext cx="3450" cy="28525"/>
            </a:xfrm>
            <a:custGeom>
              <a:avLst/>
              <a:gdLst/>
              <a:ahLst/>
              <a:cxnLst/>
              <a:rect l="l" t="t" r="r" b="b"/>
              <a:pathLst>
                <a:path w="138" h="1141" extrusionOk="0">
                  <a:moveTo>
                    <a:pt x="109" y="0"/>
                  </a:moveTo>
                  <a:cubicBezTo>
                    <a:pt x="98" y="0"/>
                    <a:pt x="87" y="10"/>
                    <a:pt x="85" y="22"/>
                  </a:cubicBezTo>
                  <a:cubicBezTo>
                    <a:pt x="33" y="383"/>
                    <a:pt x="5" y="750"/>
                    <a:pt x="1" y="1113"/>
                  </a:cubicBezTo>
                  <a:cubicBezTo>
                    <a:pt x="1" y="1128"/>
                    <a:pt x="13" y="1140"/>
                    <a:pt x="26" y="1140"/>
                  </a:cubicBezTo>
                  <a:lnTo>
                    <a:pt x="28" y="1140"/>
                  </a:lnTo>
                  <a:cubicBezTo>
                    <a:pt x="41" y="1140"/>
                    <a:pt x="53" y="1128"/>
                    <a:pt x="53" y="1115"/>
                  </a:cubicBezTo>
                  <a:cubicBezTo>
                    <a:pt x="57" y="753"/>
                    <a:pt x="85" y="388"/>
                    <a:pt x="137" y="29"/>
                  </a:cubicBezTo>
                  <a:cubicBezTo>
                    <a:pt x="138" y="15"/>
                    <a:pt x="128" y="2"/>
                    <a:pt x="114" y="1"/>
                  </a:cubicBezTo>
                  <a:cubicBezTo>
                    <a:pt x="112" y="0"/>
                    <a:pt x="111" y="0"/>
                    <a:pt x="10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2" name="Google Shape;9802;p31"/>
            <p:cNvSpPr/>
            <p:nvPr/>
          </p:nvSpPr>
          <p:spPr>
            <a:xfrm>
              <a:off x="2894000" y="3499650"/>
              <a:ext cx="1325" cy="6700"/>
            </a:xfrm>
            <a:custGeom>
              <a:avLst/>
              <a:gdLst/>
              <a:ahLst/>
              <a:cxnLst/>
              <a:rect l="l" t="t" r="r" b="b"/>
              <a:pathLst>
                <a:path w="53" h="268" extrusionOk="0">
                  <a:moveTo>
                    <a:pt x="27" y="0"/>
                  </a:moveTo>
                  <a:cubicBezTo>
                    <a:pt x="12" y="0"/>
                    <a:pt x="0" y="11"/>
                    <a:pt x="0" y="26"/>
                  </a:cubicBezTo>
                  <a:lnTo>
                    <a:pt x="0" y="242"/>
                  </a:lnTo>
                  <a:cubicBezTo>
                    <a:pt x="0" y="257"/>
                    <a:pt x="11" y="268"/>
                    <a:pt x="26" y="268"/>
                  </a:cubicBezTo>
                  <a:cubicBezTo>
                    <a:pt x="41" y="268"/>
                    <a:pt x="51" y="257"/>
                    <a:pt x="51" y="242"/>
                  </a:cubicBezTo>
                  <a:lnTo>
                    <a:pt x="53" y="26"/>
                  </a:lnTo>
                  <a:cubicBezTo>
                    <a:pt x="53" y="12"/>
                    <a:pt x="41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3" name="Google Shape;9803;p31"/>
            <p:cNvSpPr/>
            <p:nvPr/>
          </p:nvSpPr>
          <p:spPr>
            <a:xfrm>
              <a:off x="2867650" y="3598175"/>
              <a:ext cx="39150" cy="10525"/>
            </a:xfrm>
            <a:custGeom>
              <a:avLst/>
              <a:gdLst/>
              <a:ahLst/>
              <a:cxnLst/>
              <a:rect l="l" t="t" r="r" b="b"/>
              <a:pathLst>
                <a:path w="1566" h="421" extrusionOk="0">
                  <a:moveTo>
                    <a:pt x="1538" y="1"/>
                  </a:moveTo>
                  <a:cubicBezTo>
                    <a:pt x="1535" y="1"/>
                    <a:pt x="1532" y="1"/>
                    <a:pt x="1529" y="2"/>
                  </a:cubicBezTo>
                  <a:cubicBezTo>
                    <a:pt x="1041" y="171"/>
                    <a:pt x="535" y="294"/>
                    <a:pt x="25" y="370"/>
                  </a:cubicBezTo>
                  <a:cubicBezTo>
                    <a:pt x="10" y="371"/>
                    <a:pt x="1" y="384"/>
                    <a:pt x="4" y="399"/>
                  </a:cubicBezTo>
                  <a:cubicBezTo>
                    <a:pt x="5" y="411"/>
                    <a:pt x="16" y="421"/>
                    <a:pt x="29" y="421"/>
                  </a:cubicBezTo>
                  <a:lnTo>
                    <a:pt x="33" y="421"/>
                  </a:lnTo>
                  <a:cubicBezTo>
                    <a:pt x="546" y="345"/>
                    <a:pt x="1056" y="220"/>
                    <a:pt x="1545" y="51"/>
                  </a:cubicBezTo>
                  <a:cubicBezTo>
                    <a:pt x="1559" y="47"/>
                    <a:pt x="1566" y="32"/>
                    <a:pt x="1562" y="19"/>
                  </a:cubicBezTo>
                  <a:cubicBezTo>
                    <a:pt x="1558" y="8"/>
                    <a:pt x="1549" y="1"/>
                    <a:pt x="153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4" name="Google Shape;9804;p31"/>
            <p:cNvSpPr/>
            <p:nvPr/>
          </p:nvSpPr>
          <p:spPr>
            <a:xfrm>
              <a:off x="2858975" y="3590300"/>
              <a:ext cx="52375" cy="13525"/>
            </a:xfrm>
            <a:custGeom>
              <a:avLst/>
              <a:gdLst/>
              <a:ahLst/>
              <a:cxnLst/>
              <a:rect l="l" t="t" r="r" b="b"/>
              <a:pathLst>
                <a:path w="2095" h="541" extrusionOk="0">
                  <a:moveTo>
                    <a:pt x="2064" y="1"/>
                  </a:moveTo>
                  <a:cubicBezTo>
                    <a:pt x="2062" y="1"/>
                    <a:pt x="2060" y="1"/>
                    <a:pt x="2058" y="1"/>
                  </a:cubicBezTo>
                  <a:cubicBezTo>
                    <a:pt x="1389" y="188"/>
                    <a:pt x="704" y="352"/>
                    <a:pt x="24" y="490"/>
                  </a:cubicBezTo>
                  <a:cubicBezTo>
                    <a:pt x="10" y="492"/>
                    <a:pt x="1" y="506"/>
                    <a:pt x="4" y="521"/>
                  </a:cubicBezTo>
                  <a:cubicBezTo>
                    <a:pt x="6" y="533"/>
                    <a:pt x="17" y="541"/>
                    <a:pt x="29" y="541"/>
                  </a:cubicBezTo>
                  <a:lnTo>
                    <a:pt x="33" y="541"/>
                  </a:lnTo>
                  <a:cubicBezTo>
                    <a:pt x="717" y="402"/>
                    <a:pt x="1403" y="238"/>
                    <a:pt x="2071" y="51"/>
                  </a:cubicBezTo>
                  <a:cubicBezTo>
                    <a:pt x="2086" y="48"/>
                    <a:pt x="2094" y="34"/>
                    <a:pt x="2090" y="20"/>
                  </a:cubicBezTo>
                  <a:cubicBezTo>
                    <a:pt x="2087" y="7"/>
                    <a:pt x="2075" y="1"/>
                    <a:pt x="206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5" name="Google Shape;9805;p31"/>
            <p:cNvSpPr/>
            <p:nvPr/>
          </p:nvSpPr>
          <p:spPr>
            <a:xfrm>
              <a:off x="2885325" y="3575175"/>
              <a:ext cx="35225" cy="10825"/>
            </a:xfrm>
            <a:custGeom>
              <a:avLst/>
              <a:gdLst/>
              <a:ahLst/>
              <a:cxnLst/>
              <a:rect l="l" t="t" r="r" b="b"/>
              <a:pathLst>
                <a:path w="1409" h="433" extrusionOk="0">
                  <a:moveTo>
                    <a:pt x="1379" y="0"/>
                  </a:moveTo>
                  <a:cubicBezTo>
                    <a:pt x="1376" y="0"/>
                    <a:pt x="1373" y="1"/>
                    <a:pt x="1370" y="2"/>
                  </a:cubicBezTo>
                  <a:cubicBezTo>
                    <a:pt x="938" y="180"/>
                    <a:pt x="486" y="308"/>
                    <a:pt x="24" y="382"/>
                  </a:cubicBezTo>
                  <a:cubicBezTo>
                    <a:pt x="10" y="383"/>
                    <a:pt x="0" y="396"/>
                    <a:pt x="3" y="411"/>
                  </a:cubicBezTo>
                  <a:cubicBezTo>
                    <a:pt x="4" y="423"/>
                    <a:pt x="16" y="433"/>
                    <a:pt x="29" y="433"/>
                  </a:cubicBezTo>
                  <a:lnTo>
                    <a:pt x="33" y="433"/>
                  </a:lnTo>
                  <a:cubicBezTo>
                    <a:pt x="498" y="359"/>
                    <a:pt x="954" y="230"/>
                    <a:pt x="1390" y="51"/>
                  </a:cubicBezTo>
                  <a:cubicBezTo>
                    <a:pt x="1403" y="45"/>
                    <a:pt x="1409" y="29"/>
                    <a:pt x="1403" y="16"/>
                  </a:cubicBezTo>
                  <a:cubicBezTo>
                    <a:pt x="1399" y="6"/>
                    <a:pt x="1390" y="0"/>
                    <a:pt x="137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6" name="Google Shape;9806;p31"/>
            <p:cNvSpPr/>
            <p:nvPr/>
          </p:nvSpPr>
          <p:spPr>
            <a:xfrm>
              <a:off x="2873075" y="3585775"/>
              <a:ext cx="8575" cy="2775"/>
            </a:xfrm>
            <a:custGeom>
              <a:avLst/>
              <a:gdLst/>
              <a:ahLst/>
              <a:cxnLst/>
              <a:rect l="l" t="t" r="r" b="b"/>
              <a:pathLst>
                <a:path w="343" h="111" extrusionOk="0">
                  <a:moveTo>
                    <a:pt x="314" y="0"/>
                  </a:moveTo>
                  <a:cubicBezTo>
                    <a:pt x="312" y="0"/>
                    <a:pt x="310" y="0"/>
                    <a:pt x="309" y="1"/>
                  </a:cubicBezTo>
                  <a:lnTo>
                    <a:pt x="23" y="60"/>
                  </a:lnTo>
                  <a:cubicBezTo>
                    <a:pt x="10" y="62"/>
                    <a:pt x="1" y="76"/>
                    <a:pt x="3" y="91"/>
                  </a:cubicBezTo>
                  <a:cubicBezTo>
                    <a:pt x="6" y="103"/>
                    <a:pt x="17" y="111"/>
                    <a:pt x="29" y="111"/>
                  </a:cubicBezTo>
                  <a:lnTo>
                    <a:pt x="34" y="111"/>
                  </a:lnTo>
                  <a:lnTo>
                    <a:pt x="319" y="52"/>
                  </a:lnTo>
                  <a:cubicBezTo>
                    <a:pt x="333" y="49"/>
                    <a:pt x="342" y="36"/>
                    <a:pt x="340" y="21"/>
                  </a:cubicBezTo>
                  <a:cubicBezTo>
                    <a:pt x="337" y="9"/>
                    <a:pt x="326" y="0"/>
                    <a:pt x="31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7" name="Google Shape;9807;p31"/>
            <p:cNvSpPr/>
            <p:nvPr/>
          </p:nvSpPr>
          <p:spPr>
            <a:xfrm>
              <a:off x="2832250" y="3617525"/>
              <a:ext cx="28025" cy="4125"/>
            </a:xfrm>
            <a:custGeom>
              <a:avLst/>
              <a:gdLst/>
              <a:ahLst/>
              <a:cxnLst/>
              <a:rect l="l" t="t" r="r" b="b"/>
              <a:pathLst>
                <a:path w="1121" h="165" extrusionOk="0">
                  <a:moveTo>
                    <a:pt x="1093" y="0"/>
                  </a:moveTo>
                  <a:cubicBezTo>
                    <a:pt x="1092" y="0"/>
                    <a:pt x="1091" y="1"/>
                    <a:pt x="1090" y="1"/>
                  </a:cubicBezTo>
                  <a:cubicBezTo>
                    <a:pt x="739" y="57"/>
                    <a:pt x="381" y="95"/>
                    <a:pt x="26" y="112"/>
                  </a:cubicBezTo>
                  <a:cubicBezTo>
                    <a:pt x="11" y="114"/>
                    <a:pt x="0" y="126"/>
                    <a:pt x="2" y="141"/>
                  </a:cubicBezTo>
                  <a:cubicBezTo>
                    <a:pt x="2" y="154"/>
                    <a:pt x="14" y="165"/>
                    <a:pt x="27" y="165"/>
                  </a:cubicBezTo>
                  <a:lnTo>
                    <a:pt x="29" y="165"/>
                  </a:lnTo>
                  <a:cubicBezTo>
                    <a:pt x="385" y="146"/>
                    <a:pt x="746" y="108"/>
                    <a:pt x="1098" y="52"/>
                  </a:cubicBezTo>
                  <a:cubicBezTo>
                    <a:pt x="1112" y="49"/>
                    <a:pt x="1121" y="37"/>
                    <a:pt x="1120" y="22"/>
                  </a:cubicBezTo>
                  <a:cubicBezTo>
                    <a:pt x="1117" y="10"/>
                    <a:pt x="1105" y="0"/>
                    <a:pt x="109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8" name="Google Shape;9808;p31"/>
            <p:cNvSpPr/>
            <p:nvPr/>
          </p:nvSpPr>
          <p:spPr>
            <a:xfrm>
              <a:off x="2863825" y="3615500"/>
              <a:ext cx="7775" cy="2625"/>
            </a:xfrm>
            <a:custGeom>
              <a:avLst/>
              <a:gdLst/>
              <a:ahLst/>
              <a:cxnLst/>
              <a:rect l="l" t="t" r="r" b="b"/>
              <a:pathLst>
                <a:path w="311" h="105" extrusionOk="0">
                  <a:moveTo>
                    <a:pt x="282" y="0"/>
                  </a:moveTo>
                  <a:cubicBezTo>
                    <a:pt x="281" y="0"/>
                    <a:pt x="279" y="1"/>
                    <a:pt x="278" y="1"/>
                  </a:cubicBezTo>
                  <a:lnTo>
                    <a:pt x="23" y="53"/>
                  </a:lnTo>
                  <a:cubicBezTo>
                    <a:pt x="10" y="56"/>
                    <a:pt x="1" y="69"/>
                    <a:pt x="3" y="84"/>
                  </a:cubicBezTo>
                  <a:cubicBezTo>
                    <a:pt x="6" y="96"/>
                    <a:pt x="17" y="104"/>
                    <a:pt x="29" y="104"/>
                  </a:cubicBezTo>
                  <a:lnTo>
                    <a:pt x="34" y="104"/>
                  </a:lnTo>
                  <a:lnTo>
                    <a:pt x="287" y="52"/>
                  </a:lnTo>
                  <a:cubicBezTo>
                    <a:pt x="302" y="49"/>
                    <a:pt x="310" y="36"/>
                    <a:pt x="307" y="21"/>
                  </a:cubicBezTo>
                  <a:cubicBezTo>
                    <a:pt x="305" y="9"/>
                    <a:pt x="294" y="0"/>
                    <a:pt x="28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9" name="Google Shape;9809;p31"/>
            <p:cNvSpPr/>
            <p:nvPr/>
          </p:nvSpPr>
          <p:spPr>
            <a:xfrm>
              <a:off x="2843675" y="3640750"/>
              <a:ext cx="25250" cy="3675"/>
            </a:xfrm>
            <a:custGeom>
              <a:avLst/>
              <a:gdLst/>
              <a:ahLst/>
              <a:cxnLst/>
              <a:rect l="l" t="t" r="r" b="b"/>
              <a:pathLst>
                <a:path w="1010" h="147" extrusionOk="0">
                  <a:moveTo>
                    <a:pt x="982" y="0"/>
                  </a:moveTo>
                  <a:cubicBezTo>
                    <a:pt x="980" y="0"/>
                    <a:pt x="977" y="0"/>
                    <a:pt x="975" y="1"/>
                  </a:cubicBezTo>
                  <a:cubicBezTo>
                    <a:pt x="741" y="63"/>
                    <a:pt x="503" y="94"/>
                    <a:pt x="263" y="94"/>
                  </a:cubicBezTo>
                  <a:cubicBezTo>
                    <a:pt x="186" y="94"/>
                    <a:pt x="108" y="91"/>
                    <a:pt x="30" y="85"/>
                  </a:cubicBezTo>
                  <a:cubicBezTo>
                    <a:pt x="29" y="84"/>
                    <a:pt x="28" y="84"/>
                    <a:pt x="27" y="84"/>
                  </a:cubicBezTo>
                  <a:cubicBezTo>
                    <a:pt x="14" y="84"/>
                    <a:pt x="3" y="95"/>
                    <a:pt x="2" y="109"/>
                  </a:cubicBezTo>
                  <a:cubicBezTo>
                    <a:pt x="1" y="122"/>
                    <a:pt x="12" y="136"/>
                    <a:pt x="26" y="136"/>
                  </a:cubicBezTo>
                  <a:cubicBezTo>
                    <a:pt x="104" y="142"/>
                    <a:pt x="184" y="146"/>
                    <a:pt x="262" y="146"/>
                  </a:cubicBezTo>
                  <a:cubicBezTo>
                    <a:pt x="507" y="146"/>
                    <a:pt x="750" y="114"/>
                    <a:pt x="988" y="51"/>
                  </a:cubicBezTo>
                  <a:cubicBezTo>
                    <a:pt x="1002" y="47"/>
                    <a:pt x="1010" y="33"/>
                    <a:pt x="1006" y="19"/>
                  </a:cubicBezTo>
                  <a:cubicBezTo>
                    <a:pt x="1003" y="8"/>
                    <a:pt x="993" y="0"/>
                    <a:pt x="98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0" name="Google Shape;9810;p31"/>
            <p:cNvSpPr/>
            <p:nvPr/>
          </p:nvSpPr>
          <p:spPr>
            <a:xfrm>
              <a:off x="2831675" y="3642250"/>
              <a:ext cx="6225" cy="1475"/>
            </a:xfrm>
            <a:custGeom>
              <a:avLst/>
              <a:gdLst/>
              <a:ahLst/>
              <a:cxnLst/>
              <a:rect l="l" t="t" r="r" b="b"/>
              <a:pathLst>
                <a:path w="249" h="59" extrusionOk="0">
                  <a:moveTo>
                    <a:pt x="221" y="0"/>
                  </a:moveTo>
                  <a:lnTo>
                    <a:pt x="26" y="6"/>
                  </a:lnTo>
                  <a:cubicBezTo>
                    <a:pt x="13" y="6"/>
                    <a:pt x="0" y="18"/>
                    <a:pt x="2" y="33"/>
                  </a:cubicBezTo>
                  <a:cubicBezTo>
                    <a:pt x="2" y="46"/>
                    <a:pt x="14" y="58"/>
                    <a:pt x="27" y="58"/>
                  </a:cubicBezTo>
                  <a:lnTo>
                    <a:pt x="29" y="58"/>
                  </a:lnTo>
                  <a:lnTo>
                    <a:pt x="222" y="52"/>
                  </a:lnTo>
                  <a:cubicBezTo>
                    <a:pt x="237" y="52"/>
                    <a:pt x="248" y="39"/>
                    <a:pt x="248" y="25"/>
                  </a:cubicBezTo>
                  <a:cubicBezTo>
                    <a:pt x="247" y="11"/>
                    <a:pt x="235" y="2"/>
                    <a:pt x="22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1" name="Google Shape;9811;p31"/>
            <p:cNvSpPr/>
            <p:nvPr/>
          </p:nvSpPr>
          <p:spPr>
            <a:xfrm>
              <a:off x="2840475" y="3648575"/>
              <a:ext cx="20275" cy="3175"/>
            </a:xfrm>
            <a:custGeom>
              <a:avLst/>
              <a:gdLst/>
              <a:ahLst/>
              <a:cxnLst/>
              <a:rect l="l" t="t" r="r" b="b"/>
              <a:pathLst>
                <a:path w="811" h="127" extrusionOk="0">
                  <a:moveTo>
                    <a:pt x="782" y="1"/>
                  </a:moveTo>
                  <a:cubicBezTo>
                    <a:pt x="780" y="1"/>
                    <a:pt x="777" y="1"/>
                    <a:pt x="775" y="2"/>
                  </a:cubicBezTo>
                  <a:cubicBezTo>
                    <a:pt x="602" y="50"/>
                    <a:pt x="421" y="75"/>
                    <a:pt x="241" y="75"/>
                  </a:cubicBezTo>
                  <a:cubicBezTo>
                    <a:pt x="171" y="75"/>
                    <a:pt x="101" y="71"/>
                    <a:pt x="32" y="64"/>
                  </a:cubicBezTo>
                  <a:cubicBezTo>
                    <a:pt x="30" y="63"/>
                    <a:pt x="28" y="63"/>
                    <a:pt x="27" y="63"/>
                  </a:cubicBezTo>
                  <a:cubicBezTo>
                    <a:pt x="13" y="63"/>
                    <a:pt x="5" y="73"/>
                    <a:pt x="2" y="86"/>
                  </a:cubicBezTo>
                  <a:cubicBezTo>
                    <a:pt x="1" y="100"/>
                    <a:pt x="12" y="113"/>
                    <a:pt x="25" y="115"/>
                  </a:cubicBezTo>
                  <a:cubicBezTo>
                    <a:pt x="98" y="123"/>
                    <a:pt x="172" y="127"/>
                    <a:pt x="244" y="127"/>
                  </a:cubicBezTo>
                  <a:cubicBezTo>
                    <a:pt x="429" y="127"/>
                    <a:pt x="613" y="101"/>
                    <a:pt x="789" y="51"/>
                  </a:cubicBezTo>
                  <a:cubicBezTo>
                    <a:pt x="803" y="47"/>
                    <a:pt x="811" y="34"/>
                    <a:pt x="807" y="20"/>
                  </a:cubicBezTo>
                  <a:cubicBezTo>
                    <a:pt x="803" y="8"/>
                    <a:pt x="794" y="1"/>
                    <a:pt x="78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2" name="Google Shape;9812;p31"/>
            <p:cNvSpPr/>
            <p:nvPr/>
          </p:nvSpPr>
          <p:spPr>
            <a:xfrm>
              <a:off x="2932750" y="3648525"/>
              <a:ext cx="28425" cy="26125"/>
            </a:xfrm>
            <a:custGeom>
              <a:avLst/>
              <a:gdLst/>
              <a:ahLst/>
              <a:cxnLst/>
              <a:rect l="l" t="t" r="r" b="b"/>
              <a:pathLst>
                <a:path w="1137" h="1045" extrusionOk="0">
                  <a:moveTo>
                    <a:pt x="1108" y="0"/>
                  </a:moveTo>
                  <a:cubicBezTo>
                    <a:pt x="1103" y="0"/>
                    <a:pt x="1097" y="2"/>
                    <a:pt x="1093" y="5"/>
                  </a:cubicBezTo>
                  <a:cubicBezTo>
                    <a:pt x="692" y="290"/>
                    <a:pt x="327" y="625"/>
                    <a:pt x="10" y="1002"/>
                  </a:cubicBezTo>
                  <a:cubicBezTo>
                    <a:pt x="0" y="1013"/>
                    <a:pt x="2" y="1029"/>
                    <a:pt x="12" y="1038"/>
                  </a:cubicBezTo>
                  <a:cubicBezTo>
                    <a:pt x="18" y="1042"/>
                    <a:pt x="23" y="1045"/>
                    <a:pt x="30" y="1045"/>
                  </a:cubicBezTo>
                  <a:cubicBezTo>
                    <a:pt x="36" y="1045"/>
                    <a:pt x="43" y="1041"/>
                    <a:pt x="49" y="1036"/>
                  </a:cubicBezTo>
                  <a:cubicBezTo>
                    <a:pt x="363" y="662"/>
                    <a:pt x="725" y="329"/>
                    <a:pt x="1124" y="47"/>
                  </a:cubicBezTo>
                  <a:cubicBezTo>
                    <a:pt x="1134" y="39"/>
                    <a:pt x="1137" y="22"/>
                    <a:pt x="1129" y="10"/>
                  </a:cubicBezTo>
                  <a:cubicBezTo>
                    <a:pt x="1124" y="4"/>
                    <a:pt x="1116" y="0"/>
                    <a:pt x="110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3" name="Google Shape;9813;p31"/>
            <p:cNvSpPr/>
            <p:nvPr/>
          </p:nvSpPr>
          <p:spPr>
            <a:xfrm>
              <a:off x="2965925" y="3640750"/>
              <a:ext cx="5425" cy="4175"/>
            </a:xfrm>
            <a:custGeom>
              <a:avLst/>
              <a:gdLst/>
              <a:ahLst/>
              <a:cxnLst/>
              <a:rect l="l" t="t" r="r" b="b"/>
              <a:pathLst>
                <a:path w="217" h="167" extrusionOk="0">
                  <a:moveTo>
                    <a:pt x="186" y="1"/>
                  </a:moveTo>
                  <a:cubicBezTo>
                    <a:pt x="181" y="1"/>
                    <a:pt x="176" y="2"/>
                    <a:pt x="172" y="5"/>
                  </a:cubicBezTo>
                  <a:lnTo>
                    <a:pt x="14" y="120"/>
                  </a:lnTo>
                  <a:cubicBezTo>
                    <a:pt x="2" y="128"/>
                    <a:pt x="1" y="144"/>
                    <a:pt x="9" y="156"/>
                  </a:cubicBezTo>
                  <a:cubicBezTo>
                    <a:pt x="14" y="163"/>
                    <a:pt x="21" y="167"/>
                    <a:pt x="29" y="167"/>
                  </a:cubicBezTo>
                  <a:cubicBezTo>
                    <a:pt x="35" y="167"/>
                    <a:pt x="40" y="165"/>
                    <a:pt x="44" y="161"/>
                  </a:cubicBezTo>
                  <a:lnTo>
                    <a:pt x="201" y="47"/>
                  </a:lnTo>
                  <a:cubicBezTo>
                    <a:pt x="214" y="39"/>
                    <a:pt x="216" y="23"/>
                    <a:pt x="207" y="12"/>
                  </a:cubicBezTo>
                  <a:cubicBezTo>
                    <a:pt x="202" y="5"/>
                    <a:pt x="194" y="1"/>
                    <a:pt x="18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4" name="Google Shape;9814;p31"/>
            <p:cNvSpPr/>
            <p:nvPr/>
          </p:nvSpPr>
          <p:spPr>
            <a:xfrm>
              <a:off x="2963750" y="3636800"/>
              <a:ext cx="28925" cy="17150"/>
            </a:xfrm>
            <a:custGeom>
              <a:avLst/>
              <a:gdLst/>
              <a:ahLst/>
              <a:cxnLst/>
              <a:rect l="l" t="t" r="r" b="b"/>
              <a:pathLst>
                <a:path w="1157" h="686" extrusionOk="0">
                  <a:moveTo>
                    <a:pt x="1127" y="0"/>
                  </a:moveTo>
                  <a:cubicBezTo>
                    <a:pt x="1123" y="0"/>
                    <a:pt x="1118" y="1"/>
                    <a:pt x="1114" y="3"/>
                  </a:cubicBezTo>
                  <a:cubicBezTo>
                    <a:pt x="736" y="190"/>
                    <a:pt x="368" y="404"/>
                    <a:pt x="15" y="637"/>
                  </a:cubicBezTo>
                  <a:cubicBezTo>
                    <a:pt x="5" y="645"/>
                    <a:pt x="1" y="661"/>
                    <a:pt x="9" y="673"/>
                  </a:cubicBezTo>
                  <a:cubicBezTo>
                    <a:pt x="14" y="681"/>
                    <a:pt x="22" y="685"/>
                    <a:pt x="30" y="685"/>
                  </a:cubicBezTo>
                  <a:cubicBezTo>
                    <a:pt x="36" y="685"/>
                    <a:pt x="40" y="684"/>
                    <a:pt x="45" y="680"/>
                  </a:cubicBezTo>
                  <a:cubicBezTo>
                    <a:pt x="393" y="448"/>
                    <a:pt x="762" y="236"/>
                    <a:pt x="1139" y="49"/>
                  </a:cubicBezTo>
                  <a:cubicBezTo>
                    <a:pt x="1151" y="44"/>
                    <a:pt x="1156" y="27"/>
                    <a:pt x="1149" y="15"/>
                  </a:cubicBezTo>
                  <a:cubicBezTo>
                    <a:pt x="1146" y="6"/>
                    <a:pt x="1136" y="0"/>
                    <a:pt x="11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5" name="Google Shape;9815;p31"/>
            <p:cNvSpPr/>
            <p:nvPr/>
          </p:nvSpPr>
          <p:spPr>
            <a:xfrm>
              <a:off x="2968650" y="3647725"/>
              <a:ext cx="24800" cy="18625"/>
            </a:xfrm>
            <a:custGeom>
              <a:avLst/>
              <a:gdLst/>
              <a:ahLst/>
              <a:cxnLst/>
              <a:rect l="l" t="t" r="r" b="b"/>
              <a:pathLst>
                <a:path w="992" h="745" extrusionOk="0">
                  <a:moveTo>
                    <a:pt x="962" y="1"/>
                  </a:moveTo>
                  <a:cubicBezTo>
                    <a:pt x="957" y="1"/>
                    <a:pt x="952" y="2"/>
                    <a:pt x="948" y="5"/>
                  </a:cubicBezTo>
                  <a:cubicBezTo>
                    <a:pt x="617" y="207"/>
                    <a:pt x="302" y="441"/>
                    <a:pt x="13" y="699"/>
                  </a:cubicBezTo>
                  <a:cubicBezTo>
                    <a:pt x="2" y="710"/>
                    <a:pt x="1" y="726"/>
                    <a:pt x="12" y="737"/>
                  </a:cubicBezTo>
                  <a:cubicBezTo>
                    <a:pt x="16" y="742"/>
                    <a:pt x="24" y="745"/>
                    <a:pt x="31" y="745"/>
                  </a:cubicBezTo>
                  <a:cubicBezTo>
                    <a:pt x="37" y="745"/>
                    <a:pt x="43" y="743"/>
                    <a:pt x="48" y="738"/>
                  </a:cubicBezTo>
                  <a:cubicBezTo>
                    <a:pt x="335" y="481"/>
                    <a:pt x="647" y="250"/>
                    <a:pt x="975" y="49"/>
                  </a:cubicBezTo>
                  <a:cubicBezTo>
                    <a:pt x="987" y="41"/>
                    <a:pt x="991" y="25"/>
                    <a:pt x="983" y="13"/>
                  </a:cubicBezTo>
                  <a:cubicBezTo>
                    <a:pt x="979" y="5"/>
                    <a:pt x="970" y="1"/>
                    <a:pt x="96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6" name="Google Shape;9816;p31"/>
            <p:cNvSpPr/>
            <p:nvPr/>
          </p:nvSpPr>
          <p:spPr>
            <a:xfrm>
              <a:off x="2882625" y="3647850"/>
              <a:ext cx="26375" cy="38825"/>
            </a:xfrm>
            <a:custGeom>
              <a:avLst/>
              <a:gdLst/>
              <a:ahLst/>
              <a:cxnLst/>
              <a:rect l="l" t="t" r="r" b="b"/>
              <a:pathLst>
                <a:path w="1055" h="1553" extrusionOk="0">
                  <a:moveTo>
                    <a:pt x="1025" y="0"/>
                  </a:moveTo>
                  <a:cubicBezTo>
                    <a:pt x="1018" y="0"/>
                    <a:pt x="1011" y="3"/>
                    <a:pt x="1006" y="9"/>
                  </a:cubicBezTo>
                  <a:cubicBezTo>
                    <a:pt x="607" y="464"/>
                    <a:pt x="272" y="970"/>
                    <a:pt x="7" y="1515"/>
                  </a:cubicBezTo>
                  <a:cubicBezTo>
                    <a:pt x="1" y="1527"/>
                    <a:pt x="6" y="1543"/>
                    <a:pt x="19" y="1550"/>
                  </a:cubicBezTo>
                  <a:cubicBezTo>
                    <a:pt x="22" y="1551"/>
                    <a:pt x="26" y="1552"/>
                    <a:pt x="30" y="1552"/>
                  </a:cubicBezTo>
                  <a:cubicBezTo>
                    <a:pt x="40" y="1552"/>
                    <a:pt x="49" y="1547"/>
                    <a:pt x="54" y="1537"/>
                  </a:cubicBezTo>
                  <a:cubicBezTo>
                    <a:pt x="317" y="997"/>
                    <a:pt x="650" y="495"/>
                    <a:pt x="1045" y="43"/>
                  </a:cubicBezTo>
                  <a:cubicBezTo>
                    <a:pt x="1054" y="32"/>
                    <a:pt x="1053" y="16"/>
                    <a:pt x="1042" y="6"/>
                  </a:cubicBezTo>
                  <a:cubicBezTo>
                    <a:pt x="1037" y="2"/>
                    <a:pt x="1031" y="0"/>
                    <a:pt x="102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7" name="Google Shape;9817;p31"/>
            <p:cNvSpPr/>
            <p:nvPr/>
          </p:nvSpPr>
          <p:spPr>
            <a:xfrm>
              <a:off x="2890000" y="3660925"/>
              <a:ext cx="16575" cy="23700"/>
            </a:xfrm>
            <a:custGeom>
              <a:avLst/>
              <a:gdLst/>
              <a:ahLst/>
              <a:cxnLst/>
              <a:rect l="l" t="t" r="r" b="b"/>
              <a:pathLst>
                <a:path w="663" h="948" extrusionOk="0">
                  <a:moveTo>
                    <a:pt x="632" y="1"/>
                  </a:moveTo>
                  <a:cubicBezTo>
                    <a:pt x="625" y="1"/>
                    <a:pt x="618" y="4"/>
                    <a:pt x="612" y="11"/>
                  </a:cubicBezTo>
                  <a:cubicBezTo>
                    <a:pt x="389" y="293"/>
                    <a:pt x="185" y="595"/>
                    <a:pt x="7" y="909"/>
                  </a:cubicBezTo>
                  <a:cubicBezTo>
                    <a:pt x="0" y="922"/>
                    <a:pt x="4" y="938"/>
                    <a:pt x="16" y="944"/>
                  </a:cubicBezTo>
                  <a:cubicBezTo>
                    <a:pt x="20" y="946"/>
                    <a:pt x="26" y="947"/>
                    <a:pt x="30" y="947"/>
                  </a:cubicBezTo>
                  <a:cubicBezTo>
                    <a:pt x="38" y="947"/>
                    <a:pt x="47" y="943"/>
                    <a:pt x="51" y="935"/>
                  </a:cubicBezTo>
                  <a:cubicBezTo>
                    <a:pt x="229" y="623"/>
                    <a:pt x="431" y="323"/>
                    <a:pt x="653" y="43"/>
                  </a:cubicBezTo>
                  <a:cubicBezTo>
                    <a:pt x="662" y="31"/>
                    <a:pt x="659" y="15"/>
                    <a:pt x="649" y="7"/>
                  </a:cubicBezTo>
                  <a:cubicBezTo>
                    <a:pt x="644" y="3"/>
                    <a:pt x="638" y="1"/>
                    <a:pt x="63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8" name="Google Shape;9818;p31"/>
            <p:cNvSpPr/>
            <p:nvPr/>
          </p:nvSpPr>
          <p:spPr>
            <a:xfrm>
              <a:off x="2911825" y="3645025"/>
              <a:ext cx="8400" cy="8950"/>
            </a:xfrm>
            <a:custGeom>
              <a:avLst/>
              <a:gdLst/>
              <a:ahLst/>
              <a:cxnLst/>
              <a:rect l="l" t="t" r="r" b="b"/>
              <a:pathLst>
                <a:path w="336" h="358" extrusionOk="0">
                  <a:moveTo>
                    <a:pt x="306" y="1"/>
                  </a:moveTo>
                  <a:cubicBezTo>
                    <a:pt x="299" y="1"/>
                    <a:pt x="292" y="4"/>
                    <a:pt x="287" y="9"/>
                  </a:cubicBezTo>
                  <a:lnTo>
                    <a:pt x="10" y="313"/>
                  </a:lnTo>
                  <a:cubicBezTo>
                    <a:pt x="0" y="324"/>
                    <a:pt x="0" y="340"/>
                    <a:pt x="11" y="351"/>
                  </a:cubicBezTo>
                  <a:cubicBezTo>
                    <a:pt x="17" y="355"/>
                    <a:pt x="23" y="358"/>
                    <a:pt x="29" y="358"/>
                  </a:cubicBezTo>
                  <a:cubicBezTo>
                    <a:pt x="35" y="358"/>
                    <a:pt x="43" y="354"/>
                    <a:pt x="47" y="348"/>
                  </a:cubicBezTo>
                  <a:lnTo>
                    <a:pt x="326" y="44"/>
                  </a:lnTo>
                  <a:cubicBezTo>
                    <a:pt x="335" y="33"/>
                    <a:pt x="335" y="17"/>
                    <a:pt x="325" y="8"/>
                  </a:cubicBezTo>
                  <a:cubicBezTo>
                    <a:pt x="319" y="3"/>
                    <a:pt x="313" y="1"/>
                    <a:pt x="30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9" name="Google Shape;9819;p31"/>
            <p:cNvSpPr/>
            <p:nvPr/>
          </p:nvSpPr>
          <p:spPr>
            <a:xfrm>
              <a:off x="2930125" y="3628475"/>
              <a:ext cx="26475" cy="21875"/>
            </a:xfrm>
            <a:custGeom>
              <a:avLst/>
              <a:gdLst/>
              <a:ahLst/>
              <a:cxnLst/>
              <a:rect l="l" t="t" r="r" b="b"/>
              <a:pathLst>
                <a:path w="1059" h="875" extrusionOk="0">
                  <a:moveTo>
                    <a:pt x="1030" y="1"/>
                  </a:moveTo>
                  <a:cubicBezTo>
                    <a:pt x="1025" y="1"/>
                    <a:pt x="1020" y="2"/>
                    <a:pt x="1016" y="5"/>
                  </a:cubicBezTo>
                  <a:cubicBezTo>
                    <a:pt x="646" y="237"/>
                    <a:pt x="308" y="514"/>
                    <a:pt x="10" y="831"/>
                  </a:cubicBezTo>
                  <a:cubicBezTo>
                    <a:pt x="0" y="841"/>
                    <a:pt x="2" y="858"/>
                    <a:pt x="11" y="868"/>
                  </a:cubicBezTo>
                  <a:cubicBezTo>
                    <a:pt x="16" y="872"/>
                    <a:pt x="23" y="874"/>
                    <a:pt x="28" y="874"/>
                  </a:cubicBezTo>
                  <a:cubicBezTo>
                    <a:pt x="37" y="874"/>
                    <a:pt x="43" y="872"/>
                    <a:pt x="49" y="866"/>
                  </a:cubicBezTo>
                  <a:cubicBezTo>
                    <a:pt x="343" y="553"/>
                    <a:pt x="677" y="277"/>
                    <a:pt x="1043" y="50"/>
                  </a:cubicBezTo>
                  <a:cubicBezTo>
                    <a:pt x="1055" y="42"/>
                    <a:pt x="1059" y="25"/>
                    <a:pt x="1052" y="13"/>
                  </a:cubicBezTo>
                  <a:cubicBezTo>
                    <a:pt x="1047" y="5"/>
                    <a:pt x="1038" y="1"/>
                    <a:pt x="10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0" name="Google Shape;9820;p31"/>
            <p:cNvSpPr/>
            <p:nvPr/>
          </p:nvSpPr>
          <p:spPr>
            <a:xfrm>
              <a:off x="2921075" y="3652525"/>
              <a:ext cx="6475" cy="7000"/>
            </a:xfrm>
            <a:custGeom>
              <a:avLst/>
              <a:gdLst/>
              <a:ahLst/>
              <a:cxnLst/>
              <a:rect l="l" t="t" r="r" b="b"/>
              <a:pathLst>
                <a:path w="259" h="280" extrusionOk="0">
                  <a:moveTo>
                    <a:pt x="230" y="0"/>
                  </a:moveTo>
                  <a:cubicBezTo>
                    <a:pt x="223" y="0"/>
                    <a:pt x="215" y="3"/>
                    <a:pt x="210" y="9"/>
                  </a:cubicBezTo>
                  <a:lnTo>
                    <a:pt x="10" y="236"/>
                  </a:lnTo>
                  <a:cubicBezTo>
                    <a:pt x="0" y="247"/>
                    <a:pt x="2" y="265"/>
                    <a:pt x="12" y="274"/>
                  </a:cubicBezTo>
                  <a:cubicBezTo>
                    <a:pt x="18" y="278"/>
                    <a:pt x="23" y="280"/>
                    <a:pt x="30" y="280"/>
                  </a:cubicBezTo>
                  <a:cubicBezTo>
                    <a:pt x="37" y="280"/>
                    <a:pt x="43" y="277"/>
                    <a:pt x="49" y="271"/>
                  </a:cubicBezTo>
                  <a:lnTo>
                    <a:pt x="249" y="43"/>
                  </a:lnTo>
                  <a:cubicBezTo>
                    <a:pt x="259" y="32"/>
                    <a:pt x="257" y="16"/>
                    <a:pt x="247" y="6"/>
                  </a:cubicBezTo>
                  <a:cubicBezTo>
                    <a:pt x="242" y="2"/>
                    <a:pt x="236" y="0"/>
                    <a:pt x="2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1" name="Google Shape;9821;p31"/>
            <p:cNvSpPr/>
            <p:nvPr/>
          </p:nvSpPr>
          <p:spPr>
            <a:xfrm>
              <a:off x="2905050" y="3680975"/>
              <a:ext cx="20350" cy="12050"/>
            </a:xfrm>
            <a:custGeom>
              <a:avLst/>
              <a:gdLst/>
              <a:ahLst/>
              <a:cxnLst/>
              <a:rect l="l" t="t" r="r" b="b"/>
              <a:pathLst>
                <a:path w="814" h="482" extrusionOk="0">
                  <a:moveTo>
                    <a:pt x="30" y="1"/>
                  </a:moveTo>
                  <a:cubicBezTo>
                    <a:pt x="22" y="1"/>
                    <a:pt x="14" y="4"/>
                    <a:pt x="9" y="11"/>
                  </a:cubicBezTo>
                  <a:cubicBezTo>
                    <a:pt x="1" y="23"/>
                    <a:pt x="2" y="39"/>
                    <a:pt x="14" y="47"/>
                  </a:cubicBezTo>
                  <a:cubicBezTo>
                    <a:pt x="250" y="219"/>
                    <a:pt x="505" y="364"/>
                    <a:pt x="775" y="479"/>
                  </a:cubicBezTo>
                  <a:cubicBezTo>
                    <a:pt x="777" y="480"/>
                    <a:pt x="781" y="481"/>
                    <a:pt x="784" y="481"/>
                  </a:cubicBezTo>
                  <a:cubicBezTo>
                    <a:pt x="795" y="481"/>
                    <a:pt x="804" y="476"/>
                    <a:pt x="808" y="465"/>
                  </a:cubicBezTo>
                  <a:cubicBezTo>
                    <a:pt x="814" y="453"/>
                    <a:pt x="808" y="437"/>
                    <a:pt x="795" y="432"/>
                  </a:cubicBezTo>
                  <a:cubicBezTo>
                    <a:pt x="530" y="319"/>
                    <a:pt x="277" y="175"/>
                    <a:pt x="45" y="5"/>
                  </a:cubicBezTo>
                  <a:cubicBezTo>
                    <a:pt x="41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2" name="Google Shape;9822;p31"/>
            <p:cNvSpPr/>
            <p:nvPr/>
          </p:nvSpPr>
          <p:spPr>
            <a:xfrm>
              <a:off x="2929475" y="3694000"/>
              <a:ext cx="4950" cy="2525"/>
            </a:xfrm>
            <a:custGeom>
              <a:avLst/>
              <a:gdLst/>
              <a:ahLst/>
              <a:cxnLst/>
              <a:rect l="l" t="t" r="r" b="b"/>
              <a:pathLst>
                <a:path w="198" h="101" extrusionOk="0">
                  <a:moveTo>
                    <a:pt x="30" y="1"/>
                  </a:moveTo>
                  <a:cubicBezTo>
                    <a:pt x="19" y="1"/>
                    <a:pt x="9" y="8"/>
                    <a:pt x="6" y="18"/>
                  </a:cubicBezTo>
                  <a:cubicBezTo>
                    <a:pt x="1" y="32"/>
                    <a:pt x="7" y="47"/>
                    <a:pt x="21" y="51"/>
                  </a:cubicBezTo>
                  <a:lnTo>
                    <a:pt x="159" y="99"/>
                  </a:lnTo>
                  <a:cubicBezTo>
                    <a:pt x="162" y="99"/>
                    <a:pt x="165" y="100"/>
                    <a:pt x="167" y="100"/>
                  </a:cubicBezTo>
                  <a:cubicBezTo>
                    <a:pt x="178" y="100"/>
                    <a:pt x="189" y="94"/>
                    <a:pt x="192" y="83"/>
                  </a:cubicBezTo>
                  <a:cubicBezTo>
                    <a:pt x="197" y="69"/>
                    <a:pt x="190" y="55"/>
                    <a:pt x="177" y="49"/>
                  </a:cubicBezTo>
                  <a:lnTo>
                    <a:pt x="38" y="2"/>
                  </a:lnTo>
                  <a:cubicBezTo>
                    <a:pt x="35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3" name="Google Shape;9823;p31"/>
            <p:cNvSpPr/>
            <p:nvPr/>
          </p:nvSpPr>
          <p:spPr>
            <a:xfrm>
              <a:off x="2918475" y="3677700"/>
              <a:ext cx="32550" cy="14725"/>
            </a:xfrm>
            <a:custGeom>
              <a:avLst/>
              <a:gdLst/>
              <a:ahLst/>
              <a:cxnLst/>
              <a:rect l="l" t="t" r="r" b="b"/>
              <a:pathLst>
                <a:path w="1302" h="589" extrusionOk="0">
                  <a:moveTo>
                    <a:pt x="31" y="0"/>
                  </a:moveTo>
                  <a:cubicBezTo>
                    <a:pt x="23" y="0"/>
                    <a:pt x="14" y="5"/>
                    <a:pt x="9" y="12"/>
                  </a:cubicBezTo>
                  <a:cubicBezTo>
                    <a:pt x="1" y="23"/>
                    <a:pt x="3" y="39"/>
                    <a:pt x="16" y="47"/>
                  </a:cubicBezTo>
                  <a:cubicBezTo>
                    <a:pt x="391" y="303"/>
                    <a:pt x="824" y="490"/>
                    <a:pt x="1268" y="587"/>
                  </a:cubicBezTo>
                  <a:cubicBezTo>
                    <a:pt x="1269" y="587"/>
                    <a:pt x="1271" y="588"/>
                    <a:pt x="1273" y="588"/>
                  </a:cubicBezTo>
                  <a:cubicBezTo>
                    <a:pt x="1286" y="588"/>
                    <a:pt x="1296" y="579"/>
                    <a:pt x="1299" y="568"/>
                  </a:cubicBezTo>
                  <a:cubicBezTo>
                    <a:pt x="1302" y="553"/>
                    <a:pt x="1292" y="540"/>
                    <a:pt x="1279" y="537"/>
                  </a:cubicBezTo>
                  <a:cubicBezTo>
                    <a:pt x="842" y="440"/>
                    <a:pt x="415" y="256"/>
                    <a:pt x="45" y="4"/>
                  </a:cubicBezTo>
                  <a:cubicBezTo>
                    <a:pt x="41" y="2"/>
                    <a:pt x="3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4" name="Google Shape;9824;p31"/>
            <p:cNvSpPr/>
            <p:nvPr/>
          </p:nvSpPr>
          <p:spPr>
            <a:xfrm>
              <a:off x="2951675" y="3680350"/>
              <a:ext cx="29275" cy="9775"/>
            </a:xfrm>
            <a:custGeom>
              <a:avLst/>
              <a:gdLst/>
              <a:ahLst/>
              <a:cxnLst/>
              <a:rect l="l" t="t" r="r" b="b"/>
              <a:pathLst>
                <a:path w="1171" h="391" extrusionOk="0">
                  <a:moveTo>
                    <a:pt x="29" y="0"/>
                  </a:moveTo>
                  <a:cubicBezTo>
                    <a:pt x="20" y="0"/>
                    <a:pt x="12" y="5"/>
                    <a:pt x="7" y="14"/>
                  </a:cubicBezTo>
                  <a:cubicBezTo>
                    <a:pt x="1" y="26"/>
                    <a:pt x="6" y="42"/>
                    <a:pt x="18" y="49"/>
                  </a:cubicBezTo>
                  <a:cubicBezTo>
                    <a:pt x="369" y="231"/>
                    <a:pt x="747" y="345"/>
                    <a:pt x="1140" y="391"/>
                  </a:cubicBezTo>
                  <a:lnTo>
                    <a:pt x="1143" y="391"/>
                  </a:lnTo>
                  <a:cubicBezTo>
                    <a:pt x="1156" y="391"/>
                    <a:pt x="1167" y="381"/>
                    <a:pt x="1168" y="368"/>
                  </a:cubicBezTo>
                  <a:cubicBezTo>
                    <a:pt x="1171" y="354"/>
                    <a:pt x="1160" y="341"/>
                    <a:pt x="1145" y="340"/>
                  </a:cubicBezTo>
                  <a:cubicBezTo>
                    <a:pt x="759" y="295"/>
                    <a:pt x="388" y="182"/>
                    <a:pt x="42" y="3"/>
                  </a:cubicBezTo>
                  <a:cubicBezTo>
                    <a:pt x="38" y="1"/>
                    <a:pt x="34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5" name="Google Shape;9825;p31"/>
            <p:cNvSpPr/>
            <p:nvPr/>
          </p:nvSpPr>
          <p:spPr>
            <a:xfrm>
              <a:off x="2971850" y="3677325"/>
              <a:ext cx="19875" cy="5275"/>
            </a:xfrm>
            <a:custGeom>
              <a:avLst/>
              <a:gdLst/>
              <a:ahLst/>
              <a:cxnLst/>
              <a:rect l="l" t="t" r="r" b="b"/>
              <a:pathLst>
                <a:path w="795" h="211" extrusionOk="0">
                  <a:moveTo>
                    <a:pt x="30" y="0"/>
                  </a:moveTo>
                  <a:cubicBezTo>
                    <a:pt x="20" y="0"/>
                    <a:pt x="10" y="6"/>
                    <a:pt x="6" y="17"/>
                  </a:cubicBezTo>
                  <a:cubicBezTo>
                    <a:pt x="1" y="29"/>
                    <a:pt x="7" y="45"/>
                    <a:pt x="21" y="50"/>
                  </a:cubicBezTo>
                  <a:cubicBezTo>
                    <a:pt x="259" y="146"/>
                    <a:pt x="511" y="200"/>
                    <a:pt x="766" y="210"/>
                  </a:cubicBezTo>
                  <a:lnTo>
                    <a:pt x="768" y="210"/>
                  </a:lnTo>
                  <a:cubicBezTo>
                    <a:pt x="781" y="210"/>
                    <a:pt x="793" y="200"/>
                    <a:pt x="793" y="185"/>
                  </a:cubicBezTo>
                  <a:cubicBezTo>
                    <a:pt x="795" y="171"/>
                    <a:pt x="782" y="159"/>
                    <a:pt x="769" y="158"/>
                  </a:cubicBezTo>
                  <a:cubicBezTo>
                    <a:pt x="519" y="149"/>
                    <a:pt x="273" y="96"/>
                    <a:pt x="40" y="2"/>
                  </a:cubicBezTo>
                  <a:cubicBezTo>
                    <a:pt x="37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6" name="Google Shape;9826;p31"/>
            <p:cNvSpPr/>
            <p:nvPr/>
          </p:nvSpPr>
          <p:spPr>
            <a:xfrm>
              <a:off x="2959925" y="3673225"/>
              <a:ext cx="7425" cy="3275"/>
            </a:xfrm>
            <a:custGeom>
              <a:avLst/>
              <a:gdLst/>
              <a:ahLst/>
              <a:cxnLst/>
              <a:rect l="l" t="t" r="r" b="b"/>
              <a:pathLst>
                <a:path w="297" h="131" extrusionOk="0">
                  <a:moveTo>
                    <a:pt x="29" y="0"/>
                  </a:moveTo>
                  <a:cubicBezTo>
                    <a:pt x="19" y="0"/>
                    <a:pt x="9" y="7"/>
                    <a:pt x="6" y="18"/>
                  </a:cubicBezTo>
                  <a:cubicBezTo>
                    <a:pt x="0" y="31"/>
                    <a:pt x="8" y="46"/>
                    <a:pt x="22" y="50"/>
                  </a:cubicBezTo>
                  <a:lnTo>
                    <a:pt x="258" y="130"/>
                  </a:lnTo>
                  <a:cubicBezTo>
                    <a:pt x="261" y="130"/>
                    <a:pt x="265" y="131"/>
                    <a:pt x="267" y="131"/>
                  </a:cubicBezTo>
                  <a:lnTo>
                    <a:pt x="267" y="131"/>
                  </a:lnTo>
                  <a:cubicBezTo>
                    <a:pt x="278" y="131"/>
                    <a:pt x="288" y="124"/>
                    <a:pt x="292" y="113"/>
                  </a:cubicBezTo>
                  <a:cubicBezTo>
                    <a:pt x="296" y="99"/>
                    <a:pt x="289" y="85"/>
                    <a:pt x="276" y="80"/>
                  </a:cubicBezTo>
                  <a:lnTo>
                    <a:pt x="38" y="2"/>
                  </a:lnTo>
                  <a:cubicBezTo>
                    <a:pt x="35" y="1"/>
                    <a:pt x="32" y="0"/>
                    <a:pt x="29" y="0"/>
                  </a:cubicBezTo>
                  <a:close/>
                  <a:moveTo>
                    <a:pt x="267" y="131"/>
                  </a:moveTo>
                  <a:cubicBezTo>
                    <a:pt x="267" y="131"/>
                    <a:pt x="267" y="131"/>
                    <a:pt x="267" y="131"/>
                  </a:cubicBezTo>
                  <a:lnTo>
                    <a:pt x="268" y="131"/>
                  </a:lnTo>
                  <a:cubicBezTo>
                    <a:pt x="268" y="131"/>
                    <a:pt x="268" y="131"/>
                    <a:pt x="267" y="13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7" name="Google Shape;9827;p31"/>
            <p:cNvSpPr/>
            <p:nvPr/>
          </p:nvSpPr>
          <p:spPr>
            <a:xfrm>
              <a:off x="2980300" y="3669900"/>
              <a:ext cx="22350" cy="4900"/>
            </a:xfrm>
            <a:custGeom>
              <a:avLst/>
              <a:gdLst/>
              <a:ahLst/>
              <a:cxnLst/>
              <a:rect l="l" t="t" r="r" b="b"/>
              <a:pathLst>
                <a:path w="894" h="196" extrusionOk="0">
                  <a:moveTo>
                    <a:pt x="29" y="0"/>
                  </a:moveTo>
                  <a:cubicBezTo>
                    <a:pt x="18" y="0"/>
                    <a:pt x="8" y="8"/>
                    <a:pt x="4" y="19"/>
                  </a:cubicBezTo>
                  <a:cubicBezTo>
                    <a:pt x="0" y="33"/>
                    <a:pt x="9" y="47"/>
                    <a:pt x="22" y="51"/>
                  </a:cubicBezTo>
                  <a:cubicBezTo>
                    <a:pt x="298" y="129"/>
                    <a:pt x="580" y="178"/>
                    <a:pt x="865" y="195"/>
                  </a:cubicBezTo>
                  <a:lnTo>
                    <a:pt x="868" y="195"/>
                  </a:lnTo>
                  <a:cubicBezTo>
                    <a:pt x="882" y="195"/>
                    <a:pt x="892" y="185"/>
                    <a:pt x="894" y="171"/>
                  </a:cubicBezTo>
                  <a:cubicBezTo>
                    <a:pt x="894" y="158"/>
                    <a:pt x="883" y="144"/>
                    <a:pt x="870" y="144"/>
                  </a:cubicBezTo>
                  <a:cubicBezTo>
                    <a:pt x="588" y="127"/>
                    <a:pt x="307" y="78"/>
                    <a:pt x="37" y="2"/>
                  </a:cubicBezTo>
                  <a:cubicBezTo>
                    <a:pt x="34" y="1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8" name="Google Shape;9828;p31"/>
            <p:cNvSpPr/>
            <p:nvPr/>
          </p:nvSpPr>
          <p:spPr>
            <a:xfrm>
              <a:off x="2857850" y="3691375"/>
              <a:ext cx="20700" cy="17900"/>
            </a:xfrm>
            <a:custGeom>
              <a:avLst/>
              <a:gdLst/>
              <a:ahLst/>
              <a:cxnLst/>
              <a:rect l="l" t="t" r="r" b="b"/>
              <a:pathLst>
                <a:path w="828" h="716" extrusionOk="0">
                  <a:moveTo>
                    <a:pt x="30" y="1"/>
                  </a:moveTo>
                  <a:cubicBezTo>
                    <a:pt x="24" y="1"/>
                    <a:pt x="19" y="2"/>
                    <a:pt x="14" y="6"/>
                  </a:cubicBezTo>
                  <a:cubicBezTo>
                    <a:pt x="3" y="14"/>
                    <a:pt x="0" y="31"/>
                    <a:pt x="10" y="43"/>
                  </a:cubicBezTo>
                  <a:cubicBezTo>
                    <a:pt x="219" y="312"/>
                    <a:pt x="487" y="543"/>
                    <a:pt x="784" y="713"/>
                  </a:cubicBezTo>
                  <a:cubicBezTo>
                    <a:pt x="788" y="714"/>
                    <a:pt x="793" y="715"/>
                    <a:pt x="798" y="715"/>
                  </a:cubicBezTo>
                  <a:cubicBezTo>
                    <a:pt x="806" y="715"/>
                    <a:pt x="815" y="711"/>
                    <a:pt x="819" y="702"/>
                  </a:cubicBezTo>
                  <a:cubicBezTo>
                    <a:pt x="828" y="690"/>
                    <a:pt x="822" y="674"/>
                    <a:pt x="810" y="667"/>
                  </a:cubicBezTo>
                  <a:cubicBezTo>
                    <a:pt x="518" y="501"/>
                    <a:pt x="256" y="275"/>
                    <a:pt x="50" y="10"/>
                  </a:cubicBezTo>
                  <a:cubicBezTo>
                    <a:pt x="45" y="4"/>
                    <a:pt x="38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9" name="Google Shape;9829;p31"/>
            <p:cNvSpPr/>
            <p:nvPr/>
          </p:nvSpPr>
          <p:spPr>
            <a:xfrm>
              <a:off x="2881625" y="3709825"/>
              <a:ext cx="17275" cy="8450"/>
            </a:xfrm>
            <a:custGeom>
              <a:avLst/>
              <a:gdLst/>
              <a:ahLst/>
              <a:cxnLst/>
              <a:rect l="l" t="t" r="r" b="b"/>
              <a:pathLst>
                <a:path w="691" h="338" extrusionOk="0">
                  <a:moveTo>
                    <a:pt x="29" y="1"/>
                  </a:moveTo>
                  <a:cubicBezTo>
                    <a:pt x="20" y="1"/>
                    <a:pt x="12" y="5"/>
                    <a:pt x="7" y="14"/>
                  </a:cubicBezTo>
                  <a:cubicBezTo>
                    <a:pt x="0" y="27"/>
                    <a:pt x="6" y="43"/>
                    <a:pt x="18" y="50"/>
                  </a:cubicBezTo>
                  <a:cubicBezTo>
                    <a:pt x="222" y="160"/>
                    <a:pt x="435" y="257"/>
                    <a:pt x="651" y="336"/>
                  </a:cubicBezTo>
                  <a:cubicBezTo>
                    <a:pt x="655" y="338"/>
                    <a:pt x="658" y="338"/>
                    <a:pt x="661" y="338"/>
                  </a:cubicBezTo>
                  <a:cubicBezTo>
                    <a:pt x="672" y="338"/>
                    <a:pt x="681" y="331"/>
                    <a:pt x="685" y="320"/>
                  </a:cubicBezTo>
                  <a:cubicBezTo>
                    <a:pt x="690" y="307"/>
                    <a:pt x="684" y="292"/>
                    <a:pt x="670" y="288"/>
                  </a:cubicBezTo>
                  <a:cubicBezTo>
                    <a:pt x="455" y="209"/>
                    <a:pt x="244" y="113"/>
                    <a:pt x="42" y="4"/>
                  </a:cubicBezTo>
                  <a:cubicBezTo>
                    <a:pt x="38" y="2"/>
                    <a:pt x="34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0" name="Google Shape;9830;p31"/>
            <p:cNvSpPr/>
            <p:nvPr/>
          </p:nvSpPr>
          <p:spPr>
            <a:xfrm>
              <a:off x="2882425" y="3700025"/>
              <a:ext cx="35150" cy="15775"/>
            </a:xfrm>
            <a:custGeom>
              <a:avLst/>
              <a:gdLst/>
              <a:ahLst/>
              <a:cxnLst/>
              <a:rect l="l" t="t" r="r" b="b"/>
              <a:pathLst>
                <a:path w="1406" h="631" extrusionOk="0">
                  <a:moveTo>
                    <a:pt x="30" y="0"/>
                  </a:moveTo>
                  <a:cubicBezTo>
                    <a:pt x="22" y="0"/>
                    <a:pt x="14" y="4"/>
                    <a:pt x="9" y="11"/>
                  </a:cubicBezTo>
                  <a:cubicBezTo>
                    <a:pt x="1" y="22"/>
                    <a:pt x="5" y="40"/>
                    <a:pt x="17" y="48"/>
                  </a:cubicBezTo>
                  <a:cubicBezTo>
                    <a:pt x="423" y="324"/>
                    <a:pt x="891" y="524"/>
                    <a:pt x="1371" y="630"/>
                  </a:cubicBezTo>
                  <a:lnTo>
                    <a:pt x="1377" y="630"/>
                  </a:lnTo>
                  <a:cubicBezTo>
                    <a:pt x="1389" y="630"/>
                    <a:pt x="1400" y="622"/>
                    <a:pt x="1402" y="610"/>
                  </a:cubicBezTo>
                  <a:cubicBezTo>
                    <a:pt x="1405" y="597"/>
                    <a:pt x="1397" y="583"/>
                    <a:pt x="1382" y="579"/>
                  </a:cubicBezTo>
                  <a:cubicBezTo>
                    <a:pt x="909" y="476"/>
                    <a:pt x="446" y="276"/>
                    <a:pt x="45" y="5"/>
                  </a:cubicBezTo>
                  <a:cubicBezTo>
                    <a:pt x="40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1" name="Google Shape;9831;p31"/>
            <p:cNvSpPr/>
            <p:nvPr/>
          </p:nvSpPr>
          <p:spPr>
            <a:xfrm>
              <a:off x="2908525" y="3706475"/>
              <a:ext cx="19050" cy="8750"/>
            </a:xfrm>
            <a:custGeom>
              <a:avLst/>
              <a:gdLst/>
              <a:ahLst/>
              <a:cxnLst/>
              <a:rect l="l" t="t" r="r" b="b"/>
              <a:pathLst>
                <a:path w="762" h="350" extrusionOk="0">
                  <a:moveTo>
                    <a:pt x="30" y="0"/>
                  </a:moveTo>
                  <a:cubicBezTo>
                    <a:pt x="21" y="0"/>
                    <a:pt x="12" y="5"/>
                    <a:pt x="7" y="14"/>
                  </a:cubicBezTo>
                  <a:cubicBezTo>
                    <a:pt x="1" y="27"/>
                    <a:pt x="5" y="43"/>
                    <a:pt x="18" y="49"/>
                  </a:cubicBezTo>
                  <a:cubicBezTo>
                    <a:pt x="244" y="170"/>
                    <a:pt x="481" y="271"/>
                    <a:pt x="726" y="348"/>
                  </a:cubicBezTo>
                  <a:cubicBezTo>
                    <a:pt x="727" y="349"/>
                    <a:pt x="731" y="349"/>
                    <a:pt x="732" y="349"/>
                  </a:cubicBezTo>
                  <a:lnTo>
                    <a:pt x="734" y="349"/>
                  </a:lnTo>
                  <a:cubicBezTo>
                    <a:pt x="744" y="349"/>
                    <a:pt x="754" y="341"/>
                    <a:pt x="758" y="331"/>
                  </a:cubicBezTo>
                  <a:cubicBezTo>
                    <a:pt x="762" y="317"/>
                    <a:pt x="754" y="302"/>
                    <a:pt x="740" y="298"/>
                  </a:cubicBezTo>
                  <a:cubicBezTo>
                    <a:pt x="500" y="223"/>
                    <a:pt x="266" y="123"/>
                    <a:pt x="42" y="4"/>
                  </a:cubicBezTo>
                  <a:cubicBezTo>
                    <a:pt x="38" y="2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2" name="Google Shape;9832;p31"/>
            <p:cNvSpPr/>
            <p:nvPr/>
          </p:nvSpPr>
          <p:spPr>
            <a:xfrm>
              <a:off x="2873850" y="3692425"/>
              <a:ext cx="5075" cy="4225"/>
            </a:xfrm>
            <a:custGeom>
              <a:avLst/>
              <a:gdLst/>
              <a:ahLst/>
              <a:cxnLst/>
              <a:rect l="l" t="t" r="r" b="b"/>
              <a:pathLst>
                <a:path w="203" h="169" extrusionOk="0">
                  <a:moveTo>
                    <a:pt x="30" y="0"/>
                  </a:moveTo>
                  <a:cubicBezTo>
                    <a:pt x="24" y="0"/>
                    <a:pt x="19" y="2"/>
                    <a:pt x="14" y="6"/>
                  </a:cubicBezTo>
                  <a:cubicBezTo>
                    <a:pt x="3" y="14"/>
                    <a:pt x="1" y="30"/>
                    <a:pt x="9" y="42"/>
                  </a:cubicBezTo>
                  <a:cubicBezTo>
                    <a:pt x="49" y="95"/>
                    <a:pt x="101" y="138"/>
                    <a:pt x="161" y="166"/>
                  </a:cubicBezTo>
                  <a:cubicBezTo>
                    <a:pt x="164" y="167"/>
                    <a:pt x="168" y="169"/>
                    <a:pt x="172" y="169"/>
                  </a:cubicBezTo>
                  <a:lnTo>
                    <a:pt x="172" y="169"/>
                  </a:lnTo>
                  <a:cubicBezTo>
                    <a:pt x="183" y="169"/>
                    <a:pt x="192" y="163"/>
                    <a:pt x="196" y="154"/>
                  </a:cubicBezTo>
                  <a:cubicBezTo>
                    <a:pt x="202" y="141"/>
                    <a:pt x="196" y="126"/>
                    <a:pt x="183" y="119"/>
                  </a:cubicBezTo>
                  <a:cubicBezTo>
                    <a:pt x="131" y="95"/>
                    <a:pt x="85" y="57"/>
                    <a:pt x="50" y="11"/>
                  </a:cubicBezTo>
                  <a:cubicBezTo>
                    <a:pt x="45" y="4"/>
                    <a:pt x="38" y="0"/>
                    <a:pt x="30" y="0"/>
                  </a:cubicBezTo>
                  <a:close/>
                  <a:moveTo>
                    <a:pt x="172" y="169"/>
                  </a:moveTo>
                  <a:cubicBezTo>
                    <a:pt x="172" y="169"/>
                    <a:pt x="172" y="169"/>
                    <a:pt x="171" y="169"/>
                  </a:cubicBezTo>
                  <a:lnTo>
                    <a:pt x="173" y="169"/>
                  </a:lnTo>
                  <a:cubicBezTo>
                    <a:pt x="173" y="169"/>
                    <a:pt x="172" y="169"/>
                    <a:pt x="172" y="169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3" name="Google Shape;9833;p31"/>
            <p:cNvSpPr/>
            <p:nvPr/>
          </p:nvSpPr>
          <p:spPr>
            <a:xfrm>
              <a:off x="2847675" y="3666700"/>
              <a:ext cx="16975" cy="27300"/>
            </a:xfrm>
            <a:custGeom>
              <a:avLst/>
              <a:gdLst/>
              <a:ahLst/>
              <a:cxnLst/>
              <a:rect l="l" t="t" r="r" b="b"/>
              <a:pathLst>
                <a:path w="679" h="1092" extrusionOk="0">
                  <a:moveTo>
                    <a:pt x="651" y="0"/>
                  </a:moveTo>
                  <a:cubicBezTo>
                    <a:pt x="643" y="0"/>
                    <a:pt x="635" y="4"/>
                    <a:pt x="630" y="10"/>
                  </a:cubicBezTo>
                  <a:cubicBezTo>
                    <a:pt x="375" y="327"/>
                    <a:pt x="165" y="680"/>
                    <a:pt x="6" y="1055"/>
                  </a:cubicBezTo>
                  <a:cubicBezTo>
                    <a:pt x="1" y="1069"/>
                    <a:pt x="8" y="1085"/>
                    <a:pt x="21" y="1090"/>
                  </a:cubicBezTo>
                  <a:cubicBezTo>
                    <a:pt x="24" y="1092"/>
                    <a:pt x="28" y="1092"/>
                    <a:pt x="30" y="1092"/>
                  </a:cubicBezTo>
                  <a:cubicBezTo>
                    <a:pt x="41" y="1092"/>
                    <a:pt x="51" y="1086"/>
                    <a:pt x="55" y="1075"/>
                  </a:cubicBezTo>
                  <a:cubicBezTo>
                    <a:pt x="211" y="704"/>
                    <a:pt x="418" y="357"/>
                    <a:pt x="671" y="42"/>
                  </a:cubicBezTo>
                  <a:cubicBezTo>
                    <a:pt x="679" y="31"/>
                    <a:pt x="678" y="15"/>
                    <a:pt x="667" y="6"/>
                  </a:cubicBezTo>
                  <a:cubicBezTo>
                    <a:pt x="662" y="2"/>
                    <a:pt x="657" y="0"/>
                    <a:pt x="65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4" name="Google Shape;9834;p31"/>
            <p:cNvSpPr/>
            <p:nvPr/>
          </p:nvSpPr>
          <p:spPr>
            <a:xfrm>
              <a:off x="2828850" y="3697450"/>
              <a:ext cx="5750" cy="6875"/>
            </a:xfrm>
            <a:custGeom>
              <a:avLst/>
              <a:gdLst/>
              <a:ahLst/>
              <a:cxnLst/>
              <a:rect l="l" t="t" r="r" b="b"/>
              <a:pathLst>
                <a:path w="230" h="275" extrusionOk="0">
                  <a:moveTo>
                    <a:pt x="30" y="0"/>
                  </a:moveTo>
                  <a:cubicBezTo>
                    <a:pt x="25" y="0"/>
                    <a:pt x="19" y="2"/>
                    <a:pt x="14" y="5"/>
                  </a:cubicBezTo>
                  <a:cubicBezTo>
                    <a:pt x="3" y="15"/>
                    <a:pt x="0" y="31"/>
                    <a:pt x="10" y="42"/>
                  </a:cubicBezTo>
                  <a:lnTo>
                    <a:pt x="179" y="264"/>
                  </a:lnTo>
                  <a:cubicBezTo>
                    <a:pt x="185" y="270"/>
                    <a:pt x="193" y="275"/>
                    <a:pt x="201" y="275"/>
                  </a:cubicBezTo>
                  <a:cubicBezTo>
                    <a:pt x="206" y="275"/>
                    <a:pt x="212" y="273"/>
                    <a:pt x="216" y="269"/>
                  </a:cubicBezTo>
                  <a:cubicBezTo>
                    <a:pt x="228" y="260"/>
                    <a:pt x="229" y="244"/>
                    <a:pt x="221" y="233"/>
                  </a:cubicBezTo>
                  <a:lnTo>
                    <a:pt x="50" y="11"/>
                  </a:lnTo>
                  <a:cubicBezTo>
                    <a:pt x="46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5" name="Google Shape;9835;p31"/>
            <p:cNvSpPr/>
            <p:nvPr/>
          </p:nvSpPr>
          <p:spPr>
            <a:xfrm>
              <a:off x="2887575" y="3763650"/>
              <a:ext cx="32375" cy="13950"/>
            </a:xfrm>
            <a:custGeom>
              <a:avLst/>
              <a:gdLst/>
              <a:ahLst/>
              <a:cxnLst/>
              <a:rect l="l" t="t" r="r" b="b"/>
              <a:pathLst>
                <a:path w="1295" h="558" extrusionOk="0">
                  <a:moveTo>
                    <a:pt x="1266" y="1"/>
                  </a:moveTo>
                  <a:cubicBezTo>
                    <a:pt x="1263" y="1"/>
                    <a:pt x="1260" y="1"/>
                    <a:pt x="1257" y="2"/>
                  </a:cubicBezTo>
                  <a:cubicBezTo>
                    <a:pt x="836" y="145"/>
                    <a:pt x="419" y="314"/>
                    <a:pt x="18" y="508"/>
                  </a:cubicBezTo>
                  <a:cubicBezTo>
                    <a:pt x="6" y="514"/>
                    <a:pt x="0" y="530"/>
                    <a:pt x="6" y="543"/>
                  </a:cubicBezTo>
                  <a:cubicBezTo>
                    <a:pt x="11" y="553"/>
                    <a:pt x="21" y="558"/>
                    <a:pt x="30" y="558"/>
                  </a:cubicBezTo>
                  <a:lnTo>
                    <a:pt x="30" y="557"/>
                  </a:lnTo>
                  <a:cubicBezTo>
                    <a:pt x="33" y="557"/>
                    <a:pt x="37" y="557"/>
                    <a:pt x="41" y="555"/>
                  </a:cubicBezTo>
                  <a:cubicBezTo>
                    <a:pt x="440" y="363"/>
                    <a:pt x="855" y="193"/>
                    <a:pt x="1273" y="51"/>
                  </a:cubicBezTo>
                  <a:cubicBezTo>
                    <a:pt x="1287" y="47"/>
                    <a:pt x="1295" y="32"/>
                    <a:pt x="1289" y="18"/>
                  </a:cubicBezTo>
                  <a:cubicBezTo>
                    <a:pt x="1286" y="8"/>
                    <a:pt x="1276" y="1"/>
                    <a:pt x="126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6" name="Google Shape;9836;p31"/>
            <p:cNvSpPr/>
            <p:nvPr/>
          </p:nvSpPr>
          <p:spPr>
            <a:xfrm>
              <a:off x="2879575" y="3761450"/>
              <a:ext cx="24325" cy="11850"/>
            </a:xfrm>
            <a:custGeom>
              <a:avLst/>
              <a:gdLst/>
              <a:ahLst/>
              <a:cxnLst/>
              <a:rect l="l" t="t" r="r" b="b"/>
              <a:pathLst>
                <a:path w="973" h="474" extrusionOk="0">
                  <a:moveTo>
                    <a:pt x="943" y="1"/>
                  </a:moveTo>
                  <a:cubicBezTo>
                    <a:pt x="940" y="1"/>
                    <a:pt x="938" y="1"/>
                    <a:pt x="935" y="2"/>
                  </a:cubicBezTo>
                  <a:cubicBezTo>
                    <a:pt x="612" y="104"/>
                    <a:pt x="303" y="246"/>
                    <a:pt x="16" y="425"/>
                  </a:cubicBezTo>
                  <a:cubicBezTo>
                    <a:pt x="4" y="433"/>
                    <a:pt x="0" y="450"/>
                    <a:pt x="8" y="462"/>
                  </a:cubicBezTo>
                  <a:cubicBezTo>
                    <a:pt x="12" y="470"/>
                    <a:pt x="22" y="474"/>
                    <a:pt x="30" y="474"/>
                  </a:cubicBezTo>
                  <a:cubicBezTo>
                    <a:pt x="34" y="474"/>
                    <a:pt x="39" y="472"/>
                    <a:pt x="43" y="470"/>
                  </a:cubicBezTo>
                  <a:cubicBezTo>
                    <a:pt x="327" y="293"/>
                    <a:pt x="633" y="152"/>
                    <a:pt x="951" y="51"/>
                  </a:cubicBezTo>
                  <a:cubicBezTo>
                    <a:pt x="965" y="47"/>
                    <a:pt x="973" y="33"/>
                    <a:pt x="967" y="19"/>
                  </a:cubicBezTo>
                  <a:cubicBezTo>
                    <a:pt x="964" y="8"/>
                    <a:pt x="954" y="1"/>
                    <a:pt x="94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7" name="Google Shape;9837;p31"/>
            <p:cNvSpPr/>
            <p:nvPr/>
          </p:nvSpPr>
          <p:spPr>
            <a:xfrm>
              <a:off x="2872475" y="3760600"/>
              <a:ext cx="17775" cy="9150"/>
            </a:xfrm>
            <a:custGeom>
              <a:avLst/>
              <a:gdLst/>
              <a:ahLst/>
              <a:cxnLst/>
              <a:rect l="l" t="t" r="r" b="b"/>
              <a:pathLst>
                <a:path w="711" h="366" extrusionOk="0">
                  <a:moveTo>
                    <a:pt x="681" y="1"/>
                  </a:moveTo>
                  <a:cubicBezTo>
                    <a:pt x="678" y="1"/>
                    <a:pt x="676" y="1"/>
                    <a:pt x="673" y="2"/>
                  </a:cubicBezTo>
                  <a:cubicBezTo>
                    <a:pt x="446" y="87"/>
                    <a:pt x="225" y="193"/>
                    <a:pt x="16" y="317"/>
                  </a:cubicBezTo>
                  <a:cubicBezTo>
                    <a:pt x="4" y="323"/>
                    <a:pt x="0" y="340"/>
                    <a:pt x="7" y="353"/>
                  </a:cubicBezTo>
                  <a:cubicBezTo>
                    <a:pt x="12" y="360"/>
                    <a:pt x="21" y="365"/>
                    <a:pt x="30" y="365"/>
                  </a:cubicBezTo>
                  <a:cubicBezTo>
                    <a:pt x="34" y="365"/>
                    <a:pt x="39" y="364"/>
                    <a:pt x="43" y="361"/>
                  </a:cubicBezTo>
                  <a:cubicBezTo>
                    <a:pt x="249" y="239"/>
                    <a:pt x="467" y="135"/>
                    <a:pt x="690" y="50"/>
                  </a:cubicBezTo>
                  <a:cubicBezTo>
                    <a:pt x="704" y="46"/>
                    <a:pt x="711" y="32"/>
                    <a:pt x="705" y="18"/>
                  </a:cubicBezTo>
                  <a:cubicBezTo>
                    <a:pt x="702" y="7"/>
                    <a:pt x="692" y="1"/>
                    <a:pt x="68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8" name="Google Shape;9838;p31"/>
            <p:cNvSpPr/>
            <p:nvPr/>
          </p:nvSpPr>
          <p:spPr>
            <a:xfrm>
              <a:off x="2925650" y="3760400"/>
              <a:ext cx="5525" cy="1850"/>
            </a:xfrm>
            <a:custGeom>
              <a:avLst/>
              <a:gdLst/>
              <a:ahLst/>
              <a:cxnLst/>
              <a:rect l="l" t="t" r="r" b="b"/>
              <a:pathLst>
                <a:path w="221" h="74" extrusionOk="0">
                  <a:moveTo>
                    <a:pt x="192" y="0"/>
                  </a:moveTo>
                  <a:cubicBezTo>
                    <a:pt x="192" y="0"/>
                    <a:pt x="191" y="0"/>
                    <a:pt x="190" y="1"/>
                  </a:cubicBezTo>
                  <a:lnTo>
                    <a:pt x="25" y="22"/>
                  </a:lnTo>
                  <a:cubicBezTo>
                    <a:pt x="11" y="23"/>
                    <a:pt x="0" y="37"/>
                    <a:pt x="2" y="50"/>
                  </a:cubicBezTo>
                  <a:cubicBezTo>
                    <a:pt x="4" y="64"/>
                    <a:pt x="15" y="73"/>
                    <a:pt x="29" y="73"/>
                  </a:cubicBezTo>
                  <a:lnTo>
                    <a:pt x="31" y="73"/>
                  </a:lnTo>
                  <a:lnTo>
                    <a:pt x="197" y="53"/>
                  </a:lnTo>
                  <a:cubicBezTo>
                    <a:pt x="210" y="50"/>
                    <a:pt x="221" y="38"/>
                    <a:pt x="220" y="23"/>
                  </a:cubicBezTo>
                  <a:cubicBezTo>
                    <a:pt x="217" y="11"/>
                    <a:pt x="206" y="0"/>
                    <a:pt x="19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9" name="Google Shape;9839;p31"/>
            <p:cNvSpPr/>
            <p:nvPr/>
          </p:nvSpPr>
          <p:spPr>
            <a:xfrm>
              <a:off x="2944475" y="3785225"/>
              <a:ext cx="19125" cy="5100"/>
            </a:xfrm>
            <a:custGeom>
              <a:avLst/>
              <a:gdLst/>
              <a:ahLst/>
              <a:cxnLst/>
              <a:rect l="l" t="t" r="r" b="b"/>
              <a:pathLst>
                <a:path w="765" h="204" extrusionOk="0">
                  <a:moveTo>
                    <a:pt x="738" y="0"/>
                  </a:moveTo>
                  <a:cubicBezTo>
                    <a:pt x="737" y="0"/>
                    <a:pt x="736" y="0"/>
                    <a:pt x="735" y="0"/>
                  </a:cubicBezTo>
                  <a:cubicBezTo>
                    <a:pt x="493" y="27"/>
                    <a:pt x="254" y="78"/>
                    <a:pt x="22" y="152"/>
                  </a:cubicBezTo>
                  <a:cubicBezTo>
                    <a:pt x="7" y="156"/>
                    <a:pt x="1" y="171"/>
                    <a:pt x="5" y="185"/>
                  </a:cubicBezTo>
                  <a:cubicBezTo>
                    <a:pt x="9" y="195"/>
                    <a:pt x="18" y="204"/>
                    <a:pt x="29" y="204"/>
                  </a:cubicBezTo>
                  <a:lnTo>
                    <a:pt x="29" y="202"/>
                  </a:lnTo>
                  <a:lnTo>
                    <a:pt x="37" y="202"/>
                  </a:lnTo>
                  <a:cubicBezTo>
                    <a:pt x="266" y="130"/>
                    <a:pt x="502" y="78"/>
                    <a:pt x="741" y="51"/>
                  </a:cubicBezTo>
                  <a:cubicBezTo>
                    <a:pt x="754" y="50"/>
                    <a:pt x="765" y="38"/>
                    <a:pt x="763" y="23"/>
                  </a:cubicBezTo>
                  <a:cubicBezTo>
                    <a:pt x="762" y="9"/>
                    <a:pt x="752" y="0"/>
                    <a:pt x="73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0" name="Google Shape;9840;p31"/>
            <p:cNvSpPr/>
            <p:nvPr/>
          </p:nvSpPr>
          <p:spPr>
            <a:xfrm>
              <a:off x="2935675" y="3789950"/>
              <a:ext cx="5675" cy="2400"/>
            </a:xfrm>
            <a:custGeom>
              <a:avLst/>
              <a:gdLst/>
              <a:ahLst/>
              <a:cxnLst/>
              <a:rect l="l" t="t" r="r" b="b"/>
              <a:pathLst>
                <a:path w="227" h="96" extrusionOk="0">
                  <a:moveTo>
                    <a:pt x="198" y="0"/>
                  </a:moveTo>
                  <a:cubicBezTo>
                    <a:pt x="196" y="0"/>
                    <a:pt x="193" y="0"/>
                    <a:pt x="191" y="1"/>
                  </a:cubicBezTo>
                  <a:lnTo>
                    <a:pt x="22" y="44"/>
                  </a:lnTo>
                  <a:cubicBezTo>
                    <a:pt x="8" y="47"/>
                    <a:pt x="0" y="62"/>
                    <a:pt x="3" y="75"/>
                  </a:cubicBezTo>
                  <a:cubicBezTo>
                    <a:pt x="7" y="87"/>
                    <a:pt x="16" y="95"/>
                    <a:pt x="28" y="95"/>
                  </a:cubicBezTo>
                  <a:cubicBezTo>
                    <a:pt x="31" y="95"/>
                    <a:pt x="32" y="94"/>
                    <a:pt x="35" y="94"/>
                  </a:cubicBezTo>
                  <a:lnTo>
                    <a:pt x="203" y="52"/>
                  </a:lnTo>
                  <a:cubicBezTo>
                    <a:pt x="217" y="48"/>
                    <a:pt x="226" y="35"/>
                    <a:pt x="222" y="20"/>
                  </a:cubicBezTo>
                  <a:cubicBezTo>
                    <a:pt x="219" y="9"/>
                    <a:pt x="209" y="0"/>
                    <a:pt x="19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1" name="Google Shape;9841;p31"/>
            <p:cNvSpPr/>
            <p:nvPr/>
          </p:nvSpPr>
          <p:spPr>
            <a:xfrm>
              <a:off x="2924125" y="3777225"/>
              <a:ext cx="34575" cy="9700"/>
            </a:xfrm>
            <a:custGeom>
              <a:avLst/>
              <a:gdLst/>
              <a:ahLst/>
              <a:cxnLst/>
              <a:rect l="l" t="t" r="r" b="b"/>
              <a:pathLst>
                <a:path w="1383" h="388" extrusionOk="0">
                  <a:moveTo>
                    <a:pt x="1353" y="0"/>
                  </a:moveTo>
                  <a:cubicBezTo>
                    <a:pt x="1352" y="0"/>
                    <a:pt x="1351" y="0"/>
                    <a:pt x="1350" y="0"/>
                  </a:cubicBezTo>
                  <a:cubicBezTo>
                    <a:pt x="899" y="71"/>
                    <a:pt x="451" y="184"/>
                    <a:pt x="21" y="338"/>
                  </a:cubicBezTo>
                  <a:cubicBezTo>
                    <a:pt x="7" y="342"/>
                    <a:pt x="1" y="357"/>
                    <a:pt x="6" y="370"/>
                  </a:cubicBezTo>
                  <a:cubicBezTo>
                    <a:pt x="9" y="381"/>
                    <a:pt x="20" y="388"/>
                    <a:pt x="30" y="388"/>
                  </a:cubicBezTo>
                  <a:cubicBezTo>
                    <a:pt x="33" y="388"/>
                    <a:pt x="36" y="388"/>
                    <a:pt x="38" y="386"/>
                  </a:cubicBezTo>
                  <a:cubicBezTo>
                    <a:pt x="466" y="234"/>
                    <a:pt x="910" y="123"/>
                    <a:pt x="1358" y="51"/>
                  </a:cubicBezTo>
                  <a:cubicBezTo>
                    <a:pt x="1373" y="50"/>
                    <a:pt x="1382" y="36"/>
                    <a:pt x="1380" y="22"/>
                  </a:cubicBezTo>
                  <a:cubicBezTo>
                    <a:pt x="1378" y="9"/>
                    <a:pt x="1367" y="0"/>
                    <a:pt x="135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2" name="Google Shape;9842;p31"/>
            <p:cNvSpPr/>
            <p:nvPr/>
          </p:nvSpPr>
          <p:spPr>
            <a:xfrm>
              <a:off x="2957925" y="3799325"/>
              <a:ext cx="11700" cy="4025"/>
            </a:xfrm>
            <a:custGeom>
              <a:avLst/>
              <a:gdLst/>
              <a:ahLst/>
              <a:cxnLst/>
              <a:rect l="l" t="t" r="r" b="b"/>
              <a:pathLst>
                <a:path w="468" h="161" extrusionOk="0">
                  <a:moveTo>
                    <a:pt x="440" y="1"/>
                  </a:moveTo>
                  <a:cubicBezTo>
                    <a:pt x="438" y="1"/>
                    <a:pt x="437" y="1"/>
                    <a:pt x="435" y="1"/>
                  </a:cubicBezTo>
                  <a:cubicBezTo>
                    <a:pt x="294" y="26"/>
                    <a:pt x="156" y="63"/>
                    <a:pt x="21" y="110"/>
                  </a:cubicBezTo>
                  <a:cubicBezTo>
                    <a:pt x="8" y="114"/>
                    <a:pt x="1" y="131"/>
                    <a:pt x="6" y="144"/>
                  </a:cubicBezTo>
                  <a:cubicBezTo>
                    <a:pt x="9" y="153"/>
                    <a:pt x="20" y="160"/>
                    <a:pt x="30" y="160"/>
                  </a:cubicBezTo>
                  <a:cubicBezTo>
                    <a:pt x="33" y="160"/>
                    <a:pt x="36" y="160"/>
                    <a:pt x="38" y="159"/>
                  </a:cubicBezTo>
                  <a:cubicBezTo>
                    <a:pt x="170" y="112"/>
                    <a:pt x="306" y="77"/>
                    <a:pt x="443" y="53"/>
                  </a:cubicBezTo>
                  <a:cubicBezTo>
                    <a:pt x="458" y="50"/>
                    <a:pt x="468" y="36"/>
                    <a:pt x="465" y="23"/>
                  </a:cubicBezTo>
                  <a:cubicBezTo>
                    <a:pt x="463" y="11"/>
                    <a:pt x="451" y="1"/>
                    <a:pt x="44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3" name="Google Shape;9843;p31"/>
            <p:cNvSpPr/>
            <p:nvPr/>
          </p:nvSpPr>
          <p:spPr>
            <a:xfrm>
              <a:off x="2944650" y="3803450"/>
              <a:ext cx="10050" cy="4500"/>
            </a:xfrm>
            <a:custGeom>
              <a:avLst/>
              <a:gdLst/>
              <a:ahLst/>
              <a:cxnLst/>
              <a:rect l="l" t="t" r="r" b="b"/>
              <a:pathLst>
                <a:path w="402" h="180" extrusionOk="0">
                  <a:moveTo>
                    <a:pt x="372" y="1"/>
                  </a:moveTo>
                  <a:cubicBezTo>
                    <a:pt x="369" y="1"/>
                    <a:pt x="366" y="1"/>
                    <a:pt x="364" y="2"/>
                  </a:cubicBezTo>
                  <a:lnTo>
                    <a:pt x="21" y="130"/>
                  </a:lnTo>
                  <a:cubicBezTo>
                    <a:pt x="7" y="134"/>
                    <a:pt x="0" y="149"/>
                    <a:pt x="4" y="162"/>
                  </a:cubicBezTo>
                  <a:cubicBezTo>
                    <a:pt x="8" y="173"/>
                    <a:pt x="18" y="179"/>
                    <a:pt x="29" y="179"/>
                  </a:cubicBezTo>
                  <a:cubicBezTo>
                    <a:pt x="33" y="179"/>
                    <a:pt x="35" y="179"/>
                    <a:pt x="38" y="178"/>
                  </a:cubicBezTo>
                  <a:lnTo>
                    <a:pt x="381" y="52"/>
                  </a:lnTo>
                  <a:cubicBezTo>
                    <a:pt x="395" y="46"/>
                    <a:pt x="401" y="31"/>
                    <a:pt x="396" y="18"/>
                  </a:cubicBezTo>
                  <a:cubicBezTo>
                    <a:pt x="393" y="7"/>
                    <a:pt x="382" y="1"/>
                    <a:pt x="37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4" name="Google Shape;9844;p31"/>
            <p:cNvSpPr/>
            <p:nvPr/>
          </p:nvSpPr>
          <p:spPr>
            <a:xfrm>
              <a:off x="2929300" y="3799050"/>
              <a:ext cx="6400" cy="18425"/>
            </a:xfrm>
            <a:custGeom>
              <a:avLst/>
              <a:gdLst/>
              <a:ahLst/>
              <a:cxnLst/>
              <a:rect l="l" t="t" r="r" b="b"/>
              <a:pathLst>
                <a:path w="256" h="737" extrusionOk="0">
                  <a:moveTo>
                    <a:pt x="30" y="1"/>
                  </a:moveTo>
                  <a:cubicBezTo>
                    <a:pt x="27" y="1"/>
                    <a:pt x="25" y="1"/>
                    <a:pt x="22" y="2"/>
                  </a:cubicBezTo>
                  <a:cubicBezTo>
                    <a:pt x="9" y="6"/>
                    <a:pt x="1" y="20"/>
                    <a:pt x="5" y="34"/>
                  </a:cubicBezTo>
                  <a:lnTo>
                    <a:pt x="201" y="719"/>
                  </a:lnTo>
                  <a:cubicBezTo>
                    <a:pt x="204" y="729"/>
                    <a:pt x="215" y="736"/>
                    <a:pt x="226" y="736"/>
                  </a:cubicBezTo>
                  <a:lnTo>
                    <a:pt x="234" y="736"/>
                  </a:lnTo>
                  <a:cubicBezTo>
                    <a:pt x="247" y="732"/>
                    <a:pt x="255" y="717"/>
                    <a:pt x="251" y="704"/>
                  </a:cubicBezTo>
                  <a:lnTo>
                    <a:pt x="55" y="20"/>
                  </a:lnTo>
                  <a:cubicBezTo>
                    <a:pt x="51" y="8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5" name="Google Shape;9845;p31"/>
            <p:cNvSpPr/>
            <p:nvPr/>
          </p:nvSpPr>
          <p:spPr>
            <a:xfrm>
              <a:off x="2935975" y="3821575"/>
              <a:ext cx="2775" cy="4900"/>
            </a:xfrm>
            <a:custGeom>
              <a:avLst/>
              <a:gdLst/>
              <a:ahLst/>
              <a:cxnLst/>
              <a:rect l="l" t="t" r="r" b="b"/>
              <a:pathLst>
                <a:path w="111" h="196" extrusionOk="0">
                  <a:moveTo>
                    <a:pt x="30" y="0"/>
                  </a:moveTo>
                  <a:cubicBezTo>
                    <a:pt x="27" y="0"/>
                    <a:pt x="24" y="1"/>
                    <a:pt x="20" y="2"/>
                  </a:cubicBezTo>
                  <a:cubicBezTo>
                    <a:pt x="7" y="6"/>
                    <a:pt x="0" y="22"/>
                    <a:pt x="6" y="34"/>
                  </a:cubicBezTo>
                  <a:lnTo>
                    <a:pt x="58" y="178"/>
                  </a:lnTo>
                  <a:cubicBezTo>
                    <a:pt x="61" y="189"/>
                    <a:pt x="72" y="196"/>
                    <a:pt x="82" y="196"/>
                  </a:cubicBezTo>
                  <a:cubicBezTo>
                    <a:pt x="85" y="196"/>
                    <a:pt x="88" y="194"/>
                    <a:pt x="90" y="193"/>
                  </a:cubicBezTo>
                  <a:cubicBezTo>
                    <a:pt x="104" y="189"/>
                    <a:pt x="111" y="174"/>
                    <a:pt x="107" y="161"/>
                  </a:cubicBezTo>
                  <a:lnTo>
                    <a:pt x="54" y="17"/>
                  </a:lnTo>
                  <a:cubicBezTo>
                    <a:pt x="50" y="6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6" name="Google Shape;9846;p31"/>
            <p:cNvSpPr/>
            <p:nvPr/>
          </p:nvSpPr>
          <p:spPr>
            <a:xfrm>
              <a:off x="2945125" y="3820275"/>
              <a:ext cx="6650" cy="13900"/>
            </a:xfrm>
            <a:custGeom>
              <a:avLst/>
              <a:gdLst/>
              <a:ahLst/>
              <a:cxnLst/>
              <a:rect l="l" t="t" r="r" b="b"/>
              <a:pathLst>
                <a:path w="266" h="556" extrusionOk="0">
                  <a:moveTo>
                    <a:pt x="29" y="0"/>
                  </a:moveTo>
                  <a:cubicBezTo>
                    <a:pt x="27" y="0"/>
                    <a:pt x="24" y="1"/>
                    <a:pt x="22" y="2"/>
                  </a:cubicBezTo>
                  <a:cubicBezTo>
                    <a:pt x="8" y="6"/>
                    <a:pt x="0" y="19"/>
                    <a:pt x="4" y="34"/>
                  </a:cubicBezTo>
                  <a:cubicBezTo>
                    <a:pt x="55" y="210"/>
                    <a:pt x="127" y="381"/>
                    <a:pt x="213" y="542"/>
                  </a:cubicBezTo>
                  <a:cubicBezTo>
                    <a:pt x="217" y="550"/>
                    <a:pt x="226" y="556"/>
                    <a:pt x="236" y="556"/>
                  </a:cubicBezTo>
                  <a:cubicBezTo>
                    <a:pt x="240" y="556"/>
                    <a:pt x="244" y="554"/>
                    <a:pt x="248" y="553"/>
                  </a:cubicBezTo>
                  <a:cubicBezTo>
                    <a:pt x="260" y="546"/>
                    <a:pt x="265" y="530"/>
                    <a:pt x="259" y="518"/>
                  </a:cubicBezTo>
                  <a:cubicBezTo>
                    <a:pt x="174" y="359"/>
                    <a:pt x="105" y="191"/>
                    <a:pt x="54" y="19"/>
                  </a:cubicBezTo>
                  <a:cubicBezTo>
                    <a:pt x="51" y="8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7" name="Google Shape;9847;p31"/>
            <p:cNvSpPr/>
            <p:nvPr/>
          </p:nvSpPr>
          <p:spPr>
            <a:xfrm>
              <a:off x="2956275" y="3821025"/>
              <a:ext cx="6825" cy="11600"/>
            </a:xfrm>
            <a:custGeom>
              <a:avLst/>
              <a:gdLst/>
              <a:ahLst/>
              <a:cxnLst/>
              <a:rect l="l" t="t" r="r" b="b"/>
              <a:pathLst>
                <a:path w="273" h="464" extrusionOk="0">
                  <a:moveTo>
                    <a:pt x="30" y="1"/>
                  </a:moveTo>
                  <a:cubicBezTo>
                    <a:pt x="26" y="1"/>
                    <a:pt x="22" y="2"/>
                    <a:pt x="18" y="4"/>
                  </a:cubicBezTo>
                  <a:cubicBezTo>
                    <a:pt x="6" y="11"/>
                    <a:pt x="1" y="27"/>
                    <a:pt x="8" y="39"/>
                  </a:cubicBezTo>
                  <a:lnTo>
                    <a:pt x="219" y="450"/>
                  </a:lnTo>
                  <a:cubicBezTo>
                    <a:pt x="224" y="460"/>
                    <a:pt x="232" y="464"/>
                    <a:pt x="242" y="464"/>
                  </a:cubicBezTo>
                  <a:lnTo>
                    <a:pt x="243" y="464"/>
                  </a:lnTo>
                  <a:cubicBezTo>
                    <a:pt x="247" y="464"/>
                    <a:pt x="251" y="464"/>
                    <a:pt x="254" y="461"/>
                  </a:cubicBezTo>
                  <a:cubicBezTo>
                    <a:pt x="267" y="455"/>
                    <a:pt x="273" y="440"/>
                    <a:pt x="266" y="426"/>
                  </a:cubicBezTo>
                  <a:lnTo>
                    <a:pt x="53" y="15"/>
                  </a:lnTo>
                  <a:cubicBezTo>
                    <a:pt x="49" y="6"/>
                    <a:pt x="39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8" name="Google Shape;9848;p31"/>
            <p:cNvSpPr/>
            <p:nvPr/>
          </p:nvSpPr>
          <p:spPr>
            <a:xfrm>
              <a:off x="2905675" y="3799350"/>
              <a:ext cx="9175" cy="29750"/>
            </a:xfrm>
            <a:custGeom>
              <a:avLst/>
              <a:gdLst/>
              <a:ahLst/>
              <a:cxnLst/>
              <a:rect l="l" t="t" r="r" b="b"/>
              <a:pathLst>
                <a:path w="367" h="1190" extrusionOk="0">
                  <a:moveTo>
                    <a:pt x="28" y="0"/>
                  </a:moveTo>
                  <a:cubicBezTo>
                    <a:pt x="27" y="0"/>
                    <a:pt x="25" y="0"/>
                    <a:pt x="24" y="0"/>
                  </a:cubicBezTo>
                  <a:cubicBezTo>
                    <a:pt x="10" y="2"/>
                    <a:pt x="0" y="15"/>
                    <a:pt x="3" y="30"/>
                  </a:cubicBezTo>
                  <a:cubicBezTo>
                    <a:pt x="66" y="419"/>
                    <a:pt x="170" y="804"/>
                    <a:pt x="312" y="1172"/>
                  </a:cubicBezTo>
                  <a:cubicBezTo>
                    <a:pt x="316" y="1183"/>
                    <a:pt x="326" y="1190"/>
                    <a:pt x="337" y="1190"/>
                  </a:cubicBezTo>
                  <a:cubicBezTo>
                    <a:pt x="339" y="1190"/>
                    <a:pt x="343" y="1188"/>
                    <a:pt x="346" y="1187"/>
                  </a:cubicBezTo>
                  <a:cubicBezTo>
                    <a:pt x="359" y="1183"/>
                    <a:pt x="366" y="1167"/>
                    <a:pt x="361" y="1155"/>
                  </a:cubicBezTo>
                  <a:cubicBezTo>
                    <a:pt x="219" y="789"/>
                    <a:pt x="117" y="408"/>
                    <a:pt x="54" y="22"/>
                  </a:cubicBezTo>
                  <a:cubicBezTo>
                    <a:pt x="51" y="8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9" name="Google Shape;9849;p31"/>
            <p:cNvSpPr/>
            <p:nvPr/>
          </p:nvSpPr>
          <p:spPr>
            <a:xfrm>
              <a:off x="2901525" y="3805550"/>
              <a:ext cx="6750" cy="19675"/>
            </a:xfrm>
            <a:custGeom>
              <a:avLst/>
              <a:gdLst/>
              <a:ahLst/>
              <a:cxnLst/>
              <a:rect l="l" t="t" r="r" b="b"/>
              <a:pathLst>
                <a:path w="270" h="787" extrusionOk="0">
                  <a:moveTo>
                    <a:pt x="29" y="1"/>
                  </a:moveTo>
                  <a:cubicBezTo>
                    <a:pt x="27" y="1"/>
                    <a:pt x="25" y="1"/>
                    <a:pt x="24" y="1"/>
                  </a:cubicBezTo>
                  <a:cubicBezTo>
                    <a:pt x="10" y="4"/>
                    <a:pt x="1" y="17"/>
                    <a:pt x="3" y="32"/>
                  </a:cubicBezTo>
                  <a:cubicBezTo>
                    <a:pt x="49" y="284"/>
                    <a:pt x="120" y="533"/>
                    <a:pt x="216" y="771"/>
                  </a:cubicBezTo>
                  <a:cubicBezTo>
                    <a:pt x="220" y="782"/>
                    <a:pt x="229" y="787"/>
                    <a:pt x="240" y="787"/>
                  </a:cubicBezTo>
                  <a:cubicBezTo>
                    <a:pt x="243" y="787"/>
                    <a:pt x="247" y="787"/>
                    <a:pt x="250" y="786"/>
                  </a:cubicBezTo>
                  <a:cubicBezTo>
                    <a:pt x="263" y="780"/>
                    <a:pt x="270" y="765"/>
                    <a:pt x="264" y="752"/>
                  </a:cubicBezTo>
                  <a:cubicBezTo>
                    <a:pt x="170" y="517"/>
                    <a:pt x="99" y="272"/>
                    <a:pt x="55" y="23"/>
                  </a:cubicBezTo>
                  <a:cubicBezTo>
                    <a:pt x="52" y="10"/>
                    <a:pt x="4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0" name="Google Shape;9850;p31"/>
            <p:cNvSpPr/>
            <p:nvPr/>
          </p:nvSpPr>
          <p:spPr>
            <a:xfrm>
              <a:off x="2887100" y="3792000"/>
              <a:ext cx="9975" cy="28225"/>
            </a:xfrm>
            <a:custGeom>
              <a:avLst/>
              <a:gdLst/>
              <a:ahLst/>
              <a:cxnLst/>
              <a:rect l="l" t="t" r="r" b="b"/>
              <a:pathLst>
                <a:path w="399" h="1129" extrusionOk="0">
                  <a:moveTo>
                    <a:pt x="30" y="0"/>
                  </a:moveTo>
                  <a:cubicBezTo>
                    <a:pt x="28" y="0"/>
                    <a:pt x="26" y="0"/>
                    <a:pt x="23" y="1"/>
                  </a:cubicBezTo>
                  <a:cubicBezTo>
                    <a:pt x="9" y="4"/>
                    <a:pt x="1" y="17"/>
                    <a:pt x="3" y="32"/>
                  </a:cubicBezTo>
                  <a:cubicBezTo>
                    <a:pt x="91" y="399"/>
                    <a:pt x="205" y="763"/>
                    <a:pt x="346" y="1112"/>
                  </a:cubicBezTo>
                  <a:cubicBezTo>
                    <a:pt x="350" y="1122"/>
                    <a:pt x="360" y="1128"/>
                    <a:pt x="369" y="1128"/>
                  </a:cubicBezTo>
                  <a:cubicBezTo>
                    <a:pt x="373" y="1128"/>
                    <a:pt x="376" y="1127"/>
                    <a:pt x="380" y="1126"/>
                  </a:cubicBezTo>
                  <a:cubicBezTo>
                    <a:pt x="393" y="1122"/>
                    <a:pt x="399" y="1106"/>
                    <a:pt x="393" y="1092"/>
                  </a:cubicBezTo>
                  <a:cubicBezTo>
                    <a:pt x="255" y="745"/>
                    <a:pt x="140" y="385"/>
                    <a:pt x="54" y="20"/>
                  </a:cubicBezTo>
                  <a:cubicBezTo>
                    <a:pt x="51" y="9"/>
                    <a:pt x="41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1" name="Google Shape;9851;p31"/>
            <p:cNvSpPr/>
            <p:nvPr/>
          </p:nvSpPr>
          <p:spPr>
            <a:xfrm>
              <a:off x="2884575" y="3780375"/>
              <a:ext cx="2675" cy="5300"/>
            </a:xfrm>
            <a:custGeom>
              <a:avLst/>
              <a:gdLst/>
              <a:ahLst/>
              <a:cxnLst/>
              <a:rect l="l" t="t" r="r" b="b"/>
              <a:pathLst>
                <a:path w="107" h="212" extrusionOk="0">
                  <a:moveTo>
                    <a:pt x="28" y="0"/>
                  </a:moveTo>
                  <a:cubicBezTo>
                    <a:pt x="26" y="0"/>
                    <a:pt x="24" y="0"/>
                    <a:pt x="22" y="1"/>
                  </a:cubicBezTo>
                  <a:cubicBezTo>
                    <a:pt x="7" y="6"/>
                    <a:pt x="1" y="19"/>
                    <a:pt x="5" y="34"/>
                  </a:cubicBezTo>
                  <a:lnTo>
                    <a:pt x="53" y="193"/>
                  </a:lnTo>
                  <a:cubicBezTo>
                    <a:pt x="56" y="204"/>
                    <a:pt x="67" y="212"/>
                    <a:pt x="77" y="212"/>
                  </a:cubicBezTo>
                  <a:cubicBezTo>
                    <a:pt x="80" y="212"/>
                    <a:pt x="83" y="211"/>
                    <a:pt x="85" y="211"/>
                  </a:cubicBezTo>
                  <a:cubicBezTo>
                    <a:pt x="99" y="206"/>
                    <a:pt x="107" y="192"/>
                    <a:pt x="102" y="178"/>
                  </a:cubicBezTo>
                  <a:lnTo>
                    <a:pt x="54" y="18"/>
                  </a:lnTo>
                  <a:cubicBezTo>
                    <a:pt x="51" y="7"/>
                    <a:pt x="4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2" name="Google Shape;9852;p31"/>
            <p:cNvSpPr/>
            <p:nvPr/>
          </p:nvSpPr>
          <p:spPr>
            <a:xfrm>
              <a:off x="2911075" y="3788775"/>
              <a:ext cx="6225" cy="23050"/>
            </a:xfrm>
            <a:custGeom>
              <a:avLst/>
              <a:gdLst/>
              <a:ahLst/>
              <a:cxnLst/>
              <a:rect l="l" t="t" r="r" b="b"/>
              <a:pathLst>
                <a:path w="249" h="922" extrusionOk="0">
                  <a:moveTo>
                    <a:pt x="29" y="0"/>
                  </a:moveTo>
                  <a:cubicBezTo>
                    <a:pt x="27" y="0"/>
                    <a:pt x="25" y="1"/>
                    <a:pt x="24" y="1"/>
                  </a:cubicBezTo>
                  <a:cubicBezTo>
                    <a:pt x="9" y="4"/>
                    <a:pt x="1" y="18"/>
                    <a:pt x="3" y="32"/>
                  </a:cubicBezTo>
                  <a:lnTo>
                    <a:pt x="194" y="901"/>
                  </a:lnTo>
                  <a:cubicBezTo>
                    <a:pt x="197" y="913"/>
                    <a:pt x="208" y="921"/>
                    <a:pt x="220" y="921"/>
                  </a:cubicBezTo>
                  <a:lnTo>
                    <a:pt x="225" y="921"/>
                  </a:lnTo>
                  <a:cubicBezTo>
                    <a:pt x="240" y="918"/>
                    <a:pt x="248" y="904"/>
                    <a:pt x="246" y="890"/>
                  </a:cubicBezTo>
                  <a:lnTo>
                    <a:pt x="55" y="21"/>
                  </a:lnTo>
                  <a:cubicBezTo>
                    <a:pt x="51" y="8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3" name="Google Shape;9853;p31"/>
            <p:cNvSpPr/>
            <p:nvPr/>
          </p:nvSpPr>
          <p:spPr>
            <a:xfrm>
              <a:off x="2917700" y="3816300"/>
              <a:ext cx="2900" cy="5475"/>
            </a:xfrm>
            <a:custGeom>
              <a:avLst/>
              <a:gdLst/>
              <a:ahLst/>
              <a:cxnLst/>
              <a:rect l="l" t="t" r="r" b="b"/>
              <a:pathLst>
                <a:path w="116" h="219" extrusionOk="0">
                  <a:moveTo>
                    <a:pt x="30" y="0"/>
                  </a:moveTo>
                  <a:cubicBezTo>
                    <a:pt x="27" y="0"/>
                    <a:pt x="24" y="1"/>
                    <a:pt x="21" y="2"/>
                  </a:cubicBezTo>
                  <a:cubicBezTo>
                    <a:pt x="8" y="6"/>
                    <a:pt x="1" y="21"/>
                    <a:pt x="5" y="34"/>
                  </a:cubicBezTo>
                  <a:lnTo>
                    <a:pt x="61" y="200"/>
                  </a:lnTo>
                  <a:cubicBezTo>
                    <a:pt x="64" y="212"/>
                    <a:pt x="75" y="218"/>
                    <a:pt x="86" y="218"/>
                  </a:cubicBezTo>
                  <a:lnTo>
                    <a:pt x="86" y="217"/>
                  </a:lnTo>
                  <a:cubicBezTo>
                    <a:pt x="88" y="217"/>
                    <a:pt x="91" y="217"/>
                    <a:pt x="94" y="216"/>
                  </a:cubicBezTo>
                  <a:cubicBezTo>
                    <a:pt x="107" y="212"/>
                    <a:pt x="115" y="197"/>
                    <a:pt x="110" y="183"/>
                  </a:cubicBezTo>
                  <a:lnTo>
                    <a:pt x="53" y="18"/>
                  </a:lnTo>
                  <a:cubicBezTo>
                    <a:pt x="50" y="7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4" name="Google Shape;9854;p31"/>
            <p:cNvSpPr/>
            <p:nvPr/>
          </p:nvSpPr>
          <p:spPr>
            <a:xfrm>
              <a:off x="2884250" y="3746000"/>
              <a:ext cx="27800" cy="8900"/>
            </a:xfrm>
            <a:custGeom>
              <a:avLst/>
              <a:gdLst/>
              <a:ahLst/>
              <a:cxnLst/>
              <a:rect l="l" t="t" r="r" b="b"/>
              <a:pathLst>
                <a:path w="1112" h="356" extrusionOk="0">
                  <a:moveTo>
                    <a:pt x="1084" y="0"/>
                  </a:moveTo>
                  <a:cubicBezTo>
                    <a:pt x="1083" y="0"/>
                    <a:pt x="1081" y="0"/>
                    <a:pt x="1079" y="1"/>
                  </a:cubicBezTo>
                  <a:cubicBezTo>
                    <a:pt x="717" y="68"/>
                    <a:pt x="362" y="172"/>
                    <a:pt x="19" y="306"/>
                  </a:cubicBezTo>
                  <a:cubicBezTo>
                    <a:pt x="7" y="311"/>
                    <a:pt x="0" y="326"/>
                    <a:pt x="6" y="340"/>
                  </a:cubicBezTo>
                  <a:cubicBezTo>
                    <a:pt x="10" y="349"/>
                    <a:pt x="19" y="356"/>
                    <a:pt x="28" y="356"/>
                  </a:cubicBezTo>
                  <a:cubicBezTo>
                    <a:pt x="32" y="356"/>
                    <a:pt x="35" y="356"/>
                    <a:pt x="39" y="355"/>
                  </a:cubicBezTo>
                  <a:cubicBezTo>
                    <a:pt x="378" y="220"/>
                    <a:pt x="731" y="119"/>
                    <a:pt x="1089" y="52"/>
                  </a:cubicBezTo>
                  <a:cubicBezTo>
                    <a:pt x="1102" y="49"/>
                    <a:pt x="1111" y="36"/>
                    <a:pt x="1109" y="22"/>
                  </a:cubicBezTo>
                  <a:cubicBezTo>
                    <a:pt x="1106" y="9"/>
                    <a:pt x="1097" y="0"/>
                    <a:pt x="108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5" name="Google Shape;9855;p31"/>
            <p:cNvSpPr/>
            <p:nvPr/>
          </p:nvSpPr>
          <p:spPr>
            <a:xfrm>
              <a:off x="2875050" y="3755625"/>
              <a:ext cx="5525" cy="3350"/>
            </a:xfrm>
            <a:custGeom>
              <a:avLst/>
              <a:gdLst/>
              <a:ahLst/>
              <a:cxnLst/>
              <a:rect l="l" t="t" r="r" b="b"/>
              <a:pathLst>
                <a:path w="221" h="134" extrusionOk="0">
                  <a:moveTo>
                    <a:pt x="190" y="0"/>
                  </a:moveTo>
                  <a:cubicBezTo>
                    <a:pt x="186" y="0"/>
                    <a:pt x="182" y="1"/>
                    <a:pt x="179" y="3"/>
                  </a:cubicBezTo>
                  <a:lnTo>
                    <a:pt x="18" y="84"/>
                  </a:lnTo>
                  <a:cubicBezTo>
                    <a:pt x="6" y="91"/>
                    <a:pt x="1" y="107"/>
                    <a:pt x="8" y="119"/>
                  </a:cubicBezTo>
                  <a:cubicBezTo>
                    <a:pt x="12" y="128"/>
                    <a:pt x="21" y="134"/>
                    <a:pt x="31" y="134"/>
                  </a:cubicBezTo>
                  <a:cubicBezTo>
                    <a:pt x="35" y="134"/>
                    <a:pt x="39" y="132"/>
                    <a:pt x="43" y="131"/>
                  </a:cubicBezTo>
                  <a:lnTo>
                    <a:pt x="203" y="49"/>
                  </a:lnTo>
                  <a:cubicBezTo>
                    <a:pt x="215" y="44"/>
                    <a:pt x="220" y="27"/>
                    <a:pt x="213" y="15"/>
                  </a:cubicBezTo>
                  <a:cubicBezTo>
                    <a:pt x="209" y="6"/>
                    <a:pt x="200" y="0"/>
                    <a:pt x="19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6" name="Google Shape;9856;p31"/>
            <p:cNvSpPr/>
            <p:nvPr/>
          </p:nvSpPr>
          <p:spPr>
            <a:xfrm>
              <a:off x="2863800" y="3764625"/>
              <a:ext cx="5075" cy="20800"/>
            </a:xfrm>
            <a:custGeom>
              <a:avLst/>
              <a:gdLst/>
              <a:ahLst/>
              <a:cxnLst/>
              <a:rect l="l" t="t" r="r" b="b"/>
              <a:pathLst>
                <a:path w="203" h="832" extrusionOk="0">
                  <a:moveTo>
                    <a:pt x="28" y="1"/>
                  </a:moveTo>
                  <a:cubicBezTo>
                    <a:pt x="27" y="1"/>
                    <a:pt x="25" y="1"/>
                    <a:pt x="23" y="1"/>
                  </a:cubicBezTo>
                  <a:cubicBezTo>
                    <a:pt x="10" y="4"/>
                    <a:pt x="0" y="17"/>
                    <a:pt x="3" y="31"/>
                  </a:cubicBezTo>
                  <a:lnTo>
                    <a:pt x="150" y="810"/>
                  </a:lnTo>
                  <a:cubicBezTo>
                    <a:pt x="152" y="822"/>
                    <a:pt x="163" y="831"/>
                    <a:pt x="175" y="831"/>
                  </a:cubicBezTo>
                  <a:cubicBezTo>
                    <a:pt x="176" y="831"/>
                    <a:pt x="178" y="831"/>
                    <a:pt x="179" y="830"/>
                  </a:cubicBezTo>
                  <a:cubicBezTo>
                    <a:pt x="193" y="827"/>
                    <a:pt x="202" y="814"/>
                    <a:pt x="199" y="800"/>
                  </a:cubicBezTo>
                  <a:lnTo>
                    <a:pt x="54" y="21"/>
                  </a:lnTo>
                  <a:cubicBezTo>
                    <a:pt x="52" y="9"/>
                    <a:pt x="4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7" name="Google Shape;9857;p31"/>
            <p:cNvSpPr/>
            <p:nvPr/>
          </p:nvSpPr>
          <p:spPr>
            <a:xfrm>
              <a:off x="2869000" y="3790700"/>
              <a:ext cx="2325" cy="4600"/>
            </a:xfrm>
            <a:custGeom>
              <a:avLst/>
              <a:gdLst/>
              <a:ahLst/>
              <a:cxnLst/>
              <a:rect l="l" t="t" r="r" b="b"/>
              <a:pathLst>
                <a:path w="93" h="184" extrusionOk="0">
                  <a:moveTo>
                    <a:pt x="30" y="1"/>
                  </a:moveTo>
                  <a:cubicBezTo>
                    <a:pt x="27" y="1"/>
                    <a:pt x="25" y="1"/>
                    <a:pt x="22" y="2"/>
                  </a:cubicBezTo>
                  <a:cubicBezTo>
                    <a:pt x="9" y="5"/>
                    <a:pt x="1" y="19"/>
                    <a:pt x="3" y="33"/>
                  </a:cubicBezTo>
                  <a:lnTo>
                    <a:pt x="38" y="165"/>
                  </a:lnTo>
                  <a:cubicBezTo>
                    <a:pt x="41" y="176"/>
                    <a:pt x="52" y="184"/>
                    <a:pt x="64" y="184"/>
                  </a:cubicBezTo>
                  <a:lnTo>
                    <a:pt x="71" y="184"/>
                  </a:lnTo>
                  <a:cubicBezTo>
                    <a:pt x="84" y="180"/>
                    <a:pt x="92" y="165"/>
                    <a:pt x="88" y="151"/>
                  </a:cubicBezTo>
                  <a:lnTo>
                    <a:pt x="55" y="19"/>
                  </a:lnTo>
                  <a:cubicBezTo>
                    <a:pt x="51" y="8"/>
                    <a:pt x="4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8" name="Google Shape;9858;p31"/>
            <p:cNvSpPr/>
            <p:nvPr/>
          </p:nvSpPr>
          <p:spPr>
            <a:xfrm>
              <a:off x="2845125" y="3743975"/>
              <a:ext cx="18600" cy="10775"/>
            </a:xfrm>
            <a:custGeom>
              <a:avLst/>
              <a:gdLst/>
              <a:ahLst/>
              <a:cxnLst/>
              <a:rect l="l" t="t" r="r" b="b"/>
              <a:pathLst>
                <a:path w="744" h="431" extrusionOk="0">
                  <a:moveTo>
                    <a:pt x="715" y="0"/>
                  </a:moveTo>
                  <a:cubicBezTo>
                    <a:pt x="711" y="0"/>
                    <a:pt x="708" y="1"/>
                    <a:pt x="704" y="2"/>
                  </a:cubicBezTo>
                  <a:cubicBezTo>
                    <a:pt x="461" y="101"/>
                    <a:pt x="228" y="228"/>
                    <a:pt x="14" y="384"/>
                  </a:cubicBezTo>
                  <a:cubicBezTo>
                    <a:pt x="3" y="392"/>
                    <a:pt x="1" y="409"/>
                    <a:pt x="9" y="419"/>
                  </a:cubicBezTo>
                  <a:cubicBezTo>
                    <a:pt x="14" y="427"/>
                    <a:pt x="22" y="430"/>
                    <a:pt x="30" y="430"/>
                  </a:cubicBezTo>
                  <a:cubicBezTo>
                    <a:pt x="36" y="430"/>
                    <a:pt x="41" y="429"/>
                    <a:pt x="45" y="426"/>
                  </a:cubicBezTo>
                  <a:cubicBezTo>
                    <a:pt x="255" y="273"/>
                    <a:pt x="484" y="146"/>
                    <a:pt x="724" y="49"/>
                  </a:cubicBezTo>
                  <a:cubicBezTo>
                    <a:pt x="738" y="44"/>
                    <a:pt x="743" y="29"/>
                    <a:pt x="739" y="16"/>
                  </a:cubicBezTo>
                  <a:cubicBezTo>
                    <a:pt x="734" y="6"/>
                    <a:pt x="725" y="0"/>
                    <a:pt x="71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9" name="Google Shape;9859;p31"/>
            <p:cNvSpPr/>
            <p:nvPr/>
          </p:nvSpPr>
          <p:spPr>
            <a:xfrm>
              <a:off x="2858425" y="3773825"/>
              <a:ext cx="8450" cy="26050"/>
            </a:xfrm>
            <a:custGeom>
              <a:avLst/>
              <a:gdLst/>
              <a:ahLst/>
              <a:cxnLst/>
              <a:rect l="l" t="t" r="r" b="b"/>
              <a:pathLst>
                <a:path w="338" h="1042" extrusionOk="0">
                  <a:moveTo>
                    <a:pt x="30" y="1"/>
                  </a:moveTo>
                  <a:cubicBezTo>
                    <a:pt x="28" y="1"/>
                    <a:pt x="26" y="1"/>
                    <a:pt x="24" y="2"/>
                  </a:cubicBezTo>
                  <a:cubicBezTo>
                    <a:pt x="9" y="3"/>
                    <a:pt x="0" y="16"/>
                    <a:pt x="3" y="31"/>
                  </a:cubicBezTo>
                  <a:cubicBezTo>
                    <a:pt x="62" y="370"/>
                    <a:pt x="156" y="705"/>
                    <a:pt x="285" y="1025"/>
                  </a:cubicBezTo>
                  <a:cubicBezTo>
                    <a:pt x="289" y="1035"/>
                    <a:pt x="299" y="1042"/>
                    <a:pt x="309" y="1042"/>
                  </a:cubicBezTo>
                  <a:cubicBezTo>
                    <a:pt x="312" y="1042"/>
                    <a:pt x="316" y="1042"/>
                    <a:pt x="319" y="1040"/>
                  </a:cubicBezTo>
                  <a:cubicBezTo>
                    <a:pt x="332" y="1035"/>
                    <a:pt x="338" y="1020"/>
                    <a:pt x="334" y="1007"/>
                  </a:cubicBezTo>
                  <a:cubicBezTo>
                    <a:pt x="206" y="689"/>
                    <a:pt x="112" y="358"/>
                    <a:pt x="54" y="22"/>
                  </a:cubicBezTo>
                  <a:cubicBezTo>
                    <a:pt x="52" y="10"/>
                    <a:pt x="4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0" name="Google Shape;9860;p31"/>
            <p:cNvSpPr/>
            <p:nvPr/>
          </p:nvSpPr>
          <p:spPr>
            <a:xfrm>
              <a:off x="2850800" y="3775000"/>
              <a:ext cx="6050" cy="16175"/>
            </a:xfrm>
            <a:custGeom>
              <a:avLst/>
              <a:gdLst/>
              <a:ahLst/>
              <a:cxnLst/>
              <a:rect l="l" t="t" r="r" b="b"/>
              <a:pathLst>
                <a:path w="242" h="647" extrusionOk="0">
                  <a:moveTo>
                    <a:pt x="30" y="1"/>
                  </a:moveTo>
                  <a:cubicBezTo>
                    <a:pt x="28" y="1"/>
                    <a:pt x="26" y="1"/>
                    <a:pt x="24" y="2"/>
                  </a:cubicBezTo>
                  <a:cubicBezTo>
                    <a:pt x="9" y="4"/>
                    <a:pt x="1" y="18"/>
                    <a:pt x="4" y="31"/>
                  </a:cubicBezTo>
                  <a:cubicBezTo>
                    <a:pt x="47" y="236"/>
                    <a:pt x="109" y="436"/>
                    <a:pt x="188" y="630"/>
                  </a:cubicBezTo>
                  <a:cubicBezTo>
                    <a:pt x="192" y="639"/>
                    <a:pt x="201" y="646"/>
                    <a:pt x="212" y="646"/>
                  </a:cubicBezTo>
                  <a:cubicBezTo>
                    <a:pt x="215" y="646"/>
                    <a:pt x="219" y="645"/>
                    <a:pt x="222" y="643"/>
                  </a:cubicBezTo>
                  <a:cubicBezTo>
                    <a:pt x="235" y="638"/>
                    <a:pt x="242" y="623"/>
                    <a:pt x="236" y="610"/>
                  </a:cubicBezTo>
                  <a:cubicBezTo>
                    <a:pt x="158" y="420"/>
                    <a:pt x="96" y="222"/>
                    <a:pt x="53" y="22"/>
                  </a:cubicBezTo>
                  <a:cubicBezTo>
                    <a:pt x="51" y="9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1" name="Google Shape;9861;p31"/>
            <p:cNvSpPr/>
            <p:nvPr/>
          </p:nvSpPr>
          <p:spPr>
            <a:xfrm>
              <a:off x="2774300" y="3625075"/>
              <a:ext cx="17000" cy="20625"/>
            </a:xfrm>
            <a:custGeom>
              <a:avLst/>
              <a:gdLst/>
              <a:ahLst/>
              <a:cxnLst/>
              <a:rect l="l" t="t" r="r" b="b"/>
              <a:pathLst>
                <a:path w="680" h="825" extrusionOk="0">
                  <a:moveTo>
                    <a:pt x="651" y="0"/>
                  </a:moveTo>
                  <a:cubicBezTo>
                    <a:pt x="642" y="0"/>
                    <a:pt x="634" y="4"/>
                    <a:pt x="629" y="12"/>
                  </a:cubicBezTo>
                  <a:cubicBezTo>
                    <a:pt x="452" y="291"/>
                    <a:pt x="244" y="549"/>
                    <a:pt x="10" y="780"/>
                  </a:cubicBezTo>
                  <a:cubicBezTo>
                    <a:pt x="0" y="791"/>
                    <a:pt x="0" y="807"/>
                    <a:pt x="10" y="817"/>
                  </a:cubicBezTo>
                  <a:cubicBezTo>
                    <a:pt x="15" y="822"/>
                    <a:pt x="22" y="825"/>
                    <a:pt x="29" y="825"/>
                  </a:cubicBezTo>
                  <a:cubicBezTo>
                    <a:pt x="35" y="825"/>
                    <a:pt x="42" y="822"/>
                    <a:pt x="46" y="817"/>
                  </a:cubicBezTo>
                  <a:cubicBezTo>
                    <a:pt x="283" y="582"/>
                    <a:pt x="493" y="321"/>
                    <a:pt x="672" y="40"/>
                  </a:cubicBezTo>
                  <a:cubicBezTo>
                    <a:pt x="680" y="28"/>
                    <a:pt x="676" y="12"/>
                    <a:pt x="664" y="4"/>
                  </a:cubicBezTo>
                  <a:cubicBezTo>
                    <a:pt x="660" y="2"/>
                    <a:pt x="655" y="0"/>
                    <a:pt x="65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2" name="Google Shape;9862;p31"/>
            <p:cNvSpPr/>
            <p:nvPr/>
          </p:nvSpPr>
          <p:spPr>
            <a:xfrm>
              <a:off x="2768475" y="3647800"/>
              <a:ext cx="3525" cy="3250"/>
            </a:xfrm>
            <a:custGeom>
              <a:avLst/>
              <a:gdLst/>
              <a:ahLst/>
              <a:cxnLst/>
              <a:rect l="l" t="t" r="r" b="b"/>
              <a:pathLst>
                <a:path w="141" h="130" extrusionOk="0">
                  <a:moveTo>
                    <a:pt x="112" y="0"/>
                  </a:moveTo>
                  <a:cubicBezTo>
                    <a:pt x="105" y="0"/>
                    <a:pt x="99" y="3"/>
                    <a:pt x="93" y="7"/>
                  </a:cubicBezTo>
                  <a:lnTo>
                    <a:pt x="11" y="85"/>
                  </a:lnTo>
                  <a:cubicBezTo>
                    <a:pt x="1" y="96"/>
                    <a:pt x="1" y="112"/>
                    <a:pt x="11" y="121"/>
                  </a:cubicBezTo>
                  <a:cubicBezTo>
                    <a:pt x="15" y="127"/>
                    <a:pt x="22" y="130"/>
                    <a:pt x="29" y="130"/>
                  </a:cubicBezTo>
                  <a:lnTo>
                    <a:pt x="30" y="130"/>
                  </a:lnTo>
                  <a:cubicBezTo>
                    <a:pt x="36" y="130"/>
                    <a:pt x="42" y="128"/>
                    <a:pt x="48" y="123"/>
                  </a:cubicBezTo>
                  <a:lnTo>
                    <a:pt x="130" y="45"/>
                  </a:lnTo>
                  <a:cubicBezTo>
                    <a:pt x="141" y="34"/>
                    <a:pt x="141" y="18"/>
                    <a:pt x="131" y="8"/>
                  </a:cubicBezTo>
                  <a:cubicBezTo>
                    <a:pt x="126" y="3"/>
                    <a:pt x="119" y="0"/>
                    <a:pt x="11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3" name="Google Shape;9863;p31"/>
            <p:cNvSpPr/>
            <p:nvPr/>
          </p:nvSpPr>
          <p:spPr>
            <a:xfrm>
              <a:off x="2777100" y="3637100"/>
              <a:ext cx="11750" cy="15525"/>
            </a:xfrm>
            <a:custGeom>
              <a:avLst/>
              <a:gdLst/>
              <a:ahLst/>
              <a:cxnLst/>
              <a:rect l="l" t="t" r="r" b="b"/>
              <a:pathLst>
                <a:path w="470" h="621" extrusionOk="0">
                  <a:moveTo>
                    <a:pt x="441" y="0"/>
                  </a:moveTo>
                  <a:cubicBezTo>
                    <a:pt x="431" y="0"/>
                    <a:pt x="422" y="6"/>
                    <a:pt x="417" y="14"/>
                  </a:cubicBezTo>
                  <a:cubicBezTo>
                    <a:pt x="311" y="221"/>
                    <a:pt x="174" y="411"/>
                    <a:pt x="9" y="576"/>
                  </a:cubicBezTo>
                  <a:cubicBezTo>
                    <a:pt x="0" y="587"/>
                    <a:pt x="0" y="603"/>
                    <a:pt x="9" y="614"/>
                  </a:cubicBezTo>
                  <a:cubicBezTo>
                    <a:pt x="15" y="618"/>
                    <a:pt x="22" y="621"/>
                    <a:pt x="28" y="621"/>
                  </a:cubicBezTo>
                  <a:cubicBezTo>
                    <a:pt x="35" y="621"/>
                    <a:pt x="42" y="618"/>
                    <a:pt x="47" y="613"/>
                  </a:cubicBezTo>
                  <a:cubicBezTo>
                    <a:pt x="214" y="443"/>
                    <a:pt x="354" y="249"/>
                    <a:pt x="463" y="38"/>
                  </a:cubicBezTo>
                  <a:cubicBezTo>
                    <a:pt x="470" y="25"/>
                    <a:pt x="465" y="10"/>
                    <a:pt x="452" y="3"/>
                  </a:cubicBezTo>
                  <a:cubicBezTo>
                    <a:pt x="448" y="1"/>
                    <a:pt x="444" y="0"/>
                    <a:pt x="44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4" name="Google Shape;9864;p31"/>
            <p:cNvSpPr/>
            <p:nvPr/>
          </p:nvSpPr>
          <p:spPr>
            <a:xfrm>
              <a:off x="2776950" y="3591100"/>
              <a:ext cx="18125" cy="23625"/>
            </a:xfrm>
            <a:custGeom>
              <a:avLst/>
              <a:gdLst/>
              <a:ahLst/>
              <a:cxnLst/>
              <a:rect l="l" t="t" r="r" b="b"/>
              <a:pathLst>
                <a:path w="725" h="945" extrusionOk="0">
                  <a:moveTo>
                    <a:pt x="694" y="0"/>
                  </a:moveTo>
                  <a:cubicBezTo>
                    <a:pt x="685" y="0"/>
                    <a:pt x="677" y="5"/>
                    <a:pt x="672" y="14"/>
                  </a:cubicBezTo>
                  <a:cubicBezTo>
                    <a:pt x="485" y="331"/>
                    <a:pt x="262" y="630"/>
                    <a:pt x="11" y="902"/>
                  </a:cubicBezTo>
                  <a:cubicBezTo>
                    <a:pt x="1" y="911"/>
                    <a:pt x="2" y="928"/>
                    <a:pt x="13" y="938"/>
                  </a:cubicBezTo>
                  <a:cubicBezTo>
                    <a:pt x="17" y="942"/>
                    <a:pt x="24" y="945"/>
                    <a:pt x="30" y="945"/>
                  </a:cubicBezTo>
                  <a:cubicBezTo>
                    <a:pt x="37" y="945"/>
                    <a:pt x="44" y="942"/>
                    <a:pt x="49" y="937"/>
                  </a:cubicBezTo>
                  <a:cubicBezTo>
                    <a:pt x="302" y="662"/>
                    <a:pt x="528" y="361"/>
                    <a:pt x="718" y="39"/>
                  </a:cubicBezTo>
                  <a:cubicBezTo>
                    <a:pt x="724" y="27"/>
                    <a:pt x="720" y="11"/>
                    <a:pt x="708" y="4"/>
                  </a:cubicBezTo>
                  <a:cubicBezTo>
                    <a:pt x="704" y="1"/>
                    <a:pt x="699" y="0"/>
                    <a:pt x="69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5" name="Google Shape;9865;p31"/>
            <p:cNvSpPr/>
            <p:nvPr/>
          </p:nvSpPr>
          <p:spPr>
            <a:xfrm>
              <a:off x="2771750" y="3616825"/>
              <a:ext cx="3575" cy="3925"/>
            </a:xfrm>
            <a:custGeom>
              <a:avLst/>
              <a:gdLst/>
              <a:ahLst/>
              <a:cxnLst/>
              <a:rect l="l" t="t" r="r" b="b"/>
              <a:pathLst>
                <a:path w="143" h="157" extrusionOk="0">
                  <a:moveTo>
                    <a:pt x="113" y="1"/>
                  </a:moveTo>
                  <a:cubicBezTo>
                    <a:pt x="106" y="1"/>
                    <a:pt x="98" y="4"/>
                    <a:pt x="93" y="11"/>
                  </a:cubicBezTo>
                  <a:lnTo>
                    <a:pt x="10" y="113"/>
                  </a:lnTo>
                  <a:cubicBezTo>
                    <a:pt x="0" y="125"/>
                    <a:pt x="3" y="142"/>
                    <a:pt x="14" y="150"/>
                  </a:cubicBezTo>
                  <a:cubicBezTo>
                    <a:pt x="18" y="154"/>
                    <a:pt x="24" y="156"/>
                    <a:pt x="30" y="156"/>
                  </a:cubicBezTo>
                  <a:cubicBezTo>
                    <a:pt x="38" y="156"/>
                    <a:pt x="45" y="152"/>
                    <a:pt x="50" y="146"/>
                  </a:cubicBezTo>
                  <a:lnTo>
                    <a:pt x="133" y="43"/>
                  </a:lnTo>
                  <a:cubicBezTo>
                    <a:pt x="143" y="31"/>
                    <a:pt x="140" y="15"/>
                    <a:pt x="129" y="7"/>
                  </a:cubicBezTo>
                  <a:cubicBezTo>
                    <a:pt x="125" y="3"/>
                    <a:pt x="119" y="1"/>
                    <a:pt x="11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6" name="Google Shape;9866;p31"/>
            <p:cNvSpPr/>
            <p:nvPr/>
          </p:nvSpPr>
          <p:spPr>
            <a:xfrm>
              <a:off x="2777625" y="3576600"/>
              <a:ext cx="18450" cy="24950"/>
            </a:xfrm>
            <a:custGeom>
              <a:avLst/>
              <a:gdLst/>
              <a:ahLst/>
              <a:cxnLst/>
              <a:rect l="l" t="t" r="r" b="b"/>
              <a:pathLst>
                <a:path w="738" h="998" extrusionOk="0">
                  <a:moveTo>
                    <a:pt x="707" y="0"/>
                  </a:moveTo>
                  <a:cubicBezTo>
                    <a:pt x="699" y="0"/>
                    <a:pt x="691" y="5"/>
                    <a:pt x="685" y="12"/>
                  </a:cubicBezTo>
                  <a:cubicBezTo>
                    <a:pt x="489" y="345"/>
                    <a:pt x="262" y="662"/>
                    <a:pt x="10" y="954"/>
                  </a:cubicBezTo>
                  <a:cubicBezTo>
                    <a:pt x="1" y="965"/>
                    <a:pt x="2" y="981"/>
                    <a:pt x="13" y="990"/>
                  </a:cubicBezTo>
                  <a:cubicBezTo>
                    <a:pt x="18" y="995"/>
                    <a:pt x="23" y="997"/>
                    <a:pt x="30" y="997"/>
                  </a:cubicBezTo>
                  <a:cubicBezTo>
                    <a:pt x="38" y="997"/>
                    <a:pt x="45" y="995"/>
                    <a:pt x="50" y="988"/>
                  </a:cubicBezTo>
                  <a:cubicBezTo>
                    <a:pt x="303" y="693"/>
                    <a:pt x="532" y="374"/>
                    <a:pt x="730" y="39"/>
                  </a:cubicBezTo>
                  <a:cubicBezTo>
                    <a:pt x="738" y="27"/>
                    <a:pt x="734" y="11"/>
                    <a:pt x="722" y="4"/>
                  </a:cubicBezTo>
                  <a:cubicBezTo>
                    <a:pt x="717" y="2"/>
                    <a:pt x="712" y="0"/>
                    <a:pt x="70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7" name="Google Shape;9867;p31"/>
            <p:cNvSpPr/>
            <p:nvPr/>
          </p:nvSpPr>
          <p:spPr>
            <a:xfrm>
              <a:off x="2751800" y="3578250"/>
              <a:ext cx="30125" cy="29425"/>
            </a:xfrm>
            <a:custGeom>
              <a:avLst/>
              <a:gdLst/>
              <a:ahLst/>
              <a:cxnLst/>
              <a:rect l="l" t="t" r="r" b="b"/>
              <a:pathLst>
                <a:path w="1205" h="1177" extrusionOk="0">
                  <a:moveTo>
                    <a:pt x="1176" y="1"/>
                  </a:moveTo>
                  <a:cubicBezTo>
                    <a:pt x="1168" y="1"/>
                    <a:pt x="1160" y="4"/>
                    <a:pt x="1155" y="11"/>
                  </a:cubicBezTo>
                  <a:cubicBezTo>
                    <a:pt x="829" y="436"/>
                    <a:pt x="446" y="811"/>
                    <a:pt x="14" y="1129"/>
                  </a:cubicBezTo>
                  <a:cubicBezTo>
                    <a:pt x="3" y="1138"/>
                    <a:pt x="0" y="1155"/>
                    <a:pt x="8" y="1165"/>
                  </a:cubicBezTo>
                  <a:cubicBezTo>
                    <a:pt x="14" y="1172"/>
                    <a:pt x="22" y="1176"/>
                    <a:pt x="30" y="1176"/>
                  </a:cubicBezTo>
                  <a:cubicBezTo>
                    <a:pt x="35" y="1176"/>
                    <a:pt x="41" y="1175"/>
                    <a:pt x="45" y="1171"/>
                  </a:cubicBezTo>
                  <a:cubicBezTo>
                    <a:pt x="479" y="850"/>
                    <a:pt x="867" y="471"/>
                    <a:pt x="1196" y="42"/>
                  </a:cubicBezTo>
                  <a:cubicBezTo>
                    <a:pt x="1204" y="31"/>
                    <a:pt x="1203" y="15"/>
                    <a:pt x="1191" y="6"/>
                  </a:cubicBezTo>
                  <a:cubicBezTo>
                    <a:pt x="1186" y="2"/>
                    <a:pt x="1181" y="1"/>
                    <a:pt x="117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8" name="Google Shape;9868;p31"/>
            <p:cNvSpPr/>
            <p:nvPr/>
          </p:nvSpPr>
          <p:spPr>
            <a:xfrm>
              <a:off x="2784050" y="3569825"/>
              <a:ext cx="4800" cy="5125"/>
            </a:xfrm>
            <a:custGeom>
              <a:avLst/>
              <a:gdLst/>
              <a:ahLst/>
              <a:cxnLst/>
              <a:rect l="l" t="t" r="r" b="b"/>
              <a:pathLst>
                <a:path w="192" h="205" extrusionOk="0">
                  <a:moveTo>
                    <a:pt x="163" y="0"/>
                  </a:moveTo>
                  <a:cubicBezTo>
                    <a:pt x="156" y="0"/>
                    <a:pt x="148" y="3"/>
                    <a:pt x="143" y="9"/>
                  </a:cubicBezTo>
                  <a:lnTo>
                    <a:pt x="10" y="161"/>
                  </a:lnTo>
                  <a:cubicBezTo>
                    <a:pt x="0" y="172"/>
                    <a:pt x="2" y="188"/>
                    <a:pt x="13" y="199"/>
                  </a:cubicBezTo>
                  <a:cubicBezTo>
                    <a:pt x="18" y="203"/>
                    <a:pt x="23" y="204"/>
                    <a:pt x="30" y="204"/>
                  </a:cubicBezTo>
                  <a:cubicBezTo>
                    <a:pt x="37" y="204"/>
                    <a:pt x="44" y="201"/>
                    <a:pt x="49" y="196"/>
                  </a:cubicBezTo>
                  <a:lnTo>
                    <a:pt x="182" y="43"/>
                  </a:lnTo>
                  <a:cubicBezTo>
                    <a:pt x="192" y="32"/>
                    <a:pt x="190" y="16"/>
                    <a:pt x="179" y="6"/>
                  </a:cubicBezTo>
                  <a:cubicBezTo>
                    <a:pt x="175" y="2"/>
                    <a:pt x="169" y="0"/>
                    <a:pt x="16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9" name="Google Shape;9869;p31"/>
            <p:cNvSpPr/>
            <p:nvPr/>
          </p:nvSpPr>
          <p:spPr>
            <a:xfrm>
              <a:off x="2750650" y="3568825"/>
              <a:ext cx="31875" cy="31000"/>
            </a:xfrm>
            <a:custGeom>
              <a:avLst/>
              <a:gdLst/>
              <a:ahLst/>
              <a:cxnLst/>
              <a:rect l="l" t="t" r="r" b="b"/>
              <a:pathLst>
                <a:path w="1275" h="1240" extrusionOk="0">
                  <a:moveTo>
                    <a:pt x="1245" y="1"/>
                  </a:moveTo>
                  <a:cubicBezTo>
                    <a:pt x="1237" y="1"/>
                    <a:pt x="1229" y="4"/>
                    <a:pt x="1225" y="10"/>
                  </a:cubicBezTo>
                  <a:cubicBezTo>
                    <a:pt x="876" y="457"/>
                    <a:pt x="469" y="855"/>
                    <a:pt x="14" y="1193"/>
                  </a:cubicBezTo>
                  <a:cubicBezTo>
                    <a:pt x="3" y="1201"/>
                    <a:pt x="1" y="1217"/>
                    <a:pt x="10" y="1229"/>
                  </a:cubicBezTo>
                  <a:cubicBezTo>
                    <a:pt x="14" y="1236"/>
                    <a:pt x="22" y="1238"/>
                    <a:pt x="30" y="1238"/>
                  </a:cubicBezTo>
                  <a:lnTo>
                    <a:pt x="30" y="1240"/>
                  </a:lnTo>
                  <a:cubicBezTo>
                    <a:pt x="36" y="1240"/>
                    <a:pt x="41" y="1237"/>
                    <a:pt x="45" y="1234"/>
                  </a:cubicBezTo>
                  <a:cubicBezTo>
                    <a:pt x="504" y="894"/>
                    <a:pt x="914" y="493"/>
                    <a:pt x="1265" y="42"/>
                  </a:cubicBezTo>
                  <a:cubicBezTo>
                    <a:pt x="1275" y="32"/>
                    <a:pt x="1272" y="15"/>
                    <a:pt x="1261" y="6"/>
                  </a:cubicBezTo>
                  <a:cubicBezTo>
                    <a:pt x="1257" y="2"/>
                    <a:pt x="1251" y="1"/>
                    <a:pt x="124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0" name="Google Shape;9870;p31"/>
            <p:cNvSpPr/>
            <p:nvPr/>
          </p:nvSpPr>
          <p:spPr>
            <a:xfrm>
              <a:off x="2771675" y="3533550"/>
              <a:ext cx="22125" cy="27775"/>
            </a:xfrm>
            <a:custGeom>
              <a:avLst/>
              <a:gdLst/>
              <a:ahLst/>
              <a:cxnLst/>
              <a:rect l="l" t="t" r="r" b="b"/>
              <a:pathLst>
                <a:path w="885" h="1111" extrusionOk="0">
                  <a:moveTo>
                    <a:pt x="854" y="0"/>
                  </a:moveTo>
                  <a:cubicBezTo>
                    <a:pt x="846" y="0"/>
                    <a:pt x="837" y="5"/>
                    <a:pt x="832" y="12"/>
                  </a:cubicBezTo>
                  <a:cubicBezTo>
                    <a:pt x="594" y="388"/>
                    <a:pt x="317" y="743"/>
                    <a:pt x="11" y="1066"/>
                  </a:cubicBezTo>
                  <a:cubicBezTo>
                    <a:pt x="0" y="1077"/>
                    <a:pt x="2" y="1093"/>
                    <a:pt x="11" y="1102"/>
                  </a:cubicBezTo>
                  <a:cubicBezTo>
                    <a:pt x="17" y="1108"/>
                    <a:pt x="23" y="1110"/>
                    <a:pt x="30" y="1110"/>
                  </a:cubicBezTo>
                  <a:lnTo>
                    <a:pt x="30" y="1109"/>
                  </a:lnTo>
                  <a:cubicBezTo>
                    <a:pt x="37" y="1109"/>
                    <a:pt x="43" y="1106"/>
                    <a:pt x="49" y="1101"/>
                  </a:cubicBezTo>
                  <a:cubicBezTo>
                    <a:pt x="357" y="775"/>
                    <a:pt x="635" y="419"/>
                    <a:pt x="876" y="39"/>
                  </a:cubicBezTo>
                  <a:cubicBezTo>
                    <a:pt x="884" y="27"/>
                    <a:pt x="880" y="11"/>
                    <a:pt x="868" y="4"/>
                  </a:cubicBezTo>
                  <a:cubicBezTo>
                    <a:pt x="864" y="1"/>
                    <a:pt x="859" y="0"/>
                    <a:pt x="85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1" name="Google Shape;9871;p31"/>
            <p:cNvSpPr/>
            <p:nvPr/>
          </p:nvSpPr>
          <p:spPr>
            <a:xfrm>
              <a:off x="2766350" y="3563400"/>
              <a:ext cx="3500" cy="3575"/>
            </a:xfrm>
            <a:custGeom>
              <a:avLst/>
              <a:gdLst/>
              <a:ahLst/>
              <a:cxnLst/>
              <a:rect l="l" t="t" r="r" b="b"/>
              <a:pathLst>
                <a:path w="140" h="143" extrusionOk="0">
                  <a:moveTo>
                    <a:pt x="110" y="0"/>
                  </a:moveTo>
                  <a:cubicBezTo>
                    <a:pt x="103" y="0"/>
                    <a:pt x="96" y="3"/>
                    <a:pt x="91" y="9"/>
                  </a:cubicBezTo>
                  <a:lnTo>
                    <a:pt x="10" y="99"/>
                  </a:lnTo>
                  <a:cubicBezTo>
                    <a:pt x="1" y="110"/>
                    <a:pt x="2" y="126"/>
                    <a:pt x="13" y="135"/>
                  </a:cubicBezTo>
                  <a:cubicBezTo>
                    <a:pt x="18" y="141"/>
                    <a:pt x="24" y="142"/>
                    <a:pt x="30" y="142"/>
                  </a:cubicBezTo>
                  <a:cubicBezTo>
                    <a:pt x="37" y="142"/>
                    <a:pt x="44" y="140"/>
                    <a:pt x="49" y="134"/>
                  </a:cubicBezTo>
                  <a:lnTo>
                    <a:pt x="130" y="44"/>
                  </a:lnTo>
                  <a:cubicBezTo>
                    <a:pt x="139" y="33"/>
                    <a:pt x="138" y="17"/>
                    <a:pt x="127" y="8"/>
                  </a:cubicBezTo>
                  <a:cubicBezTo>
                    <a:pt x="122" y="3"/>
                    <a:pt x="116" y="0"/>
                    <a:pt x="11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2" name="Google Shape;9872;p31"/>
            <p:cNvSpPr/>
            <p:nvPr/>
          </p:nvSpPr>
          <p:spPr>
            <a:xfrm>
              <a:off x="2763700" y="3541800"/>
              <a:ext cx="31000" cy="34275"/>
            </a:xfrm>
            <a:custGeom>
              <a:avLst/>
              <a:gdLst/>
              <a:ahLst/>
              <a:cxnLst/>
              <a:rect l="l" t="t" r="r" b="b"/>
              <a:pathLst>
                <a:path w="1240" h="1371" extrusionOk="0">
                  <a:moveTo>
                    <a:pt x="1212" y="1"/>
                  </a:moveTo>
                  <a:cubicBezTo>
                    <a:pt x="1204" y="1"/>
                    <a:pt x="1196" y="4"/>
                    <a:pt x="1190" y="11"/>
                  </a:cubicBezTo>
                  <a:cubicBezTo>
                    <a:pt x="839" y="483"/>
                    <a:pt x="443" y="926"/>
                    <a:pt x="11" y="1325"/>
                  </a:cubicBezTo>
                  <a:cubicBezTo>
                    <a:pt x="1" y="1336"/>
                    <a:pt x="1" y="1352"/>
                    <a:pt x="10" y="1363"/>
                  </a:cubicBezTo>
                  <a:cubicBezTo>
                    <a:pt x="15" y="1368"/>
                    <a:pt x="22" y="1371"/>
                    <a:pt x="29" y="1371"/>
                  </a:cubicBezTo>
                  <a:cubicBezTo>
                    <a:pt x="36" y="1371"/>
                    <a:pt x="41" y="1368"/>
                    <a:pt x="46" y="1364"/>
                  </a:cubicBezTo>
                  <a:cubicBezTo>
                    <a:pt x="481" y="962"/>
                    <a:pt x="879" y="517"/>
                    <a:pt x="1232" y="42"/>
                  </a:cubicBezTo>
                  <a:cubicBezTo>
                    <a:pt x="1240" y="31"/>
                    <a:pt x="1237" y="15"/>
                    <a:pt x="1226" y="5"/>
                  </a:cubicBezTo>
                  <a:cubicBezTo>
                    <a:pt x="1222" y="2"/>
                    <a:pt x="1217" y="1"/>
                    <a:pt x="121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3" name="Google Shape;9873;p31"/>
            <p:cNvSpPr/>
            <p:nvPr/>
          </p:nvSpPr>
          <p:spPr>
            <a:xfrm>
              <a:off x="2765375" y="3606275"/>
              <a:ext cx="7075" cy="7975"/>
            </a:xfrm>
            <a:custGeom>
              <a:avLst/>
              <a:gdLst/>
              <a:ahLst/>
              <a:cxnLst/>
              <a:rect l="l" t="t" r="r" b="b"/>
              <a:pathLst>
                <a:path w="283" h="319" extrusionOk="0">
                  <a:moveTo>
                    <a:pt x="252" y="0"/>
                  </a:moveTo>
                  <a:cubicBezTo>
                    <a:pt x="245" y="0"/>
                    <a:pt x="237" y="3"/>
                    <a:pt x="232" y="9"/>
                  </a:cubicBezTo>
                  <a:lnTo>
                    <a:pt x="10" y="276"/>
                  </a:lnTo>
                  <a:cubicBezTo>
                    <a:pt x="1" y="286"/>
                    <a:pt x="2" y="303"/>
                    <a:pt x="13" y="312"/>
                  </a:cubicBezTo>
                  <a:cubicBezTo>
                    <a:pt x="18" y="316"/>
                    <a:pt x="24" y="319"/>
                    <a:pt x="29" y="319"/>
                  </a:cubicBezTo>
                  <a:cubicBezTo>
                    <a:pt x="37" y="319"/>
                    <a:pt x="44" y="315"/>
                    <a:pt x="49" y="309"/>
                  </a:cubicBezTo>
                  <a:lnTo>
                    <a:pt x="273" y="43"/>
                  </a:lnTo>
                  <a:cubicBezTo>
                    <a:pt x="282" y="32"/>
                    <a:pt x="281" y="16"/>
                    <a:pt x="269" y="7"/>
                  </a:cubicBezTo>
                  <a:cubicBezTo>
                    <a:pt x="264" y="2"/>
                    <a:pt x="258" y="0"/>
                    <a:pt x="25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4" name="Google Shape;9874;p31"/>
            <p:cNvSpPr/>
            <p:nvPr/>
          </p:nvSpPr>
          <p:spPr>
            <a:xfrm>
              <a:off x="2774125" y="3512775"/>
              <a:ext cx="14050" cy="21875"/>
            </a:xfrm>
            <a:custGeom>
              <a:avLst/>
              <a:gdLst/>
              <a:ahLst/>
              <a:cxnLst/>
              <a:rect l="l" t="t" r="r" b="b"/>
              <a:pathLst>
                <a:path w="562" h="875" extrusionOk="0">
                  <a:moveTo>
                    <a:pt x="532" y="1"/>
                  </a:moveTo>
                  <a:cubicBezTo>
                    <a:pt x="522" y="1"/>
                    <a:pt x="513" y="6"/>
                    <a:pt x="509" y="16"/>
                  </a:cubicBezTo>
                  <a:cubicBezTo>
                    <a:pt x="381" y="309"/>
                    <a:pt x="213" y="584"/>
                    <a:pt x="10" y="831"/>
                  </a:cubicBezTo>
                  <a:cubicBezTo>
                    <a:pt x="1" y="842"/>
                    <a:pt x="3" y="858"/>
                    <a:pt x="14" y="868"/>
                  </a:cubicBezTo>
                  <a:cubicBezTo>
                    <a:pt x="18" y="872"/>
                    <a:pt x="25" y="874"/>
                    <a:pt x="30" y="874"/>
                  </a:cubicBezTo>
                  <a:cubicBezTo>
                    <a:pt x="38" y="874"/>
                    <a:pt x="45" y="870"/>
                    <a:pt x="50" y="865"/>
                  </a:cubicBezTo>
                  <a:cubicBezTo>
                    <a:pt x="256" y="613"/>
                    <a:pt x="427" y="335"/>
                    <a:pt x="556" y="36"/>
                  </a:cubicBezTo>
                  <a:cubicBezTo>
                    <a:pt x="562" y="24"/>
                    <a:pt x="556" y="8"/>
                    <a:pt x="543" y="3"/>
                  </a:cubicBezTo>
                  <a:cubicBezTo>
                    <a:pt x="539" y="1"/>
                    <a:pt x="536" y="1"/>
                    <a:pt x="53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5" name="Google Shape;9875;p31"/>
            <p:cNvSpPr/>
            <p:nvPr/>
          </p:nvSpPr>
          <p:spPr>
            <a:xfrm>
              <a:off x="2766300" y="3537750"/>
              <a:ext cx="6000" cy="6975"/>
            </a:xfrm>
            <a:custGeom>
              <a:avLst/>
              <a:gdLst/>
              <a:ahLst/>
              <a:cxnLst/>
              <a:rect l="l" t="t" r="r" b="b"/>
              <a:pathLst>
                <a:path w="240" h="279" extrusionOk="0">
                  <a:moveTo>
                    <a:pt x="211" y="0"/>
                  </a:moveTo>
                  <a:cubicBezTo>
                    <a:pt x="203" y="0"/>
                    <a:pt x="196" y="4"/>
                    <a:pt x="191" y="10"/>
                  </a:cubicBezTo>
                  <a:lnTo>
                    <a:pt x="8" y="237"/>
                  </a:lnTo>
                  <a:cubicBezTo>
                    <a:pt x="0" y="248"/>
                    <a:pt x="2" y="266"/>
                    <a:pt x="12" y="274"/>
                  </a:cubicBezTo>
                  <a:cubicBezTo>
                    <a:pt x="18" y="278"/>
                    <a:pt x="23" y="279"/>
                    <a:pt x="28" y="279"/>
                  </a:cubicBezTo>
                  <a:cubicBezTo>
                    <a:pt x="36" y="279"/>
                    <a:pt x="43" y="276"/>
                    <a:pt x="49" y="270"/>
                  </a:cubicBezTo>
                  <a:lnTo>
                    <a:pt x="232" y="42"/>
                  </a:lnTo>
                  <a:cubicBezTo>
                    <a:pt x="240" y="31"/>
                    <a:pt x="238" y="15"/>
                    <a:pt x="228" y="6"/>
                  </a:cubicBezTo>
                  <a:cubicBezTo>
                    <a:pt x="222" y="2"/>
                    <a:pt x="217" y="0"/>
                    <a:pt x="21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6" name="Google Shape;9876;p31"/>
            <p:cNvSpPr/>
            <p:nvPr/>
          </p:nvSpPr>
          <p:spPr>
            <a:xfrm>
              <a:off x="2762850" y="3500225"/>
              <a:ext cx="21350" cy="32100"/>
            </a:xfrm>
            <a:custGeom>
              <a:avLst/>
              <a:gdLst/>
              <a:ahLst/>
              <a:cxnLst/>
              <a:rect l="l" t="t" r="r" b="b"/>
              <a:pathLst>
                <a:path w="854" h="1284" extrusionOk="0">
                  <a:moveTo>
                    <a:pt x="825" y="1"/>
                  </a:moveTo>
                  <a:cubicBezTo>
                    <a:pt x="816" y="1"/>
                    <a:pt x="807" y="6"/>
                    <a:pt x="803" y="15"/>
                  </a:cubicBezTo>
                  <a:cubicBezTo>
                    <a:pt x="566" y="439"/>
                    <a:pt x="300" y="852"/>
                    <a:pt x="10" y="1242"/>
                  </a:cubicBezTo>
                  <a:cubicBezTo>
                    <a:pt x="1" y="1253"/>
                    <a:pt x="4" y="1269"/>
                    <a:pt x="16" y="1278"/>
                  </a:cubicBezTo>
                  <a:cubicBezTo>
                    <a:pt x="20" y="1282"/>
                    <a:pt x="25" y="1284"/>
                    <a:pt x="31" y="1284"/>
                  </a:cubicBezTo>
                  <a:cubicBezTo>
                    <a:pt x="39" y="1284"/>
                    <a:pt x="47" y="1280"/>
                    <a:pt x="51" y="1273"/>
                  </a:cubicBezTo>
                  <a:cubicBezTo>
                    <a:pt x="343" y="881"/>
                    <a:pt x="610" y="466"/>
                    <a:pt x="847" y="39"/>
                  </a:cubicBezTo>
                  <a:cubicBezTo>
                    <a:pt x="854" y="27"/>
                    <a:pt x="850" y="11"/>
                    <a:pt x="838" y="4"/>
                  </a:cubicBezTo>
                  <a:cubicBezTo>
                    <a:pt x="834" y="2"/>
                    <a:pt x="830" y="1"/>
                    <a:pt x="82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7" name="Google Shape;9877;p31"/>
            <p:cNvSpPr/>
            <p:nvPr/>
          </p:nvSpPr>
          <p:spPr>
            <a:xfrm>
              <a:off x="2757550" y="3534100"/>
              <a:ext cx="3800" cy="4275"/>
            </a:xfrm>
            <a:custGeom>
              <a:avLst/>
              <a:gdLst/>
              <a:ahLst/>
              <a:cxnLst/>
              <a:rect l="l" t="t" r="r" b="b"/>
              <a:pathLst>
                <a:path w="152" h="171" extrusionOk="0">
                  <a:moveTo>
                    <a:pt x="122" y="1"/>
                  </a:moveTo>
                  <a:cubicBezTo>
                    <a:pt x="115" y="1"/>
                    <a:pt x="107" y="4"/>
                    <a:pt x="101" y="11"/>
                  </a:cubicBezTo>
                  <a:lnTo>
                    <a:pt x="10" y="128"/>
                  </a:lnTo>
                  <a:cubicBezTo>
                    <a:pt x="0" y="140"/>
                    <a:pt x="3" y="156"/>
                    <a:pt x="14" y="164"/>
                  </a:cubicBezTo>
                  <a:cubicBezTo>
                    <a:pt x="18" y="168"/>
                    <a:pt x="25" y="171"/>
                    <a:pt x="30" y="171"/>
                  </a:cubicBezTo>
                  <a:cubicBezTo>
                    <a:pt x="38" y="171"/>
                    <a:pt x="45" y="167"/>
                    <a:pt x="50" y="160"/>
                  </a:cubicBezTo>
                  <a:lnTo>
                    <a:pt x="143" y="43"/>
                  </a:lnTo>
                  <a:cubicBezTo>
                    <a:pt x="151" y="31"/>
                    <a:pt x="150" y="15"/>
                    <a:pt x="138" y="7"/>
                  </a:cubicBezTo>
                  <a:cubicBezTo>
                    <a:pt x="133" y="3"/>
                    <a:pt x="128" y="1"/>
                    <a:pt x="12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8" name="Google Shape;9878;p31"/>
            <p:cNvSpPr/>
            <p:nvPr/>
          </p:nvSpPr>
          <p:spPr>
            <a:xfrm>
              <a:off x="2761525" y="3478175"/>
              <a:ext cx="14500" cy="26225"/>
            </a:xfrm>
            <a:custGeom>
              <a:avLst/>
              <a:gdLst/>
              <a:ahLst/>
              <a:cxnLst/>
              <a:rect l="l" t="t" r="r" b="b"/>
              <a:pathLst>
                <a:path w="580" h="1049" extrusionOk="0">
                  <a:moveTo>
                    <a:pt x="550" y="0"/>
                  </a:moveTo>
                  <a:cubicBezTo>
                    <a:pt x="540" y="0"/>
                    <a:pt x="530" y="7"/>
                    <a:pt x="526" y="17"/>
                  </a:cubicBezTo>
                  <a:cubicBezTo>
                    <a:pt x="393" y="367"/>
                    <a:pt x="219" y="699"/>
                    <a:pt x="8" y="1009"/>
                  </a:cubicBezTo>
                  <a:cubicBezTo>
                    <a:pt x="0" y="1021"/>
                    <a:pt x="4" y="1037"/>
                    <a:pt x="15" y="1045"/>
                  </a:cubicBezTo>
                  <a:cubicBezTo>
                    <a:pt x="20" y="1048"/>
                    <a:pt x="24" y="1049"/>
                    <a:pt x="30" y="1049"/>
                  </a:cubicBezTo>
                  <a:cubicBezTo>
                    <a:pt x="38" y="1049"/>
                    <a:pt x="46" y="1045"/>
                    <a:pt x="51" y="1038"/>
                  </a:cubicBezTo>
                  <a:cubicBezTo>
                    <a:pt x="264" y="726"/>
                    <a:pt x="440" y="388"/>
                    <a:pt x="575" y="36"/>
                  </a:cubicBezTo>
                  <a:cubicBezTo>
                    <a:pt x="580" y="22"/>
                    <a:pt x="573" y="8"/>
                    <a:pt x="560" y="2"/>
                  </a:cubicBezTo>
                  <a:cubicBezTo>
                    <a:pt x="557" y="1"/>
                    <a:pt x="553" y="0"/>
                    <a:pt x="55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9" name="Google Shape;9879;p31"/>
            <p:cNvSpPr/>
            <p:nvPr/>
          </p:nvSpPr>
          <p:spPr>
            <a:xfrm>
              <a:off x="2758425" y="3506425"/>
              <a:ext cx="2300" cy="2550"/>
            </a:xfrm>
            <a:custGeom>
              <a:avLst/>
              <a:gdLst/>
              <a:ahLst/>
              <a:cxnLst/>
              <a:rect l="l" t="t" r="r" b="b"/>
              <a:pathLst>
                <a:path w="92" h="102" extrusionOk="0">
                  <a:moveTo>
                    <a:pt x="62" y="0"/>
                  </a:moveTo>
                  <a:cubicBezTo>
                    <a:pt x="54" y="0"/>
                    <a:pt x="46" y="4"/>
                    <a:pt x="41" y="12"/>
                  </a:cubicBezTo>
                  <a:lnTo>
                    <a:pt x="8" y="62"/>
                  </a:lnTo>
                  <a:cubicBezTo>
                    <a:pt x="0" y="74"/>
                    <a:pt x="3" y="90"/>
                    <a:pt x="15" y="98"/>
                  </a:cubicBezTo>
                  <a:cubicBezTo>
                    <a:pt x="21" y="101"/>
                    <a:pt x="25" y="102"/>
                    <a:pt x="30" y="102"/>
                  </a:cubicBezTo>
                  <a:cubicBezTo>
                    <a:pt x="38" y="102"/>
                    <a:pt x="46" y="98"/>
                    <a:pt x="51" y="91"/>
                  </a:cubicBezTo>
                  <a:lnTo>
                    <a:pt x="84" y="41"/>
                  </a:lnTo>
                  <a:cubicBezTo>
                    <a:pt x="92" y="29"/>
                    <a:pt x="89" y="13"/>
                    <a:pt x="77" y="5"/>
                  </a:cubicBezTo>
                  <a:cubicBezTo>
                    <a:pt x="72" y="2"/>
                    <a:pt x="67" y="0"/>
                    <a:pt x="6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0" name="Google Shape;9880;p31"/>
            <p:cNvSpPr/>
            <p:nvPr/>
          </p:nvSpPr>
          <p:spPr>
            <a:xfrm>
              <a:off x="2749050" y="3485475"/>
              <a:ext cx="17975" cy="25000"/>
            </a:xfrm>
            <a:custGeom>
              <a:avLst/>
              <a:gdLst/>
              <a:ahLst/>
              <a:cxnLst/>
              <a:rect l="l" t="t" r="r" b="b"/>
              <a:pathLst>
                <a:path w="719" h="1000" extrusionOk="0">
                  <a:moveTo>
                    <a:pt x="689" y="0"/>
                  </a:moveTo>
                  <a:cubicBezTo>
                    <a:pt x="679" y="0"/>
                    <a:pt x="671" y="5"/>
                    <a:pt x="666" y="14"/>
                  </a:cubicBezTo>
                  <a:cubicBezTo>
                    <a:pt x="488" y="353"/>
                    <a:pt x="268" y="671"/>
                    <a:pt x="11" y="956"/>
                  </a:cubicBezTo>
                  <a:cubicBezTo>
                    <a:pt x="0" y="965"/>
                    <a:pt x="1" y="983"/>
                    <a:pt x="12" y="992"/>
                  </a:cubicBezTo>
                  <a:cubicBezTo>
                    <a:pt x="18" y="996"/>
                    <a:pt x="23" y="999"/>
                    <a:pt x="30" y="999"/>
                  </a:cubicBezTo>
                  <a:cubicBezTo>
                    <a:pt x="36" y="999"/>
                    <a:pt x="43" y="996"/>
                    <a:pt x="48" y="990"/>
                  </a:cubicBezTo>
                  <a:cubicBezTo>
                    <a:pt x="308" y="702"/>
                    <a:pt x="531" y="382"/>
                    <a:pt x="712" y="39"/>
                  </a:cubicBezTo>
                  <a:cubicBezTo>
                    <a:pt x="718" y="25"/>
                    <a:pt x="714" y="10"/>
                    <a:pt x="701" y="4"/>
                  </a:cubicBezTo>
                  <a:cubicBezTo>
                    <a:pt x="697" y="1"/>
                    <a:pt x="693" y="0"/>
                    <a:pt x="68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1" name="Google Shape;9881;p31"/>
            <p:cNvSpPr/>
            <p:nvPr/>
          </p:nvSpPr>
          <p:spPr>
            <a:xfrm>
              <a:off x="2720025" y="3475300"/>
              <a:ext cx="10475" cy="17950"/>
            </a:xfrm>
            <a:custGeom>
              <a:avLst/>
              <a:gdLst/>
              <a:ahLst/>
              <a:cxnLst/>
              <a:rect l="l" t="t" r="r" b="b"/>
              <a:pathLst>
                <a:path w="419" h="718" extrusionOk="0">
                  <a:moveTo>
                    <a:pt x="30" y="0"/>
                  </a:moveTo>
                  <a:cubicBezTo>
                    <a:pt x="26" y="0"/>
                    <a:pt x="22" y="1"/>
                    <a:pt x="19" y="3"/>
                  </a:cubicBezTo>
                  <a:cubicBezTo>
                    <a:pt x="5" y="8"/>
                    <a:pt x="0" y="24"/>
                    <a:pt x="7" y="37"/>
                  </a:cubicBezTo>
                  <a:cubicBezTo>
                    <a:pt x="116" y="264"/>
                    <a:pt x="237" y="487"/>
                    <a:pt x="367" y="704"/>
                  </a:cubicBezTo>
                  <a:cubicBezTo>
                    <a:pt x="371" y="712"/>
                    <a:pt x="381" y="717"/>
                    <a:pt x="389" y="717"/>
                  </a:cubicBezTo>
                  <a:cubicBezTo>
                    <a:pt x="394" y="717"/>
                    <a:pt x="398" y="716"/>
                    <a:pt x="402" y="713"/>
                  </a:cubicBezTo>
                  <a:cubicBezTo>
                    <a:pt x="414" y="707"/>
                    <a:pt x="418" y="690"/>
                    <a:pt x="412" y="678"/>
                  </a:cubicBezTo>
                  <a:cubicBezTo>
                    <a:pt x="283" y="463"/>
                    <a:pt x="163" y="240"/>
                    <a:pt x="54" y="15"/>
                  </a:cubicBezTo>
                  <a:cubicBezTo>
                    <a:pt x="49" y="5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2" name="Google Shape;9882;p31"/>
            <p:cNvSpPr/>
            <p:nvPr/>
          </p:nvSpPr>
          <p:spPr>
            <a:xfrm>
              <a:off x="2731775" y="3495850"/>
              <a:ext cx="3125" cy="3775"/>
            </a:xfrm>
            <a:custGeom>
              <a:avLst/>
              <a:gdLst/>
              <a:ahLst/>
              <a:cxnLst/>
              <a:rect l="l" t="t" r="r" b="b"/>
              <a:pathLst>
                <a:path w="125" h="151" extrusionOk="0">
                  <a:moveTo>
                    <a:pt x="30" y="0"/>
                  </a:moveTo>
                  <a:cubicBezTo>
                    <a:pt x="25" y="0"/>
                    <a:pt x="21" y="1"/>
                    <a:pt x="17" y="4"/>
                  </a:cubicBezTo>
                  <a:cubicBezTo>
                    <a:pt x="5" y="12"/>
                    <a:pt x="1" y="28"/>
                    <a:pt x="9" y="41"/>
                  </a:cubicBezTo>
                  <a:lnTo>
                    <a:pt x="75" y="139"/>
                  </a:lnTo>
                  <a:cubicBezTo>
                    <a:pt x="79" y="147"/>
                    <a:pt x="87" y="151"/>
                    <a:pt x="96" y="151"/>
                  </a:cubicBezTo>
                  <a:cubicBezTo>
                    <a:pt x="100" y="151"/>
                    <a:pt x="106" y="150"/>
                    <a:pt x="110" y="146"/>
                  </a:cubicBezTo>
                  <a:cubicBezTo>
                    <a:pt x="122" y="139"/>
                    <a:pt x="125" y="123"/>
                    <a:pt x="118" y="111"/>
                  </a:cubicBezTo>
                  <a:lnTo>
                    <a:pt x="52" y="12"/>
                  </a:lnTo>
                  <a:cubicBezTo>
                    <a:pt x="47" y="5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3" name="Google Shape;9883;p31"/>
            <p:cNvSpPr/>
            <p:nvPr/>
          </p:nvSpPr>
          <p:spPr>
            <a:xfrm>
              <a:off x="2726325" y="3463000"/>
              <a:ext cx="13325" cy="24250"/>
            </a:xfrm>
            <a:custGeom>
              <a:avLst/>
              <a:gdLst/>
              <a:ahLst/>
              <a:cxnLst/>
              <a:rect l="l" t="t" r="r" b="b"/>
              <a:pathLst>
                <a:path w="533" h="970" extrusionOk="0">
                  <a:moveTo>
                    <a:pt x="30" y="1"/>
                  </a:moveTo>
                  <a:cubicBezTo>
                    <a:pt x="27" y="1"/>
                    <a:pt x="24" y="1"/>
                    <a:pt x="21" y="3"/>
                  </a:cubicBezTo>
                  <a:cubicBezTo>
                    <a:pt x="8" y="7"/>
                    <a:pt x="1" y="21"/>
                    <a:pt x="5" y="35"/>
                  </a:cubicBezTo>
                  <a:cubicBezTo>
                    <a:pt x="117" y="366"/>
                    <a:pt x="278" y="677"/>
                    <a:pt x="483" y="959"/>
                  </a:cubicBezTo>
                  <a:cubicBezTo>
                    <a:pt x="488" y="966"/>
                    <a:pt x="496" y="970"/>
                    <a:pt x="504" y="970"/>
                  </a:cubicBezTo>
                  <a:cubicBezTo>
                    <a:pt x="508" y="970"/>
                    <a:pt x="513" y="968"/>
                    <a:pt x="519" y="964"/>
                  </a:cubicBezTo>
                  <a:cubicBezTo>
                    <a:pt x="530" y="956"/>
                    <a:pt x="532" y="940"/>
                    <a:pt x="524" y="928"/>
                  </a:cubicBezTo>
                  <a:cubicBezTo>
                    <a:pt x="322" y="650"/>
                    <a:pt x="164" y="344"/>
                    <a:pt x="55" y="19"/>
                  </a:cubicBezTo>
                  <a:cubicBezTo>
                    <a:pt x="51" y="8"/>
                    <a:pt x="40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4" name="Google Shape;9884;p31"/>
            <p:cNvSpPr/>
            <p:nvPr/>
          </p:nvSpPr>
          <p:spPr>
            <a:xfrm>
              <a:off x="2736925" y="3462875"/>
              <a:ext cx="13250" cy="23700"/>
            </a:xfrm>
            <a:custGeom>
              <a:avLst/>
              <a:gdLst/>
              <a:ahLst/>
              <a:cxnLst/>
              <a:rect l="l" t="t" r="r" b="b"/>
              <a:pathLst>
                <a:path w="530" h="948" extrusionOk="0">
                  <a:moveTo>
                    <a:pt x="29" y="0"/>
                  </a:moveTo>
                  <a:cubicBezTo>
                    <a:pt x="26" y="0"/>
                    <a:pt x="23" y="1"/>
                    <a:pt x="20" y="2"/>
                  </a:cubicBezTo>
                  <a:cubicBezTo>
                    <a:pt x="7" y="8"/>
                    <a:pt x="1" y="24"/>
                    <a:pt x="6" y="36"/>
                  </a:cubicBezTo>
                  <a:cubicBezTo>
                    <a:pt x="135" y="349"/>
                    <a:pt x="294" y="652"/>
                    <a:pt x="478" y="936"/>
                  </a:cubicBezTo>
                  <a:cubicBezTo>
                    <a:pt x="484" y="944"/>
                    <a:pt x="492" y="948"/>
                    <a:pt x="500" y="948"/>
                  </a:cubicBezTo>
                  <a:cubicBezTo>
                    <a:pt x="505" y="948"/>
                    <a:pt x="509" y="947"/>
                    <a:pt x="515" y="944"/>
                  </a:cubicBezTo>
                  <a:cubicBezTo>
                    <a:pt x="527" y="936"/>
                    <a:pt x="529" y="920"/>
                    <a:pt x="521" y="908"/>
                  </a:cubicBezTo>
                  <a:cubicBezTo>
                    <a:pt x="338" y="626"/>
                    <a:pt x="181" y="326"/>
                    <a:pt x="55" y="17"/>
                  </a:cubicBezTo>
                  <a:cubicBezTo>
                    <a:pt x="49" y="7"/>
                    <a:pt x="39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5" name="Google Shape;9885;p31"/>
            <p:cNvSpPr/>
            <p:nvPr/>
          </p:nvSpPr>
          <p:spPr>
            <a:xfrm>
              <a:off x="2722600" y="3500950"/>
              <a:ext cx="26900" cy="36150"/>
            </a:xfrm>
            <a:custGeom>
              <a:avLst/>
              <a:gdLst/>
              <a:ahLst/>
              <a:cxnLst/>
              <a:rect l="l" t="t" r="r" b="b"/>
              <a:pathLst>
                <a:path w="1076" h="1446" extrusionOk="0">
                  <a:moveTo>
                    <a:pt x="30" y="0"/>
                  </a:moveTo>
                  <a:cubicBezTo>
                    <a:pt x="26" y="0"/>
                    <a:pt x="22" y="1"/>
                    <a:pt x="18" y="3"/>
                  </a:cubicBezTo>
                  <a:cubicBezTo>
                    <a:pt x="6" y="10"/>
                    <a:pt x="1" y="26"/>
                    <a:pt x="7" y="38"/>
                  </a:cubicBezTo>
                  <a:cubicBezTo>
                    <a:pt x="287" y="546"/>
                    <a:pt x="630" y="1016"/>
                    <a:pt x="1028" y="1438"/>
                  </a:cubicBezTo>
                  <a:cubicBezTo>
                    <a:pt x="1034" y="1443"/>
                    <a:pt x="1041" y="1446"/>
                    <a:pt x="1047" y="1446"/>
                  </a:cubicBezTo>
                  <a:cubicBezTo>
                    <a:pt x="1054" y="1446"/>
                    <a:pt x="1059" y="1444"/>
                    <a:pt x="1065" y="1439"/>
                  </a:cubicBezTo>
                  <a:cubicBezTo>
                    <a:pt x="1076" y="1429"/>
                    <a:pt x="1076" y="1413"/>
                    <a:pt x="1066" y="1403"/>
                  </a:cubicBezTo>
                  <a:cubicBezTo>
                    <a:pt x="671" y="984"/>
                    <a:pt x="330" y="517"/>
                    <a:pt x="53" y="14"/>
                  </a:cubicBezTo>
                  <a:cubicBezTo>
                    <a:pt x="48" y="5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6" name="Google Shape;9886;p31"/>
            <p:cNvSpPr/>
            <p:nvPr/>
          </p:nvSpPr>
          <p:spPr>
            <a:xfrm>
              <a:off x="2720950" y="3543225"/>
              <a:ext cx="28425" cy="23500"/>
            </a:xfrm>
            <a:custGeom>
              <a:avLst/>
              <a:gdLst/>
              <a:ahLst/>
              <a:cxnLst/>
              <a:rect l="l" t="t" r="r" b="b"/>
              <a:pathLst>
                <a:path w="1137" h="940" extrusionOk="0">
                  <a:moveTo>
                    <a:pt x="29" y="0"/>
                  </a:moveTo>
                  <a:cubicBezTo>
                    <a:pt x="23" y="0"/>
                    <a:pt x="16" y="3"/>
                    <a:pt x="11" y="7"/>
                  </a:cubicBezTo>
                  <a:cubicBezTo>
                    <a:pt x="1" y="18"/>
                    <a:pt x="1" y="34"/>
                    <a:pt x="11" y="44"/>
                  </a:cubicBezTo>
                  <a:cubicBezTo>
                    <a:pt x="344" y="372"/>
                    <a:pt x="707" y="672"/>
                    <a:pt x="1092" y="934"/>
                  </a:cubicBezTo>
                  <a:cubicBezTo>
                    <a:pt x="1096" y="938"/>
                    <a:pt x="1101" y="940"/>
                    <a:pt x="1107" y="940"/>
                  </a:cubicBezTo>
                  <a:lnTo>
                    <a:pt x="1107" y="938"/>
                  </a:lnTo>
                  <a:cubicBezTo>
                    <a:pt x="1115" y="938"/>
                    <a:pt x="1123" y="936"/>
                    <a:pt x="1128" y="928"/>
                  </a:cubicBezTo>
                  <a:cubicBezTo>
                    <a:pt x="1136" y="916"/>
                    <a:pt x="1132" y="899"/>
                    <a:pt x="1121" y="891"/>
                  </a:cubicBezTo>
                  <a:cubicBezTo>
                    <a:pt x="738" y="630"/>
                    <a:pt x="377" y="333"/>
                    <a:pt x="48" y="7"/>
                  </a:cubicBezTo>
                  <a:cubicBezTo>
                    <a:pt x="42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7" name="Google Shape;9887;p31"/>
            <p:cNvSpPr/>
            <p:nvPr/>
          </p:nvSpPr>
          <p:spPr>
            <a:xfrm>
              <a:off x="2714400" y="3535425"/>
              <a:ext cx="3950" cy="4375"/>
            </a:xfrm>
            <a:custGeom>
              <a:avLst/>
              <a:gdLst/>
              <a:ahLst/>
              <a:cxnLst/>
              <a:rect l="l" t="t" r="r" b="b"/>
              <a:pathLst>
                <a:path w="158" h="175" extrusionOk="0">
                  <a:moveTo>
                    <a:pt x="29" y="1"/>
                  </a:moveTo>
                  <a:cubicBezTo>
                    <a:pt x="24" y="1"/>
                    <a:pt x="18" y="3"/>
                    <a:pt x="12" y="6"/>
                  </a:cubicBezTo>
                  <a:cubicBezTo>
                    <a:pt x="2" y="15"/>
                    <a:pt x="0" y="32"/>
                    <a:pt x="10" y="42"/>
                  </a:cubicBezTo>
                  <a:lnTo>
                    <a:pt x="109" y="165"/>
                  </a:lnTo>
                  <a:cubicBezTo>
                    <a:pt x="115" y="170"/>
                    <a:pt x="121" y="174"/>
                    <a:pt x="129" y="174"/>
                  </a:cubicBezTo>
                  <a:cubicBezTo>
                    <a:pt x="135" y="174"/>
                    <a:pt x="140" y="172"/>
                    <a:pt x="146" y="167"/>
                  </a:cubicBezTo>
                  <a:cubicBezTo>
                    <a:pt x="156" y="159"/>
                    <a:pt x="158" y="143"/>
                    <a:pt x="150" y="131"/>
                  </a:cubicBezTo>
                  <a:lnTo>
                    <a:pt x="50" y="10"/>
                  </a:lnTo>
                  <a:cubicBezTo>
                    <a:pt x="45" y="4"/>
                    <a:pt x="37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8" name="Google Shape;9888;p31"/>
            <p:cNvSpPr/>
            <p:nvPr/>
          </p:nvSpPr>
          <p:spPr>
            <a:xfrm>
              <a:off x="2723975" y="3571675"/>
              <a:ext cx="27075" cy="19300"/>
            </a:xfrm>
            <a:custGeom>
              <a:avLst/>
              <a:gdLst/>
              <a:ahLst/>
              <a:cxnLst/>
              <a:rect l="l" t="t" r="r" b="b"/>
              <a:pathLst>
                <a:path w="1083" h="772" extrusionOk="0">
                  <a:moveTo>
                    <a:pt x="28" y="1"/>
                  </a:moveTo>
                  <a:cubicBezTo>
                    <a:pt x="22" y="1"/>
                    <a:pt x="15" y="3"/>
                    <a:pt x="10" y="8"/>
                  </a:cubicBezTo>
                  <a:cubicBezTo>
                    <a:pt x="1" y="18"/>
                    <a:pt x="1" y="35"/>
                    <a:pt x="10" y="45"/>
                  </a:cubicBezTo>
                  <a:cubicBezTo>
                    <a:pt x="310" y="347"/>
                    <a:pt x="657" y="590"/>
                    <a:pt x="1042" y="769"/>
                  </a:cubicBezTo>
                  <a:cubicBezTo>
                    <a:pt x="1046" y="770"/>
                    <a:pt x="1050" y="772"/>
                    <a:pt x="1053" y="772"/>
                  </a:cubicBezTo>
                  <a:cubicBezTo>
                    <a:pt x="1064" y="772"/>
                    <a:pt x="1073" y="766"/>
                    <a:pt x="1077" y="757"/>
                  </a:cubicBezTo>
                  <a:cubicBezTo>
                    <a:pt x="1082" y="744"/>
                    <a:pt x="1077" y="729"/>
                    <a:pt x="1064" y="722"/>
                  </a:cubicBezTo>
                  <a:cubicBezTo>
                    <a:pt x="684" y="546"/>
                    <a:pt x="342" y="306"/>
                    <a:pt x="48" y="9"/>
                  </a:cubicBezTo>
                  <a:cubicBezTo>
                    <a:pt x="42" y="3"/>
                    <a:pt x="35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9" name="Google Shape;9889;p31"/>
            <p:cNvSpPr/>
            <p:nvPr/>
          </p:nvSpPr>
          <p:spPr>
            <a:xfrm>
              <a:off x="2728500" y="3586175"/>
              <a:ext cx="23150" cy="13350"/>
            </a:xfrm>
            <a:custGeom>
              <a:avLst/>
              <a:gdLst/>
              <a:ahLst/>
              <a:cxnLst/>
              <a:rect l="l" t="t" r="r" b="b"/>
              <a:pathLst>
                <a:path w="926" h="534" extrusionOk="0">
                  <a:moveTo>
                    <a:pt x="30" y="0"/>
                  </a:moveTo>
                  <a:cubicBezTo>
                    <a:pt x="23" y="0"/>
                    <a:pt x="15" y="4"/>
                    <a:pt x="9" y="10"/>
                  </a:cubicBezTo>
                  <a:cubicBezTo>
                    <a:pt x="0" y="21"/>
                    <a:pt x="3" y="37"/>
                    <a:pt x="13" y="46"/>
                  </a:cubicBezTo>
                  <a:cubicBezTo>
                    <a:pt x="276" y="258"/>
                    <a:pt x="570" y="420"/>
                    <a:pt x="888" y="532"/>
                  </a:cubicBezTo>
                  <a:cubicBezTo>
                    <a:pt x="891" y="533"/>
                    <a:pt x="893" y="533"/>
                    <a:pt x="896" y="533"/>
                  </a:cubicBezTo>
                  <a:cubicBezTo>
                    <a:pt x="907" y="533"/>
                    <a:pt x="918" y="527"/>
                    <a:pt x="920" y="516"/>
                  </a:cubicBezTo>
                  <a:cubicBezTo>
                    <a:pt x="926" y="503"/>
                    <a:pt x="919" y="488"/>
                    <a:pt x="905" y="484"/>
                  </a:cubicBezTo>
                  <a:cubicBezTo>
                    <a:pt x="593" y="373"/>
                    <a:pt x="304" y="213"/>
                    <a:pt x="46" y="6"/>
                  </a:cubicBezTo>
                  <a:cubicBezTo>
                    <a:pt x="41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0" name="Google Shape;9890;p31"/>
            <p:cNvSpPr/>
            <p:nvPr/>
          </p:nvSpPr>
          <p:spPr>
            <a:xfrm>
              <a:off x="2716350" y="3584875"/>
              <a:ext cx="20125" cy="15750"/>
            </a:xfrm>
            <a:custGeom>
              <a:avLst/>
              <a:gdLst/>
              <a:ahLst/>
              <a:cxnLst/>
              <a:rect l="l" t="t" r="r" b="b"/>
              <a:pathLst>
                <a:path w="805" h="630" extrusionOk="0">
                  <a:moveTo>
                    <a:pt x="28" y="0"/>
                  </a:moveTo>
                  <a:cubicBezTo>
                    <a:pt x="21" y="0"/>
                    <a:pt x="15" y="3"/>
                    <a:pt x="10" y="8"/>
                  </a:cubicBezTo>
                  <a:cubicBezTo>
                    <a:pt x="0" y="19"/>
                    <a:pt x="2" y="35"/>
                    <a:pt x="12" y="45"/>
                  </a:cubicBezTo>
                  <a:cubicBezTo>
                    <a:pt x="248" y="255"/>
                    <a:pt x="499" y="450"/>
                    <a:pt x="760" y="625"/>
                  </a:cubicBezTo>
                  <a:cubicBezTo>
                    <a:pt x="765" y="629"/>
                    <a:pt x="770" y="630"/>
                    <a:pt x="775" y="630"/>
                  </a:cubicBezTo>
                  <a:cubicBezTo>
                    <a:pt x="783" y="630"/>
                    <a:pt x="791" y="626"/>
                    <a:pt x="797" y="618"/>
                  </a:cubicBezTo>
                  <a:cubicBezTo>
                    <a:pt x="805" y="606"/>
                    <a:pt x="802" y="590"/>
                    <a:pt x="790" y="581"/>
                  </a:cubicBezTo>
                  <a:cubicBezTo>
                    <a:pt x="530" y="408"/>
                    <a:pt x="280" y="214"/>
                    <a:pt x="46" y="7"/>
                  </a:cubicBezTo>
                  <a:cubicBezTo>
                    <a:pt x="41" y="2"/>
                    <a:pt x="34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1" name="Google Shape;9891;p31"/>
            <p:cNvSpPr/>
            <p:nvPr/>
          </p:nvSpPr>
          <p:spPr>
            <a:xfrm>
              <a:off x="2738200" y="3601675"/>
              <a:ext cx="6300" cy="4400"/>
            </a:xfrm>
            <a:custGeom>
              <a:avLst/>
              <a:gdLst/>
              <a:ahLst/>
              <a:cxnLst/>
              <a:rect l="l" t="t" r="r" b="b"/>
              <a:pathLst>
                <a:path w="252" h="176" extrusionOk="0">
                  <a:moveTo>
                    <a:pt x="31" y="1"/>
                  </a:moveTo>
                  <a:cubicBezTo>
                    <a:pt x="23" y="1"/>
                    <a:pt x="14" y="5"/>
                    <a:pt x="9" y="13"/>
                  </a:cubicBezTo>
                  <a:cubicBezTo>
                    <a:pt x="1" y="25"/>
                    <a:pt x="5" y="41"/>
                    <a:pt x="17" y="48"/>
                  </a:cubicBezTo>
                  <a:lnTo>
                    <a:pt x="207" y="172"/>
                  </a:lnTo>
                  <a:cubicBezTo>
                    <a:pt x="212" y="174"/>
                    <a:pt x="216" y="176"/>
                    <a:pt x="221" y="176"/>
                  </a:cubicBezTo>
                  <a:cubicBezTo>
                    <a:pt x="230" y="176"/>
                    <a:pt x="238" y="172"/>
                    <a:pt x="243" y="165"/>
                  </a:cubicBezTo>
                  <a:cubicBezTo>
                    <a:pt x="251" y="153"/>
                    <a:pt x="247" y="137"/>
                    <a:pt x="235" y="129"/>
                  </a:cubicBezTo>
                  <a:lnTo>
                    <a:pt x="45" y="5"/>
                  </a:ln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2" name="Google Shape;9892;p31"/>
            <p:cNvSpPr/>
            <p:nvPr/>
          </p:nvSpPr>
          <p:spPr>
            <a:xfrm>
              <a:off x="2725625" y="3609200"/>
              <a:ext cx="15475" cy="13775"/>
            </a:xfrm>
            <a:custGeom>
              <a:avLst/>
              <a:gdLst/>
              <a:ahLst/>
              <a:cxnLst/>
              <a:rect l="l" t="t" r="r" b="b"/>
              <a:pathLst>
                <a:path w="619" h="551" extrusionOk="0">
                  <a:moveTo>
                    <a:pt x="30" y="0"/>
                  </a:moveTo>
                  <a:cubicBezTo>
                    <a:pt x="22" y="0"/>
                    <a:pt x="15" y="3"/>
                    <a:pt x="10" y="9"/>
                  </a:cubicBezTo>
                  <a:cubicBezTo>
                    <a:pt x="1" y="20"/>
                    <a:pt x="1" y="36"/>
                    <a:pt x="11" y="46"/>
                  </a:cubicBezTo>
                  <a:lnTo>
                    <a:pt x="572" y="543"/>
                  </a:lnTo>
                  <a:cubicBezTo>
                    <a:pt x="578" y="547"/>
                    <a:pt x="583" y="550"/>
                    <a:pt x="590" y="550"/>
                  </a:cubicBezTo>
                  <a:cubicBezTo>
                    <a:pt x="597" y="550"/>
                    <a:pt x="603" y="546"/>
                    <a:pt x="609" y="541"/>
                  </a:cubicBezTo>
                  <a:cubicBezTo>
                    <a:pt x="618" y="530"/>
                    <a:pt x="618" y="514"/>
                    <a:pt x="607" y="504"/>
                  </a:cubicBezTo>
                  <a:lnTo>
                    <a:pt x="46" y="7"/>
                  </a:ln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3" name="Google Shape;9893;p31"/>
            <p:cNvSpPr/>
            <p:nvPr/>
          </p:nvSpPr>
          <p:spPr>
            <a:xfrm>
              <a:off x="2742350" y="3624325"/>
              <a:ext cx="4300" cy="3850"/>
            </a:xfrm>
            <a:custGeom>
              <a:avLst/>
              <a:gdLst/>
              <a:ahLst/>
              <a:cxnLst/>
              <a:rect l="l" t="t" r="r" b="b"/>
              <a:pathLst>
                <a:path w="172" h="154" extrusionOk="0">
                  <a:moveTo>
                    <a:pt x="30" y="1"/>
                  </a:moveTo>
                  <a:cubicBezTo>
                    <a:pt x="23" y="1"/>
                    <a:pt x="16" y="3"/>
                    <a:pt x="11" y="8"/>
                  </a:cubicBezTo>
                  <a:cubicBezTo>
                    <a:pt x="0" y="19"/>
                    <a:pt x="2" y="37"/>
                    <a:pt x="12" y="46"/>
                  </a:cubicBezTo>
                  <a:lnTo>
                    <a:pt x="124" y="147"/>
                  </a:lnTo>
                  <a:cubicBezTo>
                    <a:pt x="129" y="152"/>
                    <a:pt x="136" y="154"/>
                    <a:pt x="142" y="154"/>
                  </a:cubicBezTo>
                  <a:cubicBezTo>
                    <a:pt x="148" y="154"/>
                    <a:pt x="156" y="151"/>
                    <a:pt x="160" y="146"/>
                  </a:cubicBezTo>
                  <a:cubicBezTo>
                    <a:pt x="171" y="135"/>
                    <a:pt x="170" y="119"/>
                    <a:pt x="159" y="109"/>
                  </a:cubicBezTo>
                  <a:lnTo>
                    <a:pt x="47" y="7"/>
                  </a:lnTo>
                  <a:cubicBezTo>
                    <a:pt x="42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4" name="Google Shape;9894;p31"/>
            <p:cNvSpPr/>
            <p:nvPr/>
          </p:nvSpPr>
          <p:spPr>
            <a:xfrm>
              <a:off x="2739925" y="3629350"/>
              <a:ext cx="9900" cy="7600"/>
            </a:xfrm>
            <a:custGeom>
              <a:avLst/>
              <a:gdLst/>
              <a:ahLst/>
              <a:cxnLst/>
              <a:rect l="l" t="t" r="r" b="b"/>
              <a:pathLst>
                <a:path w="396" h="304" extrusionOk="0">
                  <a:moveTo>
                    <a:pt x="29" y="1"/>
                  </a:moveTo>
                  <a:cubicBezTo>
                    <a:pt x="21" y="1"/>
                    <a:pt x="13" y="5"/>
                    <a:pt x="9" y="12"/>
                  </a:cubicBezTo>
                  <a:cubicBezTo>
                    <a:pt x="0" y="23"/>
                    <a:pt x="2" y="39"/>
                    <a:pt x="14" y="48"/>
                  </a:cubicBezTo>
                  <a:lnTo>
                    <a:pt x="352" y="298"/>
                  </a:lnTo>
                  <a:cubicBezTo>
                    <a:pt x="357" y="302"/>
                    <a:pt x="362" y="304"/>
                    <a:pt x="368" y="304"/>
                  </a:cubicBezTo>
                  <a:cubicBezTo>
                    <a:pt x="374" y="304"/>
                    <a:pt x="383" y="300"/>
                    <a:pt x="388" y="293"/>
                  </a:cubicBezTo>
                  <a:cubicBezTo>
                    <a:pt x="396" y="282"/>
                    <a:pt x="395" y="266"/>
                    <a:pt x="383" y="257"/>
                  </a:cubicBezTo>
                  <a:lnTo>
                    <a:pt x="45" y="7"/>
                  </a:lnTo>
                  <a:cubicBezTo>
                    <a:pt x="40" y="3"/>
                    <a:pt x="34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5" name="Google Shape;9895;p31"/>
            <p:cNvSpPr/>
            <p:nvPr/>
          </p:nvSpPr>
          <p:spPr>
            <a:xfrm>
              <a:off x="2751725" y="3638325"/>
              <a:ext cx="7150" cy="5550"/>
            </a:xfrm>
            <a:custGeom>
              <a:avLst/>
              <a:gdLst/>
              <a:ahLst/>
              <a:cxnLst/>
              <a:rect l="l" t="t" r="r" b="b"/>
              <a:pathLst>
                <a:path w="286" h="222" extrusionOk="0">
                  <a:moveTo>
                    <a:pt x="30" y="0"/>
                  </a:moveTo>
                  <a:cubicBezTo>
                    <a:pt x="22" y="0"/>
                    <a:pt x="14" y="4"/>
                    <a:pt x="9" y="11"/>
                  </a:cubicBezTo>
                  <a:cubicBezTo>
                    <a:pt x="1" y="22"/>
                    <a:pt x="3" y="38"/>
                    <a:pt x="14" y="47"/>
                  </a:cubicBezTo>
                  <a:lnTo>
                    <a:pt x="240" y="217"/>
                  </a:lnTo>
                  <a:cubicBezTo>
                    <a:pt x="245" y="221"/>
                    <a:pt x="251" y="222"/>
                    <a:pt x="256" y="222"/>
                  </a:cubicBezTo>
                  <a:cubicBezTo>
                    <a:pt x="264" y="222"/>
                    <a:pt x="272" y="219"/>
                    <a:pt x="276" y="213"/>
                  </a:cubicBezTo>
                  <a:cubicBezTo>
                    <a:pt x="286" y="200"/>
                    <a:pt x="283" y="184"/>
                    <a:pt x="272" y="176"/>
                  </a:cubicBezTo>
                  <a:lnTo>
                    <a:pt x="45" y="5"/>
                  </a:lnTo>
                  <a:cubicBezTo>
                    <a:pt x="41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6" name="Google Shape;9896;p31"/>
            <p:cNvSpPr/>
            <p:nvPr/>
          </p:nvSpPr>
          <p:spPr>
            <a:xfrm>
              <a:off x="2652650" y="3541625"/>
              <a:ext cx="5475" cy="35600"/>
            </a:xfrm>
            <a:custGeom>
              <a:avLst/>
              <a:gdLst/>
              <a:ahLst/>
              <a:cxnLst/>
              <a:rect l="l" t="t" r="r" b="b"/>
              <a:pathLst>
                <a:path w="219" h="1424" extrusionOk="0">
                  <a:moveTo>
                    <a:pt x="27" y="0"/>
                  </a:moveTo>
                  <a:cubicBezTo>
                    <a:pt x="26" y="0"/>
                    <a:pt x="26" y="0"/>
                    <a:pt x="25" y="0"/>
                  </a:cubicBezTo>
                  <a:cubicBezTo>
                    <a:pt x="10" y="3"/>
                    <a:pt x="0" y="16"/>
                    <a:pt x="3" y="31"/>
                  </a:cubicBezTo>
                  <a:cubicBezTo>
                    <a:pt x="88" y="482"/>
                    <a:pt x="142" y="942"/>
                    <a:pt x="166" y="1399"/>
                  </a:cubicBezTo>
                  <a:cubicBezTo>
                    <a:pt x="166" y="1413"/>
                    <a:pt x="178" y="1424"/>
                    <a:pt x="191" y="1424"/>
                  </a:cubicBezTo>
                  <a:lnTo>
                    <a:pt x="193" y="1424"/>
                  </a:lnTo>
                  <a:cubicBezTo>
                    <a:pt x="206" y="1424"/>
                    <a:pt x="218" y="1411"/>
                    <a:pt x="217" y="1397"/>
                  </a:cubicBezTo>
                  <a:cubicBezTo>
                    <a:pt x="194" y="938"/>
                    <a:pt x="139" y="474"/>
                    <a:pt x="54" y="22"/>
                  </a:cubicBezTo>
                  <a:cubicBezTo>
                    <a:pt x="52" y="8"/>
                    <a:pt x="40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7" name="Google Shape;9897;p31"/>
            <p:cNvSpPr/>
            <p:nvPr/>
          </p:nvSpPr>
          <p:spPr>
            <a:xfrm>
              <a:off x="2656625" y="3583050"/>
              <a:ext cx="1400" cy="7800"/>
            </a:xfrm>
            <a:custGeom>
              <a:avLst/>
              <a:gdLst/>
              <a:ahLst/>
              <a:cxnLst/>
              <a:rect l="l" t="t" r="r" b="b"/>
              <a:pathLst>
                <a:path w="56" h="312" extrusionOk="0">
                  <a:moveTo>
                    <a:pt x="26" y="1"/>
                  </a:moveTo>
                  <a:cubicBezTo>
                    <a:pt x="12" y="2"/>
                    <a:pt x="0" y="13"/>
                    <a:pt x="0" y="28"/>
                  </a:cubicBezTo>
                  <a:lnTo>
                    <a:pt x="4" y="286"/>
                  </a:lnTo>
                  <a:cubicBezTo>
                    <a:pt x="4" y="301"/>
                    <a:pt x="15" y="311"/>
                    <a:pt x="30" y="311"/>
                  </a:cubicBezTo>
                  <a:cubicBezTo>
                    <a:pt x="44" y="311"/>
                    <a:pt x="55" y="301"/>
                    <a:pt x="55" y="286"/>
                  </a:cubicBezTo>
                  <a:lnTo>
                    <a:pt x="53" y="26"/>
                  </a:lnTo>
                  <a:cubicBezTo>
                    <a:pt x="53" y="13"/>
                    <a:pt x="40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8" name="Google Shape;9898;p31"/>
            <p:cNvSpPr/>
            <p:nvPr/>
          </p:nvSpPr>
          <p:spPr>
            <a:xfrm>
              <a:off x="2645325" y="3538300"/>
              <a:ext cx="5625" cy="40225"/>
            </a:xfrm>
            <a:custGeom>
              <a:avLst/>
              <a:gdLst/>
              <a:ahLst/>
              <a:cxnLst/>
              <a:rect l="l" t="t" r="r" b="b"/>
              <a:pathLst>
                <a:path w="225" h="1609" extrusionOk="0">
                  <a:moveTo>
                    <a:pt x="28" y="1"/>
                  </a:moveTo>
                  <a:cubicBezTo>
                    <a:pt x="26" y="1"/>
                    <a:pt x="25" y="1"/>
                    <a:pt x="23" y="1"/>
                  </a:cubicBezTo>
                  <a:cubicBezTo>
                    <a:pt x="9" y="4"/>
                    <a:pt x="0" y="17"/>
                    <a:pt x="3" y="32"/>
                  </a:cubicBezTo>
                  <a:cubicBezTo>
                    <a:pt x="96" y="542"/>
                    <a:pt x="152" y="1064"/>
                    <a:pt x="172" y="1583"/>
                  </a:cubicBezTo>
                  <a:cubicBezTo>
                    <a:pt x="172" y="1597"/>
                    <a:pt x="184" y="1609"/>
                    <a:pt x="198" y="1609"/>
                  </a:cubicBezTo>
                  <a:lnTo>
                    <a:pt x="199" y="1609"/>
                  </a:lnTo>
                  <a:cubicBezTo>
                    <a:pt x="213" y="1608"/>
                    <a:pt x="225" y="1596"/>
                    <a:pt x="223" y="1581"/>
                  </a:cubicBezTo>
                  <a:cubicBezTo>
                    <a:pt x="203" y="1060"/>
                    <a:pt x="147" y="535"/>
                    <a:pt x="54" y="23"/>
                  </a:cubicBezTo>
                  <a:cubicBezTo>
                    <a:pt x="51" y="10"/>
                    <a:pt x="4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9" name="Google Shape;9899;p31"/>
            <p:cNvSpPr/>
            <p:nvPr/>
          </p:nvSpPr>
          <p:spPr>
            <a:xfrm>
              <a:off x="2649375" y="3587300"/>
              <a:ext cx="1575" cy="8800"/>
            </a:xfrm>
            <a:custGeom>
              <a:avLst/>
              <a:gdLst/>
              <a:ahLst/>
              <a:cxnLst/>
              <a:rect l="l" t="t" r="r" b="b"/>
              <a:pathLst>
                <a:path w="63" h="352" extrusionOk="0">
                  <a:moveTo>
                    <a:pt x="26" y="0"/>
                  </a:moveTo>
                  <a:cubicBezTo>
                    <a:pt x="12" y="0"/>
                    <a:pt x="1" y="12"/>
                    <a:pt x="1" y="27"/>
                  </a:cubicBezTo>
                  <a:lnTo>
                    <a:pt x="10" y="326"/>
                  </a:lnTo>
                  <a:cubicBezTo>
                    <a:pt x="10" y="339"/>
                    <a:pt x="22" y="351"/>
                    <a:pt x="36" y="351"/>
                  </a:cubicBezTo>
                  <a:lnTo>
                    <a:pt x="37" y="351"/>
                  </a:lnTo>
                  <a:cubicBezTo>
                    <a:pt x="52" y="350"/>
                    <a:pt x="63" y="338"/>
                    <a:pt x="63" y="324"/>
                  </a:cubicBezTo>
                  <a:lnTo>
                    <a:pt x="53" y="26"/>
                  </a:lnTo>
                  <a:cubicBezTo>
                    <a:pt x="53" y="11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0" name="Google Shape;9900;p31"/>
            <p:cNvSpPr/>
            <p:nvPr/>
          </p:nvSpPr>
          <p:spPr>
            <a:xfrm>
              <a:off x="2635325" y="3555875"/>
              <a:ext cx="6100" cy="45100"/>
            </a:xfrm>
            <a:custGeom>
              <a:avLst/>
              <a:gdLst/>
              <a:ahLst/>
              <a:cxnLst/>
              <a:rect l="l" t="t" r="r" b="b"/>
              <a:pathLst>
                <a:path w="244" h="1804" extrusionOk="0">
                  <a:moveTo>
                    <a:pt x="29" y="0"/>
                  </a:moveTo>
                  <a:cubicBezTo>
                    <a:pt x="27" y="0"/>
                    <a:pt x="25" y="0"/>
                    <a:pt x="23" y="1"/>
                  </a:cubicBezTo>
                  <a:cubicBezTo>
                    <a:pt x="10" y="3"/>
                    <a:pt x="0" y="17"/>
                    <a:pt x="3" y="30"/>
                  </a:cubicBezTo>
                  <a:cubicBezTo>
                    <a:pt x="122" y="605"/>
                    <a:pt x="185" y="1193"/>
                    <a:pt x="193" y="1778"/>
                  </a:cubicBezTo>
                  <a:cubicBezTo>
                    <a:pt x="193" y="1791"/>
                    <a:pt x="204" y="1803"/>
                    <a:pt x="218" y="1803"/>
                  </a:cubicBezTo>
                  <a:cubicBezTo>
                    <a:pt x="233" y="1803"/>
                    <a:pt x="244" y="1791"/>
                    <a:pt x="244" y="1776"/>
                  </a:cubicBezTo>
                  <a:cubicBezTo>
                    <a:pt x="236" y="1189"/>
                    <a:pt x="173" y="597"/>
                    <a:pt x="54" y="21"/>
                  </a:cubicBezTo>
                  <a:cubicBezTo>
                    <a:pt x="52" y="8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1" name="Google Shape;9901;p31"/>
            <p:cNvSpPr/>
            <p:nvPr/>
          </p:nvSpPr>
          <p:spPr>
            <a:xfrm>
              <a:off x="2622300" y="3531125"/>
              <a:ext cx="4000" cy="26925"/>
            </a:xfrm>
            <a:custGeom>
              <a:avLst/>
              <a:gdLst/>
              <a:ahLst/>
              <a:cxnLst/>
              <a:rect l="l" t="t" r="r" b="b"/>
              <a:pathLst>
                <a:path w="160" h="1077" extrusionOk="0">
                  <a:moveTo>
                    <a:pt x="28" y="0"/>
                  </a:moveTo>
                  <a:cubicBezTo>
                    <a:pt x="27" y="0"/>
                    <a:pt x="26" y="0"/>
                    <a:pt x="25" y="0"/>
                  </a:cubicBezTo>
                  <a:cubicBezTo>
                    <a:pt x="12" y="3"/>
                    <a:pt x="1" y="17"/>
                    <a:pt x="4" y="30"/>
                  </a:cubicBezTo>
                  <a:cubicBezTo>
                    <a:pt x="53" y="366"/>
                    <a:pt x="87" y="711"/>
                    <a:pt x="107" y="1052"/>
                  </a:cubicBezTo>
                  <a:cubicBezTo>
                    <a:pt x="107" y="1066"/>
                    <a:pt x="119" y="1077"/>
                    <a:pt x="133" y="1077"/>
                  </a:cubicBezTo>
                  <a:lnTo>
                    <a:pt x="134" y="1077"/>
                  </a:lnTo>
                  <a:cubicBezTo>
                    <a:pt x="149" y="1075"/>
                    <a:pt x="160" y="1063"/>
                    <a:pt x="158" y="1048"/>
                  </a:cubicBezTo>
                  <a:cubicBezTo>
                    <a:pt x="139" y="707"/>
                    <a:pt x="104" y="361"/>
                    <a:pt x="55" y="23"/>
                  </a:cubicBezTo>
                  <a:cubicBezTo>
                    <a:pt x="52" y="9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2" name="Google Shape;9902;p31"/>
            <p:cNvSpPr/>
            <p:nvPr/>
          </p:nvSpPr>
          <p:spPr>
            <a:xfrm>
              <a:off x="2624525" y="3562075"/>
              <a:ext cx="1550" cy="5475"/>
            </a:xfrm>
            <a:custGeom>
              <a:avLst/>
              <a:gdLst/>
              <a:ahLst/>
              <a:cxnLst/>
              <a:rect l="l" t="t" r="r" b="b"/>
              <a:pathLst>
                <a:path w="62" h="219" extrusionOk="0">
                  <a:moveTo>
                    <a:pt x="25" y="0"/>
                  </a:moveTo>
                  <a:cubicBezTo>
                    <a:pt x="11" y="1"/>
                    <a:pt x="1" y="14"/>
                    <a:pt x="1" y="28"/>
                  </a:cubicBezTo>
                  <a:lnTo>
                    <a:pt x="9" y="194"/>
                  </a:lnTo>
                  <a:cubicBezTo>
                    <a:pt x="10" y="207"/>
                    <a:pt x="21" y="218"/>
                    <a:pt x="34" y="218"/>
                  </a:cubicBezTo>
                  <a:lnTo>
                    <a:pt x="36" y="218"/>
                  </a:lnTo>
                  <a:cubicBezTo>
                    <a:pt x="50" y="217"/>
                    <a:pt x="61" y="205"/>
                    <a:pt x="61" y="191"/>
                  </a:cubicBezTo>
                  <a:lnTo>
                    <a:pt x="53" y="26"/>
                  </a:lnTo>
                  <a:cubicBezTo>
                    <a:pt x="52" y="11"/>
                    <a:pt x="41" y="0"/>
                    <a:pt x="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3" name="Google Shape;9903;p31"/>
            <p:cNvSpPr/>
            <p:nvPr/>
          </p:nvSpPr>
          <p:spPr>
            <a:xfrm>
              <a:off x="2616925" y="3548150"/>
              <a:ext cx="4100" cy="28575"/>
            </a:xfrm>
            <a:custGeom>
              <a:avLst/>
              <a:gdLst/>
              <a:ahLst/>
              <a:cxnLst/>
              <a:rect l="l" t="t" r="r" b="b"/>
              <a:pathLst>
                <a:path w="164" h="1143" extrusionOk="0">
                  <a:moveTo>
                    <a:pt x="28" y="0"/>
                  </a:moveTo>
                  <a:cubicBezTo>
                    <a:pt x="27" y="0"/>
                    <a:pt x="26" y="0"/>
                    <a:pt x="25" y="0"/>
                  </a:cubicBezTo>
                  <a:cubicBezTo>
                    <a:pt x="10" y="3"/>
                    <a:pt x="1" y="16"/>
                    <a:pt x="3" y="30"/>
                  </a:cubicBezTo>
                  <a:cubicBezTo>
                    <a:pt x="60" y="388"/>
                    <a:pt x="96" y="754"/>
                    <a:pt x="111" y="1118"/>
                  </a:cubicBezTo>
                  <a:cubicBezTo>
                    <a:pt x="112" y="1132"/>
                    <a:pt x="123" y="1142"/>
                    <a:pt x="136" y="1142"/>
                  </a:cubicBezTo>
                  <a:lnTo>
                    <a:pt x="138" y="1142"/>
                  </a:lnTo>
                  <a:cubicBezTo>
                    <a:pt x="153" y="1142"/>
                    <a:pt x="163" y="1130"/>
                    <a:pt x="163" y="1115"/>
                  </a:cubicBezTo>
                  <a:cubicBezTo>
                    <a:pt x="147" y="750"/>
                    <a:pt x="111" y="382"/>
                    <a:pt x="54" y="22"/>
                  </a:cubicBezTo>
                  <a:cubicBezTo>
                    <a:pt x="52" y="9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4" name="Google Shape;9904;p31"/>
            <p:cNvSpPr/>
            <p:nvPr/>
          </p:nvSpPr>
          <p:spPr>
            <a:xfrm>
              <a:off x="2682775" y="3565125"/>
              <a:ext cx="4850" cy="40025"/>
            </a:xfrm>
            <a:custGeom>
              <a:avLst/>
              <a:gdLst/>
              <a:ahLst/>
              <a:cxnLst/>
              <a:rect l="l" t="t" r="r" b="b"/>
              <a:pathLst>
                <a:path w="194" h="1601" extrusionOk="0">
                  <a:moveTo>
                    <a:pt x="29" y="0"/>
                  </a:moveTo>
                  <a:cubicBezTo>
                    <a:pt x="27" y="0"/>
                    <a:pt x="25" y="0"/>
                    <a:pt x="24" y="1"/>
                  </a:cubicBezTo>
                  <a:cubicBezTo>
                    <a:pt x="10" y="3"/>
                    <a:pt x="1" y="17"/>
                    <a:pt x="3" y="32"/>
                  </a:cubicBezTo>
                  <a:cubicBezTo>
                    <a:pt x="104" y="539"/>
                    <a:pt x="141" y="1057"/>
                    <a:pt x="112" y="1573"/>
                  </a:cubicBezTo>
                  <a:cubicBezTo>
                    <a:pt x="112" y="1588"/>
                    <a:pt x="123" y="1600"/>
                    <a:pt x="138" y="1600"/>
                  </a:cubicBezTo>
                  <a:lnTo>
                    <a:pt x="139" y="1600"/>
                  </a:lnTo>
                  <a:cubicBezTo>
                    <a:pt x="153" y="1600"/>
                    <a:pt x="164" y="1589"/>
                    <a:pt x="165" y="1576"/>
                  </a:cubicBezTo>
                  <a:cubicBezTo>
                    <a:pt x="193" y="1055"/>
                    <a:pt x="155" y="532"/>
                    <a:pt x="55" y="21"/>
                  </a:cubicBezTo>
                  <a:cubicBezTo>
                    <a:pt x="52" y="9"/>
                    <a:pt x="4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5" name="Google Shape;9905;p31"/>
            <p:cNvSpPr/>
            <p:nvPr/>
          </p:nvSpPr>
          <p:spPr>
            <a:xfrm>
              <a:off x="2685225" y="3610225"/>
              <a:ext cx="1675" cy="12125"/>
            </a:xfrm>
            <a:custGeom>
              <a:avLst/>
              <a:gdLst/>
              <a:ahLst/>
              <a:cxnLst/>
              <a:rect l="l" t="t" r="r" b="b"/>
              <a:pathLst>
                <a:path w="67" h="485" extrusionOk="0">
                  <a:moveTo>
                    <a:pt x="27" y="1"/>
                  </a:moveTo>
                  <a:cubicBezTo>
                    <a:pt x="12" y="2"/>
                    <a:pt x="1" y="14"/>
                    <a:pt x="1" y="28"/>
                  </a:cubicBezTo>
                  <a:lnTo>
                    <a:pt x="14" y="459"/>
                  </a:lnTo>
                  <a:cubicBezTo>
                    <a:pt x="16" y="474"/>
                    <a:pt x="27" y="485"/>
                    <a:pt x="41" y="485"/>
                  </a:cubicBezTo>
                  <a:cubicBezTo>
                    <a:pt x="56" y="485"/>
                    <a:pt x="67" y="473"/>
                    <a:pt x="67" y="458"/>
                  </a:cubicBezTo>
                  <a:lnTo>
                    <a:pt x="53" y="26"/>
                  </a:lnTo>
                  <a:cubicBezTo>
                    <a:pt x="52" y="11"/>
                    <a:pt x="41" y="3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6" name="Google Shape;9906;p31"/>
            <p:cNvSpPr/>
            <p:nvPr/>
          </p:nvSpPr>
          <p:spPr>
            <a:xfrm>
              <a:off x="2694950" y="3609925"/>
              <a:ext cx="2650" cy="43950"/>
            </a:xfrm>
            <a:custGeom>
              <a:avLst/>
              <a:gdLst/>
              <a:ahLst/>
              <a:cxnLst/>
              <a:rect l="l" t="t" r="r" b="b"/>
              <a:pathLst>
                <a:path w="106" h="1758" extrusionOk="0">
                  <a:moveTo>
                    <a:pt x="26" y="1"/>
                  </a:moveTo>
                  <a:cubicBezTo>
                    <a:pt x="13" y="2"/>
                    <a:pt x="1" y="13"/>
                    <a:pt x="2" y="27"/>
                  </a:cubicBezTo>
                  <a:lnTo>
                    <a:pt x="53" y="1733"/>
                  </a:lnTo>
                  <a:cubicBezTo>
                    <a:pt x="53" y="1747"/>
                    <a:pt x="65" y="1758"/>
                    <a:pt x="79" y="1758"/>
                  </a:cubicBezTo>
                  <a:lnTo>
                    <a:pt x="80" y="1758"/>
                  </a:lnTo>
                  <a:cubicBezTo>
                    <a:pt x="95" y="1758"/>
                    <a:pt x="106" y="1745"/>
                    <a:pt x="106" y="1731"/>
                  </a:cubicBezTo>
                  <a:lnTo>
                    <a:pt x="53" y="26"/>
                  </a:lnTo>
                  <a:cubicBezTo>
                    <a:pt x="53" y="11"/>
                    <a:pt x="4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7" name="Google Shape;9907;p31"/>
            <p:cNvSpPr/>
            <p:nvPr/>
          </p:nvSpPr>
          <p:spPr>
            <a:xfrm>
              <a:off x="2694250" y="3596225"/>
              <a:ext cx="1425" cy="6975"/>
            </a:xfrm>
            <a:custGeom>
              <a:avLst/>
              <a:gdLst/>
              <a:ahLst/>
              <a:cxnLst/>
              <a:rect l="l" t="t" r="r" b="b"/>
              <a:pathLst>
                <a:path w="57" h="279" extrusionOk="0">
                  <a:moveTo>
                    <a:pt x="26" y="1"/>
                  </a:moveTo>
                  <a:cubicBezTo>
                    <a:pt x="11" y="1"/>
                    <a:pt x="0" y="13"/>
                    <a:pt x="0" y="28"/>
                  </a:cubicBezTo>
                  <a:lnTo>
                    <a:pt x="5" y="253"/>
                  </a:lnTo>
                  <a:cubicBezTo>
                    <a:pt x="6" y="266"/>
                    <a:pt x="17" y="278"/>
                    <a:pt x="31" y="278"/>
                  </a:cubicBezTo>
                  <a:cubicBezTo>
                    <a:pt x="46" y="278"/>
                    <a:pt x="57" y="266"/>
                    <a:pt x="57" y="251"/>
                  </a:cubicBezTo>
                  <a:lnTo>
                    <a:pt x="53" y="27"/>
                  </a:lnTo>
                  <a:cubicBezTo>
                    <a:pt x="52" y="12"/>
                    <a:pt x="41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8" name="Google Shape;9908;p31"/>
            <p:cNvSpPr/>
            <p:nvPr/>
          </p:nvSpPr>
          <p:spPr>
            <a:xfrm>
              <a:off x="2701625" y="3591575"/>
              <a:ext cx="2775" cy="33950"/>
            </a:xfrm>
            <a:custGeom>
              <a:avLst/>
              <a:gdLst/>
              <a:ahLst/>
              <a:cxnLst/>
              <a:rect l="l" t="t" r="r" b="b"/>
              <a:pathLst>
                <a:path w="111" h="1358" extrusionOk="0">
                  <a:moveTo>
                    <a:pt x="31" y="1"/>
                  </a:moveTo>
                  <a:cubicBezTo>
                    <a:pt x="30" y="1"/>
                    <a:pt x="28" y="1"/>
                    <a:pt x="26" y="1"/>
                  </a:cubicBezTo>
                  <a:cubicBezTo>
                    <a:pt x="11" y="3"/>
                    <a:pt x="0" y="15"/>
                    <a:pt x="1" y="30"/>
                  </a:cubicBezTo>
                  <a:cubicBezTo>
                    <a:pt x="43" y="460"/>
                    <a:pt x="58" y="897"/>
                    <a:pt x="46" y="1331"/>
                  </a:cubicBezTo>
                  <a:cubicBezTo>
                    <a:pt x="45" y="1345"/>
                    <a:pt x="57" y="1357"/>
                    <a:pt x="70" y="1357"/>
                  </a:cubicBezTo>
                  <a:lnTo>
                    <a:pt x="71" y="1357"/>
                  </a:lnTo>
                  <a:cubicBezTo>
                    <a:pt x="85" y="1357"/>
                    <a:pt x="97" y="1347"/>
                    <a:pt x="97" y="1332"/>
                  </a:cubicBezTo>
                  <a:cubicBezTo>
                    <a:pt x="110" y="897"/>
                    <a:pt x="96" y="457"/>
                    <a:pt x="54" y="24"/>
                  </a:cubicBezTo>
                  <a:cubicBezTo>
                    <a:pt x="53" y="11"/>
                    <a:pt x="43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9" name="Google Shape;9909;p31"/>
            <p:cNvSpPr/>
            <p:nvPr/>
          </p:nvSpPr>
          <p:spPr>
            <a:xfrm>
              <a:off x="2702350" y="3629300"/>
              <a:ext cx="1350" cy="5500"/>
            </a:xfrm>
            <a:custGeom>
              <a:avLst/>
              <a:gdLst/>
              <a:ahLst/>
              <a:cxnLst/>
              <a:rect l="l" t="t" r="r" b="b"/>
              <a:pathLst>
                <a:path w="54" h="220" extrusionOk="0">
                  <a:moveTo>
                    <a:pt x="26" y="0"/>
                  </a:moveTo>
                  <a:cubicBezTo>
                    <a:pt x="11" y="0"/>
                    <a:pt x="1" y="13"/>
                    <a:pt x="1" y="27"/>
                  </a:cubicBezTo>
                  <a:lnTo>
                    <a:pt x="2" y="194"/>
                  </a:lnTo>
                  <a:cubicBezTo>
                    <a:pt x="2" y="208"/>
                    <a:pt x="13" y="220"/>
                    <a:pt x="28" y="220"/>
                  </a:cubicBezTo>
                  <a:cubicBezTo>
                    <a:pt x="42" y="220"/>
                    <a:pt x="53" y="208"/>
                    <a:pt x="53" y="194"/>
                  </a:cubicBezTo>
                  <a:lnTo>
                    <a:pt x="52" y="26"/>
                  </a:lnTo>
                  <a:cubicBezTo>
                    <a:pt x="52" y="13"/>
                    <a:pt x="40" y="0"/>
                    <a:pt x="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0" name="Google Shape;9910;p31"/>
            <p:cNvSpPr/>
            <p:nvPr/>
          </p:nvSpPr>
          <p:spPr>
            <a:xfrm>
              <a:off x="2673625" y="3554450"/>
              <a:ext cx="6425" cy="46125"/>
            </a:xfrm>
            <a:custGeom>
              <a:avLst/>
              <a:gdLst/>
              <a:ahLst/>
              <a:cxnLst/>
              <a:rect l="l" t="t" r="r" b="b"/>
              <a:pathLst>
                <a:path w="257" h="1845" extrusionOk="0">
                  <a:moveTo>
                    <a:pt x="29" y="0"/>
                  </a:moveTo>
                  <a:cubicBezTo>
                    <a:pt x="28" y="0"/>
                    <a:pt x="26" y="1"/>
                    <a:pt x="24" y="1"/>
                  </a:cubicBezTo>
                  <a:cubicBezTo>
                    <a:pt x="10" y="4"/>
                    <a:pt x="1" y="17"/>
                    <a:pt x="3" y="31"/>
                  </a:cubicBezTo>
                  <a:cubicBezTo>
                    <a:pt x="115" y="620"/>
                    <a:pt x="182" y="1221"/>
                    <a:pt x="204" y="1820"/>
                  </a:cubicBezTo>
                  <a:cubicBezTo>
                    <a:pt x="204" y="1833"/>
                    <a:pt x="216" y="1844"/>
                    <a:pt x="230" y="1844"/>
                  </a:cubicBezTo>
                  <a:lnTo>
                    <a:pt x="231" y="1844"/>
                  </a:lnTo>
                  <a:cubicBezTo>
                    <a:pt x="246" y="1844"/>
                    <a:pt x="256" y="1832"/>
                    <a:pt x="256" y="1817"/>
                  </a:cubicBezTo>
                  <a:cubicBezTo>
                    <a:pt x="235" y="1217"/>
                    <a:pt x="166" y="612"/>
                    <a:pt x="53" y="21"/>
                  </a:cubicBezTo>
                  <a:cubicBezTo>
                    <a:pt x="51" y="10"/>
                    <a:pt x="4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1" name="Google Shape;9911;p31"/>
            <p:cNvSpPr/>
            <p:nvPr/>
          </p:nvSpPr>
          <p:spPr>
            <a:xfrm>
              <a:off x="2678350" y="3607650"/>
              <a:ext cx="2550" cy="15350"/>
            </a:xfrm>
            <a:custGeom>
              <a:avLst/>
              <a:gdLst/>
              <a:ahLst/>
              <a:cxnLst/>
              <a:rect l="l" t="t" r="r" b="b"/>
              <a:pathLst>
                <a:path w="102" h="614" extrusionOk="0">
                  <a:moveTo>
                    <a:pt x="28" y="1"/>
                  </a:moveTo>
                  <a:cubicBezTo>
                    <a:pt x="26" y="1"/>
                    <a:pt x="25" y="1"/>
                    <a:pt x="23" y="1"/>
                  </a:cubicBezTo>
                  <a:cubicBezTo>
                    <a:pt x="10" y="4"/>
                    <a:pt x="0" y="18"/>
                    <a:pt x="3" y="31"/>
                  </a:cubicBezTo>
                  <a:cubicBezTo>
                    <a:pt x="35" y="215"/>
                    <a:pt x="49" y="401"/>
                    <a:pt x="45" y="587"/>
                  </a:cubicBezTo>
                  <a:cubicBezTo>
                    <a:pt x="45" y="601"/>
                    <a:pt x="55" y="614"/>
                    <a:pt x="70" y="614"/>
                  </a:cubicBezTo>
                  <a:cubicBezTo>
                    <a:pt x="85" y="614"/>
                    <a:pt x="96" y="603"/>
                    <a:pt x="97" y="588"/>
                  </a:cubicBezTo>
                  <a:cubicBezTo>
                    <a:pt x="101" y="400"/>
                    <a:pt x="86" y="209"/>
                    <a:pt x="54" y="23"/>
                  </a:cubicBezTo>
                  <a:cubicBezTo>
                    <a:pt x="52" y="10"/>
                    <a:pt x="4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2" name="Google Shape;9912;p31"/>
            <p:cNvSpPr/>
            <p:nvPr/>
          </p:nvSpPr>
          <p:spPr>
            <a:xfrm>
              <a:off x="2679675" y="3625825"/>
              <a:ext cx="1375" cy="14700"/>
            </a:xfrm>
            <a:custGeom>
              <a:avLst/>
              <a:gdLst/>
              <a:ahLst/>
              <a:cxnLst/>
              <a:rect l="l" t="t" r="r" b="b"/>
              <a:pathLst>
                <a:path w="55" h="588" extrusionOk="0">
                  <a:moveTo>
                    <a:pt x="27" y="1"/>
                  </a:moveTo>
                  <a:cubicBezTo>
                    <a:pt x="12" y="1"/>
                    <a:pt x="1" y="12"/>
                    <a:pt x="1" y="26"/>
                  </a:cubicBezTo>
                  <a:lnTo>
                    <a:pt x="4" y="562"/>
                  </a:lnTo>
                  <a:cubicBezTo>
                    <a:pt x="4" y="575"/>
                    <a:pt x="14" y="587"/>
                    <a:pt x="29" y="587"/>
                  </a:cubicBezTo>
                  <a:cubicBezTo>
                    <a:pt x="43" y="587"/>
                    <a:pt x="55" y="575"/>
                    <a:pt x="55" y="561"/>
                  </a:cubicBezTo>
                  <a:lnTo>
                    <a:pt x="52" y="26"/>
                  </a:lnTo>
                  <a:cubicBezTo>
                    <a:pt x="52" y="12"/>
                    <a:pt x="41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3" name="Google Shape;9913;p31"/>
            <p:cNvSpPr/>
            <p:nvPr/>
          </p:nvSpPr>
          <p:spPr>
            <a:xfrm>
              <a:off x="2638550" y="3621125"/>
              <a:ext cx="23075" cy="4925"/>
            </a:xfrm>
            <a:custGeom>
              <a:avLst/>
              <a:gdLst/>
              <a:ahLst/>
              <a:cxnLst/>
              <a:rect l="l" t="t" r="r" b="b"/>
              <a:pathLst>
                <a:path w="923" h="197" extrusionOk="0">
                  <a:moveTo>
                    <a:pt x="895" y="0"/>
                  </a:moveTo>
                  <a:cubicBezTo>
                    <a:pt x="894" y="0"/>
                    <a:pt x="893" y="0"/>
                    <a:pt x="891" y="1"/>
                  </a:cubicBezTo>
                  <a:lnTo>
                    <a:pt x="25" y="146"/>
                  </a:lnTo>
                  <a:cubicBezTo>
                    <a:pt x="10" y="149"/>
                    <a:pt x="1" y="162"/>
                    <a:pt x="3" y="175"/>
                  </a:cubicBezTo>
                  <a:cubicBezTo>
                    <a:pt x="6" y="189"/>
                    <a:pt x="17" y="197"/>
                    <a:pt x="29" y="197"/>
                  </a:cubicBezTo>
                  <a:lnTo>
                    <a:pt x="33" y="197"/>
                  </a:lnTo>
                  <a:lnTo>
                    <a:pt x="899" y="52"/>
                  </a:lnTo>
                  <a:cubicBezTo>
                    <a:pt x="913" y="50"/>
                    <a:pt x="922" y="37"/>
                    <a:pt x="921" y="22"/>
                  </a:cubicBezTo>
                  <a:cubicBezTo>
                    <a:pt x="918" y="10"/>
                    <a:pt x="906" y="0"/>
                    <a:pt x="89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4" name="Google Shape;9914;p31"/>
            <p:cNvSpPr/>
            <p:nvPr/>
          </p:nvSpPr>
          <p:spPr>
            <a:xfrm>
              <a:off x="2628250" y="3625150"/>
              <a:ext cx="5075" cy="1450"/>
            </a:xfrm>
            <a:custGeom>
              <a:avLst/>
              <a:gdLst/>
              <a:ahLst/>
              <a:cxnLst/>
              <a:rect l="l" t="t" r="r" b="b"/>
              <a:pathLst>
                <a:path w="203" h="58" extrusionOk="0">
                  <a:moveTo>
                    <a:pt x="176" y="1"/>
                  </a:moveTo>
                  <a:lnTo>
                    <a:pt x="27" y="6"/>
                  </a:lnTo>
                  <a:cubicBezTo>
                    <a:pt x="12" y="6"/>
                    <a:pt x="1" y="18"/>
                    <a:pt x="1" y="33"/>
                  </a:cubicBezTo>
                  <a:cubicBezTo>
                    <a:pt x="2" y="47"/>
                    <a:pt x="13" y="57"/>
                    <a:pt x="28" y="57"/>
                  </a:cubicBezTo>
                  <a:lnTo>
                    <a:pt x="177" y="52"/>
                  </a:lnTo>
                  <a:cubicBezTo>
                    <a:pt x="192" y="52"/>
                    <a:pt x="203" y="40"/>
                    <a:pt x="203" y="25"/>
                  </a:cubicBezTo>
                  <a:cubicBezTo>
                    <a:pt x="203" y="12"/>
                    <a:pt x="191" y="1"/>
                    <a:pt x="17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5" name="Google Shape;9915;p31"/>
            <p:cNvSpPr/>
            <p:nvPr/>
          </p:nvSpPr>
          <p:spPr>
            <a:xfrm>
              <a:off x="2653075" y="3635675"/>
              <a:ext cx="23675" cy="4875"/>
            </a:xfrm>
            <a:custGeom>
              <a:avLst/>
              <a:gdLst/>
              <a:ahLst/>
              <a:cxnLst/>
              <a:rect l="l" t="t" r="r" b="b"/>
              <a:pathLst>
                <a:path w="947" h="195" extrusionOk="0">
                  <a:moveTo>
                    <a:pt x="919" y="0"/>
                  </a:moveTo>
                  <a:cubicBezTo>
                    <a:pt x="917" y="0"/>
                    <a:pt x="915" y="0"/>
                    <a:pt x="913" y="1"/>
                  </a:cubicBezTo>
                  <a:cubicBezTo>
                    <a:pt x="622" y="72"/>
                    <a:pt x="324" y="121"/>
                    <a:pt x="25" y="144"/>
                  </a:cubicBezTo>
                  <a:cubicBezTo>
                    <a:pt x="12" y="144"/>
                    <a:pt x="1" y="157"/>
                    <a:pt x="2" y="171"/>
                  </a:cubicBezTo>
                  <a:cubicBezTo>
                    <a:pt x="4" y="184"/>
                    <a:pt x="14" y="195"/>
                    <a:pt x="28" y="195"/>
                  </a:cubicBezTo>
                  <a:lnTo>
                    <a:pt x="29" y="195"/>
                  </a:lnTo>
                  <a:cubicBezTo>
                    <a:pt x="330" y="172"/>
                    <a:pt x="632" y="123"/>
                    <a:pt x="925" y="51"/>
                  </a:cubicBezTo>
                  <a:cubicBezTo>
                    <a:pt x="939" y="48"/>
                    <a:pt x="947" y="33"/>
                    <a:pt x="944" y="20"/>
                  </a:cubicBezTo>
                  <a:cubicBezTo>
                    <a:pt x="940" y="9"/>
                    <a:pt x="929" y="0"/>
                    <a:pt x="91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6" name="Google Shape;9916;p31"/>
            <p:cNvSpPr/>
            <p:nvPr/>
          </p:nvSpPr>
          <p:spPr>
            <a:xfrm>
              <a:off x="2638450" y="3643400"/>
              <a:ext cx="33425" cy="3625"/>
            </a:xfrm>
            <a:custGeom>
              <a:avLst/>
              <a:gdLst/>
              <a:ahLst/>
              <a:cxnLst/>
              <a:rect l="l" t="t" r="r" b="b"/>
              <a:pathLst>
                <a:path w="1337" h="145" extrusionOk="0">
                  <a:moveTo>
                    <a:pt x="1308" y="1"/>
                  </a:moveTo>
                  <a:cubicBezTo>
                    <a:pt x="1306" y="1"/>
                    <a:pt x="1305" y="1"/>
                    <a:pt x="1303" y="1"/>
                  </a:cubicBezTo>
                  <a:cubicBezTo>
                    <a:pt x="1003" y="62"/>
                    <a:pt x="698" y="93"/>
                    <a:pt x="393" y="93"/>
                  </a:cubicBezTo>
                  <a:cubicBezTo>
                    <a:pt x="272" y="93"/>
                    <a:pt x="151" y="88"/>
                    <a:pt x="30" y="78"/>
                  </a:cubicBezTo>
                  <a:cubicBezTo>
                    <a:pt x="29" y="78"/>
                    <a:pt x="28" y="78"/>
                    <a:pt x="26" y="78"/>
                  </a:cubicBezTo>
                  <a:cubicBezTo>
                    <a:pt x="14" y="78"/>
                    <a:pt x="3" y="89"/>
                    <a:pt x="2" y="101"/>
                  </a:cubicBezTo>
                  <a:cubicBezTo>
                    <a:pt x="1" y="116"/>
                    <a:pt x="11" y="128"/>
                    <a:pt x="25" y="129"/>
                  </a:cubicBezTo>
                  <a:cubicBezTo>
                    <a:pt x="150" y="140"/>
                    <a:pt x="274" y="144"/>
                    <a:pt x="399" y="144"/>
                  </a:cubicBezTo>
                  <a:cubicBezTo>
                    <a:pt x="706" y="144"/>
                    <a:pt x="1012" y="113"/>
                    <a:pt x="1314" y="51"/>
                  </a:cubicBezTo>
                  <a:cubicBezTo>
                    <a:pt x="1327" y="49"/>
                    <a:pt x="1337" y="35"/>
                    <a:pt x="1334" y="22"/>
                  </a:cubicBezTo>
                  <a:cubicBezTo>
                    <a:pt x="1331" y="9"/>
                    <a:pt x="1320" y="1"/>
                    <a:pt x="130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7" name="Google Shape;9917;p31"/>
            <p:cNvSpPr/>
            <p:nvPr/>
          </p:nvSpPr>
          <p:spPr>
            <a:xfrm>
              <a:off x="2679750" y="3650750"/>
              <a:ext cx="14550" cy="3625"/>
            </a:xfrm>
            <a:custGeom>
              <a:avLst/>
              <a:gdLst/>
              <a:ahLst/>
              <a:cxnLst/>
              <a:rect l="l" t="t" r="r" b="b"/>
              <a:pathLst>
                <a:path w="582" h="145" extrusionOk="0">
                  <a:moveTo>
                    <a:pt x="553" y="0"/>
                  </a:moveTo>
                  <a:cubicBezTo>
                    <a:pt x="552" y="0"/>
                    <a:pt x="550" y="0"/>
                    <a:pt x="548" y="1"/>
                  </a:cubicBezTo>
                  <a:lnTo>
                    <a:pt x="24" y="94"/>
                  </a:lnTo>
                  <a:cubicBezTo>
                    <a:pt x="10" y="96"/>
                    <a:pt x="1" y="110"/>
                    <a:pt x="3" y="123"/>
                  </a:cubicBezTo>
                  <a:cubicBezTo>
                    <a:pt x="5" y="137"/>
                    <a:pt x="17" y="145"/>
                    <a:pt x="29" y="145"/>
                  </a:cubicBezTo>
                  <a:lnTo>
                    <a:pt x="33" y="145"/>
                  </a:lnTo>
                  <a:lnTo>
                    <a:pt x="558" y="52"/>
                  </a:lnTo>
                  <a:cubicBezTo>
                    <a:pt x="572" y="49"/>
                    <a:pt x="582" y="36"/>
                    <a:pt x="579" y="22"/>
                  </a:cubicBezTo>
                  <a:cubicBezTo>
                    <a:pt x="577" y="9"/>
                    <a:pt x="566" y="0"/>
                    <a:pt x="55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8" name="Google Shape;9918;p31"/>
            <p:cNvSpPr/>
            <p:nvPr/>
          </p:nvSpPr>
          <p:spPr>
            <a:xfrm>
              <a:off x="2667575" y="3653400"/>
              <a:ext cx="8425" cy="1850"/>
            </a:xfrm>
            <a:custGeom>
              <a:avLst/>
              <a:gdLst/>
              <a:ahLst/>
              <a:cxnLst/>
              <a:rect l="l" t="t" r="r" b="b"/>
              <a:pathLst>
                <a:path w="337" h="74" extrusionOk="0">
                  <a:moveTo>
                    <a:pt x="309" y="1"/>
                  </a:moveTo>
                  <a:cubicBezTo>
                    <a:pt x="307" y="1"/>
                    <a:pt x="305" y="1"/>
                    <a:pt x="303" y="1"/>
                  </a:cubicBezTo>
                  <a:cubicBezTo>
                    <a:pt x="238" y="15"/>
                    <a:pt x="172" y="21"/>
                    <a:pt x="105" y="21"/>
                  </a:cubicBezTo>
                  <a:cubicBezTo>
                    <a:pt x="80" y="21"/>
                    <a:pt x="55" y="20"/>
                    <a:pt x="30" y="19"/>
                  </a:cubicBezTo>
                  <a:cubicBezTo>
                    <a:pt x="29" y="18"/>
                    <a:pt x="29" y="18"/>
                    <a:pt x="28" y="18"/>
                  </a:cubicBezTo>
                  <a:cubicBezTo>
                    <a:pt x="14" y="18"/>
                    <a:pt x="3" y="30"/>
                    <a:pt x="2" y="43"/>
                  </a:cubicBezTo>
                  <a:cubicBezTo>
                    <a:pt x="1" y="58"/>
                    <a:pt x="11" y="70"/>
                    <a:pt x="26" y="71"/>
                  </a:cubicBezTo>
                  <a:cubicBezTo>
                    <a:pt x="50" y="72"/>
                    <a:pt x="76" y="74"/>
                    <a:pt x="100" y="74"/>
                  </a:cubicBezTo>
                  <a:lnTo>
                    <a:pt x="100" y="72"/>
                  </a:lnTo>
                  <a:cubicBezTo>
                    <a:pt x="173" y="72"/>
                    <a:pt x="244" y="66"/>
                    <a:pt x="314" y="51"/>
                  </a:cubicBezTo>
                  <a:cubicBezTo>
                    <a:pt x="328" y="48"/>
                    <a:pt x="337" y="35"/>
                    <a:pt x="334" y="20"/>
                  </a:cubicBezTo>
                  <a:cubicBezTo>
                    <a:pt x="332" y="8"/>
                    <a:pt x="321" y="1"/>
                    <a:pt x="30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9" name="Google Shape;9919;p31"/>
            <p:cNvSpPr/>
            <p:nvPr/>
          </p:nvSpPr>
          <p:spPr>
            <a:xfrm>
              <a:off x="2610975" y="3593075"/>
              <a:ext cx="23725" cy="2525"/>
            </a:xfrm>
            <a:custGeom>
              <a:avLst/>
              <a:gdLst/>
              <a:ahLst/>
              <a:cxnLst/>
              <a:rect l="l" t="t" r="r" b="b"/>
              <a:pathLst>
                <a:path w="949" h="101" extrusionOk="0">
                  <a:moveTo>
                    <a:pt x="921" y="0"/>
                  </a:moveTo>
                  <a:cubicBezTo>
                    <a:pt x="920" y="0"/>
                    <a:pt x="919" y="0"/>
                    <a:pt x="918" y="1"/>
                  </a:cubicBezTo>
                  <a:cubicBezTo>
                    <a:pt x="685" y="32"/>
                    <a:pt x="450" y="48"/>
                    <a:pt x="215" y="48"/>
                  </a:cubicBezTo>
                  <a:cubicBezTo>
                    <a:pt x="153" y="48"/>
                    <a:pt x="90" y="47"/>
                    <a:pt x="27" y="45"/>
                  </a:cubicBezTo>
                  <a:lnTo>
                    <a:pt x="26" y="45"/>
                  </a:lnTo>
                  <a:cubicBezTo>
                    <a:pt x="13" y="45"/>
                    <a:pt x="2" y="56"/>
                    <a:pt x="0" y="69"/>
                  </a:cubicBezTo>
                  <a:cubicBezTo>
                    <a:pt x="0" y="84"/>
                    <a:pt x="11" y="96"/>
                    <a:pt x="26" y="96"/>
                  </a:cubicBezTo>
                  <a:cubicBezTo>
                    <a:pt x="92" y="99"/>
                    <a:pt x="157" y="100"/>
                    <a:pt x="222" y="100"/>
                  </a:cubicBezTo>
                  <a:cubicBezTo>
                    <a:pt x="458" y="100"/>
                    <a:pt x="693" y="84"/>
                    <a:pt x="925" y="52"/>
                  </a:cubicBezTo>
                  <a:cubicBezTo>
                    <a:pt x="940" y="50"/>
                    <a:pt x="949" y="37"/>
                    <a:pt x="948" y="23"/>
                  </a:cubicBezTo>
                  <a:cubicBezTo>
                    <a:pt x="945" y="10"/>
                    <a:pt x="934" y="0"/>
                    <a:pt x="92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0" name="Google Shape;9920;p31"/>
            <p:cNvSpPr/>
            <p:nvPr/>
          </p:nvSpPr>
          <p:spPr>
            <a:xfrm>
              <a:off x="2601225" y="3593625"/>
              <a:ext cx="4600" cy="1725"/>
            </a:xfrm>
            <a:custGeom>
              <a:avLst/>
              <a:gdLst/>
              <a:ahLst/>
              <a:cxnLst/>
              <a:rect l="l" t="t" r="r" b="b"/>
              <a:pathLst>
                <a:path w="184" h="69" extrusionOk="0">
                  <a:moveTo>
                    <a:pt x="26" y="1"/>
                  </a:moveTo>
                  <a:cubicBezTo>
                    <a:pt x="13" y="1"/>
                    <a:pt x="3" y="11"/>
                    <a:pt x="2" y="23"/>
                  </a:cubicBezTo>
                  <a:cubicBezTo>
                    <a:pt x="0" y="38"/>
                    <a:pt x="10" y="51"/>
                    <a:pt x="25" y="53"/>
                  </a:cubicBezTo>
                  <a:lnTo>
                    <a:pt x="154" y="67"/>
                  </a:lnTo>
                  <a:cubicBezTo>
                    <a:pt x="154" y="69"/>
                    <a:pt x="155" y="69"/>
                    <a:pt x="156" y="69"/>
                  </a:cubicBezTo>
                  <a:cubicBezTo>
                    <a:pt x="168" y="69"/>
                    <a:pt x="181" y="58"/>
                    <a:pt x="182" y="46"/>
                  </a:cubicBezTo>
                  <a:cubicBezTo>
                    <a:pt x="183" y="31"/>
                    <a:pt x="174" y="19"/>
                    <a:pt x="159" y="16"/>
                  </a:cubicBezTo>
                  <a:lnTo>
                    <a:pt x="31" y="1"/>
                  </a:lnTo>
                  <a:cubicBezTo>
                    <a:pt x="30" y="1"/>
                    <a:pt x="28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1" name="Google Shape;9921;p31"/>
            <p:cNvSpPr/>
            <p:nvPr/>
          </p:nvSpPr>
          <p:spPr>
            <a:xfrm>
              <a:off x="2587400" y="3584100"/>
              <a:ext cx="30250" cy="5800"/>
            </a:xfrm>
            <a:custGeom>
              <a:avLst/>
              <a:gdLst/>
              <a:ahLst/>
              <a:cxnLst/>
              <a:rect l="l" t="t" r="r" b="b"/>
              <a:pathLst>
                <a:path w="1210" h="232" extrusionOk="0">
                  <a:moveTo>
                    <a:pt x="30" y="1"/>
                  </a:moveTo>
                  <a:cubicBezTo>
                    <a:pt x="18" y="1"/>
                    <a:pt x="9" y="7"/>
                    <a:pt x="4" y="18"/>
                  </a:cubicBezTo>
                  <a:cubicBezTo>
                    <a:pt x="0" y="31"/>
                    <a:pt x="8" y="46"/>
                    <a:pt x="22" y="51"/>
                  </a:cubicBezTo>
                  <a:cubicBezTo>
                    <a:pt x="397" y="170"/>
                    <a:pt x="789" y="232"/>
                    <a:pt x="1184" y="232"/>
                  </a:cubicBezTo>
                  <a:cubicBezTo>
                    <a:pt x="1198" y="232"/>
                    <a:pt x="1210" y="220"/>
                    <a:pt x="1210" y="206"/>
                  </a:cubicBezTo>
                  <a:cubicBezTo>
                    <a:pt x="1210" y="191"/>
                    <a:pt x="1198" y="179"/>
                    <a:pt x="1184" y="179"/>
                  </a:cubicBezTo>
                  <a:cubicBezTo>
                    <a:pt x="794" y="179"/>
                    <a:pt x="408" y="120"/>
                    <a:pt x="38" y="2"/>
                  </a:cubicBezTo>
                  <a:cubicBezTo>
                    <a:pt x="35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2" name="Google Shape;9922;p31"/>
            <p:cNvSpPr/>
            <p:nvPr/>
          </p:nvSpPr>
          <p:spPr>
            <a:xfrm>
              <a:off x="2582850" y="3567750"/>
              <a:ext cx="21175" cy="6775"/>
            </a:xfrm>
            <a:custGeom>
              <a:avLst/>
              <a:gdLst/>
              <a:ahLst/>
              <a:cxnLst/>
              <a:rect l="l" t="t" r="r" b="b"/>
              <a:pathLst>
                <a:path w="847" h="271" extrusionOk="0">
                  <a:moveTo>
                    <a:pt x="29" y="0"/>
                  </a:moveTo>
                  <a:cubicBezTo>
                    <a:pt x="20" y="0"/>
                    <a:pt x="11" y="5"/>
                    <a:pt x="6" y="14"/>
                  </a:cubicBezTo>
                  <a:cubicBezTo>
                    <a:pt x="1" y="26"/>
                    <a:pt x="5" y="42"/>
                    <a:pt x="17" y="49"/>
                  </a:cubicBezTo>
                  <a:cubicBezTo>
                    <a:pt x="263" y="179"/>
                    <a:pt x="540" y="256"/>
                    <a:pt x="820" y="271"/>
                  </a:cubicBezTo>
                  <a:lnTo>
                    <a:pt x="821" y="271"/>
                  </a:lnTo>
                  <a:cubicBezTo>
                    <a:pt x="835" y="271"/>
                    <a:pt x="846" y="260"/>
                    <a:pt x="847" y="245"/>
                  </a:cubicBezTo>
                  <a:cubicBezTo>
                    <a:pt x="847" y="232"/>
                    <a:pt x="836" y="220"/>
                    <a:pt x="823" y="218"/>
                  </a:cubicBezTo>
                  <a:cubicBezTo>
                    <a:pt x="551" y="205"/>
                    <a:pt x="281" y="131"/>
                    <a:pt x="41" y="3"/>
                  </a:cubicBezTo>
                  <a:cubicBezTo>
                    <a:pt x="37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3" name="Google Shape;9923;p31"/>
            <p:cNvSpPr/>
            <p:nvPr/>
          </p:nvSpPr>
          <p:spPr>
            <a:xfrm>
              <a:off x="2606400" y="3573125"/>
              <a:ext cx="4575" cy="1575"/>
            </a:xfrm>
            <a:custGeom>
              <a:avLst/>
              <a:gdLst/>
              <a:ahLst/>
              <a:cxnLst/>
              <a:rect l="l" t="t" r="r" b="b"/>
              <a:pathLst>
                <a:path w="183" h="63" extrusionOk="0">
                  <a:moveTo>
                    <a:pt x="28" y="1"/>
                  </a:moveTo>
                  <a:cubicBezTo>
                    <a:pt x="14" y="1"/>
                    <a:pt x="3" y="11"/>
                    <a:pt x="2" y="25"/>
                  </a:cubicBezTo>
                  <a:cubicBezTo>
                    <a:pt x="1" y="38"/>
                    <a:pt x="11" y="52"/>
                    <a:pt x="26" y="53"/>
                  </a:cubicBezTo>
                  <a:lnTo>
                    <a:pt x="153" y="63"/>
                  </a:lnTo>
                  <a:lnTo>
                    <a:pt x="155" y="63"/>
                  </a:lnTo>
                  <a:cubicBezTo>
                    <a:pt x="169" y="63"/>
                    <a:pt x="179" y="52"/>
                    <a:pt x="181" y="38"/>
                  </a:cubicBezTo>
                  <a:cubicBezTo>
                    <a:pt x="182" y="24"/>
                    <a:pt x="171" y="12"/>
                    <a:pt x="157" y="10"/>
                  </a:cubicBezTo>
                  <a:lnTo>
                    <a:pt x="30" y="1"/>
                  </a:lnTo>
                  <a:cubicBezTo>
                    <a:pt x="29" y="1"/>
                    <a:pt x="28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4" name="Google Shape;9924;p31"/>
            <p:cNvSpPr/>
            <p:nvPr/>
          </p:nvSpPr>
          <p:spPr>
            <a:xfrm>
              <a:off x="2594425" y="3564925"/>
              <a:ext cx="19275" cy="3700"/>
            </a:xfrm>
            <a:custGeom>
              <a:avLst/>
              <a:gdLst/>
              <a:ahLst/>
              <a:cxnLst/>
              <a:rect l="l" t="t" r="r" b="b"/>
              <a:pathLst>
                <a:path w="771" h="148" extrusionOk="0">
                  <a:moveTo>
                    <a:pt x="30" y="1"/>
                  </a:moveTo>
                  <a:cubicBezTo>
                    <a:pt x="19" y="1"/>
                    <a:pt x="8" y="8"/>
                    <a:pt x="5" y="19"/>
                  </a:cubicBezTo>
                  <a:cubicBezTo>
                    <a:pt x="1" y="33"/>
                    <a:pt x="9" y="48"/>
                    <a:pt x="22" y="52"/>
                  </a:cubicBezTo>
                  <a:cubicBezTo>
                    <a:pt x="240" y="115"/>
                    <a:pt x="466" y="147"/>
                    <a:pt x="693" y="147"/>
                  </a:cubicBezTo>
                  <a:cubicBezTo>
                    <a:pt x="711" y="147"/>
                    <a:pt x="727" y="147"/>
                    <a:pt x="745" y="146"/>
                  </a:cubicBezTo>
                  <a:cubicBezTo>
                    <a:pt x="758" y="146"/>
                    <a:pt x="770" y="134"/>
                    <a:pt x="770" y="120"/>
                  </a:cubicBezTo>
                  <a:cubicBezTo>
                    <a:pt x="769" y="105"/>
                    <a:pt x="758" y="95"/>
                    <a:pt x="743" y="95"/>
                  </a:cubicBezTo>
                  <a:cubicBezTo>
                    <a:pt x="729" y="95"/>
                    <a:pt x="715" y="95"/>
                    <a:pt x="702" y="95"/>
                  </a:cubicBezTo>
                  <a:cubicBezTo>
                    <a:pt x="475" y="95"/>
                    <a:pt x="252" y="64"/>
                    <a:pt x="37" y="2"/>
                  </a:cubicBezTo>
                  <a:cubicBezTo>
                    <a:pt x="35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5" name="Google Shape;9925;p31"/>
            <p:cNvSpPr/>
            <p:nvPr/>
          </p:nvSpPr>
          <p:spPr>
            <a:xfrm>
              <a:off x="2719475" y="3623600"/>
              <a:ext cx="4050" cy="28750"/>
            </a:xfrm>
            <a:custGeom>
              <a:avLst/>
              <a:gdLst/>
              <a:ahLst/>
              <a:cxnLst/>
              <a:rect l="l" t="t" r="r" b="b"/>
              <a:pathLst>
                <a:path w="162" h="1150" extrusionOk="0">
                  <a:moveTo>
                    <a:pt x="29" y="1"/>
                  </a:moveTo>
                  <a:cubicBezTo>
                    <a:pt x="28" y="1"/>
                    <a:pt x="26" y="1"/>
                    <a:pt x="25" y="1"/>
                  </a:cubicBezTo>
                  <a:cubicBezTo>
                    <a:pt x="10" y="2"/>
                    <a:pt x="0" y="16"/>
                    <a:pt x="3" y="31"/>
                  </a:cubicBezTo>
                  <a:cubicBezTo>
                    <a:pt x="58" y="391"/>
                    <a:pt x="93" y="760"/>
                    <a:pt x="109" y="1124"/>
                  </a:cubicBezTo>
                  <a:cubicBezTo>
                    <a:pt x="109" y="1138"/>
                    <a:pt x="122" y="1150"/>
                    <a:pt x="135" y="1150"/>
                  </a:cubicBezTo>
                  <a:lnTo>
                    <a:pt x="136" y="1150"/>
                  </a:lnTo>
                  <a:cubicBezTo>
                    <a:pt x="150" y="1149"/>
                    <a:pt x="162" y="1137"/>
                    <a:pt x="161" y="1122"/>
                  </a:cubicBezTo>
                  <a:cubicBezTo>
                    <a:pt x="146" y="756"/>
                    <a:pt x="109" y="386"/>
                    <a:pt x="54" y="23"/>
                  </a:cubicBezTo>
                  <a:cubicBezTo>
                    <a:pt x="52" y="10"/>
                    <a:pt x="4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6" name="Google Shape;9926;p31"/>
            <p:cNvSpPr/>
            <p:nvPr/>
          </p:nvSpPr>
          <p:spPr>
            <a:xfrm>
              <a:off x="2721800" y="3658125"/>
              <a:ext cx="1700" cy="6400"/>
            </a:xfrm>
            <a:custGeom>
              <a:avLst/>
              <a:gdLst/>
              <a:ahLst/>
              <a:cxnLst/>
              <a:rect l="l" t="t" r="r" b="b"/>
              <a:pathLst>
                <a:path w="68" h="256" extrusionOk="0">
                  <a:moveTo>
                    <a:pt x="29" y="0"/>
                  </a:moveTo>
                  <a:cubicBezTo>
                    <a:pt x="28" y="0"/>
                    <a:pt x="27" y="0"/>
                    <a:pt x="26" y="0"/>
                  </a:cubicBezTo>
                  <a:cubicBezTo>
                    <a:pt x="11" y="3"/>
                    <a:pt x="2" y="17"/>
                    <a:pt x="4" y="30"/>
                  </a:cubicBezTo>
                  <a:cubicBezTo>
                    <a:pt x="15" y="96"/>
                    <a:pt x="14" y="162"/>
                    <a:pt x="3" y="226"/>
                  </a:cubicBezTo>
                  <a:cubicBezTo>
                    <a:pt x="0" y="240"/>
                    <a:pt x="10" y="253"/>
                    <a:pt x="23" y="256"/>
                  </a:cubicBezTo>
                  <a:lnTo>
                    <a:pt x="29" y="256"/>
                  </a:lnTo>
                  <a:cubicBezTo>
                    <a:pt x="41" y="256"/>
                    <a:pt x="51" y="248"/>
                    <a:pt x="54" y="234"/>
                  </a:cubicBezTo>
                  <a:cubicBezTo>
                    <a:pt x="66" y="165"/>
                    <a:pt x="68" y="93"/>
                    <a:pt x="55" y="22"/>
                  </a:cubicBezTo>
                  <a:cubicBezTo>
                    <a:pt x="53" y="9"/>
                    <a:pt x="4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7" name="Google Shape;9927;p31"/>
            <p:cNvSpPr/>
            <p:nvPr/>
          </p:nvSpPr>
          <p:spPr>
            <a:xfrm>
              <a:off x="2708675" y="3726425"/>
              <a:ext cx="15500" cy="22425"/>
            </a:xfrm>
            <a:custGeom>
              <a:avLst/>
              <a:gdLst/>
              <a:ahLst/>
              <a:cxnLst/>
              <a:rect l="l" t="t" r="r" b="b"/>
              <a:pathLst>
                <a:path w="620" h="897" extrusionOk="0">
                  <a:moveTo>
                    <a:pt x="590" y="0"/>
                  </a:moveTo>
                  <a:cubicBezTo>
                    <a:pt x="581" y="0"/>
                    <a:pt x="573" y="4"/>
                    <a:pt x="568" y="12"/>
                  </a:cubicBezTo>
                  <a:lnTo>
                    <a:pt x="9" y="856"/>
                  </a:lnTo>
                  <a:cubicBezTo>
                    <a:pt x="1" y="868"/>
                    <a:pt x="3" y="885"/>
                    <a:pt x="15" y="893"/>
                  </a:cubicBezTo>
                  <a:cubicBezTo>
                    <a:pt x="21" y="895"/>
                    <a:pt x="25" y="897"/>
                    <a:pt x="30" y="897"/>
                  </a:cubicBezTo>
                  <a:cubicBezTo>
                    <a:pt x="38" y="897"/>
                    <a:pt x="46" y="893"/>
                    <a:pt x="52" y="885"/>
                  </a:cubicBezTo>
                  <a:lnTo>
                    <a:pt x="611" y="40"/>
                  </a:lnTo>
                  <a:cubicBezTo>
                    <a:pt x="619" y="29"/>
                    <a:pt x="617" y="13"/>
                    <a:pt x="605" y="5"/>
                  </a:cubicBezTo>
                  <a:cubicBezTo>
                    <a:pt x="600" y="2"/>
                    <a:pt x="595" y="0"/>
                    <a:pt x="59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8" name="Google Shape;9928;p31"/>
            <p:cNvSpPr/>
            <p:nvPr/>
          </p:nvSpPr>
          <p:spPr>
            <a:xfrm>
              <a:off x="2701425" y="3751300"/>
              <a:ext cx="4950" cy="4850"/>
            </a:xfrm>
            <a:custGeom>
              <a:avLst/>
              <a:gdLst/>
              <a:ahLst/>
              <a:cxnLst/>
              <a:rect l="l" t="t" r="r" b="b"/>
              <a:pathLst>
                <a:path w="198" h="194" extrusionOk="0">
                  <a:moveTo>
                    <a:pt x="168" y="1"/>
                  </a:moveTo>
                  <a:cubicBezTo>
                    <a:pt x="162" y="1"/>
                    <a:pt x="155" y="3"/>
                    <a:pt x="151" y="8"/>
                  </a:cubicBezTo>
                  <a:lnTo>
                    <a:pt x="11" y="149"/>
                  </a:lnTo>
                  <a:cubicBezTo>
                    <a:pt x="0" y="160"/>
                    <a:pt x="0" y="176"/>
                    <a:pt x="11" y="187"/>
                  </a:cubicBezTo>
                  <a:cubicBezTo>
                    <a:pt x="16" y="191"/>
                    <a:pt x="23" y="194"/>
                    <a:pt x="28" y="194"/>
                  </a:cubicBezTo>
                  <a:cubicBezTo>
                    <a:pt x="35" y="194"/>
                    <a:pt x="42" y="191"/>
                    <a:pt x="47" y="187"/>
                  </a:cubicBezTo>
                  <a:lnTo>
                    <a:pt x="187" y="46"/>
                  </a:lnTo>
                  <a:cubicBezTo>
                    <a:pt x="198" y="35"/>
                    <a:pt x="198" y="19"/>
                    <a:pt x="187" y="8"/>
                  </a:cubicBezTo>
                  <a:cubicBezTo>
                    <a:pt x="182" y="3"/>
                    <a:pt x="175" y="1"/>
                    <a:pt x="16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9" name="Google Shape;9929;p31"/>
            <p:cNvSpPr/>
            <p:nvPr/>
          </p:nvSpPr>
          <p:spPr>
            <a:xfrm>
              <a:off x="2695500" y="3728925"/>
              <a:ext cx="19625" cy="25075"/>
            </a:xfrm>
            <a:custGeom>
              <a:avLst/>
              <a:gdLst/>
              <a:ahLst/>
              <a:cxnLst/>
              <a:rect l="l" t="t" r="r" b="b"/>
              <a:pathLst>
                <a:path w="785" h="1003" extrusionOk="0">
                  <a:moveTo>
                    <a:pt x="756" y="0"/>
                  </a:moveTo>
                  <a:cubicBezTo>
                    <a:pt x="747" y="0"/>
                    <a:pt x="738" y="5"/>
                    <a:pt x="732" y="14"/>
                  </a:cubicBezTo>
                  <a:cubicBezTo>
                    <a:pt x="540" y="362"/>
                    <a:pt x="298" y="681"/>
                    <a:pt x="11" y="958"/>
                  </a:cubicBezTo>
                  <a:cubicBezTo>
                    <a:pt x="0" y="969"/>
                    <a:pt x="0" y="985"/>
                    <a:pt x="11" y="994"/>
                  </a:cubicBezTo>
                  <a:cubicBezTo>
                    <a:pt x="16" y="1000"/>
                    <a:pt x="23" y="1003"/>
                    <a:pt x="30" y="1003"/>
                  </a:cubicBezTo>
                  <a:cubicBezTo>
                    <a:pt x="35" y="1003"/>
                    <a:pt x="42" y="1000"/>
                    <a:pt x="47" y="996"/>
                  </a:cubicBezTo>
                  <a:cubicBezTo>
                    <a:pt x="337" y="715"/>
                    <a:pt x="583" y="392"/>
                    <a:pt x="778" y="38"/>
                  </a:cubicBezTo>
                  <a:cubicBezTo>
                    <a:pt x="785" y="26"/>
                    <a:pt x="781" y="10"/>
                    <a:pt x="768" y="3"/>
                  </a:cubicBezTo>
                  <a:cubicBezTo>
                    <a:pt x="764" y="1"/>
                    <a:pt x="760" y="0"/>
                    <a:pt x="75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0" name="Google Shape;9930;p31"/>
            <p:cNvSpPr/>
            <p:nvPr/>
          </p:nvSpPr>
          <p:spPr>
            <a:xfrm>
              <a:off x="2660575" y="3748275"/>
              <a:ext cx="26575" cy="20650"/>
            </a:xfrm>
            <a:custGeom>
              <a:avLst/>
              <a:gdLst/>
              <a:ahLst/>
              <a:cxnLst/>
              <a:rect l="l" t="t" r="r" b="b"/>
              <a:pathLst>
                <a:path w="1063" h="826" extrusionOk="0">
                  <a:moveTo>
                    <a:pt x="1033" y="1"/>
                  </a:moveTo>
                  <a:cubicBezTo>
                    <a:pt x="1026" y="1"/>
                    <a:pt x="1017" y="5"/>
                    <a:pt x="1013" y="12"/>
                  </a:cubicBezTo>
                  <a:cubicBezTo>
                    <a:pt x="770" y="359"/>
                    <a:pt x="418" y="629"/>
                    <a:pt x="21" y="776"/>
                  </a:cubicBezTo>
                  <a:cubicBezTo>
                    <a:pt x="8" y="780"/>
                    <a:pt x="1" y="796"/>
                    <a:pt x="6" y="810"/>
                  </a:cubicBezTo>
                  <a:cubicBezTo>
                    <a:pt x="10" y="819"/>
                    <a:pt x="20" y="826"/>
                    <a:pt x="30" y="826"/>
                  </a:cubicBezTo>
                  <a:cubicBezTo>
                    <a:pt x="33" y="826"/>
                    <a:pt x="36" y="826"/>
                    <a:pt x="40" y="825"/>
                  </a:cubicBezTo>
                  <a:cubicBezTo>
                    <a:pt x="446" y="675"/>
                    <a:pt x="807" y="397"/>
                    <a:pt x="1054" y="40"/>
                  </a:cubicBezTo>
                  <a:cubicBezTo>
                    <a:pt x="1062" y="29"/>
                    <a:pt x="1060" y="13"/>
                    <a:pt x="1047" y="5"/>
                  </a:cubicBezTo>
                  <a:cubicBezTo>
                    <a:pt x="1043" y="2"/>
                    <a:pt x="1038" y="1"/>
                    <a:pt x="103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1" name="Google Shape;9931;p31"/>
            <p:cNvSpPr/>
            <p:nvPr/>
          </p:nvSpPr>
          <p:spPr>
            <a:xfrm>
              <a:off x="2648975" y="3752100"/>
              <a:ext cx="26475" cy="16050"/>
            </a:xfrm>
            <a:custGeom>
              <a:avLst/>
              <a:gdLst/>
              <a:ahLst/>
              <a:cxnLst/>
              <a:rect l="l" t="t" r="r" b="b"/>
              <a:pathLst>
                <a:path w="1059" h="642" extrusionOk="0">
                  <a:moveTo>
                    <a:pt x="1029" y="0"/>
                  </a:moveTo>
                  <a:cubicBezTo>
                    <a:pt x="1023" y="0"/>
                    <a:pt x="1016" y="3"/>
                    <a:pt x="1011" y="7"/>
                  </a:cubicBezTo>
                  <a:cubicBezTo>
                    <a:pt x="724" y="259"/>
                    <a:pt x="381" y="462"/>
                    <a:pt x="21" y="592"/>
                  </a:cubicBezTo>
                  <a:cubicBezTo>
                    <a:pt x="7" y="596"/>
                    <a:pt x="1" y="611"/>
                    <a:pt x="6" y="624"/>
                  </a:cubicBezTo>
                  <a:cubicBezTo>
                    <a:pt x="10" y="635"/>
                    <a:pt x="20" y="642"/>
                    <a:pt x="30" y="642"/>
                  </a:cubicBezTo>
                  <a:cubicBezTo>
                    <a:pt x="33" y="642"/>
                    <a:pt x="36" y="641"/>
                    <a:pt x="38" y="641"/>
                  </a:cubicBezTo>
                  <a:cubicBezTo>
                    <a:pt x="406" y="507"/>
                    <a:pt x="753" y="302"/>
                    <a:pt x="1046" y="46"/>
                  </a:cubicBezTo>
                  <a:cubicBezTo>
                    <a:pt x="1057" y="37"/>
                    <a:pt x="1058" y="20"/>
                    <a:pt x="1049" y="10"/>
                  </a:cubicBezTo>
                  <a:cubicBezTo>
                    <a:pt x="1044" y="3"/>
                    <a:pt x="1036" y="0"/>
                    <a:pt x="10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2" name="Google Shape;9932;p31"/>
            <p:cNvSpPr/>
            <p:nvPr/>
          </p:nvSpPr>
          <p:spPr>
            <a:xfrm>
              <a:off x="2679250" y="3743175"/>
              <a:ext cx="6100" cy="5275"/>
            </a:xfrm>
            <a:custGeom>
              <a:avLst/>
              <a:gdLst/>
              <a:ahLst/>
              <a:cxnLst/>
              <a:rect l="l" t="t" r="r" b="b"/>
              <a:pathLst>
                <a:path w="244" h="211" extrusionOk="0">
                  <a:moveTo>
                    <a:pt x="215" y="0"/>
                  </a:moveTo>
                  <a:cubicBezTo>
                    <a:pt x="209" y="0"/>
                    <a:pt x="203" y="2"/>
                    <a:pt x="198" y="6"/>
                  </a:cubicBezTo>
                  <a:lnTo>
                    <a:pt x="13" y="165"/>
                  </a:lnTo>
                  <a:cubicBezTo>
                    <a:pt x="2" y="174"/>
                    <a:pt x="0" y="190"/>
                    <a:pt x="10" y="201"/>
                  </a:cubicBezTo>
                  <a:cubicBezTo>
                    <a:pt x="15" y="208"/>
                    <a:pt x="22" y="211"/>
                    <a:pt x="30" y="211"/>
                  </a:cubicBezTo>
                  <a:cubicBezTo>
                    <a:pt x="35" y="211"/>
                    <a:pt x="42" y="208"/>
                    <a:pt x="46" y="204"/>
                  </a:cubicBezTo>
                  <a:lnTo>
                    <a:pt x="232" y="46"/>
                  </a:lnTo>
                  <a:cubicBezTo>
                    <a:pt x="243" y="37"/>
                    <a:pt x="244" y="20"/>
                    <a:pt x="235" y="9"/>
                  </a:cubicBezTo>
                  <a:cubicBezTo>
                    <a:pt x="230" y="3"/>
                    <a:pt x="223" y="0"/>
                    <a:pt x="21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3" name="Google Shape;9933;p31"/>
            <p:cNvSpPr/>
            <p:nvPr/>
          </p:nvSpPr>
          <p:spPr>
            <a:xfrm>
              <a:off x="2649425" y="3714775"/>
              <a:ext cx="15900" cy="7375"/>
            </a:xfrm>
            <a:custGeom>
              <a:avLst/>
              <a:gdLst/>
              <a:ahLst/>
              <a:cxnLst/>
              <a:rect l="l" t="t" r="r" b="b"/>
              <a:pathLst>
                <a:path w="636" h="295" extrusionOk="0">
                  <a:moveTo>
                    <a:pt x="27" y="0"/>
                  </a:moveTo>
                  <a:cubicBezTo>
                    <a:pt x="15" y="0"/>
                    <a:pt x="5" y="10"/>
                    <a:pt x="3" y="21"/>
                  </a:cubicBezTo>
                  <a:cubicBezTo>
                    <a:pt x="0" y="35"/>
                    <a:pt x="10" y="50"/>
                    <a:pt x="24" y="52"/>
                  </a:cubicBezTo>
                  <a:cubicBezTo>
                    <a:pt x="226" y="91"/>
                    <a:pt x="423" y="173"/>
                    <a:pt x="592" y="291"/>
                  </a:cubicBezTo>
                  <a:cubicBezTo>
                    <a:pt x="596" y="293"/>
                    <a:pt x="602" y="295"/>
                    <a:pt x="607" y="295"/>
                  </a:cubicBezTo>
                  <a:cubicBezTo>
                    <a:pt x="615" y="295"/>
                    <a:pt x="623" y="291"/>
                    <a:pt x="627" y="284"/>
                  </a:cubicBezTo>
                  <a:cubicBezTo>
                    <a:pt x="635" y="272"/>
                    <a:pt x="632" y="256"/>
                    <a:pt x="622" y="247"/>
                  </a:cubicBezTo>
                  <a:cubicBezTo>
                    <a:pt x="445" y="126"/>
                    <a:pt x="242" y="42"/>
                    <a:pt x="34" y="1"/>
                  </a:cubicBezTo>
                  <a:cubicBezTo>
                    <a:pt x="32" y="1"/>
                    <a:pt x="30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4" name="Google Shape;9934;p31"/>
            <p:cNvSpPr/>
            <p:nvPr/>
          </p:nvSpPr>
          <p:spPr>
            <a:xfrm>
              <a:off x="2666900" y="3722850"/>
              <a:ext cx="5725" cy="4850"/>
            </a:xfrm>
            <a:custGeom>
              <a:avLst/>
              <a:gdLst/>
              <a:ahLst/>
              <a:cxnLst/>
              <a:rect l="l" t="t" r="r" b="b"/>
              <a:pathLst>
                <a:path w="229" h="194" extrusionOk="0">
                  <a:moveTo>
                    <a:pt x="30" y="0"/>
                  </a:moveTo>
                  <a:cubicBezTo>
                    <a:pt x="23" y="0"/>
                    <a:pt x="15" y="3"/>
                    <a:pt x="10" y="9"/>
                  </a:cubicBezTo>
                  <a:cubicBezTo>
                    <a:pt x="1" y="20"/>
                    <a:pt x="2" y="37"/>
                    <a:pt x="13" y="46"/>
                  </a:cubicBezTo>
                  <a:lnTo>
                    <a:pt x="182" y="188"/>
                  </a:lnTo>
                  <a:cubicBezTo>
                    <a:pt x="188" y="192"/>
                    <a:pt x="193" y="194"/>
                    <a:pt x="200" y="194"/>
                  </a:cubicBezTo>
                  <a:cubicBezTo>
                    <a:pt x="207" y="194"/>
                    <a:pt x="215" y="191"/>
                    <a:pt x="219" y="184"/>
                  </a:cubicBezTo>
                  <a:cubicBezTo>
                    <a:pt x="228" y="173"/>
                    <a:pt x="227" y="157"/>
                    <a:pt x="216" y="148"/>
                  </a:cubicBezTo>
                  <a:lnTo>
                    <a:pt x="46" y="7"/>
                  </a:ln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5" name="Google Shape;9935;p31"/>
            <p:cNvSpPr/>
            <p:nvPr/>
          </p:nvSpPr>
          <p:spPr>
            <a:xfrm>
              <a:off x="2655375" y="3723300"/>
              <a:ext cx="16725" cy="10725"/>
            </a:xfrm>
            <a:custGeom>
              <a:avLst/>
              <a:gdLst/>
              <a:ahLst/>
              <a:cxnLst/>
              <a:rect l="l" t="t" r="r" b="b"/>
              <a:pathLst>
                <a:path w="669" h="429" extrusionOk="0">
                  <a:moveTo>
                    <a:pt x="29" y="0"/>
                  </a:moveTo>
                  <a:cubicBezTo>
                    <a:pt x="20" y="0"/>
                    <a:pt x="10" y="6"/>
                    <a:pt x="6" y="14"/>
                  </a:cubicBezTo>
                  <a:cubicBezTo>
                    <a:pt x="0" y="28"/>
                    <a:pt x="4" y="42"/>
                    <a:pt x="18" y="49"/>
                  </a:cubicBezTo>
                  <a:cubicBezTo>
                    <a:pt x="228" y="158"/>
                    <a:pt x="432" y="284"/>
                    <a:pt x="625" y="424"/>
                  </a:cubicBezTo>
                  <a:cubicBezTo>
                    <a:pt x="629" y="427"/>
                    <a:pt x="634" y="428"/>
                    <a:pt x="639" y="428"/>
                  </a:cubicBezTo>
                  <a:cubicBezTo>
                    <a:pt x="647" y="428"/>
                    <a:pt x="655" y="424"/>
                    <a:pt x="660" y="418"/>
                  </a:cubicBezTo>
                  <a:cubicBezTo>
                    <a:pt x="669" y="406"/>
                    <a:pt x="666" y="391"/>
                    <a:pt x="654" y="381"/>
                  </a:cubicBezTo>
                  <a:cubicBezTo>
                    <a:pt x="460" y="240"/>
                    <a:pt x="255" y="114"/>
                    <a:pt x="41" y="3"/>
                  </a:cubicBezTo>
                  <a:cubicBezTo>
                    <a:pt x="37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6" name="Google Shape;9936;p31"/>
            <p:cNvSpPr/>
            <p:nvPr/>
          </p:nvSpPr>
          <p:spPr>
            <a:xfrm>
              <a:off x="2626150" y="3725275"/>
              <a:ext cx="20700" cy="9450"/>
            </a:xfrm>
            <a:custGeom>
              <a:avLst/>
              <a:gdLst/>
              <a:ahLst/>
              <a:cxnLst/>
              <a:rect l="l" t="t" r="r" b="b"/>
              <a:pathLst>
                <a:path w="828" h="378" extrusionOk="0">
                  <a:moveTo>
                    <a:pt x="29" y="0"/>
                  </a:moveTo>
                  <a:cubicBezTo>
                    <a:pt x="17" y="0"/>
                    <a:pt x="6" y="9"/>
                    <a:pt x="3" y="20"/>
                  </a:cubicBezTo>
                  <a:cubicBezTo>
                    <a:pt x="0" y="33"/>
                    <a:pt x="8" y="48"/>
                    <a:pt x="22" y="51"/>
                  </a:cubicBezTo>
                  <a:cubicBezTo>
                    <a:pt x="289" y="123"/>
                    <a:pt x="546" y="231"/>
                    <a:pt x="786" y="375"/>
                  </a:cubicBezTo>
                  <a:cubicBezTo>
                    <a:pt x="790" y="376"/>
                    <a:pt x="794" y="378"/>
                    <a:pt x="798" y="378"/>
                  </a:cubicBezTo>
                  <a:cubicBezTo>
                    <a:pt x="807" y="378"/>
                    <a:pt x="815" y="374"/>
                    <a:pt x="821" y="366"/>
                  </a:cubicBezTo>
                  <a:cubicBezTo>
                    <a:pt x="828" y="353"/>
                    <a:pt x="824" y="337"/>
                    <a:pt x="811" y="329"/>
                  </a:cubicBezTo>
                  <a:cubicBezTo>
                    <a:pt x="569" y="185"/>
                    <a:pt x="308" y="74"/>
                    <a:pt x="35" y="1"/>
                  </a:cubicBezTo>
                  <a:cubicBezTo>
                    <a:pt x="33" y="0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7" name="Google Shape;9937;p31"/>
            <p:cNvSpPr/>
            <p:nvPr/>
          </p:nvSpPr>
          <p:spPr>
            <a:xfrm>
              <a:off x="2619925" y="3729550"/>
              <a:ext cx="16800" cy="5250"/>
            </a:xfrm>
            <a:custGeom>
              <a:avLst/>
              <a:gdLst/>
              <a:ahLst/>
              <a:cxnLst/>
              <a:rect l="l" t="t" r="r" b="b"/>
              <a:pathLst>
                <a:path w="672" h="210" extrusionOk="0">
                  <a:moveTo>
                    <a:pt x="26" y="0"/>
                  </a:moveTo>
                  <a:cubicBezTo>
                    <a:pt x="13" y="0"/>
                    <a:pt x="3" y="12"/>
                    <a:pt x="2" y="24"/>
                  </a:cubicBezTo>
                  <a:cubicBezTo>
                    <a:pt x="0" y="39"/>
                    <a:pt x="11" y="51"/>
                    <a:pt x="26" y="52"/>
                  </a:cubicBezTo>
                  <a:cubicBezTo>
                    <a:pt x="236" y="68"/>
                    <a:pt x="440" y="119"/>
                    <a:pt x="633" y="207"/>
                  </a:cubicBezTo>
                  <a:cubicBezTo>
                    <a:pt x="635" y="209"/>
                    <a:pt x="639" y="209"/>
                    <a:pt x="642" y="209"/>
                  </a:cubicBezTo>
                  <a:lnTo>
                    <a:pt x="642" y="209"/>
                  </a:lnTo>
                  <a:cubicBezTo>
                    <a:pt x="653" y="209"/>
                    <a:pt x="662" y="204"/>
                    <a:pt x="666" y="195"/>
                  </a:cubicBezTo>
                  <a:cubicBezTo>
                    <a:pt x="672" y="181"/>
                    <a:pt x="666" y="166"/>
                    <a:pt x="653" y="160"/>
                  </a:cubicBezTo>
                  <a:cubicBezTo>
                    <a:pt x="456" y="69"/>
                    <a:pt x="247" y="17"/>
                    <a:pt x="30" y="1"/>
                  </a:cubicBezTo>
                  <a:cubicBezTo>
                    <a:pt x="29" y="1"/>
                    <a:pt x="27" y="0"/>
                    <a:pt x="26" y="0"/>
                  </a:cubicBezTo>
                  <a:close/>
                  <a:moveTo>
                    <a:pt x="642" y="209"/>
                  </a:moveTo>
                  <a:lnTo>
                    <a:pt x="642" y="209"/>
                  </a:lnTo>
                  <a:cubicBezTo>
                    <a:pt x="642" y="209"/>
                    <a:pt x="642" y="209"/>
                    <a:pt x="642" y="209"/>
                  </a:cubicBezTo>
                  <a:lnTo>
                    <a:pt x="643" y="209"/>
                  </a:lnTo>
                  <a:cubicBezTo>
                    <a:pt x="643" y="209"/>
                    <a:pt x="643" y="209"/>
                    <a:pt x="642" y="209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8" name="Google Shape;9938;p31"/>
            <p:cNvSpPr/>
            <p:nvPr/>
          </p:nvSpPr>
          <p:spPr>
            <a:xfrm>
              <a:off x="2649275" y="3735825"/>
              <a:ext cx="3350" cy="2525"/>
            </a:xfrm>
            <a:custGeom>
              <a:avLst/>
              <a:gdLst/>
              <a:ahLst/>
              <a:cxnLst/>
              <a:rect l="l" t="t" r="r" b="b"/>
              <a:pathLst>
                <a:path w="134" h="101" extrusionOk="0">
                  <a:moveTo>
                    <a:pt x="31" y="1"/>
                  </a:moveTo>
                  <a:cubicBezTo>
                    <a:pt x="23" y="1"/>
                    <a:pt x="14" y="4"/>
                    <a:pt x="9" y="12"/>
                  </a:cubicBezTo>
                  <a:cubicBezTo>
                    <a:pt x="1" y="24"/>
                    <a:pt x="5" y="40"/>
                    <a:pt x="17" y="49"/>
                  </a:cubicBezTo>
                  <a:lnTo>
                    <a:pt x="91" y="96"/>
                  </a:lnTo>
                  <a:cubicBezTo>
                    <a:pt x="95" y="100"/>
                    <a:pt x="99" y="101"/>
                    <a:pt x="104" y="101"/>
                  </a:cubicBezTo>
                  <a:cubicBezTo>
                    <a:pt x="112" y="101"/>
                    <a:pt x="122" y="96"/>
                    <a:pt x="126" y="89"/>
                  </a:cubicBezTo>
                  <a:cubicBezTo>
                    <a:pt x="134" y="77"/>
                    <a:pt x="131" y="61"/>
                    <a:pt x="119" y="53"/>
                  </a:cubicBezTo>
                  <a:lnTo>
                    <a:pt x="45" y="4"/>
                  </a:ln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9" name="Google Shape;9939;p31"/>
            <p:cNvSpPr/>
            <p:nvPr/>
          </p:nvSpPr>
          <p:spPr>
            <a:xfrm>
              <a:off x="2688400" y="3713700"/>
              <a:ext cx="17450" cy="18575"/>
            </a:xfrm>
            <a:custGeom>
              <a:avLst/>
              <a:gdLst/>
              <a:ahLst/>
              <a:cxnLst/>
              <a:rect l="l" t="t" r="r" b="b"/>
              <a:pathLst>
                <a:path w="698" h="743" extrusionOk="0">
                  <a:moveTo>
                    <a:pt x="29" y="0"/>
                  </a:moveTo>
                  <a:cubicBezTo>
                    <a:pt x="22" y="0"/>
                    <a:pt x="14" y="4"/>
                    <a:pt x="8" y="11"/>
                  </a:cubicBezTo>
                  <a:cubicBezTo>
                    <a:pt x="0" y="21"/>
                    <a:pt x="3" y="38"/>
                    <a:pt x="14" y="47"/>
                  </a:cubicBezTo>
                  <a:cubicBezTo>
                    <a:pt x="263" y="237"/>
                    <a:pt x="475" y="467"/>
                    <a:pt x="645" y="730"/>
                  </a:cubicBezTo>
                  <a:cubicBezTo>
                    <a:pt x="650" y="737"/>
                    <a:pt x="658" y="742"/>
                    <a:pt x="667" y="742"/>
                  </a:cubicBezTo>
                  <a:lnTo>
                    <a:pt x="667" y="742"/>
                  </a:lnTo>
                  <a:cubicBezTo>
                    <a:pt x="672" y="742"/>
                    <a:pt x="677" y="741"/>
                    <a:pt x="681" y="737"/>
                  </a:cubicBezTo>
                  <a:cubicBezTo>
                    <a:pt x="693" y="730"/>
                    <a:pt x="697" y="714"/>
                    <a:pt x="689" y="702"/>
                  </a:cubicBezTo>
                  <a:cubicBezTo>
                    <a:pt x="516" y="434"/>
                    <a:pt x="299" y="199"/>
                    <a:pt x="45" y="5"/>
                  </a:cubicBezTo>
                  <a:cubicBezTo>
                    <a:pt x="40" y="2"/>
                    <a:pt x="35" y="0"/>
                    <a:pt x="29" y="0"/>
                  </a:cubicBezTo>
                  <a:close/>
                  <a:moveTo>
                    <a:pt x="667" y="742"/>
                  </a:moveTo>
                  <a:lnTo>
                    <a:pt x="667" y="742"/>
                  </a:lnTo>
                  <a:cubicBezTo>
                    <a:pt x="667" y="742"/>
                    <a:pt x="667" y="742"/>
                    <a:pt x="666" y="742"/>
                  </a:cubicBezTo>
                  <a:lnTo>
                    <a:pt x="668" y="742"/>
                  </a:lnTo>
                  <a:cubicBezTo>
                    <a:pt x="667" y="742"/>
                    <a:pt x="667" y="742"/>
                    <a:pt x="667" y="742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0" name="Google Shape;9940;p31"/>
            <p:cNvSpPr/>
            <p:nvPr/>
          </p:nvSpPr>
          <p:spPr>
            <a:xfrm>
              <a:off x="2681525" y="3708800"/>
              <a:ext cx="3725" cy="2800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30" y="0"/>
                  </a:moveTo>
                  <a:cubicBezTo>
                    <a:pt x="22" y="0"/>
                    <a:pt x="14" y="4"/>
                    <a:pt x="9" y="12"/>
                  </a:cubicBezTo>
                  <a:cubicBezTo>
                    <a:pt x="1" y="24"/>
                    <a:pt x="5" y="40"/>
                    <a:pt x="16" y="48"/>
                  </a:cubicBezTo>
                  <a:lnTo>
                    <a:pt x="106" y="107"/>
                  </a:lnTo>
                  <a:cubicBezTo>
                    <a:pt x="110" y="110"/>
                    <a:pt x="115" y="111"/>
                    <a:pt x="121" y="111"/>
                  </a:cubicBezTo>
                  <a:cubicBezTo>
                    <a:pt x="129" y="111"/>
                    <a:pt x="137" y="107"/>
                    <a:pt x="142" y="100"/>
                  </a:cubicBezTo>
                  <a:cubicBezTo>
                    <a:pt x="149" y="88"/>
                    <a:pt x="146" y="72"/>
                    <a:pt x="134" y="64"/>
                  </a:cubicBezTo>
                  <a:lnTo>
                    <a:pt x="45" y="5"/>
                  </a:lnTo>
                  <a:cubicBezTo>
                    <a:pt x="41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1" name="Google Shape;9941;p31"/>
            <p:cNvSpPr/>
            <p:nvPr/>
          </p:nvSpPr>
          <p:spPr>
            <a:xfrm>
              <a:off x="2693200" y="3701300"/>
              <a:ext cx="16000" cy="11675"/>
            </a:xfrm>
            <a:custGeom>
              <a:avLst/>
              <a:gdLst/>
              <a:ahLst/>
              <a:cxnLst/>
              <a:rect l="l" t="t" r="r" b="b"/>
              <a:pathLst>
                <a:path w="640" h="467" extrusionOk="0">
                  <a:moveTo>
                    <a:pt x="30" y="0"/>
                  </a:moveTo>
                  <a:cubicBezTo>
                    <a:pt x="20" y="0"/>
                    <a:pt x="10" y="7"/>
                    <a:pt x="6" y="17"/>
                  </a:cubicBezTo>
                  <a:cubicBezTo>
                    <a:pt x="1" y="29"/>
                    <a:pt x="8" y="45"/>
                    <a:pt x="21" y="49"/>
                  </a:cubicBezTo>
                  <a:cubicBezTo>
                    <a:pt x="240" y="135"/>
                    <a:pt x="438" y="277"/>
                    <a:pt x="591" y="457"/>
                  </a:cubicBezTo>
                  <a:cubicBezTo>
                    <a:pt x="595" y="462"/>
                    <a:pt x="603" y="466"/>
                    <a:pt x="610" y="466"/>
                  </a:cubicBezTo>
                  <a:cubicBezTo>
                    <a:pt x="617" y="466"/>
                    <a:pt x="622" y="464"/>
                    <a:pt x="628" y="460"/>
                  </a:cubicBezTo>
                  <a:cubicBezTo>
                    <a:pt x="638" y="450"/>
                    <a:pt x="640" y="434"/>
                    <a:pt x="630" y="423"/>
                  </a:cubicBezTo>
                  <a:cubicBezTo>
                    <a:pt x="472" y="236"/>
                    <a:pt x="267" y="91"/>
                    <a:pt x="40" y="2"/>
                  </a:cubicBezTo>
                  <a:cubicBezTo>
                    <a:pt x="37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2" name="Google Shape;9942;p31"/>
            <p:cNvSpPr/>
            <p:nvPr/>
          </p:nvSpPr>
          <p:spPr>
            <a:xfrm>
              <a:off x="2710300" y="3715175"/>
              <a:ext cx="3525" cy="3375"/>
            </a:xfrm>
            <a:custGeom>
              <a:avLst/>
              <a:gdLst/>
              <a:ahLst/>
              <a:cxnLst/>
              <a:rect l="l" t="t" r="r" b="b"/>
              <a:pathLst>
                <a:path w="141" h="135" extrusionOk="0">
                  <a:moveTo>
                    <a:pt x="30" y="1"/>
                  </a:moveTo>
                  <a:cubicBezTo>
                    <a:pt x="21" y="1"/>
                    <a:pt x="12" y="6"/>
                    <a:pt x="7" y="15"/>
                  </a:cubicBezTo>
                  <a:cubicBezTo>
                    <a:pt x="0" y="27"/>
                    <a:pt x="4" y="43"/>
                    <a:pt x="18" y="50"/>
                  </a:cubicBezTo>
                  <a:cubicBezTo>
                    <a:pt x="46" y="66"/>
                    <a:pt x="72" y="92"/>
                    <a:pt x="88" y="121"/>
                  </a:cubicBezTo>
                  <a:cubicBezTo>
                    <a:pt x="92" y="131"/>
                    <a:pt x="101" y="135"/>
                    <a:pt x="111" y="135"/>
                  </a:cubicBezTo>
                  <a:cubicBezTo>
                    <a:pt x="115" y="135"/>
                    <a:pt x="119" y="133"/>
                    <a:pt x="123" y="132"/>
                  </a:cubicBezTo>
                  <a:cubicBezTo>
                    <a:pt x="135" y="125"/>
                    <a:pt x="140" y="109"/>
                    <a:pt x="133" y="97"/>
                  </a:cubicBezTo>
                  <a:cubicBezTo>
                    <a:pt x="112" y="58"/>
                    <a:pt x="81" y="26"/>
                    <a:pt x="43" y="4"/>
                  </a:cubicBezTo>
                  <a:cubicBezTo>
                    <a:pt x="39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3" name="Google Shape;9943;p31"/>
            <p:cNvSpPr/>
            <p:nvPr/>
          </p:nvSpPr>
          <p:spPr>
            <a:xfrm>
              <a:off x="2713425" y="3710200"/>
              <a:ext cx="12575" cy="16925"/>
            </a:xfrm>
            <a:custGeom>
              <a:avLst/>
              <a:gdLst/>
              <a:ahLst/>
              <a:cxnLst/>
              <a:rect l="l" t="t" r="r" b="b"/>
              <a:pathLst>
                <a:path w="503" h="677" extrusionOk="0">
                  <a:moveTo>
                    <a:pt x="30" y="0"/>
                  </a:moveTo>
                  <a:cubicBezTo>
                    <a:pt x="23" y="0"/>
                    <a:pt x="16" y="3"/>
                    <a:pt x="11" y="8"/>
                  </a:cubicBezTo>
                  <a:cubicBezTo>
                    <a:pt x="0" y="19"/>
                    <a:pt x="2" y="35"/>
                    <a:pt x="11" y="46"/>
                  </a:cubicBezTo>
                  <a:cubicBezTo>
                    <a:pt x="195" y="222"/>
                    <a:pt x="343" y="429"/>
                    <a:pt x="450" y="661"/>
                  </a:cubicBezTo>
                  <a:cubicBezTo>
                    <a:pt x="454" y="671"/>
                    <a:pt x="463" y="677"/>
                    <a:pt x="474" y="677"/>
                  </a:cubicBezTo>
                  <a:lnTo>
                    <a:pt x="474" y="675"/>
                  </a:lnTo>
                  <a:cubicBezTo>
                    <a:pt x="477" y="675"/>
                    <a:pt x="481" y="675"/>
                    <a:pt x="485" y="674"/>
                  </a:cubicBezTo>
                  <a:cubicBezTo>
                    <a:pt x="497" y="667"/>
                    <a:pt x="502" y="652"/>
                    <a:pt x="497" y="639"/>
                  </a:cubicBezTo>
                  <a:cubicBezTo>
                    <a:pt x="386" y="402"/>
                    <a:pt x="236" y="190"/>
                    <a:pt x="47" y="8"/>
                  </a:cubicBezTo>
                  <a:cubicBezTo>
                    <a:pt x="43" y="3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4" name="Google Shape;9944;p31"/>
            <p:cNvSpPr/>
            <p:nvPr/>
          </p:nvSpPr>
          <p:spPr>
            <a:xfrm>
              <a:off x="2723550" y="3713700"/>
              <a:ext cx="6675" cy="11350"/>
            </a:xfrm>
            <a:custGeom>
              <a:avLst/>
              <a:gdLst/>
              <a:ahLst/>
              <a:cxnLst/>
              <a:rect l="l" t="t" r="r" b="b"/>
              <a:pathLst>
                <a:path w="267" h="454" extrusionOk="0">
                  <a:moveTo>
                    <a:pt x="28" y="1"/>
                  </a:moveTo>
                  <a:cubicBezTo>
                    <a:pt x="23" y="1"/>
                    <a:pt x="18" y="2"/>
                    <a:pt x="14" y="5"/>
                  </a:cubicBezTo>
                  <a:cubicBezTo>
                    <a:pt x="2" y="15"/>
                    <a:pt x="0" y="31"/>
                    <a:pt x="8" y="42"/>
                  </a:cubicBezTo>
                  <a:cubicBezTo>
                    <a:pt x="98" y="160"/>
                    <a:pt x="168" y="292"/>
                    <a:pt x="213" y="434"/>
                  </a:cubicBezTo>
                  <a:cubicBezTo>
                    <a:pt x="217" y="445"/>
                    <a:pt x="226" y="453"/>
                    <a:pt x="238" y="453"/>
                  </a:cubicBezTo>
                  <a:lnTo>
                    <a:pt x="238" y="453"/>
                  </a:lnTo>
                  <a:cubicBezTo>
                    <a:pt x="240" y="453"/>
                    <a:pt x="243" y="452"/>
                    <a:pt x="245" y="452"/>
                  </a:cubicBezTo>
                  <a:cubicBezTo>
                    <a:pt x="259" y="447"/>
                    <a:pt x="267" y="433"/>
                    <a:pt x="263" y="420"/>
                  </a:cubicBezTo>
                  <a:cubicBezTo>
                    <a:pt x="216" y="272"/>
                    <a:pt x="144" y="133"/>
                    <a:pt x="50" y="11"/>
                  </a:cubicBezTo>
                  <a:cubicBezTo>
                    <a:pt x="44" y="4"/>
                    <a:pt x="36" y="1"/>
                    <a:pt x="28" y="1"/>
                  </a:cubicBezTo>
                  <a:close/>
                  <a:moveTo>
                    <a:pt x="238" y="453"/>
                  </a:moveTo>
                  <a:cubicBezTo>
                    <a:pt x="237" y="453"/>
                    <a:pt x="237" y="453"/>
                    <a:pt x="237" y="453"/>
                  </a:cubicBezTo>
                  <a:lnTo>
                    <a:pt x="238" y="453"/>
                  </a:lnTo>
                  <a:cubicBezTo>
                    <a:pt x="238" y="453"/>
                    <a:pt x="238" y="453"/>
                    <a:pt x="238" y="453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5" name="Google Shape;9945;p31"/>
            <p:cNvSpPr/>
            <p:nvPr/>
          </p:nvSpPr>
          <p:spPr>
            <a:xfrm>
              <a:off x="2839600" y="3751475"/>
              <a:ext cx="5525" cy="17900"/>
            </a:xfrm>
            <a:custGeom>
              <a:avLst/>
              <a:gdLst/>
              <a:ahLst/>
              <a:cxnLst/>
              <a:rect l="l" t="t" r="r" b="b"/>
              <a:pathLst>
                <a:path w="221" h="716" extrusionOk="0">
                  <a:moveTo>
                    <a:pt x="29" y="0"/>
                  </a:moveTo>
                  <a:cubicBezTo>
                    <a:pt x="27" y="0"/>
                    <a:pt x="26" y="1"/>
                    <a:pt x="24" y="1"/>
                  </a:cubicBezTo>
                  <a:cubicBezTo>
                    <a:pt x="9" y="5"/>
                    <a:pt x="1" y="18"/>
                    <a:pt x="5" y="33"/>
                  </a:cubicBezTo>
                  <a:lnTo>
                    <a:pt x="166" y="695"/>
                  </a:lnTo>
                  <a:cubicBezTo>
                    <a:pt x="169" y="707"/>
                    <a:pt x="180" y="715"/>
                    <a:pt x="192" y="715"/>
                  </a:cubicBezTo>
                  <a:lnTo>
                    <a:pt x="199" y="715"/>
                  </a:lnTo>
                  <a:cubicBezTo>
                    <a:pt x="212" y="711"/>
                    <a:pt x="220" y="697"/>
                    <a:pt x="218" y="683"/>
                  </a:cubicBezTo>
                  <a:lnTo>
                    <a:pt x="55" y="20"/>
                  </a:lnTo>
                  <a:cubicBezTo>
                    <a:pt x="51" y="8"/>
                    <a:pt x="4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6" name="Google Shape;9946;p31"/>
            <p:cNvSpPr/>
            <p:nvPr/>
          </p:nvSpPr>
          <p:spPr>
            <a:xfrm>
              <a:off x="2789800" y="3794925"/>
              <a:ext cx="22050" cy="38650"/>
            </a:xfrm>
            <a:custGeom>
              <a:avLst/>
              <a:gdLst/>
              <a:ahLst/>
              <a:cxnLst/>
              <a:rect l="l" t="t" r="r" b="b"/>
              <a:pathLst>
                <a:path w="882" h="1546" extrusionOk="0">
                  <a:moveTo>
                    <a:pt x="30" y="1"/>
                  </a:moveTo>
                  <a:cubicBezTo>
                    <a:pt x="25" y="1"/>
                    <a:pt x="20" y="2"/>
                    <a:pt x="15" y="5"/>
                  </a:cubicBezTo>
                  <a:cubicBezTo>
                    <a:pt x="5" y="13"/>
                    <a:pt x="1" y="29"/>
                    <a:pt x="9" y="42"/>
                  </a:cubicBezTo>
                  <a:cubicBezTo>
                    <a:pt x="325" y="511"/>
                    <a:pt x="601" y="1011"/>
                    <a:pt x="829" y="1529"/>
                  </a:cubicBezTo>
                  <a:cubicBezTo>
                    <a:pt x="833" y="1539"/>
                    <a:pt x="843" y="1546"/>
                    <a:pt x="852" y="1546"/>
                  </a:cubicBezTo>
                  <a:cubicBezTo>
                    <a:pt x="856" y="1546"/>
                    <a:pt x="859" y="1544"/>
                    <a:pt x="863" y="1543"/>
                  </a:cubicBezTo>
                  <a:cubicBezTo>
                    <a:pt x="876" y="1538"/>
                    <a:pt x="882" y="1523"/>
                    <a:pt x="876" y="1509"/>
                  </a:cubicBezTo>
                  <a:cubicBezTo>
                    <a:pt x="646" y="989"/>
                    <a:pt x="369" y="485"/>
                    <a:pt x="52" y="12"/>
                  </a:cubicBezTo>
                  <a:cubicBezTo>
                    <a:pt x="47" y="4"/>
                    <a:pt x="39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7" name="Google Shape;9947;p31"/>
            <p:cNvSpPr/>
            <p:nvPr/>
          </p:nvSpPr>
          <p:spPr>
            <a:xfrm>
              <a:off x="2788925" y="3818325"/>
              <a:ext cx="19975" cy="35100"/>
            </a:xfrm>
            <a:custGeom>
              <a:avLst/>
              <a:gdLst/>
              <a:ahLst/>
              <a:cxnLst/>
              <a:rect l="l" t="t" r="r" b="b"/>
              <a:pathLst>
                <a:path w="799" h="1404" extrusionOk="0">
                  <a:moveTo>
                    <a:pt x="30" y="0"/>
                  </a:moveTo>
                  <a:cubicBezTo>
                    <a:pt x="25" y="0"/>
                    <a:pt x="19" y="2"/>
                    <a:pt x="14" y="6"/>
                  </a:cubicBezTo>
                  <a:cubicBezTo>
                    <a:pt x="3" y="15"/>
                    <a:pt x="1" y="31"/>
                    <a:pt x="10" y="42"/>
                  </a:cubicBezTo>
                  <a:cubicBezTo>
                    <a:pt x="325" y="449"/>
                    <a:pt x="572" y="902"/>
                    <a:pt x="745" y="1386"/>
                  </a:cubicBezTo>
                  <a:cubicBezTo>
                    <a:pt x="749" y="1397"/>
                    <a:pt x="759" y="1403"/>
                    <a:pt x="770" y="1403"/>
                  </a:cubicBezTo>
                  <a:lnTo>
                    <a:pt x="770" y="1403"/>
                  </a:lnTo>
                  <a:cubicBezTo>
                    <a:pt x="773" y="1403"/>
                    <a:pt x="776" y="1403"/>
                    <a:pt x="778" y="1402"/>
                  </a:cubicBezTo>
                  <a:cubicBezTo>
                    <a:pt x="792" y="1397"/>
                    <a:pt x="798" y="1382"/>
                    <a:pt x="794" y="1368"/>
                  </a:cubicBezTo>
                  <a:cubicBezTo>
                    <a:pt x="619" y="880"/>
                    <a:pt x="369" y="423"/>
                    <a:pt x="50" y="11"/>
                  </a:cubicBezTo>
                  <a:cubicBezTo>
                    <a:pt x="46" y="4"/>
                    <a:pt x="38" y="0"/>
                    <a:pt x="30" y="0"/>
                  </a:cubicBezTo>
                  <a:close/>
                  <a:moveTo>
                    <a:pt x="770" y="1403"/>
                  </a:moveTo>
                  <a:cubicBezTo>
                    <a:pt x="769" y="1403"/>
                    <a:pt x="769" y="1403"/>
                    <a:pt x="769" y="1403"/>
                  </a:cubicBezTo>
                  <a:lnTo>
                    <a:pt x="770" y="1403"/>
                  </a:lnTo>
                  <a:cubicBezTo>
                    <a:pt x="770" y="1403"/>
                    <a:pt x="770" y="1403"/>
                    <a:pt x="770" y="1403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8" name="Google Shape;9948;p31"/>
            <p:cNvSpPr/>
            <p:nvPr/>
          </p:nvSpPr>
          <p:spPr>
            <a:xfrm>
              <a:off x="2791475" y="3836800"/>
              <a:ext cx="15600" cy="28100"/>
            </a:xfrm>
            <a:custGeom>
              <a:avLst/>
              <a:gdLst/>
              <a:ahLst/>
              <a:cxnLst/>
              <a:rect l="l" t="t" r="r" b="b"/>
              <a:pathLst>
                <a:path w="624" h="1124" extrusionOk="0">
                  <a:moveTo>
                    <a:pt x="31" y="0"/>
                  </a:moveTo>
                  <a:cubicBezTo>
                    <a:pt x="25" y="0"/>
                    <a:pt x="19" y="2"/>
                    <a:pt x="14" y="5"/>
                  </a:cubicBezTo>
                  <a:cubicBezTo>
                    <a:pt x="4" y="13"/>
                    <a:pt x="1" y="29"/>
                    <a:pt x="9" y="41"/>
                  </a:cubicBezTo>
                  <a:cubicBezTo>
                    <a:pt x="251" y="364"/>
                    <a:pt x="439" y="722"/>
                    <a:pt x="570" y="1106"/>
                  </a:cubicBezTo>
                  <a:cubicBezTo>
                    <a:pt x="574" y="1116"/>
                    <a:pt x="584" y="1123"/>
                    <a:pt x="595" y="1123"/>
                  </a:cubicBezTo>
                  <a:lnTo>
                    <a:pt x="595" y="1123"/>
                  </a:lnTo>
                  <a:cubicBezTo>
                    <a:pt x="598" y="1123"/>
                    <a:pt x="601" y="1123"/>
                    <a:pt x="604" y="1122"/>
                  </a:cubicBezTo>
                  <a:cubicBezTo>
                    <a:pt x="617" y="1118"/>
                    <a:pt x="624" y="1103"/>
                    <a:pt x="620" y="1089"/>
                  </a:cubicBezTo>
                  <a:cubicBezTo>
                    <a:pt x="488" y="701"/>
                    <a:pt x="295" y="337"/>
                    <a:pt x="51" y="11"/>
                  </a:cubicBezTo>
                  <a:cubicBezTo>
                    <a:pt x="46" y="3"/>
                    <a:pt x="38" y="0"/>
                    <a:pt x="31" y="0"/>
                  </a:cubicBezTo>
                  <a:close/>
                  <a:moveTo>
                    <a:pt x="595" y="1123"/>
                  </a:moveTo>
                  <a:cubicBezTo>
                    <a:pt x="595" y="1123"/>
                    <a:pt x="594" y="1123"/>
                    <a:pt x="594" y="1123"/>
                  </a:cubicBezTo>
                  <a:lnTo>
                    <a:pt x="595" y="1123"/>
                  </a:lnTo>
                  <a:cubicBezTo>
                    <a:pt x="595" y="1123"/>
                    <a:pt x="595" y="1123"/>
                    <a:pt x="595" y="1123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9" name="Google Shape;9949;p31"/>
            <p:cNvSpPr/>
            <p:nvPr/>
          </p:nvSpPr>
          <p:spPr>
            <a:xfrm>
              <a:off x="2784475" y="3827825"/>
              <a:ext cx="3950" cy="4075"/>
            </a:xfrm>
            <a:custGeom>
              <a:avLst/>
              <a:gdLst/>
              <a:ahLst/>
              <a:cxnLst/>
              <a:rect l="l" t="t" r="r" b="b"/>
              <a:pathLst>
                <a:path w="158" h="163" extrusionOk="0">
                  <a:moveTo>
                    <a:pt x="31" y="1"/>
                  </a:moveTo>
                  <a:cubicBezTo>
                    <a:pt x="24" y="1"/>
                    <a:pt x="18" y="3"/>
                    <a:pt x="13" y="8"/>
                  </a:cubicBezTo>
                  <a:cubicBezTo>
                    <a:pt x="2" y="17"/>
                    <a:pt x="1" y="33"/>
                    <a:pt x="10" y="44"/>
                  </a:cubicBezTo>
                  <a:lnTo>
                    <a:pt x="109" y="153"/>
                  </a:lnTo>
                  <a:cubicBezTo>
                    <a:pt x="114" y="160"/>
                    <a:pt x="121" y="162"/>
                    <a:pt x="127" y="162"/>
                  </a:cubicBezTo>
                  <a:cubicBezTo>
                    <a:pt x="134" y="162"/>
                    <a:pt x="140" y="160"/>
                    <a:pt x="145" y="156"/>
                  </a:cubicBezTo>
                  <a:cubicBezTo>
                    <a:pt x="156" y="146"/>
                    <a:pt x="157" y="130"/>
                    <a:pt x="148" y="119"/>
                  </a:cubicBezTo>
                  <a:lnTo>
                    <a:pt x="49" y="9"/>
                  </a:lnTo>
                  <a:cubicBezTo>
                    <a:pt x="45" y="3"/>
                    <a:pt x="38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0" name="Google Shape;9950;p31"/>
            <p:cNvSpPr/>
            <p:nvPr/>
          </p:nvSpPr>
          <p:spPr>
            <a:xfrm>
              <a:off x="2775700" y="3833875"/>
              <a:ext cx="13825" cy="19275"/>
            </a:xfrm>
            <a:custGeom>
              <a:avLst/>
              <a:gdLst/>
              <a:ahLst/>
              <a:cxnLst/>
              <a:rect l="l" t="t" r="r" b="b"/>
              <a:pathLst>
                <a:path w="553" h="771" extrusionOk="0">
                  <a:moveTo>
                    <a:pt x="30" y="1"/>
                  </a:moveTo>
                  <a:cubicBezTo>
                    <a:pt x="23" y="1"/>
                    <a:pt x="17" y="3"/>
                    <a:pt x="12" y="8"/>
                  </a:cubicBezTo>
                  <a:cubicBezTo>
                    <a:pt x="1" y="17"/>
                    <a:pt x="1" y="35"/>
                    <a:pt x="10" y="44"/>
                  </a:cubicBezTo>
                  <a:cubicBezTo>
                    <a:pt x="207" y="257"/>
                    <a:pt x="372" y="496"/>
                    <a:pt x="500" y="757"/>
                  </a:cubicBezTo>
                  <a:cubicBezTo>
                    <a:pt x="504" y="767"/>
                    <a:pt x="513" y="771"/>
                    <a:pt x="523" y="771"/>
                  </a:cubicBezTo>
                  <a:cubicBezTo>
                    <a:pt x="527" y="771"/>
                    <a:pt x="531" y="771"/>
                    <a:pt x="535" y="768"/>
                  </a:cubicBezTo>
                  <a:cubicBezTo>
                    <a:pt x="547" y="762"/>
                    <a:pt x="552" y="746"/>
                    <a:pt x="546" y="734"/>
                  </a:cubicBezTo>
                  <a:cubicBezTo>
                    <a:pt x="417" y="469"/>
                    <a:pt x="248" y="226"/>
                    <a:pt x="48" y="9"/>
                  </a:cubicBezTo>
                  <a:cubicBezTo>
                    <a:pt x="43" y="4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1" name="Google Shape;9951;p31"/>
            <p:cNvSpPr/>
            <p:nvPr/>
          </p:nvSpPr>
          <p:spPr>
            <a:xfrm>
              <a:off x="2791450" y="3858300"/>
              <a:ext cx="3225" cy="5750"/>
            </a:xfrm>
            <a:custGeom>
              <a:avLst/>
              <a:gdLst/>
              <a:ahLst/>
              <a:cxnLst/>
              <a:rect l="l" t="t" r="r" b="b"/>
              <a:pathLst>
                <a:path w="129" h="230" extrusionOk="0">
                  <a:moveTo>
                    <a:pt x="29" y="0"/>
                  </a:moveTo>
                  <a:cubicBezTo>
                    <a:pt x="26" y="0"/>
                    <a:pt x="22" y="1"/>
                    <a:pt x="19" y="2"/>
                  </a:cubicBezTo>
                  <a:cubicBezTo>
                    <a:pt x="6" y="7"/>
                    <a:pt x="0" y="22"/>
                    <a:pt x="6" y="36"/>
                  </a:cubicBezTo>
                  <a:lnTo>
                    <a:pt x="76" y="212"/>
                  </a:lnTo>
                  <a:cubicBezTo>
                    <a:pt x="80" y="223"/>
                    <a:pt x="89" y="229"/>
                    <a:pt x="100" y="229"/>
                  </a:cubicBezTo>
                  <a:cubicBezTo>
                    <a:pt x="103" y="229"/>
                    <a:pt x="107" y="228"/>
                    <a:pt x="109" y="227"/>
                  </a:cubicBezTo>
                  <a:cubicBezTo>
                    <a:pt x="123" y="221"/>
                    <a:pt x="128" y="207"/>
                    <a:pt x="124" y="193"/>
                  </a:cubicBezTo>
                  <a:lnTo>
                    <a:pt x="53" y="17"/>
                  </a:lnTo>
                  <a:cubicBezTo>
                    <a:pt x="49" y="7"/>
                    <a:pt x="39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2" name="Google Shape;9952;p31"/>
            <p:cNvSpPr/>
            <p:nvPr/>
          </p:nvSpPr>
          <p:spPr>
            <a:xfrm>
              <a:off x="2768575" y="3839350"/>
              <a:ext cx="8075" cy="10900"/>
            </a:xfrm>
            <a:custGeom>
              <a:avLst/>
              <a:gdLst/>
              <a:ahLst/>
              <a:cxnLst/>
              <a:rect l="l" t="t" r="r" b="b"/>
              <a:pathLst>
                <a:path w="323" h="436" extrusionOk="0">
                  <a:moveTo>
                    <a:pt x="293" y="0"/>
                  </a:moveTo>
                  <a:cubicBezTo>
                    <a:pt x="287" y="0"/>
                    <a:pt x="280" y="3"/>
                    <a:pt x="275" y="8"/>
                  </a:cubicBezTo>
                  <a:cubicBezTo>
                    <a:pt x="166" y="124"/>
                    <a:pt x="76" y="256"/>
                    <a:pt x="6" y="398"/>
                  </a:cubicBezTo>
                  <a:cubicBezTo>
                    <a:pt x="1" y="410"/>
                    <a:pt x="6" y="426"/>
                    <a:pt x="18" y="433"/>
                  </a:cubicBezTo>
                  <a:cubicBezTo>
                    <a:pt x="22" y="435"/>
                    <a:pt x="26" y="436"/>
                    <a:pt x="30" y="436"/>
                  </a:cubicBezTo>
                  <a:cubicBezTo>
                    <a:pt x="40" y="436"/>
                    <a:pt x="49" y="430"/>
                    <a:pt x="53" y="421"/>
                  </a:cubicBezTo>
                  <a:cubicBezTo>
                    <a:pt x="120" y="283"/>
                    <a:pt x="208" y="156"/>
                    <a:pt x="313" y="44"/>
                  </a:cubicBezTo>
                  <a:cubicBezTo>
                    <a:pt x="322" y="34"/>
                    <a:pt x="322" y="17"/>
                    <a:pt x="311" y="8"/>
                  </a:cubicBezTo>
                  <a:cubicBezTo>
                    <a:pt x="306" y="3"/>
                    <a:pt x="300" y="0"/>
                    <a:pt x="29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3" name="Google Shape;9953;p31"/>
            <p:cNvSpPr/>
            <p:nvPr/>
          </p:nvSpPr>
          <p:spPr>
            <a:xfrm>
              <a:off x="2765575" y="3852375"/>
              <a:ext cx="2800" cy="4000"/>
            </a:xfrm>
            <a:custGeom>
              <a:avLst/>
              <a:gdLst/>
              <a:ahLst/>
              <a:cxnLst/>
              <a:rect l="l" t="t" r="r" b="b"/>
              <a:pathLst>
                <a:path w="112" h="160" extrusionOk="0">
                  <a:moveTo>
                    <a:pt x="82" y="1"/>
                  </a:moveTo>
                  <a:cubicBezTo>
                    <a:pt x="72" y="1"/>
                    <a:pt x="63" y="6"/>
                    <a:pt x="59" y="16"/>
                  </a:cubicBezTo>
                  <a:lnTo>
                    <a:pt x="8" y="122"/>
                  </a:lnTo>
                  <a:cubicBezTo>
                    <a:pt x="1" y="136"/>
                    <a:pt x="6" y="150"/>
                    <a:pt x="20" y="157"/>
                  </a:cubicBezTo>
                  <a:cubicBezTo>
                    <a:pt x="22" y="158"/>
                    <a:pt x="26" y="160"/>
                    <a:pt x="31" y="160"/>
                  </a:cubicBezTo>
                  <a:cubicBezTo>
                    <a:pt x="40" y="160"/>
                    <a:pt x="49" y="154"/>
                    <a:pt x="53" y="145"/>
                  </a:cubicBezTo>
                  <a:lnTo>
                    <a:pt x="106" y="39"/>
                  </a:lnTo>
                  <a:cubicBezTo>
                    <a:pt x="111" y="25"/>
                    <a:pt x="106" y="10"/>
                    <a:pt x="94" y="4"/>
                  </a:cubicBezTo>
                  <a:cubicBezTo>
                    <a:pt x="90" y="2"/>
                    <a:pt x="86" y="1"/>
                    <a:pt x="8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4" name="Google Shape;9954;p31"/>
            <p:cNvSpPr/>
            <p:nvPr/>
          </p:nvSpPr>
          <p:spPr>
            <a:xfrm>
              <a:off x="2764350" y="3827400"/>
              <a:ext cx="11625" cy="16075"/>
            </a:xfrm>
            <a:custGeom>
              <a:avLst/>
              <a:gdLst/>
              <a:ahLst/>
              <a:cxnLst/>
              <a:rect l="l" t="t" r="r" b="b"/>
              <a:pathLst>
                <a:path w="465" h="643" extrusionOk="0">
                  <a:moveTo>
                    <a:pt x="436" y="0"/>
                  </a:moveTo>
                  <a:cubicBezTo>
                    <a:pt x="429" y="0"/>
                    <a:pt x="423" y="2"/>
                    <a:pt x="417" y="7"/>
                  </a:cubicBezTo>
                  <a:cubicBezTo>
                    <a:pt x="242" y="175"/>
                    <a:pt x="100" y="382"/>
                    <a:pt x="6" y="607"/>
                  </a:cubicBezTo>
                  <a:cubicBezTo>
                    <a:pt x="0" y="619"/>
                    <a:pt x="7" y="635"/>
                    <a:pt x="19" y="641"/>
                  </a:cubicBezTo>
                  <a:cubicBezTo>
                    <a:pt x="23" y="642"/>
                    <a:pt x="26" y="642"/>
                    <a:pt x="30" y="642"/>
                  </a:cubicBezTo>
                  <a:cubicBezTo>
                    <a:pt x="39" y="642"/>
                    <a:pt x="50" y="637"/>
                    <a:pt x="54" y="626"/>
                  </a:cubicBezTo>
                  <a:cubicBezTo>
                    <a:pt x="145" y="409"/>
                    <a:pt x="283" y="208"/>
                    <a:pt x="454" y="45"/>
                  </a:cubicBezTo>
                  <a:cubicBezTo>
                    <a:pt x="463" y="34"/>
                    <a:pt x="464" y="18"/>
                    <a:pt x="454" y="7"/>
                  </a:cubicBezTo>
                  <a:cubicBezTo>
                    <a:pt x="449" y="2"/>
                    <a:pt x="442" y="0"/>
                    <a:pt x="43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5" name="Google Shape;9955;p31"/>
            <p:cNvSpPr/>
            <p:nvPr/>
          </p:nvSpPr>
          <p:spPr>
            <a:xfrm>
              <a:off x="2759700" y="3810525"/>
              <a:ext cx="15775" cy="15525"/>
            </a:xfrm>
            <a:custGeom>
              <a:avLst/>
              <a:gdLst/>
              <a:ahLst/>
              <a:cxnLst/>
              <a:rect l="l" t="t" r="r" b="b"/>
              <a:pathLst>
                <a:path w="631" h="621" extrusionOk="0">
                  <a:moveTo>
                    <a:pt x="600" y="0"/>
                  </a:moveTo>
                  <a:cubicBezTo>
                    <a:pt x="595" y="0"/>
                    <a:pt x="589" y="2"/>
                    <a:pt x="584" y="5"/>
                  </a:cubicBezTo>
                  <a:cubicBezTo>
                    <a:pt x="372" y="174"/>
                    <a:pt x="178" y="366"/>
                    <a:pt x="10" y="577"/>
                  </a:cubicBezTo>
                  <a:cubicBezTo>
                    <a:pt x="0" y="589"/>
                    <a:pt x="3" y="605"/>
                    <a:pt x="14" y="614"/>
                  </a:cubicBezTo>
                  <a:cubicBezTo>
                    <a:pt x="19" y="618"/>
                    <a:pt x="25" y="620"/>
                    <a:pt x="30" y="620"/>
                  </a:cubicBezTo>
                  <a:cubicBezTo>
                    <a:pt x="38" y="620"/>
                    <a:pt x="45" y="616"/>
                    <a:pt x="50" y="609"/>
                  </a:cubicBezTo>
                  <a:cubicBezTo>
                    <a:pt x="217" y="401"/>
                    <a:pt x="407" y="211"/>
                    <a:pt x="617" y="46"/>
                  </a:cubicBezTo>
                  <a:cubicBezTo>
                    <a:pt x="627" y="38"/>
                    <a:pt x="630" y="20"/>
                    <a:pt x="621" y="9"/>
                  </a:cubicBezTo>
                  <a:cubicBezTo>
                    <a:pt x="615" y="3"/>
                    <a:pt x="608" y="0"/>
                    <a:pt x="60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6" name="Google Shape;9956;p31"/>
            <p:cNvSpPr/>
            <p:nvPr/>
          </p:nvSpPr>
          <p:spPr>
            <a:xfrm>
              <a:off x="2755800" y="3827850"/>
              <a:ext cx="3125" cy="3400"/>
            </a:xfrm>
            <a:custGeom>
              <a:avLst/>
              <a:gdLst/>
              <a:ahLst/>
              <a:cxnLst/>
              <a:rect l="l" t="t" r="r" b="b"/>
              <a:pathLst>
                <a:path w="125" h="136" extrusionOk="0">
                  <a:moveTo>
                    <a:pt x="95" y="0"/>
                  </a:moveTo>
                  <a:cubicBezTo>
                    <a:pt x="88" y="0"/>
                    <a:pt x="80" y="4"/>
                    <a:pt x="74" y="11"/>
                  </a:cubicBezTo>
                  <a:lnTo>
                    <a:pt x="8" y="94"/>
                  </a:lnTo>
                  <a:cubicBezTo>
                    <a:pt x="0" y="105"/>
                    <a:pt x="2" y="121"/>
                    <a:pt x="13" y="130"/>
                  </a:cubicBezTo>
                  <a:cubicBezTo>
                    <a:pt x="18" y="133"/>
                    <a:pt x="23" y="136"/>
                    <a:pt x="29" y="136"/>
                  </a:cubicBezTo>
                  <a:cubicBezTo>
                    <a:pt x="37" y="136"/>
                    <a:pt x="43" y="132"/>
                    <a:pt x="49" y="125"/>
                  </a:cubicBezTo>
                  <a:lnTo>
                    <a:pt x="116" y="42"/>
                  </a:lnTo>
                  <a:cubicBezTo>
                    <a:pt x="124" y="31"/>
                    <a:pt x="123" y="15"/>
                    <a:pt x="111" y="5"/>
                  </a:cubicBezTo>
                  <a:cubicBezTo>
                    <a:pt x="106" y="2"/>
                    <a:pt x="101" y="0"/>
                    <a:pt x="9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7" name="Google Shape;9957;p31"/>
            <p:cNvSpPr/>
            <p:nvPr/>
          </p:nvSpPr>
          <p:spPr>
            <a:xfrm>
              <a:off x="2761450" y="3778925"/>
              <a:ext cx="14375" cy="11725"/>
            </a:xfrm>
            <a:custGeom>
              <a:avLst/>
              <a:gdLst/>
              <a:ahLst/>
              <a:cxnLst/>
              <a:rect l="l" t="t" r="r" b="b"/>
              <a:pathLst>
                <a:path w="575" h="469" extrusionOk="0">
                  <a:moveTo>
                    <a:pt x="546" y="1"/>
                  </a:moveTo>
                  <a:cubicBezTo>
                    <a:pt x="541" y="1"/>
                    <a:pt x="537" y="2"/>
                    <a:pt x="532" y="5"/>
                  </a:cubicBezTo>
                  <a:cubicBezTo>
                    <a:pt x="339" y="121"/>
                    <a:pt x="165" y="262"/>
                    <a:pt x="11" y="426"/>
                  </a:cubicBezTo>
                  <a:cubicBezTo>
                    <a:pt x="0" y="437"/>
                    <a:pt x="2" y="453"/>
                    <a:pt x="13" y="462"/>
                  </a:cubicBezTo>
                  <a:cubicBezTo>
                    <a:pt x="17" y="468"/>
                    <a:pt x="23" y="469"/>
                    <a:pt x="30" y="469"/>
                  </a:cubicBezTo>
                  <a:cubicBezTo>
                    <a:pt x="37" y="469"/>
                    <a:pt x="43" y="466"/>
                    <a:pt x="49" y="461"/>
                  </a:cubicBezTo>
                  <a:cubicBezTo>
                    <a:pt x="200" y="301"/>
                    <a:pt x="370" y="162"/>
                    <a:pt x="559" y="49"/>
                  </a:cubicBezTo>
                  <a:cubicBezTo>
                    <a:pt x="571" y="42"/>
                    <a:pt x="575" y="26"/>
                    <a:pt x="568" y="14"/>
                  </a:cubicBezTo>
                  <a:cubicBezTo>
                    <a:pt x="563" y="5"/>
                    <a:pt x="555" y="1"/>
                    <a:pt x="54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8" name="Google Shape;9958;p31"/>
            <p:cNvSpPr/>
            <p:nvPr/>
          </p:nvSpPr>
          <p:spPr>
            <a:xfrm>
              <a:off x="2756950" y="3792200"/>
              <a:ext cx="3100" cy="3400"/>
            </a:xfrm>
            <a:custGeom>
              <a:avLst/>
              <a:gdLst/>
              <a:ahLst/>
              <a:cxnLst/>
              <a:rect l="l" t="t" r="r" b="b"/>
              <a:pathLst>
                <a:path w="124" h="136" extrusionOk="0">
                  <a:moveTo>
                    <a:pt x="95" y="0"/>
                  </a:moveTo>
                  <a:cubicBezTo>
                    <a:pt x="88" y="0"/>
                    <a:pt x="80" y="4"/>
                    <a:pt x="76" y="11"/>
                  </a:cubicBezTo>
                  <a:lnTo>
                    <a:pt x="8" y="94"/>
                  </a:lnTo>
                  <a:cubicBezTo>
                    <a:pt x="0" y="105"/>
                    <a:pt x="2" y="121"/>
                    <a:pt x="12" y="130"/>
                  </a:cubicBezTo>
                  <a:cubicBezTo>
                    <a:pt x="18" y="133"/>
                    <a:pt x="23" y="136"/>
                    <a:pt x="28" y="136"/>
                  </a:cubicBezTo>
                  <a:cubicBezTo>
                    <a:pt x="36" y="136"/>
                    <a:pt x="43" y="132"/>
                    <a:pt x="49" y="126"/>
                  </a:cubicBezTo>
                  <a:lnTo>
                    <a:pt x="116" y="43"/>
                  </a:lnTo>
                  <a:cubicBezTo>
                    <a:pt x="124" y="31"/>
                    <a:pt x="123" y="15"/>
                    <a:pt x="112" y="7"/>
                  </a:cubicBezTo>
                  <a:cubicBezTo>
                    <a:pt x="107" y="2"/>
                    <a:pt x="101" y="0"/>
                    <a:pt x="9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9" name="Google Shape;9959;p31"/>
            <p:cNvSpPr/>
            <p:nvPr/>
          </p:nvSpPr>
          <p:spPr>
            <a:xfrm>
              <a:off x="2759825" y="3792200"/>
              <a:ext cx="15575" cy="13350"/>
            </a:xfrm>
            <a:custGeom>
              <a:avLst/>
              <a:gdLst/>
              <a:ahLst/>
              <a:cxnLst/>
              <a:rect l="l" t="t" r="r" b="b"/>
              <a:pathLst>
                <a:path w="623" h="534" extrusionOk="0">
                  <a:moveTo>
                    <a:pt x="593" y="0"/>
                  </a:moveTo>
                  <a:cubicBezTo>
                    <a:pt x="587" y="0"/>
                    <a:pt x="582" y="2"/>
                    <a:pt x="577" y="7"/>
                  </a:cubicBezTo>
                  <a:lnTo>
                    <a:pt x="13" y="488"/>
                  </a:lnTo>
                  <a:cubicBezTo>
                    <a:pt x="2" y="498"/>
                    <a:pt x="1" y="514"/>
                    <a:pt x="10" y="525"/>
                  </a:cubicBezTo>
                  <a:cubicBezTo>
                    <a:pt x="16" y="531"/>
                    <a:pt x="22" y="534"/>
                    <a:pt x="30" y="534"/>
                  </a:cubicBezTo>
                  <a:cubicBezTo>
                    <a:pt x="36" y="534"/>
                    <a:pt x="41" y="531"/>
                    <a:pt x="47" y="527"/>
                  </a:cubicBezTo>
                  <a:lnTo>
                    <a:pt x="610" y="46"/>
                  </a:lnTo>
                  <a:cubicBezTo>
                    <a:pt x="621" y="36"/>
                    <a:pt x="622" y="20"/>
                    <a:pt x="613" y="9"/>
                  </a:cubicBezTo>
                  <a:cubicBezTo>
                    <a:pt x="608" y="3"/>
                    <a:pt x="601" y="0"/>
                    <a:pt x="59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0" name="Google Shape;9960;p31"/>
            <p:cNvSpPr/>
            <p:nvPr/>
          </p:nvSpPr>
          <p:spPr>
            <a:xfrm>
              <a:off x="2755575" y="3806875"/>
              <a:ext cx="2975" cy="2950"/>
            </a:xfrm>
            <a:custGeom>
              <a:avLst/>
              <a:gdLst/>
              <a:ahLst/>
              <a:cxnLst/>
              <a:rect l="l" t="t" r="r" b="b"/>
              <a:pathLst>
                <a:path w="119" h="118" extrusionOk="0">
                  <a:moveTo>
                    <a:pt x="81" y="1"/>
                  </a:moveTo>
                  <a:lnTo>
                    <a:pt x="11" y="73"/>
                  </a:lnTo>
                  <a:cubicBezTo>
                    <a:pt x="0" y="84"/>
                    <a:pt x="0" y="100"/>
                    <a:pt x="11" y="110"/>
                  </a:cubicBezTo>
                  <a:cubicBezTo>
                    <a:pt x="16" y="115"/>
                    <a:pt x="23" y="118"/>
                    <a:pt x="28" y="118"/>
                  </a:cubicBezTo>
                  <a:cubicBezTo>
                    <a:pt x="36" y="118"/>
                    <a:pt x="43" y="115"/>
                    <a:pt x="47" y="110"/>
                  </a:cubicBezTo>
                  <a:lnTo>
                    <a:pt x="118" y="37"/>
                  </a:lnTo>
                  <a:lnTo>
                    <a:pt x="102" y="16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1" name="Google Shape;9961;p31"/>
            <p:cNvSpPr/>
            <p:nvPr/>
          </p:nvSpPr>
          <p:spPr>
            <a:xfrm>
              <a:off x="2776100" y="3759325"/>
              <a:ext cx="11900" cy="12200"/>
            </a:xfrm>
            <a:custGeom>
              <a:avLst/>
              <a:gdLst/>
              <a:ahLst/>
              <a:cxnLst/>
              <a:rect l="l" t="t" r="r" b="b"/>
              <a:pathLst>
                <a:path w="476" h="488" extrusionOk="0">
                  <a:moveTo>
                    <a:pt x="30" y="1"/>
                  </a:moveTo>
                  <a:cubicBezTo>
                    <a:pt x="22" y="1"/>
                    <a:pt x="14" y="4"/>
                    <a:pt x="9" y="10"/>
                  </a:cubicBezTo>
                  <a:cubicBezTo>
                    <a:pt x="1" y="21"/>
                    <a:pt x="2" y="37"/>
                    <a:pt x="13" y="46"/>
                  </a:cubicBezTo>
                  <a:cubicBezTo>
                    <a:pt x="166" y="173"/>
                    <a:pt x="305" y="318"/>
                    <a:pt x="426" y="477"/>
                  </a:cubicBezTo>
                  <a:cubicBezTo>
                    <a:pt x="432" y="485"/>
                    <a:pt x="438" y="487"/>
                    <a:pt x="446" y="487"/>
                  </a:cubicBezTo>
                  <a:cubicBezTo>
                    <a:pt x="452" y="487"/>
                    <a:pt x="457" y="486"/>
                    <a:pt x="462" y="482"/>
                  </a:cubicBezTo>
                  <a:cubicBezTo>
                    <a:pt x="473" y="474"/>
                    <a:pt x="476" y="458"/>
                    <a:pt x="466" y="446"/>
                  </a:cubicBezTo>
                  <a:cubicBezTo>
                    <a:pt x="344" y="284"/>
                    <a:pt x="203" y="136"/>
                    <a:pt x="45" y="6"/>
                  </a:cubicBezTo>
                  <a:cubicBezTo>
                    <a:pt x="41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2" name="Google Shape;9962;p31"/>
            <p:cNvSpPr/>
            <p:nvPr/>
          </p:nvSpPr>
          <p:spPr>
            <a:xfrm>
              <a:off x="2788625" y="3772300"/>
              <a:ext cx="5000" cy="5825"/>
            </a:xfrm>
            <a:custGeom>
              <a:avLst/>
              <a:gdLst/>
              <a:ahLst/>
              <a:cxnLst/>
              <a:rect l="l" t="t" r="r" b="b"/>
              <a:pathLst>
                <a:path w="200" h="233" extrusionOk="0">
                  <a:moveTo>
                    <a:pt x="30" y="0"/>
                  </a:moveTo>
                  <a:cubicBezTo>
                    <a:pt x="25" y="0"/>
                    <a:pt x="19" y="2"/>
                    <a:pt x="14" y="6"/>
                  </a:cubicBezTo>
                  <a:cubicBezTo>
                    <a:pt x="3" y="14"/>
                    <a:pt x="0" y="30"/>
                    <a:pt x="10" y="42"/>
                  </a:cubicBezTo>
                  <a:lnTo>
                    <a:pt x="150" y="223"/>
                  </a:lnTo>
                  <a:cubicBezTo>
                    <a:pt x="154" y="229"/>
                    <a:pt x="162" y="232"/>
                    <a:pt x="170" y="232"/>
                  </a:cubicBezTo>
                  <a:cubicBezTo>
                    <a:pt x="175" y="232"/>
                    <a:pt x="181" y="231"/>
                    <a:pt x="186" y="227"/>
                  </a:cubicBezTo>
                  <a:cubicBezTo>
                    <a:pt x="197" y="219"/>
                    <a:pt x="200" y="201"/>
                    <a:pt x="190" y="190"/>
                  </a:cubicBezTo>
                  <a:lnTo>
                    <a:pt x="52" y="10"/>
                  </a:lnTo>
                  <a:cubicBezTo>
                    <a:pt x="46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3" name="Google Shape;9963;p31"/>
            <p:cNvSpPr/>
            <p:nvPr/>
          </p:nvSpPr>
          <p:spPr>
            <a:xfrm>
              <a:off x="2750325" y="3770075"/>
              <a:ext cx="25500" cy="24050"/>
            </a:xfrm>
            <a:custGeom>
              <a:avLst/>
              <a:gdLst/>
              <a:ahLst/>
              <a:cxnLst/>
              <a:rect l="l" t="t" r="r" b="b"/>
              <a:pathLst>
                <a:path w="1020" h="962" extrusionOk="0">
                  <a:moveTo>
                    <a:pt x="991" y="0"/>
                  </a:moveTo>
                  <a:cubicBezTo>
                    <a:pt x="986" y="0"/>
                    <a:pt x="980" y="2"/>
                    <a:pt x="975" y="5"/>
                  </a:cubicBezTo>
                  <a:cubicBezTo>
                    <a:pt x="619" y="270"/>
                    <a:pt x="293" y="578"/>
                    <a:pt x="10" y="918"/>
                  </a:cubicBezTo>
                  <a:cubicBezTo>
                    <a:pt x="0" y="931"/>
                    <a:pt x="1" y="947"/>
                    <a:pt x="12" y="956"/>
                  </a:cubicBezTo>
                  <a:cubicBezTo>
                    <a:pt x="18" y="960"/>
                    <a:pt x="23" y="962"/>
                    <a:pt x="30" y="962"/>
                  </a:cubicBezTo>
                  <a:cubicBezTo>
                    <a:pt x="36" y="962"/>
                    <a:pt x="45" y="959"/>
                    <a:pt x="49" y="952"/>
                  </a:cubicBezTo>
                  <a:cubicBezTo>
                    <a:pt x="331" y="614"/>
                    <a:pt x="653" y="309"/>
                    <a:pt x="1006" y="47"/>
                  </a:cubicBezTo>
                  <a:cubicBezTo>
                    <a:pt x="1019" y="39"/>
                    <a:pt x="1020" y="22"/>
                    <a:pt x="1012" y="10"/>
                  </a:cubicBezTo>
                  <a:cubicBezTo>
                    <a:pt x="1007" y="4"/>
                    <a:pt x="999" y="0"/>
                    <a:pt x="99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4" name="Google Shape;9964;p31"/>
            <p:cNvSpPr/>
            <p:nvPr/>
          </p:nvSpPr>
          <p:spPr>
            <a:xfrm>
              <a:off x="2751750" y="3769500"/>
              <a:ext cx="13900" cy="13050"/>
            </a:xfrm>
            <a:custGeom>
              <a:avLst/>
              <a:gdLst/>
              <a:ahLst/>
              <a:cxnLst/>
              <a:rect l="l" t="t" r="r" b="b"/>
              <a:pathLst>
                <a:path w="556" h="522" extrusionOk="0">
                  <a:moveTo>
                    <a:pt x="526" y="1"/>
                  </a:moveTo>
                  <a:cubicBezTo>
                    <a:pt x="520" y="1"/>
                    <a:pt x="515" y="3"/>
                    <a:pt x="510" y="6"/>
                  </a:cubicBezTo>
                  <a:cubicBezTo>
                    <a:pt x="328" y="146"/>
                    <a:pt x="160" y="305"/>
                    <a:pt x="10" y="479"/>
                  </a:cubicBezTo>
                  <a:cubicBezTo>
                    <a:pt x="1" y="489"/>
                    <a:pt x="2" y="506"/>
                    <a:pt x="13" y="515"/>
                  </a:cubicBezTo>
                  <a:cubicBezTo>
                    <a:pt x="18" y="520"/>
                    <a:pt x="24" y="522"/>
                    <a:pt x="31" y="522"/>
                  </a:cubicBezTo>
                  <a:cubicBezTo>
                    <a:pt x="37" y="522"/>
                    <a:pt x="44" y="519"/>
                    <a:pt x="49" y="514"/>
                  </a:cubicBezTo>
                  <a:cubicBezTo>
                    <a:pt x="197" y="343"/>
                    <a:pt x="363" y="185"/>
                    <a:pt x="542" y="47"/>
                  </a:cubicBezTo>
                  <a:cubicBezTo>
                    <a:pt x="553" y="39"/>
                    <a:pt x="555" y="23"/>
                    <a:pt x="546" y="11"/>
                  </a:cubicBezTo>
                  <a:cubicBezTo>
                    <a:pt x="541" y="4"/>
                    <a:pt x="534" y="1"/>
                    <a:pt x="5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5" name="Google Shape;9965;p31"/>
            <p:cNvSpPr/>
            <p:nvPr/>
          </p:nvSpPr>
          <p:spPr>
            <a:xfrm>
              <a:off x="2767275" y="3765800"/>
              <a:ext cx="3150" cy="2700"/>
            </a:xfrm>
            <a:custGeom>
              <a:avLst/>
              <a:gdLst/>
              <a:ahLst/>
              <a:cxnLst/>
              <a:rect l="l" t="t" r="r" b="b"/>
              <a:pathLst>
                <a:path w="126" h="108" extrusionOk="0">
                  <a:moveTo>
                    <a:pt x="96" y="0"/>
                  </a:moveTo>
                  <a:cubicBezTo>
                    <a:pt x="90" y="0"/>
                    <a:pt x="84" y="2"/>
                    <a:pt x="80" y="6"/>
                  </a:cubicBezTo>
                  <a:lnTo>
                    <a:pt x="12" y="62"/>
                  </a:lnTo>
                  <a:cubicBezTo>
                    <a:pt x="2" y="71"/>
                    <a:pt x="0" y="87"/>
                    <a:pt x="8" y="98"/>
                  </a:cubicBezTo>
                  <a:cubicBezTo>
                    <a:pt x="14" y="105"/>
                    <a:pt x="22" y="107"/>
                    <a:pt x="28" y="107"/>
                  </a:cubicBezTo>
                  <a:cubicBezTo>
                    <a:pt x="35" y="107"/>
                    <a:pt x="41" y="106"/>
                    <a:pt x="46" y="102"/>
                  </a:cubicBezTo>
                  <a:lnTo>
                    <a:pt x="113" y="47"/>
                  </a:lnTo>
                  <a:cubicBezTo>
                    <a:pt x="124" y="37"/>
                    <a:pt x="125" y="21"/>
                    <a:pt x="116" y="9"/>
                  </a:cubicBezTo>
                  <a:cubicBezTo>
                    <a:pt x="111" y="3"/>
                    <a:pt x="103" y="0"/>
                    <a:pt x="9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6" name="Google Shape;9966;p31"/>
            <p:cNvSpPr/>
            <p:nvPr/>
          </p:nvSpPr>
          <p:spPr>
            <a:xfrm>
              <a:off x="2753000" y="3760775"/>
              <a:ext cx="15375" cy="12800"/>
            </a:xfrm>
            <a:custGeom>
              <a:avLst/>
              <a:gdLst/>
              <a:ahLst/>
              <a:cxnLst/>
              <a:rect l="l" t="t" r="r" b="b"/>
              <a:pathLst>
                <a:path w="615" h="512" extrusionOk="0">
                  <a:moveTo>
                    <a:pt x="584" y="0"/>
                  </a:moveTo>
                  <a:cubicBezTo>
                    <a:pt x="580" y="0"/>
                    <a:pt x="575" y="1"/>
                    <a:pt x="570" y="4"/>
                  </a:cubicBezTo>
                  <a:cubicBezTo>
                    <a:pt x="364" y="133"/>
                    <a:pt x="176" y="288"/>
                    <a:pt x="10" y="467"/>
                  </a:cubicBezTo>
                  <a:cubicBezTo>
                    <a:pt x="1" y="478"/>
                    <a:pt x="1" y="494"/>
                    <a:pt x="12" y="505"/>
                  </a:cubicBezTo>
                  <a:cubicBezTo>
                    <a:pt x="17" y="509"/>
                    <a:pt x="24" y="512"/>
                    <a:pt x="29" y="512"/>
                  </a:cubicBezTo>
                  <a:cubicBezTo>
                    <a:pt x="36" y="512"/>
                    <a:pt x="42" y="509"/>
                    <a:pt x="48" y="502"/>
                  </a:cubicBezTo>
                  <a:cubicBezTo>
                    <a:pt x="211" y="327"/>
                    <a:pt x="395" y="174"/>
                    <a:pt x="598" y="49"/>
                  </a:cubicBezTo>
                  <a:cubicBezTo>
                    <a:pt x="610" y="41"/>
                    <a:pt x="614" y="25"/>
                    <a:pt x="606" y="12"/>
                  </a:cubicBezTo>
                  <a:cubicBezTo>
                    <a:pt x="601" y="5"/>
                    <a:pt x="593" y="0"/>
                    <a:pt x="58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8" name="Google Shape;9968;p32"/>
          <p:cNvSpPr/>
          <p:nvPr/>
        </p:nvSpPr>
        <p:spPr>
          <a:xfrm rot="10800000" flipH="1">
            <a:off x="-420550" y="3477798"/>
            <a:ext cx="7464861" cy="2037025"/>
          </a:xfrm>
          <a:custGeom>
            <a:avLst/>
            <a:gdLst/>
            <a:ahLst/>
            <a:cxnLst/>
            <a:rect l="l" t="t" r="r" b="b"/>
            <a:pathLst>
              <a:path w="74939" h="20450" extrusionOk="0">
                <a:moveTo>
                  <a:pt x="96" y="1"/>
                </a:moveTo>
                <a:cubicBezTo>
                  <a:pt x="1" y="6671"/>
                  <a:pt x="567" y="13189"/>
                  <a:pt x="472" y="19860"/>
                </a:cubicBezTo>
                <a:cubicBezTo>
                  <a:pt x="1036" y="20271"/>
                  <a:pt x="1713" y="20450"/>
                  <a:pt x="2408" y="20450"/>
                </a:cubicBezTo>
                <a:cubicBezTo>
                  <a:pt x="3228" y="20450"/>
                  <a:pt x="4074" y="20201"/>
                  <a:pt x="4791" y="19794"/>
                </a:cubicBezTo>
                <a:cubicBezTo>
                  <a:pt x="6113" y="19040"/>
                  <a:pt x="7113" y="17844"/>
                  <a:pt x="8151" y="16730"/>
                </a:cubicBezTo>
                <a:cubicBezTo>
                  <a:pt x="10498" y="14216"/>
                  <a:pt x="13226" y="12000"/>
                  <a:pt x="16378" y="10626"/>
                </a:cubicBezTo>
                <a:cubicBezTo>
                  <a:pt x="18422" y="9736"/>
                  <a:pt x="20658" y="9220"/>
                  <a:pt x="22880" y="9220"/>
                </a:cubicBezTo>
                <a:cubicBezTo>
                  <a:pt x="24085" y="9220"/>
                  <a:pt x="25286" y="9371"/>
                  <a:pt x="26451" y="9698"/>
                </a:cubicBezTo>
                <a:cubicBezTo>
                  <a:pt x="30127" y="10729"/>
                  <a:pt x="33114" y="13354"/>
                  <a:pt x="36499" y="15119"/>
                </a:cubicBezTo>
                <a:cubicBezTo>
                  <a:pt x="38337" y="16078"/>
                  <a:pt x="40506" y="16739"/>
                  <a:pt x="42564" y="16739"/>
                </a:cubicBezTo>
                <a:cubicBezTo>
                  <a:pt x="44297" y="16739"/>
                  <a:pt x="45950" y="16270"/>
                  <a:pt x="47259" y="15116"/>
                </a:cubicBezTo>
                <a:cubicBezTo>
                  <a:pt x="48840" y="13722"/>
                  <a:pt x="49567" y="11631"/>
                  <a:pt x="50453" y="9718"/>
                </a:cubicBezTo>
                <a:cubicBezTo>
                  <a:pt x="51339" y="7807"/>
                  <a:pt x="52632" y="5841"/>
                  <a:pt x="54662" y="5274"/>
                </a:cubicBezTo>
                <a:cubicBezTo>
                  <a:pt x="55076" y="5158"/>
                  <a:pt x="55485" y="5107"/>
                  <a:pt x="55892" y="5107"/>
                </a:cubicBezTo>
                <a:cubicBezTo>
                  <a:pt x="58492" y="5107"/>
                  <a:pt x="60955" y="7211"/>
                  <a:pt x="63572" y="8059"/>
                </a:cubicBezTo>
                <a:cubicBezTo>
                  <a:pt x="64422" y="8335"/>
                  <a:pt x="65315" y="8469"/>
                  <a:pt x="66207" y="8469"/>
                </a:cubicBezTo>
                <a:cubicBezTo>
                  <a:pt x="68006" y="8469"/>
                  <a:pt x="69807" y="7923"/>
                  <a:pt x="71276" y="6883"/>
                </a:cubicBezTo>
                <a:cubicBezTo>
                  <a:pt x="73473" y="5326"/>
                  <a:pt x="74873" y="2698"/>
                  <a:pt x="74939" y="4"/>
                </a:cubicBezTo>
                <a:lnTo>
                  <a:pt x="9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9" name="Google Shape;9969;p32"/>
          <p:cNvSpPr/>
          <p:nvPr/>
        </p:nvSpPr>
        <p:spPr>
          <a:xfrm rot="1238471" flipH="1">
            <a:off x="-893763" y="2736779"/>
            <a:ext cx="6597081" cy="2846184"/>
          </a:xfrm>
          <a:custGeom>
            <a:avLst/>
            <a:gdLst/>
            <a:ahLst/>
            <a:cxnLst/>
            <a:rect l="l" t="t" r="r" b="b"/>
            <a:pathLst>
              <a:path w="81513" h="42856" extrusionOk="0">
                <a:moveTo>
                  <a:pt x="79233" y="0"/>
                </a:moveTo>
                <a:cubicBezTo>
                  <a:pt x="76119" y="0"/>
                  <a:pt x="72996" y="1599"/>
                  <a:pt x="71307" y="4233"/>
                </a:cubicBezTo>
                <a:cubicBezTo>
                  <a:pt x="69216" y="7493"/>
                  <a:pt x="69483" y="12086"/>
                  <a:pt x="71936" y="15083"/>
                </a:cubicBezTo>
                <a:cubicBezTo>
                  <a:pt x="73404" y="16877"/>
                  <a:pt x="75620" y="18256"/>
                  <a:pt x="76127" y="20517"/>
                </a:cubicBezTo>
                <a:cubicBezTo>
                  <a:pt x="76740" y="23249"/>
                  <a:pt x="74366" y="25916"/>
                  <a:pt x="71681" y="26711"/>
                </a:cubicBezTo>
                <a:cubicBezTo>
                  <a:pt x="70690" y="27005"/>
                  <a:pt x="69673" y="27115"/>
                  <a:pt x="68644" y="27115"/>
                </a:cubicBezTo>
                <a:cubicBezTo>
                  <a:pt x="66890" y="27115"/>
                  <a:pt x="65104" y="26794"/>
                  <a:pt x="63361" y="26516"/>
                </a:cubicBezTo>
                <a:cubicBezTo>
                  <a:pt x="62057" y="26308"/>
                  <a:pt x="60708" y="26131"/>
                  <a:pt x="59382" y="26131"/>
                </a:cubicBezTo>
                <a:cubicBezTo>
                  <a:pt x="57898" y="26131"/>
                  <a:pt x="56443" y="26352"/>
                  <a:pt x="55113" y="26999"/>
                </a:cubicBezTo>
                <a:cubicBezTo>
                  <a:pt x="52499" y="28269"/>
                  <a:pt x="50892" y="30921"/>
                  <a:pt x="48775" y="32914"/>
                </a:cubicBezTo>
                <a:cubicBezTo>
                  <a:pt x="45986" y="35542"/>
                  <a:pt x="42154" y="36885"/>
                  <a:pt x="38330" y="36885"/>
                </a:cubicBezTo>
                <a:cubicBezTo>
                  <a:pt x="35107" y="36885"/>
                  <a:pt x="31890" y="35931"/>
                  <a:pt x="29309" y="33988"/>
                </a:cubicBezTo>
                <a:cubicBezTo>
                  <a:pt x="27251" y="32436"/>
                  <a:pt x="25619" y="30385"/>
                  <a:pt x="23604" y="28778"/>
                </a:cubicBezTo>
                <a:cubicBezTo>
                  <a:pt x="21991" y="27490"/>
                  <a:pt x="19973" y="26485"/>
                  <a:pt x="17956" y="26485"/>
                </a:cubicBezTo>
                <a:cubicBezTo>
                  <a:pt x="17455" y="26485"/>
                  <a:pt x="16955" y="26547"/>
                  <a:pt x="16462" y="26682"/>
                </a:cubicBezTo>
                <a:cubicBezTo>
                  <a:pt x="14793" y="27137"/>
                  <a:pt x="13454" y="28345"/>
                  <a:pt x="11950" y="29196"/>
                </a:cubicBezTo>
                <a:cubicBezTo>
                  <a:pt x="11061" y="29700"/>
                  <a:pt x="10000" y="30064"/>
                  <a:pt x="8995" y="30064"/>
                </a:cubicBezTo>
                <a:cubicBezTo>
                  <a:pt x="8298" y="30064"/>
                  <a:pt x="7629" y="29889"/>
                  <a:pt x="7065" y="29463"/>
                </a:cubicBezTo>
                <a:cubicBezTo>
                  <a:pt x="5818" y="28521"/>
                  <a:pt x="5588" y="26713"/>
                  <a:pt x="5877" y="25178"/>
                </a:cubicBezTo>
                <a:cubicBezTo>
                  <a:pt x="6165" y="23642"/>
                  <a:pt x="6857" y="22198"/>
                  <a:pt x="7073" y="20652"/>
                </a:cubicBezTo>
                <a:cubicBezTo>
                  <a:pt x="7636" y="16584"/>
                  <a:pt x="4224" y="12413"/>
                  <a:pt x="126" y="12160"/>
                </a:cubicBezTo>
                <a:lnTo>
                  <a:pt x="0" y="42844"/>
                </a:lnTo>
                <a:lnTo>
                  <a:pt x="81512" y="42855"/>
                </a:lnTo>
                <a:lnTo>
                  <a:pt x="81429" y="278"/>
                </a:lnTo>
                <a:cubicBezTo>
                  <a:pt x="80711" y="90"/>
                  <a:pt x="79972" y="0"/>
                  <a:pt x="7923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0" name="Google Shape;9970;p32"/>
          <p:cNvSpPr/>
          <p:nvPr/>
        </p:nvSpPr>
        <p:spPr>
          <a:xfrm rot="4992366" flipH="1">
            <a:off x="-2076992" y="1526849"/>
            <a:ext cx="5789435" cy="2247834"/>
          </a:xfrm>
          <a:custGeom>
            <a:avLst/>
            <a:gdLst/>
            <a:ahLst/>
            <a:cxnLst/>
            <a:rect l="l" t="t" r="r" b="b"/>
            <a:pathLst>
              <a:path w="84293" h="32728" extrusionOk="0">
                <a:moveTo>
                  <a:pt x="229" y="4660"/>
                </a:moveTo>
                <a:lnTo>
                  <a:pt x="229" y="4660"/>
                </a:lnTo>
                <a:cubicBezTo>
                  <a:pt x="199" y="5056"/>
                  <a:pt x="196" y="5452"/>
                  <a:pt x="220" y="5845"/>
                </a:cubicBezTo>
                <a:lnTo>
                  <a:pt x="220" y="5845"/>
                </a:lnTo>
                <a:lnTo>
                  <a:pt x="229" y="4660"/>
                </a:lnTo>
                <a:close/>
                <a:moveTo>
                  <a:pt x="81127" y="1"/>
                </a:moveTo>
                <a:cubicBezTo>
                  <a:pt x="80985" y="1"/>
                  <a:pt x="80843" y="10"/>
                  <a:pt x="80702" y="28"/>
                </a:cubicBezTo>
                <a:cubicBezTo>
                  <a:pt x="79293" y="209"/>
                  <a:pt x="78046" y="1315"/>
                  <a:pt x="77698" y="2694"/>
                </a:cubicBezTo>
                <a:cubicBezTo>
                  <a:pt x="77247" y="4479"/>
                  <a:pt x="78074" y="6760"/>
                  <a:pt x="76683" y="7965"/>
                </a:cubicBezTo>
                <a:cubicBezTo>
                  <a:pt x="76244" y="8345"/>
                  <a:pt x="75697" y="8497"/>
                  <a:pt x="75122" y="8497"/>
                </a:cubicBezTo>
                <a:cubicBezTo>
                  <a:pt x="74399" y="8497"/>
                  <a:pt x="73631" y="8258"/>
                  <a:pt x="72975" y="7936"/>
                </a:cubicBezTo>
                <a:cubicBezTo>
                  <a:pt x="71797" y="7358"/>
                  <a:pt x="70658" y="6542"/>
                  <a:pt x="69347" y="6510"/>
                </a:cubicBezTo>
                <a:cubicBezTo>
                  <a:pt x="69321" y="6509"/>
                  <a:pt x="69295" y="6509"/>
                  <a:pt x="69269" y="6509"/>
                </a:cubicBezTo>
                <a:cubicBezTo>
                  <a:pt x="67066" y="6509"/>
                  <a:pt x="65433" y="8826"/>
                  <a:pt x="65268" y="11037"/>
                </a:cubicBezTo>
                <a:cubicBezTo>
                  <a:pt x="65100" y="13274"/>
                  <a:pt x="65971" y="15438"/>
                  <a:pt x="66571" y="17600"/>
                </a:cubicBezTo>
                <a:cubicBezTo>
                  <a:pt x="67170" y="19762"/>
                  <a:pt x="67466" y="22224"/>
                  <a:pt x="66276" y="24126"/>
                </a:cubicBezTo>
                <a:cubicBezTo>
                  <a:pt x="65191" y="25861"/>
                  <a:pt x="63125" y="26708"/>
                  <a:pt x="61136" y="27192"/>
                </a:cubicBezTo>
                <a:cubicBezTo>
                  <a:pt x="59309" y="27636"/>
                  <a:pt x="57433" y="27853"/>
                  <a:pt x="55556" y="27853"/>
                </a:cubicBezTo>
                <a:cubicBezTo>
                  <a:pt x="49670" y="27853"/>
                  <a:pt x="43772" y="25725"/>
                  <a:pt x="39345" y="21833"/>
                </a:cubicBezTo>
                <a:cubicBezTo>
                  <a:pt x="37603" y="20302"/>
                  <a:pt x="36071" y="18513"/>
                  <a:pt x="34138" y="17230"/>
                </a:cubicBezTo>
                <a:cubicBezTo>
                  <a:pt x="32796" y="16339"/>
                  <a:pt x="31175" y="15718"/>
                  <a:pt x="29591" y="15718"/>
                </a:cubicBezTo>
                <a:cubicBezTo>
                  <a:pt x="28895" y="15718"/>
                  <a:pt x="28207" y="15838"/>
                  <a:pt x="27552" y="16107"/>
                </a:cubicBezTo>
                <a:cubicBezTo>
                  <a:pt x="25809" y="16827"/>
                  <a:pt x="24631" y="18452"/>
                  <a:pt x="23603" y="20033"/>
                </a:cubicBezTo>
                <a:cubicBezTo>
                  <a:pt x="22574" y="21614"/>
                  <a:pt x="21535" y="23294"/>
                  <a:pt x="19905" y="24243"/>
                </a:cubicBezTo>
                <a:cubicBezTo>
                  <a:pt x="19230" y="24636"/>
                  <a:pt x="18418" y="24848"/>
                  <a:pt x="17628" y="24848"/>
                </a:cubicBezTo>
                <a:cubicBezTo>
                  <a:pt x="16510" y="24848"/>
                  <a:pt x="15435" y="24424"/>
                  <a:pt x="14846" y="23488"/>
                </a:cubicBezTo>
                <a:cubicBezTo>
                  <a:pt x="13679" y="21633"/>
                  <a:pt x="14988" y="18973"/>
                  <a:pt x="13865" y="17091"/>
                </a:cubicBezTo>
                <a:cubicBezTo>
                  <a:pt x="12747" y="15220"/>
                  <a:pt x="10094" y="15297"/>
                  <a:pt x="7957" y="14870"/>
                </a:cubicBezTo>
                <a:cubicBezTo>
                  <a:pt x="3770" y="14031"/>
                  <a:pt x="474" y="10075"/>
                  <a:pt x="220" y="5845"/>
                </a:cubicBezTo>
                <a:lnTo>
                  <a:pt x="220" y="5845"/>
                </a:lnTo>
                <a:lnTo>
                  <a:pt x="1" y="32728"/>
                </a:lnTo>
                <a:lnTo>
                  <a:pt x="889" y="32470"/>
                </a:lnTo>
                <a:lnTo>
                  <a:pt x="83132" y="32470"/>
                </a:lnTo>
                <a:cubicBezTo>
                  <a:pt x="83520" y="32470"/>
                  <a:pt x="83906" y="32419"/>
                  <a:pt x="84293" y="32419"/>
                </a:cubicBezTo>
                <a:lnTo>
                  <a:pt x="84286" y="1843"/>
                </a:lnTo>
                <a:cubicBezTo>
                  <a:pt x="83668" y="722"/>
                  <a:pt x="82402" y="1"/>
                  <a:pt x="811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71" name="Google Shape;9971;p32"/>
          <p:cNvGrpSpPr/>
          <p:nvPr/>
        </p:nvGrpSpPr>
        <p:grpSpPr>
          <a:xfrm flipH="1">
            <a:off x="1362402" y="4122872"/>
            <a:ext cx="2436285" cy="1548536"/>
            <a:chOff x="3355375" y="3411325"/>
            <a:chExt cx="526275" cy="338500"/>
          </a:xfrm>
        </p:grpSpPr>
        <p:sp>
          <p:nvSpPr>
            <p:cNvPr id="9972" name="Google Shape;9972;p32"/>
            <p:cNvSpPr/>
            <p:nvPr/>
          </p:nvSpPr>
          <p:spPr>
            <a:xfrm>
              <a:off x="3561750" y="3412625"/>
              <a:ext cx="202325" cy="111350"/>
            </a:xfrm>
            <a:custGeom>
              <a:avLst/>
              <a:gdLst/>
              <a:ahLst/>
              <a:cxnLst/>
              <a:rect l="l" t="t" r="r" b="b"/>
              <a:pathLst>
                <a:path w="8093" h="4454" extrusionOk="0">
                  <a:moveTo>
                    <a:pt x="4807" y="0"/>
                  </a:moveTo>
                  <a:cubicBezTo>
                    <a:pt x="4645" y="0"/>
                    <a:pt x="4484" y="11"/>
                    <a:pt x="4324" y="32"/>
                  </a:cubicBezTo>
                  <a:cubicBezTo>
                    <a:pt x="2964" y="215"/>
                    <a:pt x="1713" y="1088"/>
                    <a:pt x="1073" y="2303"/>
                  </a:cubicBezTo>
                  <a:cubicBezTo>
                    <a:pt x="779" y="2858"/>
                    <a:pt x="525" y="3590"/>
                    <a:pt x="0" y="3936"/>
                  </a:cubicBezTo>
                  <a:cubicBezTo>
                    <a:pt x="530" y="4151"/>
                    <a:pt x="1073" y="4349"/>
                    <a:pt x="1640" y="4424"/>
                  </a:cubicBezTo>
                  <a:cubicBezTo>
                    <a:pt x="1787" y="4443"/>
                    <a:pt x="1936" y="4454"/>
                    <a:pt x="2085" y="4454"/>
                  </a:cubicBezTo>
                  <a:cubicBezTo>
                    <a:pt x="2510" y="4454"/>
                    <a:pt x="2934" y="4370"/>
                    <a:pt x="3307" y="4167"/>
                  </a:cubicBezTo>
                  <a:cubicBezTo>
                    <a:pt x="4046" y="3765"/>
                    <a:pt x="4471" y="2970"/>
                    <a:pt x="5084" y="2396"/>
                  </a:cubicBezTo>
                  <a:cubicBezTo>
                    <a:pt x="5746" y="1778"/>
                    <a:pt x="6649" y="1427"/>
                    <a:pt x="7553" y="1427"/>
                  </a:cubicBezTo>
                  <a:cubicBezTo>
                    <a:pt x="7733" y="1427"/>
                    <a:pt x="7914" y="1441"/>
                    <a:pt x="8092" y="1470"/>
                  </a:cubicBezTo>
                  <a:cubicBezTo>
                    <a:pt x="7265" y="584"/>
                    <a:pt x="6023" y="0"/>
                    <a:pt x="4807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3" name="Google Shape;9973;p32"/>
            <p:cNvSpPr/>
            <p:nvPr/>
          </p:nvSpPr>
          <p:spPr>
            <a:xfrm>
              <a:off x="3560425" y="3411325"/>
              <a:ext cx="205050" cy="113950"/>
            </a:xfrm>
            <a:custGeom>
              <a:avLst/>
              <a:gdLst/>
              <a:ahLst/>
              <a:cxnLst/>
              <a:rect l="l" t="t" r="r" b="b"/>
              <a:pathLst>
                <a:path w="8202" h="4558" extrusionOk="0">
                  <a:moveTo>
                    <a:pt x="4861" y="105"/>
                  </a:moveTo>
                  <a:cubicBezTo>
                    <a:pt x="5978" y="105"/>
                    <a:pt x="7159" y="604"/>
                    <a:pt x="8004" y="1451"/>
                  </a:cubicBezTo>
                  <a:cubicBezTo>
                    <a:pt x="7874" y="1436"/>
                    <a:pt x="7743" y="1428"/>
                    <a:pt x="7612" y="1428"/>
                  </a:cubicBezTo>
                  <a:cubicBezTo>
                    <a:pt x="6699" y="1428"/>
                    <a:pt x="5774" y="1783"/>
                    <a:pt x="5102" y="2410"/>
                  </a:cubicBezTo>
                  <a:cubicBezTo>
                    <a:pt x="4874" y="2624"/>
                    <a:pt x="4669" y="2870"/>
                    <a:pt x="4471" y="3108"/>
                  </a:cubicBezTo>
                  <a:cubicBezTo>
                    <a:pt x="4138" y="3509"/>
                    <a:pt x="3793" y="3925"/>
                    <a:pt x="3335" y="4174"/>
                  </a:cubicBezTo>
                  <a:cubicBezTo>
                    <a:pt x="2939" y="4389"/>
                    <a:pt x="2513" y="4454"/>
                    <a:pt x="2145" y="4454"/>
                  </a:cubicBezTo>
                  <a:cubicBezTo>
                    <a:pt x="1983" y="4454"/>
                    <a:pt x="1832" y="4442"/>
                    <a:pt x="1700" y="4424"/>
                  </a:cubicBezTo>
                  <a:cubicBezTo>
                    <a:pt x="1196" y="4358"/>
                    <a:pt x="715" y="4198"/>
                    <a:pt x="161" y="3976"/>
                  </a:cubicBezTo>
                  <a:cubicBezTo>
                    <a:pt x="538" y="3687"/>
                    <a:pt x="766" y="3210"/>
                    <a:pt x="987" y="2750"/>
                  </a:cubicBezTo>
                  <a:cubicBezTo>
                    <a:pt x="1050" y="2620"/>
                    <a:pt x="1109" y="2496"/>
                    <a:pt x="1171" y="2379"/>
                  </a:cubicBezTo>
                  <a:cubicBezTo>
                    <a:pt x="1805" y="1176"/>
                    <a:pt x="3037" y="317"/>
                    <a:pt x="4384" y="136"/>
                  </a:cubicBezTo>
                  <a:cubicBezTo>
                    <a:pt x="4541" y="115"/>
                    <a:pt x="4701" y="105"/>
                    <a:pt x="4861" y="105"/>
                  </a:cubicBezTo>
                  <a:close/>
                  <a:moveTo>
                    <a:pt x="4859" y="1"/>
                  </a:moveTo>
                  <a:cubicBezTo>
                    <a:pt x="4694" y="1"/>
                    <a:pt x="4531" y="11"/>
                    <a:pt x="4370" y="33"/>
                  </a:cubicBezTo>
                  <a:cubicBezTo>
                    <a:pt x="2990" y="217"/>
                    <a:pt x="1728" y="1098"/>
                    <a:pt x="1080" y="2329"/>
                  </a:cubicBezTo>
                  <a:cubicBezTo>
                    <a:pt x="1017" y="2449"/>
                    <a:pt x="957" y="2573"/>
                    <a:pt x="894" y="2705"/>
                  </a:cubicBezTo>
                  <a:cubicBezTo>
                    <a:pt x="664" y="3183"/>
                    <a:pt x="426" y="3680"/>
                    <a:pt x="25" y="3945"/>
                  </a:cubicBezTo>
                  <a:cubicBezTo>
                    <a:pt x="9" y="3956"/>
                    <a:pt x="1" y="3973"/>
                    <a:pt x="2" y="3993"/>
                  </a:cubicBezTo>
                  <a:cubicBezTo>
                    <a:pt x="4" y="4012"/>
                    <a:pt x="16" y="4028"/>
                    <a:pt x="35" y="4036"/>
                  </a:cubicBezTo>
                  <a:cubicBezTo>
                    <a:pt x="635" y="4280"/>
                    <a:pt x="1144" y="4456"/>
                    <a:pt x="1687" y="4527"/>
                  </a:cubicBezTo>
                  <a:cubicBezTo>
                    <a:pt x="1821" y="4545"/>
                    <a:pt x="1976" y="4557"/>
                    <a:pt x="2143" y="4557"/>
                  </a:cubicBezTo>
                  <a:cubicBezTo>
                    <a:pt x="2525" y="4557"/>
                    <a:pt x="2970" y="4490"/>
                    <a:pt x="3384" y="4265"/>
                  </a:cubicBezTo>
                  <a:cubicBezTo>
                    <a:pt x="3861" y="4005"/>
                    <a:pt x="4212" y="3583"/>
                    <a:pt x="4551" y="3174"/>
                  </a:cubicBezTo>
                  <a:cubicBezTo>
                    <a:pt x="4747" y="2939"/>
                    <a:pt x="4949" y="2695"/>
                    <a:pt x="5174" y="2485"/>
                  </a:cubicBezTo>
                  <a:cubicBezTo>
                    <a:pt x="5826" y="1876"/>
                    <a:pt x="6724" y="1532"/>
                    <a:pt x="7611" y="1532"/>
                  </a:cubicBezTo>
                  <a:cubicBezTo>
                    <a:pt x="7787" y="1532"/>
                    <a:pt x="7964" y="1545"/>
                    <a:pt x="8137" y="1573"/>
                  </a:cubicBezTo>
                  <a:cubicBezTo>
                    <a:pt x="8140" y="1573"/>
                    <a:pt x="8142" y="1574"/>
                    <a:pt x="8145" y="1574"/>
                  </a:cubicBezTo>
                  <a:cubicBezTo>
                    <a:pt x="8164" y="1574"/>
                    <a:pt x="8183" y="1564"/>
                    <a:pt x="8191" y="1546"/>
                  </a:cubicBezTo>
                  <a:cubicBezTo>
                    <a:pt x="8202" y="1527"/>
                    <a:pt x="8199" y="1503"/>
                    <a:pt x="8183" y="1487"/>
                  </a:cubicBezTo>
                  <a:cubicBezTo>
                    <a:pt x="7312" y="554"/>
                    <a:pt x="6051" y="1"/>
                    <a:pt x="485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4" name="Google Shape;9974;p32"/>
            <p:cNvSpPr/>
            <p:nvPr/>
          </p:nvSpPr>
          <p:spPr>
            <a:xfrm>
              <a:off x="3561075" y="3438900"/>
              <a:ext cx="201950" cy="72775"/>
            </a:xfrm>
            <a:custGeom>
              <a:avLst/>
              <a:gdLst/>
              <a:ahLst/>
              <a:cxnLst/>
              <a:rect l="l" t="t" r="r" b="b"/>
              <a:pathLst>
                <a:path w="8078" h="2911" extrusionOk="0">
                  <a:moveTo>
                    <a:pt x="6350" y="0"/>
                  </a:moveTo>
                  <a:cubicBezTo>
                    <a:pt x="5984" y="0"/>
                    <a:pt x="5619" y="50"/>
                    <a:pt x="5269" y="150"/>
                  </a:cubicBezTo>
                  <a:cubicBezTo>
                    <a:pt x="4389" y="401"/>
                    <a:pt x="3627" y="948"/>
                    <a:pt x="2890" y="1475"/>
                  </a:cubicBezTo>
                  <a:cubicBezTo>
                    <a:pt x="2812" y="1530"/>
                    <a:pt x="2735" y="1585"/>
                    <a:pt x="2657" y="1641"/>
                  </a:cubicBezTo>
                  <a:cubicBezTo>
                    <a:pt x="1841" y="2222"/>
                    <a:pt x="1024" y="2752"/>
                    <a:pt x="25" y="2859"/>
                  </a:cubicBezTo>
                  <a:cubicBezTo>
                    <a:pt x="11" y="2861"/>
                    <a:pt x="0" y="2874"/>
                    <a:pt x="2" y="2888"/>
                  </a:cubicBezTo>
                  <a:cubicBezTo>
                    <a:pt x="3" y="2901"/>
                    <a:pt x="15" y="2911"/>
                    <a:pt x="27" y="2911"/>
                  </a:cubicBezTo>
                  <a:lnTo>
                    <a:pt x="31" y="2911"/>
                  </a:lnTo>
                  <a:cubicBezTo>
                    <a:pt x="1043" y="2803"/>
                    <a:pt x="1865" y="2269"/>
                    <a:pt x="2688" y="1684"/>
                  </a:cubicBezTo>
                  <a:cubicBezTo>
                    <a:pt x="2765" y="1628"/>
                    <a:pt x="2843" y="1573"/>
                    <a:pt x="2921" y="1517"/>
                  </a:cubicBezTo>
                  <a:cubicBezTo>
                    <a:pt x="3654" y="992"/>
                    <a:pt x="4413" y="449"/>
                    <a:pt x="5282" y="200"/>
                  </a:cubicBezTo>
                  <a:cubicBezTo>
                    <a:pt x="5628" y="101"/>
                    <a:pt x="5988" y="52"/>
                    <a:pt x="6349" y="52"/>
                  </a:cubicBezTo>
                  <a:cubicBezTo>
                    <a:pt x="6931" y="52"/>
                    <a:pt x="7513" y="179"/>
                    <a:pt x="8036" y="427"/>
                  </a:cubicBezTo>
                  <a:cubicBezTo>
                    <a:pt x="8040" y="428"/>
                    <a:pt x="8043" y="429"/>
                    <a:pt x="8047" y="429"/>
                  </a:cubicBezTo>
                  <a:cubicBezTo>
                    <a:pt x="8057" y="429"/>
                    <a:pt x="8066" y="424"/>
                    <a:pt x="8071" y="415"/>
                  </a:cubicBezTo>
                  <a:cubicBezTo>
                    <a:pt x="8078" y="401"/>
                    <a:pt x="8071" y="387"/>
                    <a:pt x="8059" y="380"/>
                  </a:cubicBezTo>
                  <a:cubicBezTo>
                    <a:pt x="7529" y="129"/>
                    <a:pt x="6939" y="0"/>
                    <a:pt x="635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5" name="Google Shape;9975;p32"/>
            <p:cNvSpPr/>
            <p:nvPr/>
          </p:nvSpPr>
          <p:spPr>
            <a:xfrm>
              <a:off x="3604775" y="3415225"/>
              <a:ext cx="51375" cy="80175"/>
            </a:xfrm>
            <a:custGeom>
              <a:avLst/>
              <a:gdLst/>
              <a:ahLst/>
              <a:cxnLst/>
              <a:rect l="l" t="t" r="r" b="b"/>
              <a:pathLst>
                <a:path w="2055" h="3207" extrusionOk="0">
                  <a:moveTo>
                    <a:pt x="2026" y="1"/>
                  </a:moveTo>
                  <a:cubicBezTo>
                    <a:pt x="2018" y="1"/>
                    <a:pt x="2011" y="4"/>
                    <a:pt x="2006" y="10"/>
                  </a:cubicBezTo>
                  <a:cubicBezTo>
                    <a:pt x="1187" y="960"/>
                    <a:pt x="514" y="2024"/>
                    <a:pt x="5" y="3170"/>
                  </a:cubicBezTo>
                  <a:cubicBezTo>
                    <a:pt x="0" y="3184"/>
                    <a:pt x="5" y="3198"/>
                    <a:pt x="19" y="3204"/>
                  </a:cubicBezTo>
                  <a:cubicBezTo>
                    <a:pt x="22" y="3206"/>
                    <a:pt x="26" y="3206"/>
                    <a:pt x="30" y="3206"/>
                  </a:cubicBezTo>
                  <a:cubicBezTo>
                    <a:pt x="39" y="3206"/>
                    <a:pt x="48" y="3201"/>
                    <a:pt x="52" y="3192"/>
                  </a:cubicBezTo>
                  <a:cubicBezTo>
                    <a:pt x="558" y="2049"/>
                    <a:pt x="1228" y="991"/>
                    <a:pt x="2045" y="44"/>
                  </a:cubicBezTo>
                  <a:cubicBezTo>
                    <a:pt x="2054" y="33"/>
                    <a:pt x="2053" y="17"/>
                    <a:pt x="2042" y="7"/>
                  </a:cubicBezTo>
                  <a:cubicBezTo>
                    <a:pt x="2037" y="3"/>
                    <a:pt x="2031" y="1"/>
                    <a:pt x="20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6" name="Google Shape;9976;p32"/>
            <p:cNvSpPr/>
            <p:nvPr/>
          </p:nvSpPr>
          <p:spPr>
            <a:xfrm>
              <a:off x="3657925" y="3413375"/>
              <a:ext cx="40000" cy="46000"/>
            </a:xfrm>
            <a:custGeom>
              <a:avLst/>
              <a:gdLst/>
              <a:ahLst/>
              <a:cxnLst/>
              <a:rect l="l" t="t" r="r" b="b"/>
              <a:pathLst>
                <a:path w="1600" h="1840" extrusionOk="0">
                  <a:moveTo>
                    <a:pt x="1570" y="0"/>
                  </a:moveTo>
                  <a:cubicBezTo>
                    <a:pt x="1564" y="0"/>
                    <a:pt x="1558" y="3"/>
                    <a:pt x="1553" y="7"/>
                  </a:cubicBezTo>
                  <a:cubicBezTo>
                    <a:pt x="994" y="563"/>
                    <a:pt x="476" y="1166"/>
                    <a:pt x="10" y="1799"/>
                  </a:cubicBezTo>
                  <a:cubicBezTo>
                    <a:pt x="1" y="1810"/>
                    <a:pt x="4" y="1826"/>
                    <a:pt x="16" y="1834"/>
                  </a:cubicBezTo>
                  <a:cubicBezTo>
                    <a:pt x="20" y="1838"/>
                    <a:pt x="25" y="1840"/>
                    <a:pt x="31" y="1840"/>
                  </a:cubicBezTo>
                  <a:cubicBezTo>
                    <a:pt x="39" y="1840"/>
                    <a:pt x="47" y="1836"/>
                    <a:pt x="52" y="1829"/>
                  </a:cubicBezTo>
                  <a:cubicBezTo>
                    <a:pt x="515" y="1198"/>
                    <a:pt x="1033" y="598"/>
                    <a:pt x="1590" y="45"/>
                  </a:cubicBezTo>
                  <a:cubicBezTo>
                    <a:pt x="1599" y="34"/>
                    <a:pt x="1599" y="18"/>
                    <a:pt x="1590" y="9"/>
                  </a:cubicBezTo>
                  <a:cubicBezTo>
                    <a:pt x="1584" y="3"/>
                    <a:pt x="1577" y="0"/>
                    <a:pt x="157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7" name="Google Shape;9977;p32"/>
            <p:cNvSpPr/>
            <p:nvPr/>
          </p:nvSpPr>
          <p:spPr>
            <a:xfrm>
              <a:off x="3584475" y="3504475"/>
              <a:ext cx="46550" cy="18325"/>
            </a:xfrm>
            <a:custGeom>
              <a:avLst/>
              <a:gdLst/>
              <a:ahLst/>
              <a:cxnLst/>
              <a:rect l="l" t="t" r="r" b="b"/>
              <a:pathLst>
                <a:path w="1862" h="733" extrusionOk="0">
                  <a:moveTo>
                    <a:pt x="30" y="0"/>
                  </a:moveTo>
                  <a:cubicBezTo>
                    <a:pt x="21" y="0"/>
                    <a:pt x="12" y="5"/>
                    <a:pt x="8" y="14"/>
                  </a:cubicBezTo>
                  <a:cubicBezTo>
                    <a:pt x="1" y="27"/>
                    <a:pt x="5" y="43"/>
                    <a:pt x="17" y="49"/>
                  </a:cubicBezTo>
                  <a:cubicBezTo>
                    <a:pt x="582" y="372"/>
                    <a:pt x="1191" y="601"/>
                    <a:pt x="1828" y="733"/>
                  </a:cubicBezTo>
                  <a:lnTo>
                    <a:pt x="1833" y="733"/>
                  </a:lnTo>
                  <a:cubicBezTo>
                    <a:pt x="1845" y="733"/>
                    <a:pt x="1856" y="725"/>
                    <a:pt x="1859" y="713"/>
                  </a:cubicBezTo>
                  <a:cubicBezTo>
                    <a:pt x="1861" y="698"/>
                    <a:pt x="1852" y="684"/>
                    <a:pt x="1839" y="682"/>
                  </a:cubicBezTo>
                  <a:cubicBezTo>
                    <a:pt x="1208" y="551"/>
                    <a:pt x="604" y="324"/>
                    <a:pt x="43" y="4"/>
                  </a:cubicBezTo>
                  <a:cubicBezTo>
                    <a:pt x="39" y="2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8" name="Google Shape;9978;p32"/>
            <p:cNvSpPr/>
            <p:nvPr/>
          </p:nvSpPr>
          <p:spPr>
            <a:xfrm>
              <a:off x="3628175" y="3479650"/>
              <a:ext cx="47150" cy="8350"/>
            </a:xfrm>
            <a:custGeom>
              <a:avLst/>
              <a:gdLst/>
              <a:ahLst/>
              <a:cxnLst/>
              <a:rect l="l" t="t" r="r" b="b"/>
              <a:pathLst>
                <a:path w="1886" h="334" extrusionOk="0">
                  <a:moveTo>
                    <a:pt x="28" y="1"/>
                  </a:moveTo>
                  <a:cubicBezTo>
                    <a:pt x="17" y="1"/>
                    <a:pt x="8" y="8"/>
                    <a:pt x="4" y="19"/>
                  </a:cubicBezTo>
                  <a:cubicBezTo>
                    <a:pt x="0" y="33"/>
                    <a:pt x="8" y="47"/>
                    <a:pt x="22" y="52"/>
                  </a:cubicBezTo>
                  <a:cubicBezTo>
                    <a:pt x="617" y="239"/>
                    <a:pt x="1235" y="333"/>
                    <a:pt x="1858" y="333"/>
                  </a:cubicBezTo>
                  <a:cubicBezTo>
                    <a:pt x="1873" y="333"/>
                    <a:pt x="1885" y="323"/>
                    <a:pt x="1885" y="308"/>
                  </a:cubicBezTo>
                  <a:cubicBezTo>
                    <a:pt x="1885" y="294"/>
                    <a:pt x="1873" y="282"/>
                    <a:pt x="1858" y="282"/>
                  </a:cubicBezTo>
                  <a:cubicBezTo>
                    <a:pt x="1241" y="282"/>
                    <a:pt x="627" y="188"/>
                    <a:pt x="37" y="2"/>
                  </a:cubicBezTo>
                  <a:cubicBezTo>
                    <a:pt x="34" y="1"/>
                    <a:pt x="3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9" name="Google Shape;9979;p32"/>
            <p:cNvSpPr/>
            <p:nvPr/>
          </p:nvSpPr>
          <p:spPr>
            <a:xfrm>
              <a:off x="3621450" y="3483900"/>
              <a:ext cx="33450" cy="10550"/>
            </a:xfrm>
            <a:custGeom>
              <a:avLst/>
              <a:gdLst/>
              <a:ahLst/>
              <a:cxnLst/>
              <a:rect l="l" t="t" r="r" b="b"/>
              <a:pathLst>
                <a:path w="1338" h="422" extrusionOk="0">
                  <a:moveTo>
                    <a:pt x="30" y="0"/>
                  </a:moveTo>
                  <a:cubicBezTo>
                    <a:pt x="19" y="0"/>
                    <a:pt x="10" y="6"/>
                    <a:pt x="6" y="17"/>
                  </a:cubicBezTo>
                  <a:cubicBezTo>
                    <a:pt x="0" y="29"/>
                    <a:pt x="6" y="45"/>
                    <a:pt x="19" y="50"/>
                  </a:cubicBezTo>
                  <a:cubicBezTo>
                    <a:pt x="432" y="223"/>
                    <a:pt x="864" y="348"/>
                    <a:pt x="1305" y="422"/>
                  </a:cubicBezTo>
                  <a:lnTo>
                    <a:pt x="1309" y="422"/>
                  </a:lnTo>
                  <a:cubicBezTo>
                    <a:pt x="1323" y="422"/>
                    <a:pt x="1334" y="414"/>
                    <a:pt x="1335" y="400"/>
                  </a:cubicBezTo>
                  <a:cubicBezTo>
                    <a:pt x="1338" y="387"/>
                    <a:pt x="1328" y="373"/>
                    <a:pt x="1315" y="371"/>
                  </a:cubicBezTo>
                  <a:cubicBezTo>
                    <a:pt x="877" y="297"/>
                    <a:pt x="448" y="173"/>
                    <a:pt x="39" y="2"/>
                  </a:cubicBezTo>
                  <a:cubicBezTo>
                    <a:pt x="36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0" name="Google Shape;9980;p32"/>
            <p:cNvSpPr/>
            <p:nvPr/>
          </p:nvSpPr>
          <p:spPr>
            <a:xfrm>
              <a:off x="3657700" y="3493925"/>
              <a:ext cx="11100" cy="2000"/>
            </a:xfrm>
            <a:custGeom>
              <a:avLst/>
              <a:gdLst/>
              <a:ahLst/>
              <a:cxnLst/>
              <a:rect l="l" t="t" r="r" b="b"/>
              <a:pathLst>
                <a:path w="444" h="80" extrusionOk="0">
                  <a:moveTo>
                    <a:pt x="25" y="0"/>
                  </a:moveTo>
                  <a:cubicBezTo>
                    <a:pt x="13" y="0"/>
                    <a:pt x="2" y="11"/>
                    <a:pt x="1" y="23"/>
                  </a:cubicBezTo>
                  <a:cubicBezTo>
                    <a:pt x="1" y="38"/>
                    <a:pt x="11" y="50"/>
                    <a:pt x="25" y="52"/>
                  </a:cubicBezTo>
                  <a:lnTo>
                    <a:pt x="415" y="80"/>
                  </a:lnTo>
                  <a:lnTo>
                    <a:pt x="418" y="80"/>
                  </a:lnTo>
                  <a:cubicBezTo>
                    <a:pt x="431" y="80"/>
                    <a:pt x="442" y="69"/>
                    <a:pt x="443" y="56"/>
                  </a:cubicBezTo>
                  <a:cubicBezTo>
                    <a:pt x="443" y="41"/>
                    <a:pt x="432" y="29"/>
                    <a:pt x="419" y="27"/>
                  </a:cubicBezTo>
                  <a:lnTo>
                    <a:pt x="29" y="1"/>
                  </a:lnTo>
                  <a:cubicBezTo>
                    <a:pt x="28" y="0"/>
                    <a:pt x="26" y="0"/>
                    <a:pt x="2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1" name="Google Shape;9981;p32"/>
            <p:cNvSpPr/>
            <p:nvPr/>
          </p:nvSpPr>
          <p:spPr>
            <a:xfrm>
              <a:off x="3641300" y="3497125"/>
              <a:ext cx="15625" cy="3125"/>
            </a:xfrm>
            <a:custGeom>
              <a:avLst/>
              <a:gdLst/>
              <a:ahLst/>
              <a:cxnLst/>
              <a:rect l="l" t="t" r="r" b="b"/>
              <a:pathLst>
                <a:path w="625" h="125" extrusionOk="0">
                  <a:moveTo>
                    <a:pt x="28" y="0"/>
                  </a:moveTo>
                  <a:cubicBezTo>
                    <a:pt x="13" y="0"/>
                    <a:pt x="3" y="9"/>
                    <a:pt x="1" y="23"/>
                  </a:cubicBezTo>
                  <a:cubicBezTo>
                    <a:pt x="0" y="37"/>
                    <a:pt x="9" y="50"/>
                    <a:pt x="24" y="51"/>
                  </a:cubicBezTo>
                  <a:lnTo>
                    <a:pt x="593" y="124"/>
                  </a:lnTo>
                  <a:lnTo>
                    <a:pt x="597" y="124"/>
                  </a:lnTo>
                  <a:cubicBezTo>
                    <a:pt x="609" y="124"/>
                    <a:pt x="622" y="115"/>
                    <a:pt x="623" y="101"/>
                  </a:cubicBezTo>
                  <a:cubicBezTo>
                    <a:pt x="624" y="88"/>
                    <a:pt x="615" y="74"/>
                    <a:pt x="600" y="73"/>
                  </a:cubicBezTo>
                  <a:lnTo>
                    <a:pt x="31" y="0"/>
                  </a:lnTo>
                  <a:cubicBezTo>
                    <a:pt x="30" y="0"/>
                    <a:pt x="29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2" name="Google Shape;9982;p32"/>
            <p:cNvSpPr/>
            <p:nvPr/>
          </p:nvSpPr>
          <p:spPr>
            <a:xfrm>
              <a:off x="3597225" y="3498750"/>
              <a:ext cx="23650" cy="11075"/>
            </a:xfrm>
            <a:custGeom>
              <a:avLst/>
              <a:gdLst/>
              <a:ahLst/>
              <a:cxnLst/>
              <a:rect l="l" t="t" r="r" b="b"/>
              <a:pathLst>
                <a:path w="946" h="443" extrusionOk="0">
                  <a:moveTo>
                    <a:pt x="30" y="0"/>
                  </a:moveTo>
                  <a:cubicBezTo>
                    <a:pt x="21" y="0"/>
                    <a:pt x="12" y="5"/>
                    <a:pt x="7" y="13"/>
                  </a:cubicBezTo>
                  <a:cubicBezTo>
                    <a:pt x="1" y="27"/>
                    <a:pt x="5" y="43"/>
                    <a:pt x="18" y="48"/>
                  </a:cubicBezTo>
                  <a:cubicBezTo>
                    <a:pt x="303" y="202"/>
                    <a:pt x="602" y="334"/>
                    <a:pt x="907" y="441"/>
                  </a:cubicBezTo>
                  <a:cubicBezTo>
                    <a:pt x="910" y="443"/>
                    <a:pt x="913" y="443"/>
                    <a:pt x="915" y="443"/>
                  </a:cubicBezTo>
                  <a:cubicBezTo>
                    <a:pt x="926" y="443"/>
                    <a:pt x="937" y="436"/>
                    <a:pt x="941" y="425"/>
                  </a:cubicBezTo>
                  <a:cubicBezTo>
                    <a:pt x="945" y="412"/>
                    <a:pt x="938" y="397"/>
                    <a:pt x="925" y="393"/>
                  </a:cubicBezTo>
                  <a:cubicBezTo>
                    <a:pt x="622" y="286"/>
                    <a:pt x="325" y="155"/>
                    <a:pt x="42" y="3"/>
                  </a:cubicBezTo>
                  <a:cubicBezTo>
                    <a:pt x="38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3" name="Google Shape;9983;p32"/>
            <p:cNvSpPr/>
            <p:nvPr/>
          </p:nvSpPr>
          <p:spPr>
            <a:xfrm>
              <a:off x="3622500" y="3509850"/>
              <a:ext cx="7725" cy="2900"/>
            </a:xfrm>
            <a:custGeom>
              <a:avLst/>
              <a:gdLst/>
              <a:ahLst/>
              <a:cxnLst/>
              <a:rect l="l" t="t" r="r" b="b"/>
              <a:pathLst>
                <a:path w="309" h="116" extrusionOk="0">
                  <a:moveTo>
                    <a:pt x="27" y="0"/>
                  </a:moveTo>
                  <a:cubicBezTo>
                    <a:pt x="16" y="0"/>
                    <a:pt x="6" y="8"/>
                    <a:pt x="3" y="19"/>
                  </a:cubicBezTo>
                  <a:cubicBezTo>
                    <a:pt x="0" y="34"/>
                    <a:pt x="8" y="47"/>
                    <a:pt x="22" y="51"/>
                  </a:cubicBezTo>
                  <a:lnTo>
                    <a:pt x="273" y="116"/>
                  </a:lnTo>
                  <a:lnTo>
                    <a:pt x="278" y="116"/>
                  </a:lnTo>
                  <a:cubicBezTo>
                    <a:pt x="291" y="116"/>
                    <a:pt x="301" y="107"/>
                    <a:pt x="304" y="97"/>
                  </a:cubicBezTo>
                  <a:cubicBezTo>
                    <a:pt x="308" y="82"/>
                    <a:pt x="299" y="68"/>
                    <a:pt x="285" y="64"/>
                  </a:cubicBezTo>
                  <a:lnTo>
                    <a:pt x="35" y="1"/>
                  </a:lnTo>
                  <a:cubicBezTo>
                    <a:pt x="32" y="1"/>
                    <a:pt x="30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4" name="Google Shape;9984;p32"/>
            <p:cNvSpPr/>
            <p:nvPr/>
          </p:nvSpPr>
          <p:spPr>
            <a:xfrm>
              <a:off x="3613275" y="3420450"/>
              <a:ext cx="29275" cy="38700"/>
            </a:xfrm>
            <a:custGeom>
              <a:avLst/>
              <a:gdLst/>
              <a:ahLst/>
              <a:cxnLst/>
              <a:rect l="l" t="t" r="r" b="b"/>
              <a:pathLst>
                <a:path w="1171" h="1548" extrusionOk="0">
                  <a:moveTo>
                    <a:pt x="1143" y="0"/>
                  </a:moveTo>
                  <a:cubicBezTo>
                    <a:pt x="1135" y="0"/>
                    <a:pt x="1128" y="3"/>
                    <a:pt x="1122" y="8"/>
                  </a:cubicBezTo>
                  <a:cubicBezTo>
                    <a:pt x="700" y="467"/>
                    <a:pt x="325" y="971"/>
                    <a:pt x="8" y="1508"/>
                  </a:cubicBezTo>
                  <a:cubicBezTo>
                    <a:pt x="0" y="1520"/>
                    <a:pt x="4" y="1536"/>
                    <a:pt x="17" y="1543"/>
                  </a:cubicBezTo>
                  <a:cubicBezTo>
                    <a:pt x="21" y="1546"/>
                    <a:pt x="26" y="1547"/>
                    <a:pt x="30" y="1547"/>
                  </a:cubicBezTo>
                  <a:cubicBezTo>
                    <a:pt x="39" y="1547"/>
                    <a:pt x="47" y="1543"/>
                    <a:pt x="53" y="1535"/>
                  </a:cubicBezTo>
                  <a:cubicBezTo>
                    <a:pt x="368" y="1001"/>
                    <a:pt x="740" y="499"/>
                    <a:pt x="1161" y="44"/>
                  </a:cubicBezTo>
                  <a:cubicBezTo>
                    <a:pt x="1171" y="34"/>
                    <a:pt x="1169" y="17"/>
                    <a:pt x="1160" y="7"/>
                  </a:cubicBezTo>
                  <a:cubicBezTo>
                    <a:pt x="1155" y="2"/>
                    <a:pt x="1149" y="0"/>
                    <a:pt x="114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5" name="Google Shape;9985;p32"/>
            <p:cNvSpPr/>
            <p:nvPr/>
          </p:nvSpPr>
          <p:spPr>
            <a:xfrm>
              <a:off x="3602400" y="3456075"/>
              <a:ext cx="7075" cy="12000"/>
            </a:xfrm>
            <a:custGeom>
              <a:avLst/>
              <a:gdLst/>
              <a:ahLst/>
              <a:cxnLst/>
              <a:rect l="l" t="t" r="r" b="b"/>
              <a:pathLst>
                <a:path w="283" h="480" extrusionOk="0">
                  <a:moveTo>
                    <a:pt x="253" y="0"/>
                  </a:moveTo>
                  <a:cubicBezTo>
                    <a:pt x="244" y="0"/>
                    <a:pt x="234" y="5"/>
                    <a:pt x="230" y="14"/>
                  </a:cubicBezTo>
                  <a:lnTo>
                    <a:pt x="8" y="442"/>
                  </a:lnTo>
                  <a:cubicBezTo>
                    <a:pt x="1" y="454"/>
                    <a:pt x="5" y="471"/>
                    <a:pt x="18" y="477"/>
                  </a:cubicBezTo>
                  <a:cubicBezTo>
                    <a:pt x="22" y="479"/>
                    <a:pt x="26" y="480"/>
                    <a:pt x="30" y="480"/>
                  </a:cubicBezTo>
                  <a:cubicBezTo>
                    <a:pt x="40" y="480"/>
                    <a:pt x="48" y="475"/>
                    <a:pt x="53" y="465"/>
                  </a:cubicBezTo>
                  <a:lnTo>
                    <a:pt x="275" y="37"/>
                  </a:lnTo>
                  <a:cubicBezTo>
                    <a:pt x="282" y="25"/>
                    <a:pt x="278" y="9"/>
                    <a:pt x="265" y="2"/>
                  </a:cubicBezTo>
                  <a:cubicBezTo>
                    <a:pt x="261" y="1"/>
                    <a:pt x="257" y="0"/>
                    <a:pt x="25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6" name="Google Shape;9986;p32"/>
            <p:cNvSpPr/>
            <p:nvPr/>
          </p:nvSpPr>
          <p:spPr>
            <a:xfrm>
              <a:off x="3584075" y="3477700"/>
              <a:ext cx="9375" cy="18700"/>
            </a:xfrm>
            <a:custGeom>
              <a:avLst/>
              <a:gdLst/>
              <a:ahLst/>
              <a:cxnLst/>
              <a:rect l="l" t="t" r="r" b="b"/>
              <a:pathLst>
                <a:path w="375" h="748" extrusionOk="0">
                  <a:moveTo>
                    <a:pt x="346" y="1"/>
                  </a:moveTo>
                  <a:cubicBezTo>
                    <a:pt x="336" y="1"/>
                    <a:pt x="328" y="5"/>
                    <a:pt x="324" y="15"/>
                  </a:cubicBezTo>
                  <a:cubicBezTo>
                    <a:pt x="202" y="239"/>
                    <a:pt x="95" y="473"/>
                    <a:pt x="6" y="713"/>
                  </a:cubicBezTo>
                  <a:cubicBezTo>
                    <a:pt x="1" y="726"/>
                    <a:pt x="7" y="741"/>
                    <a:pt x="21" y="746"/>
                  </a:cubicBezTo>
                  <a:cubicBezTo>
                    <a:pt x="24" y="748"/>
                    <a:pt x="26" y="748"/>
                    <a:pt x="30" y="748"/>
                  </a:cubicBezTo>
                  <a:cubicBezTo>
                    <a:pt x="40" y="748"/>
                    <a:pt x="50" y="741"/>
                    <a:pt x="54" y="730"/>
                  </a:cubicBezTo>
                  <a:cubicBezTo>
                    <a:pt x="143" y="493"/>
                    <a:pt x="248" y="261"/>
                    <a:pt x="368" y="39"/>
                  </a:cubicBezTo>
                  <a:cubicBezTo>
                    <a:pt x="375" y="27"/>
                    <a:pt x="371" y="11"/>
                    <a:pt x="359" y="4"/>
                  </a:cubicBezTo>
                  <a:cubicBezTo>
                    <a:pt x="354" y="2"/>
                    <a:pt x="350" y="1"/>
                    <a:pt x="34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7" name="Google Shape;9987;p32"/>
            <p:cNvSpPr/>
            <p:nvPr/>
          </p:nvSpPr>
          <p:spPr>
            <a:xfrm>
              <a:off x="3594175" y="3461200"/>
              <a:ext cx="7950" cy="12900"/>
            </a:xfrm>
            <a:custGeom>
              <a:avLst/>
              <a:gdLst/>
              <a:ahLst/>
              <a:cxnLst/>
              <a:rect l="l" t="t" r="r" b="b"/>
              <a:pathLst>
                <a:path w="318" h="516" extrusionOk="0">
                  <a:moveTo>
                    <a:pt x="288" y="0"/>
                  </a:moveTo>
                  <a:cubicBezTo>
                    <a:pt x="279" y="0"/>
                    <a:pt x="270" y="5"/>
                    <a:pt x="265" y="14"/>
                  </a:cubicBezTo>
                  <a:lnTo>
                    <a:pt x="7" y="477"/>
                  </a:lnTo>
                  <a:cubicBezTo>
                    <a:pt x="0" y="490"/>
                    <a:pt x="4" y="505"/>
                    <a:pt x="16" y="513"/>
                  </a:cubicBezTo>
                  <a:cubicBezTo>
                    <a:pt x="20" y="514"/>
                    <a:pt x="24" y="516"/>
                    <a:pt x="30" y="516"/>
                  </a:cubicBezTo>
                  <a:cubicBezTo>
                    <a:pt x="38" y="516"/>
                    <a:pt x="47" y="512"/>
                    <a:pt x="51" y="502"/>
                  </a:cubicBezTo>
                  <a:lnTo>
                    <a:pt x="311" y="38"/>
                  </a:lnTo>
                  <a:cubicBezTo>
                    <a:pt x="318" y="26"/>
                    <a:pt x="312" y="10"/>
                    <a:pt x="300" y="3"/>
                  </a:cubicBezTo>
                  <a:cubicBezTo>
                    <a:pt x="296" y="1"/>
                    <a:pt x="292" y="0"/>
                    <a:pt x="28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8" name="Google Shape;9988;p32"/>
            <p:cNvSpPr/>
            <p:nvPr/>
          </p:nvSpPr>
          <p:spPr>
            <a:xfrm>
              <a:off x="3636400" y="3414075"/>
              <a:ext cx="29325" cy="38025"/>
            </a:xfrm>
            <a:custGeom>
              <a:avLst/>
              <a:gdLst/>
              <a:ahLst/>
              <a:cxnLst/>
              <a:rect l="l" t="t" r="r" b="b"/>
              <a:pathLst>
                <a:path w="1173" h="1521" extrusionOk="0">
                  <a:moveTo>
                    <a:pt x="1143" y="1"/>
                  </a:moveTo>
                  <a:cubicBezTo>
                    <a:pt x="1136" y="1"/>
                    <a:pt x="1129" y="3"/>
                    <a:pt x="1124" y="9"/>
                  </a:cubicBezTo>
                  <a:cubicBezTo>
                    <a:pt x="713" y="465"/>
                    <a:pt x="337" y="961"/>
                    <a:pt x="9" y="1481"/>
                  </a:cubicBezTo>
                  <a:cubicBezTo>
                    <a:pt x="1" y="1493"/>
                    <a:pt x="5" y="1509"/>
                    <a:pt x="17" y="1517"/>
                  </a:cubicBezTo>
                  <a:cubicBezTo>
                    <a:pt x="21" y="1520"/>
                    <a:pt x="27" y="1521"/>
                    <a:pt x="31" y="1521"/>
                  </a:cubicBezTo>
                  <a:cubicBezTo>
                    <a:pt x="40" y="1521"/>
                    <a:pt x="48" y="1517"/>
                    <a:pt x="53" y="1509"/>
                  </a:cubicBezTo>
                  <a:cubicBezTo>
                    <a:pt x="379" y="991"/>
                    <a:pt x="753" y="499"/>
                    <a:pt x="1162" y="44"/>
                  </a:cubicBezTo>
                  <a:cubicBezTo>
                    <a:pt x="1173" y="33"/>
                    <a:pt x="1171" y="17"/>
                    <a:pt x="1161" y="7"/>
                  </a:cubicBezTo>
                  <a:cubicBezTo>
                    <a:pt x="1155" y="3"/>
                    <a:pt x="1149" y="1"/>
                    <a:pt x="114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9" name="Google Shape;9989;p32"/>
            <p:cNvSpPr/>
            <p:nvPr/>
          </p:nvSpPr>
          <p:spPr>
            <a:xfrm>
              <a:off x="3655050" y="3413175"/>
              <a:ext cx="28100" cy="32275"/>
            </a:xfrm>
            <a:custGeom>
              <a:avLst/>
              <a:gdLst/>
              <a:ahLst/>
              <a:cxnLst/>
              <a:rect l="l" t="t" r="r" b="b"/>
              <a:pathLst>
                <a:path w="1124" h="1291" extrusionOk="0">
                  <a:moveTo>
                    <a:pt x="1095" y="0"/>
                  </a:moveTo>
                  <a:cubicBezTo>
                    <a:pt x="1088" y="0"/>
                    <a:pt x="1081" y="3"/>
                    <a:pt x="1077" y="8"/>
                  </a:cubicBezTo>
                  <a:cubicBezTo>
                    <a:pt x="703" y="401"/>
                    <a:pt x="343" y="820"/>
                    <a:pt x="8" y="1249"/>
                  </a:cubicBezTo>
                  <a:cubicBezTo>
                    <a:pt x="0" y="1260"/>
                    <a:pt x="2" y="1276"/>
                    <a:pt x="14" y="1285"/>
                  </a:cubicBezTo>
                  <a:cubicBezTo>
                    <a:pt x="18" y="1289"/>
                    <a:pt x="23" y="1291"/>
                    <a:pt x="29" y="1291"/>
                  </a:cubicBezTo>
                  <a:cubicBezTo>
                    <a:pt x="37" y="1291"/>
                    <a:pt x="45" y="1287"/>
                    <a:pt x="50" y="1281"/>
                  </a:cubicBezTo>
                  <a:cubicBezTo>
                    <a:pt x="382" y="852"/>
                    <a:pt x="740" y="436"/>
                    <a:pt x="1114" y="43"/>
                  </a:cubicBezTo>
                  <a:cubicBezTo>
                    <a:pt x="1124" y="33"/>
                    <a:pt x="1124" y="17"/>
                    <a:pt x="1113" y="7"/>
                  </a:cubicBezTo>
                  <a:cubicBezTo>
                    <a:pt x="1108" y="3"/>
                    <a:pt x="1101" y="0"/>
                    <a:pt x="109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0" name="Google Shape;9990;p32"/>
            <p:cNvSpPr/>
            <p:nvPr/>
          </p:nvSpPr>
          <p:spPr>
            <a:xfrm>
              <a:off x="3647375" y="3448300"/>
              <a:ext cx="6325" cy="7950"/>
            </a:xfrm>
            <a:custGeom>
              <a:avLst/>
              <a:gdLst/>
              <a:ahLst/>
              <a:cxnLst/>
              <a:rect l="l" t="t" r="r" b="b"/>
              <a:pathLst>
                <a:path w="253" h="318" extrusionOk="0">
                  <a:moveTo>
                    <a:pt x="223" y="0"/>
                  </a:moveTo>
                  <a:cubicBezTo>
                    <a:pt x="216" y="0"/>
                    <a:pt x="208" y="4"/>
                    <a:pt x="202" y="11"/>
                  </a:cubicBezTo>
                  <a:lnTo>
                    <a:pt x="9" y="277"/>
                  </a:lnTo>
                  <a:cubicBezTo>
                    <a:pt x="1" y="288"/>
                    <a:pt x="3" y="304"/>
                    <a:pt x="14" y="312"/>
                  </a:cubicBezTo>
                  <a:cubicBezTo>
                    <a:pt x="19" y="316"/>
                    <a:pt x="25" y="317"/>
                    <a:pt x="30" y="317"/>
                  </a:cubicBezTo>
                  <a:cubicBezTo>
                    <a:pt x="37" y="317"/>
                    <a:pt x="45" y="313"/>
                    <a:pt x="50" y="307"/>
                  </a:cubicBezTo>
                  <a:lnTo>
                    <a:pt x="244" y="40"/>
                  </a:lnTo>
                  <a:cubicBezTo>
                    <a:pt x="252" y="30"/>
                    <a:pt x="251" y="13"/>
                    <a:pt x="239" y="5"/>
                  </a:cubicBezTo>
                  <a:cubicBezTo>
                    <a:pt x="234" y="2"/>
                    <a:pt x="229" y="0"/>
                    <a:pt x="22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1" name="Google Shape;9991;p32"/>
            <p:cNvSpPr/>
            <p:nvPr/>
          </p:nvSpPr>
          <p:spPr>
            <a:xfrm>
              <a:off x="3656125" y="3446675"/>
              <a:ext cx="5850" cy="6925"/>
            </a:xfrm>
            <a:custGeom>
              <a:avLst/>
              <a:gdLst/>
              <a:ahLst/>
              <a:cxnLst/>
              <a:rect l="l" t="t" r="r" b="b"/>
              <a:pathLst>
                <a:path w="234" h="277" extrusionOk="0">
                  <a:moveTo>
                    <a:pt x="203" y="1"/>
                  </a:moveTo>
                  <a:cubicBezTo>
                    <a:pt x="196" y="1"/>
                    <a:pt x="189" y="4"/>
                    <a:pt x="183" y="11"/>
                  </a:cubicBezTo>
                  <a:lnTo>
                    <a:pt x="8" y="234"/>
                  </a:lnTo>
                  <a:cubicBezTo>
                    <a:pt x="0" y="245"/>
                    <a:pt x="2" y="261"/>
                    <a:pt x="12" y="271"/>
                  </a:cubicBezTo>
                  <a:cubicBezTo>
                    <a:pt x="18" y="273"/>
                    <a:pt x="23" y="276"/>
                    <a:pt x="29" y="276"/>
                  </a:cubicBezTo>
                  <a:cubicBezTo>
                    <a:pt x="37" y="276"/>
                    <a:pt x="45" y="272"/>
                    <a:pt x="49" y="265"/>
                  </a:cubicBezTo>
                  <a:lnTo>
                    <a:pt x="224" y="43"/>
                  </a:lnTo>
                  <a:cubicBezTo>
                    <a:pt x="233" y="31"/>
                    <a:pt x="230" y="15"/>
                    <a:pt x="220" y="7"/>
                  </a:cubicBezTo>
                  <a:cubicBezTo>
                    <a:pt x="215" y="3"/>
                    <a:pt x="209" y="1"/>
                    <a:pt x="20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2" name="Google Shape;9992;p32"/>
            <p:cNvSpPr/>
            <p:nvPr/>
          </p:nvSpPr>
          <p:spPr>
            <a:xfrm>
              <a:off x="3632925" y="3453325"/>
              <a:ext cx="9150" cy="15275"/>
            </a:xfrm>
            <a:custGeom>
              <a:avLst/>
              <a:gdLst/>
              <a:ahLst/>
              <a:cxnLst/>
              <a:rect l="l" t="t" r="r" b="b"/>
              <a:pathLst>
                <a:path w="366" h="611" extrusionOk="0">
                  <a:moveTo>
                    <a:pt x="337" y="1"/>
                  </a:moveTo>
                  <a:cubicBezTo>
                    <a:pt x="328" y="1"/>
                    <a:pt x="319" y="6"/>
                    <a:pt x="315" y="14"/>
                  </a:cubicBezTo>
                  <a:lnTo>
                    <a:pt x="7" y="572"/>
                  </a:lnTo>
                  <a:cubicBezTo>
                    <a:pt x="0" y="585"/>
                    <a:pt x="4" y="601"/>
                    <a:pt x="16" y="607"/>
                  </a:cubicBezTo>
                  <a:cubicBezTo>
                    <a:pt x="20" y="610"/>
                    <a:pt x="24" y="610"/>
                    <a:pt x="29" y="610"/>
                  </a:cubicBezTo>
                  <a:lnTo>
                    <a:pt x="29" y="610"/>
                  </a:lnTo>
                  <a:cubicBezTo>
                    <a:pt x="38" y="610"/>
                    <a:pt x="47" y="606"/>
                    <a:pt x="51" y="597"/>
                  </a:cubicBezTo>
                  <a:lnTo>
                    <a:pt x="359" y="40"/>
                  </a:lnTo>
                  <a:cubicBezTo>
                    <a:pt x="366" y="28"/>
                    <a:pt x="362" y="11"/>
                    <a:pt x="350" y="5"/>
                  </a:cubicBezTo>
                  <a:cubicBezTo>
                    <a:pt x="345" y="2"/>
                    <a:pt x="341" y="1"/>
                    <a:pt x="337" y="1"/>
                  </a:cubicBezTo>
                  <a:close/>
                  <a:moveTo>
                    <a:pt x="29" y="610"/>
                  </a:moveTo>
                  <a:cubicBezTo>
                    <a:pt x="28" y="610"/>
                    <a:pt x="28" y="610"/>
                    <a:pt x="28" y="610"/>
                  </a:cubicBezTo>
                  <a:lnTo>
                    <a:pt x="30" y="610"/>
                  </a:lnTo>
                  <a:cubicBezTo>
                    <a:pt x="29" y="610"/>
                    <a:pt x="29" y="610"/>
                    <a:pt x="29" y="61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3" name="Google Shape;9993;p32"/>
            <p:cNvSpPr/>
            <p:nvPr/>
          </p:nvSpPr>
          <p:spPr>
            <a:xfrm>
              <a:off x="3676700" y="3429225"/>
              <a:ext cx="17950" cy="20025"/>
            </a:xfrm>
            <a:custGeom>
              <a:avLst/>
              <a:gdLst/>
              <a:ahLst/>
              <a:cxnLst/>
              <a:rect l="l" t="t" r="r" b="b"/>
              <a:pathLst>
                <a:path w="718" h="801" extrusionOk="0">
                  <a:moveTo>
                    <a:pt x="690" y="1"/>
                  </a:moveTo>
                  <a:cubicBezTo>
                    <a:pt x="683" y="1"/>
                    <a:pt x="676" y="4"/>
                    <a:pt x="671" y="10"/>
                  </a:cubicBezTo>
                  <a:lnTo>
                    <a:pt x="10" y="758"/>
                  </a:lnTo>
                  <a:cubicBezTo>
                    <a:pt x="1" y="768"/>
                    <a:pt x="2" y="784"/>
                    <a:pt x="13" y="794"/>
                  </a:cubicBezTo>
                  <a:cubicBezTo>
                    <a:pt x="18" y="798"/>
                    <a:pt x="25" y="801"/>
                    <a:pt x="30" y="801"/>
                  </a:cubicBezTo>
                  <a:cubicBezTo>
                    <a:pt x="37" y="801"/>
                    <a:pt x="44" y="797"/>
                    <a:pt x="49" y="791"/>
                  </a:cubicBezTo>
                  <a:lnTo>
                    <a:pt x="708" y="43"/>
                  </a:lnTo>
                  <a:cubicBezTo>
                    <a:pt x="718" y="32"/>
                    <a:pt x="718" y="16"/>
                    <a:pt x="707" y="7"/>
                  </a:cubicBezTo>
                  <a:cubicBezTo>
                    <a:pt x="702" y="3"/>
                    <a:pt x="696" y="1"/>
                    <a:pt x="69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4" name="Google Shape;9994;p32"/>
            <p:cNvSpPr/>
            <p:nvPr/>
          </p:nvSpPr>
          <p:spPr>
            <a:xfrm>
              <a:off x="3696675" y="3415600"/>
              <a:ext cx="11300" cy="11375"/>
            </a:xfrm>
            <a:custGeom>
              <a:avLst/>
              <a:gdLst/>
              <a:ahLst/>
              <a:cxnLst/>
              <a:rect l="l" t="t" r="r" b="b"/>
              <a:pathLst>
                <a:path w="452" h="455" extrusionOk="0">
                  <a:moveTo>
                    <a:pt x="422" y="1"/>
                  </a:moveTo>
                  <a:cubicBezTo>
                    <a:pt x="416" y="1"/>
                    <a:pt x="410" y="3"/>
                    <a:pt x="406" y="7"/>
                  </a:cubicBezTo>
                  <a:cubicBezTo>
                    <a:pt x="259" y="127"/>
                    <a:pt x="126" y="263"/>
                    <a:pt x="10" y="413"/>
                  </a:cubicBezTo>
                  <a:cubicBezTo>
                    <a:pt x="1" y="424"/>
                    <a:pt x="3" y="440"/>
                    <a:pt x="14" y="450"/>
                  </a:cubicBezTo>
                  <a:cubicBezTo>
                    <a:pt x="20" y="452"/>
                    <a:pt x="25" y="455"/>
                    <a:pt x="30" y="455"/>
                  </a:cubicBezTo>
                  <a:cubicBezTo>
                    <a:pt x="38" y="455"/>
                    <a:pt x="47" y="451"/>
                    <a:pt x="52" y="444"/>
                  </a:cubicBezTo>
                  <a:cubicBezTo>
                    <a:pt x="164" y="298"/>
                    <a:pt x="294" y="164"/>
                    <a:pt x="438" y="47"/>
                  </a:cubicBezTo>
                  <a:cubicBezTo>
                    <a:pt x="450" y="38"/>
                    <a:pt x="451" y="22"/>
                    <a:pt x="442" y="11"/>
                  </a:cubicBezTo>
                  <a:cubicBezTo>
                    <a:pt x="437" y="4"/>
                    <a:pt x="429" y="1"/>
                    <a:pt x="42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5" name="Google Shape;9995;p32"/>
            <p:cNvSpPr/>
            <p:nvPr/>
          </p:nvSpPr>
          <p:spPr>
            <a:xfrm>
              <a:off x="3696000" y="3429125"/>
              <a:ext cx="5475" cy="5725"/>
            </a:xfrm>
            <a:custGeom>
              <a:avLst/>
              <a:gdLst/>
              <a:ahLst/>
              <a:cxnLst/>
              <a:rect l="l" t="t" r="r" b="b"/>
              <a:pathLst>
                <a:path w="219" h="229" extrusionOk="0">
                  <a:moveTo>
                    <a:pt x="190" y="1"/>
                  </a:moveTo>
                  <a:cubicBezTo>
                    <a:pt x="183" y="1"/>
                    <a:pt x="176" y="4"/>
                    <a:pt x="170" y="10"/>
                  </a:cubicBezTo>
                  <a:lnTo>
                    <a:pt x="10" y="186"/>
                  </a:lnTo>
                  <a:cubicBezTo>
                    <a:pt x="1" y="197"/>
                    <a:pt x="2" y="213"/>
                    <a:pt x="13" y="222"/>
                  </a:cubicBezTo>
                  <a:cubicBezTo>
                    <a:pt x="17" y="227"/>
                    <a:pt x="24" y="229"/>
                    <a:pt x="30" y="229"/>
                  </a:cubicBezTo>
                  <a:cubicBezTo>
                    <a:pt x="37" y="229"/>
                    <a:pt x="44" y="226"/>
                    <a:pt x="49" y="221"/>
                  </a:cubicBezTo>
                  <a:lnTo>
                    <a:pt x="209" y="44"/>
                  </a:lnTo>
                  <a:cubicBezTo>
                    <a:pt x="219" y="34"/>
                    <a:pt x="217" y="18"/>
                    <a:pt x="207" y="7"/>
                  </a:cubicBezTo>
                  <a:cubicBezTo>
                    <a:pt x="202" y="3"/>
                    <a:pt x="196" y="1"/>
                    <a:pt x="19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6" name="Google Shape;9996;p32"/>
            <p:cNvSpPr/>
            <p:nvPr/>
          </p:nvSpPr>
          <p:spPr>
            <a:xfrm>
              <a:off x="3644950" y="3467450"/>
              <a:ext cx="24175" cy="4200"/>
            </a:xfrm>
            <a:custGeom>
              <a:avLst/>
              <a:gdLst/>
              <a:ahLst/>
              <a:cxnLst/>
              <a:rect l="l" t="t" r="r" b="b"/>
              <a:pathLst>
                <a:path w="967" h="168" extrusionOk="0">
                  <a:moveTo>
                    <a:pt x="30" y="0"/>
                  </a:moveTo>
                  <a:cubicBezTo>
                    <a:pt x="18" y="0"/>
                    <a:pt x="7" y="8"/>
                    <a:pt x="3" y="21"/>
                  </a:cubicBezTo>
                  <a:cubicBezTo>
                    <a:pt x="1" y="34"/>
                    <a:pt x="9" y="48"/>
                    <a:pt x="24" y="52"/>
                  </a:cubicBezTo>
                  <a:cubicBezTo>
                    <a:pt x="324" y="123"/>
                    <a:pt x="632" y="162"/>
                    <a:pt x="940" y="168"/>
                  </a:cubicBezTo>
                  <a:lnTo>
                    <a:pt x="941" y="168"/>
                  </a:lnTo>
                  <a:cubicBezTo>
                    <a:pt x="955" y="168"/>
                    <a:pt x="967" y="155"/>
                    <a:pt x="967" y="142"/>
                  </a:cubicBezTo>
                  <a:cubicBezTo>
                    <a:pt x="967" y="127"/>
                    <a:pt x="956" y="116"/>
                    <a:pt x="941" y="115"/>
                  </a:cubicBezTo>
                  <a:cubicBezTo>
                    <a:pt x="636" y="110"/>
                    <a:pt x="332" y="72"/>
                    <a:pt x="36" y="1"/>
                  </a:cubicBezTo>
                  <a:cubicBezTo>
                    <a:pt x="34" y="0"/>
                    <a:pt x="32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7" name="Google Shape;9997;p32"/>
            <p:cNvSpPr/>
            <p:nvPr/>
          </p:nvSpPr>
          <p:spPr>
            <a:xfrm>
              <a:off x="3671650" y="3470125"/>
              <a:ext cx="6825" cy="1450"/>
            </a:xfrm>
            <a:custGeom>
              <a:avLst/>
              <a:gdLst/>
              <a:ahLst/>
              <a:cxnLst/>
              <a:rect l="l" t="t" r="r" b="b"/>
              <a:pathLst>
                <a:path w="273" h="58" extrusionOk="0">
                  <a:moveTo>
                    <a:pt x="246" y="0"/>
                  </a:moveTo>
                  <a:lnTo>
                    <a:pt x="26" y="7"/>
                  </a:lnTo>
                  <a:cubicBezTo>
                    <a:pt x="13" y="7"/>
                    <a:pt x="1" y="19"/>
                    <a:pt x="2" y="34"/>
                  </a:cubicBezTo>
                  <a:cubicBezTo>
                    <a:pt x="2" y="47"/>
                    <a:pt x="13" y="58"/>
                    <a:pt x="28" y="58"/>
                  </a:cubicBezTo>
                  <a:lnTo>
                    <a:pt x="247" y="51"/>
                  </a:lnTo>
                  <a:cubicBezTo>
                    <a:pt x="261" y="51"/>
                    <a:pt x="273" y="39"/>
                    <a:pt x="271" y="26"/>
                  </a:cubicBezTo>
                  <a:cubicBezTo>
                    <a:pt x="271" y="11"/>
                    <a:pt x="261" y="0"/>
                    <a:pt x="24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8" name="Google Shape;9998;p32"/>
            <p:cNvSpPr/>
            <p:nvPr/>
          </p:nvSpPr>
          <p:spPr>
            <a:xfrm>
              <a:off x="3665100" y="3465025"/>
              <a:ext cx="12200" cy="1650"/>
            </a:xfrm>
            <a:custGeom>
              <a:avLst/>
              <a:gdLst/>
              <a:ahLst/>
              <a:cxnLst/>
              <a:rect l="l" t="t" r="r" b="b"/>
              <a:pathLst>
                <a:path w="488" h="66" extrusionOk="0">
                  <a:moveTo>
                    <a:pt x="461" y="1"/>
                  </a:moveTo>
                  <a:cubicBezTo>
                    <a:pt x="460" y="1"/>
                    <a:pt x="459" y="1"/>
                    <a:pt x="458" y="1"/>
                  </a:cubicBezTo>
                  <a:cubicBezTo>
                    <a:pt x="383" y="9"/>
                    <a:pt x="307" y="14"/>
                    <a:pt x="231" y="14"/>
                  </a:cubicBezTo>
                  <a:cubicBezTo>
                    <a:pt x="164" y="14"/>
                    <a:pt x="97" y="11"/>
                    <a:pt x="30" y="4"/>
                  </a:cubicBezTo>
                  <a:cubicBezTo>
                    <a:pt x="29" y="4"/>
                    <a:pt x="29" y="3"/>
                    <a:pt x="28" y="3"/>
                  </a:cubicBezTo>
                  <a:cubicBezTo>
                    <a:pt x="15" y="3"/>
                    <a:pt x="3" y="14"/>
                    <a:pt x="2" y="26"/>
                  </a:cubicBezTo>
                  <a:cubicBezTo>
                    <a:pt x="1" y="41"/>
                    <a:pt x="10" y="53"/>
                    <a:pt x="25" y="55"/>
                  </a:cubicBezTo>
                  <a:cubicBezTo>
                    <a:pt x="93" y="63"/>
                    <a:pt x="161" y="65"/>
                    <a:pt x="229" y="65"/>
                  </a:cubicBezTo>
                  <a:cubicBezTo>
                    <a:pt x="307" y="65"/>
                    <a:pt x="387" y="61"/>
                    <a:pt x="463" y="52"/>
                  </a:cubicBezTo>
                  <a:cubicBezTo>
                    <a:pt x="478" y="51"/>
                    <a:pt x="488" y="37"/>
                    <a:pt x="486" y="22"/>
                  </a:cubicBezTo>
                  <a:cubicBezTo>
                    <a:pt x="485" y="10"/>
                    <a:pt x="474" y="1"/>
                    <a:pt x="46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9" name="Google Shape;9999;p32"/>
            <p:cNvSpPr/>
            <p:nvPr/>
          </p:nvSpPr>
          <p:spPr>
            <a:xfrm>
              <a:off x="3666200" y="3454175"/>
              <a:ext cx="28825" cy="2500"/>
            </a:xfrm>
            <a:custGeom>
              <a:avLst/>
              <a:gdLst/>
              <a:ahLst/>
              <a:cxnLst/>
              <a:rect l="l" t="t" r="r" b="b"/>
              <a:pathLst>
                <a:path w="1153" h="100" extrusionOk="0">
                  <a:moveTo>
                    <a:pt x="29" y="0"/>
                  </a:moveTo>
                  <a:cubicBezTo>
                    <a:pt x="17" y="0"/>
                    <a:pt x="4" y="9"/>
                    <a:pt x="2" y="22"/>
                  </a:cubicBezTo>
                  <a:cubicBezTo>
                    <a:pt x="1" y="37"/>
                    <a:pt x="10" y="49"/>
                    <a:pt x="25" y="51"/>
                  </a:cubicBezTo>
                  <a:cubicBezTo>
                    <a:pt x="271" y="84"/>
                    <a:pt x="522" y="100"/>
                    <a:pt x="770" y="100"/>
                  </a:cubicBezTo>
                  <a:cubicBezTo>
                    <a:pt x="890" y="100"/>
                    <a:pt x="1009" y="96"/>
                    <a:pt x="1127" y="88"/>
                  </a:cubicBezTo>
                  <a:cubicBezTo>
                    <a:pt x="1142" y="88"/>
                    <a:pt x="1153" y="74"/>
                    <a:pt x="1151" y="61"/>
                  </a:cubicBezTo>
                  <a:cubicBezTo>
                    <a:pt x="1151" y="46"/>
                    <a:pt x="1142" y="37"/>
                    <a:pt x="1124" y="37"/>
                  </a:cubicBezTo>
                  <a:cubicBezTo>
                    <a:pt x="1008" y="44"/>
                    <a:pt x="891" y="48"/>
                    <a:pt x="774" y="48"/>
                  </a:cubicBezTo>
                  <a:cubicBezTo>
                    <a:pt x="526" y="48"/>
                    <a:pt x="277" y="31"/>
                    <a:pt x="32" y="0"/>
                  </a:cubicBezTo>
                  <a:cubicBezTo>
                    <a:pt x="31" y="0"/>
                    <a:pt x="3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0" name="Google Shape;10000;p32"/>
            <p:cNvSpPr/>
            <p:nvPr/>
          </p:nvSpPr>
          <p:spPr>
            <a:xfrm>
              <a:off x="3697750" y="3453775"/>
              <a:ext cx="11325" cy="2350"/>
            </a:xfrm>
            <a:custGeom>
              <a:avLst/>
              <a:gdLst/>
              <a:ahLst/>
              <a:cxnLst/>
              <a:rect l="l" t="t" r="r" b="b"/>
              <a:pathLst>
                <a:path w="453" h="94" extrusionOk="0">
                  <a:moveTo>
                    <a:pt x="426" y="0"/>
                  </a:moveTo>
                  <a:cubicBezTo>
                    <a:pt x="425" y="0"/>
                    <a:pt x="424" y="0"/>
                    <a:pt x="423" y="0"/>
                  </a:cubicBezTo>
                  <a:lnTo>
                    <a:pt x="25" y="42"/>
                  </a:lnTo>
                  <a:cubicBezTo>
                    <a:pt x="10" y="43"/>
                    <a:pt x="1" y="55"/>
                    <a:pt x="2" y="70"/>
                  </a:cubicBezTo>
                  <a:cubicBezTo>
                    <a:pt x="4" y="84"/>
                    <a:pt x="14" y="93"/>
                    <a:pt x="28" y="93"/>
                  </a:cubicBezTo>
                  <a:lnTo>
                    <a:pt x="30" y="93"/>
                  </a:lnTo>
                  <a:lnTo>
                    <a:pt x="429" y="53"/>
                  </a:lnTo>
                  <a:cubicBezTo>
                    <a:pt x="442" y="51"/>
                    <a:pt x="453" y="38"/>
                    <a:pt x="452" y="24"/>
                  </a:cubicBezTo>
                  <a:cubicBezTo>
                    <a:pt x="450" y="10"/>
                    <a:pt x="439" y="0"/>
                    <a:pt x="4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1" name="Google Shape;10001;p32"/>
            <p:cNvSpPr/>
            <p:nvPr/>
          </p:nvSpPr>
          <p:spPr>
            <a:xfrm>
              <a:off x="3690700" y="3449425"/>
              <a:ext cx="11225" cy="1675"/>
            </a:xfrm>
            <a:custGeom>
              <a:avLst/>
              <a:gdLst/>
              <a:ahLst/>
              <a:cxnLst/>
              <a:rect l="l" t="t" r="r" b="b"/>
              <a:pathLst>
                <a:path w="449" h="67" extrusionOk="0">
                  <a:moveTo>
                    <a:pt x="27" y="0"/>
                  </a:moveTo>
                  <a:cubicBezTo>
                    <a:pt x="15" y="0"/>
                    <a:pt x="4" y="9"/>
                    <a:pt x="2" y="22"/>
                  </a:cubicBezTo>
                  <a:cubicBezTo>
                    <a:pt x="0" y="37"/>
                    <a:pt x="10" y="49"/>
                    <a:pt x="25" y="52"/>
                  </a:cubicBezTo>
                  <a:cubicBezTo>
                    <a:pt x="90" y="61"/>
                    <a:pt x="156" y="67"/>
                    <a:pt x="224" y="67"/>
                  </a:cubicBezTo>
                  <a:cubicBezTo>
                    <a:pt x="291" y="67"/>
                    <a:pt x="358" y="61"/>
                    <a:pt x="424" y="52"/>
                  </a:cubicBezTo>
                  <a:cubicBezTo>
                    <a:pt x="439" y="49"/>
                    <a:pt x="448" y="36"/>
                    <a:pt x="446" y="22"/>
                  </a:cubicBezTo>
                  <a:cubicBezTo>
                    <a:pt x="444" y="9"/>
                    <a:pt x="435" y="0"/>
                    <a:pt x="421" y="0"/>
                  </a:cubicBezTo>
                  <a:cubicBezTo>
                    <a:pt x="420" y="0"/>
                    <a:pt x="418" y="0"/>
                    <a:pt x="416" y="1"/>
                  </a:cubicBezTo>
                  <a:cubicBezTo>
                    <a:pt x="353" y="10"/>
                    <a:pt x="289" y="15"/>
                    <a:pt x="225" y="15"/>
                  </a:cubicBezTo>
                  <a:cubicBezTo>
                    <a:pt x="160" y="15"/>
                    <a:pt x="96" y="10"/>
                    <a:pt x="31" y="1"/>
                  </a:cubicBezTo>
                  <a:cubicBezTo>
                    <a:pt x="30" y="0"/>
                    <a:pt x="28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2" name="Google Shape;10002;p32"/>
            <p:cNvSpPr/>
            <p:nvPr/>
          </p:nvSpPr>
          <p:spPr>
            <a:xfrm>
              <a:off x="3474850" y="3479350"/>
              <a:ext cx="205725" cy="107100"/>
            </a:xfrm>
            <a:custGeom>
              <a:avLst/>
              <a:gdLst/>
              <a:ahLst/>
              <a:cxnLst/>
              <a:rect l="l" t="t" r="r" b="b"/>
              <a:pathLst>
                <a:path w="8229" h="4284" extrusionOk="0">
                  <a:moveTo>
                    <a:pt x="262" y="0"/>
                  </a:moveTo>
                  <a:cubicBezTo>
                    <a:pt x="53" y="0"/>
                    <a:pt x="1" y="349"/>
                    <a:pt x="235" y="415"/>
                  </a:cubicBezTo>
                  <a:cubicBezTo>
                    <a:pt x="644" y="531"/>
                    <a:pt x="1051" y="660"/>
                    <a:pt x="1454" y="796"/>
                  </a:cubicBezTo>
                  <a:cubicBezTo>
                    <a:pt x="1820" y="1867"/>
                    <a:pt x="2096" y="2967"/>
                    <a:pt x="2271" y="4087"/>
                  </a:cubicBezTo>
                  <a:cubicBezTo>
                    <a:pt x="2288" y="4193"/>
                    <a:pt x="2361" y="4284"/>
                    <a:pt x="2475" y="4284"/>
                  </a:cubicBezTo>
                  <a:cubicBezTo>
                    <a:pt x="2479" y="4284"/>
                    <a:pt x="2483" y="4283"/>
                    <a:pt x="2488" y="4283"/>
                  </a:cubicBezTo>
                  <a:cubicBezTo>
                    <a:pt x="2590" y="4279"/>
                    <a:pt x="2703" y="4178"/>
                    <a:pt x="2685" y="4067"/>
                  </a:cubicBezTo>
                  <a:cubicBezTo>
                    <a:pt x="2520" y="3016"/>
                    <a:pt x="2276" y="1979"/>
                    <a:pt x="1949" y="966"/>
                  </a:cubicBezTo>
                  <a:lnTo>
                    <a:pt x="1949" y="966"/>
                  </a:lnTo>
                  <a:cubicBezTo>
                    <a:pt x="3453" y="1506"/>
                    <a:pt x="4908" y="2183"/>
                    <a:pt x="6289" y="2990"/>
                  </a:cubicBezTo>
                  <a:cubicBezTo>
                    <a:pt x="6824" y="3302"/>
                    <a:pt x="7348" y="3635"/>
                    <a:pt x="7859" y="3985"/>
                  </a:cubicBezTo>
                  <a:cubicBezTo>
                    <a:pt x="7905" y="4015"/>
                    <a:pt x="7956" y="4034"/>
                    <a:pt x="8007" y="4034"/>
                  </a:cubicBezTo>
                  <a:cubicBezTo>
                    <a:pt x="8059" y="4034"/>
                    <a:pt x="8111" y="4014"/>
                    <a:pt x="8153" y="3967"/>
                  </a:cubicBezTo>
                  <a:cubicBezTo>
                    <a:pt x="8220" y="3892"/>
                    <a:pt x="8228" y="3738"/>
                    <a:pt x="8135" y="3675"/>
                  </a:cubicBezTo>
                  <a:cubicBezTo>
                    <a:pt x="6279" y="2401"/>
                    <a:pt x="4269" y="1361"/>
                    <a:pt x="2150" y="597"/>
                  </a:cubicBezTo>
                  <a:cubicBezTo>
                    <a:pt x="2015" y="549"/>
                    <a:pt x="1881" y="501"/>
                    <a:pt x="1746" y="456"/>
                  </a:cubicBezTo>
                  <a:cubicBezTo>
                    <a:pt x="1709" y="425"/>
                    <a:pt x="1664" y="410"/>
                    <a:pt x="1618" y="410"/>
                  </a:cubicBezTo>
                  <a:cubicBezTo>
                    <a:pt x="1616" y="410"/>
                    <a:pt x="1614" y="410"/>
                    <a:pt x="1612" y="410"/>
                  </a:cubicBezTo>
                  <a:cubicBezTo>
                    <a:pt x="1185" y="266"/>
                    <a:pt x="755" y="132"/>
                    <a:pt x="322" y="9"/>
                  </a:cubicBezTo>
                  <a:cubicBezTo>
                    <a:pt x="301" y="3"/>
                    <a:pt x="281" y="0"/>
                    <a:pt x="262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3" name="Google Shape;10003;p32"/>
            <p:cNvSpPr/>
            <p:nvPr/>
          </p:nvSpPr>
          <p:spPr>
            <a:xfrm>
              <a:off x="3474950" y="3478050"/>
              <a:ext cx="206500" cy="109700"/>
            </a:xfrm>
            <a:custGeom>
              <a:avLst/>
              <a:gdLst/>
              <a:ahLst/>
              <a:cxnLst/>
              <a:rect l="l" t="t" r="r" b="b"/>
              <a:pathLst>
                <a:path w="8260" h="4388" extrusionOk="0">
                  <a:moveTo>
                    <a:pt x="260" y="104"/>
                  </a:moveTo>
                  <a:cubicBezTo>
                    <a:pt x="273" y="104"/>
                    <a:pt x="288" y="107"/>
                    <a:pt x="304" y="111"/>
                  </a:cubicBezTo>
                  <a:cubicBezTo>
                    <a:pt x="723" y="229"/>
                    <a:pt x="1156" y="364"/>
                    <a:pt x="1592" y="510"/>
                  </a:cubicBezTo>
                  <a:cubicBezTo>
                    <a:pt x="1596" y="512"/>
                    <a:pt x="1599" y="514"/>
                    <a:pt x="1604" y="514"/>
                  </a:cubicBezTo>
                  <a:cubicBezTo>
                    <a:pt x="1606" y="514"/>
                    <a:pt x="1607" y="513"/>
                    <a:pt x="1609" y="513"/>
                  </a:cubicBezTo>
                  <a:cubicBezTo>
                    <a:pt x="1637" y="514"/>
                    <a:pt x="1675" y="518"/>
                    <a:pt x="1710" y="547"/>
                  </a:cubicBezTo>
                  <a:cubicBezTo>
                    <a:pt x="1714" y="551"/>
                    <a:pt x="1721" y="555"/>
                    <a:pt x="1726" y="556"/>
                  </a:cubicBezTo>
                  <a:cubicBezTo>
                    <a:pt x="1861" y="602"/>
                    <a:pt x="1995" y="649"/>
                    <a:pt x="2128" y="697"/>
                  </a:cubicBezTo>
                  <a:cubicBezTo>
                    <a:pt x="4222" y="1452"/>
                    <a:pt x="6232" y="2487"/>
                    <a:pt x="8103" y="3769"/>
                  </a:cubicBezTo>
                  <a:cubicBezTo>
                    <a:pt x="8134" y="3790"/>
                    <a:pt x="8145" y="3827"/>
                    <a:pt x="8147" y="3852"/>
                  </a:cubicBezTo>
                  <a:cubicBezTo>
                    <a:pt x="8153" y="3901"/>
                    <a:pt x="8138" y="3953"/>
                    <a:pt x="8110" y="3985"/>
                  </a:cubicBezTo>
                  <a:cubicBezTo>
                    <a:pt x="8079" y="4020"/>
                    <a:pt x="8041" y="4034"/>
                    <a:pt x="8004" y="4034"/>
                  </a:cubicBezTo>
                  <a:cubicBezTo>
                    <a:pt x="7961" y="4034"/>
                    <a:pt x="7919" y="4017"/>
                    <a:pt x="7885" y="3993"/>
                  </a:cubicBezTo>
                  <a:cubicBezTo>
                    <a:pt x="7382" y="3649"/>
                    <a:pt x="6853" y="3314"/>
                    <a:pt x="6311" y="2998"/>
                  </a:cubicBezTo>
                  <a:cubicBezTo>
                    <a:pt x="4936" y="2193"/>
                    <a:pt x="3474" y="1511"/>
                    <a:pt x="1963" y="969"/>
                  </a:cubicBezTo>
                  <a:cubicBezTo>
                    <a:pt x="1957" y="967"/>
                    <a:pt x="1951" y="966"/>
                    <a:pt x="1945" y="966"/>
                  </a:cubicBezTo>
                  <a:cubicBezTo>
                    <a:pt x="1932" y="966"/>
                    <a:pt x="1919" y="971"/>
                    <a:pt x="1909" y="980"/>
                  </a:cubicBezTo>
                  <a:cubicBezTo>
                    <a:pt x="1896" y="995"/>
                    <a:pt x="1890" y="1015"/>
                    <a:pt x="1896" y="1034"/>
                  </a:cubicBezTo>
                  <a:cubicBezTo>
                    <a:pt x="2219" y="2031"/>
                    <a:pt x="2465" y="3072"/>
                    <a:pt x="2630" y="4127"/>
                  </a:cubicBezTo>
                  <a:cubicBezTo>
                    <a:pt x="2637" y="4168"/>
                    <a:pt x="2614" y="4202"/>
                    <a:pt x="2601" y="4219"/>
                  </a:cubicBezTo>
                  <a:cubicBezTo>
                    <a:pt x="2570" y="4257"/>
                    <a:pt x="2524" y="4281"/>
                    <a:pt x="2481" y="4284"/>
                  </a:cubicBezTo>
                  <a:cubicBezTo>
                    <a:pt x="2478" y="4284"/>
                    <a:pt x="2476" y="4284"/>
                    <a:pt x="2474" y="4284"/>
                  </a:cubicBezTo>
                  <a:cubicBezTo>
                    <a:pt x="2383" y="4284"/>
                    <a:pt x="2330" y="4208"/>
                    <a:pt x="2318" y="4129"/>
                  </a:cubicBezTo>
                  <a:cubicBezTo>
                    <a:pt x="2146" y="3029"/>
                    <a:pt x="1871" y="1919"/>
                    <a:pt x="1500" y="831"/>
                  </a:cubicBezTo>
                  <a:cubicBezTo>
                    <a:pt x="1495" y="816"/>
                    <a:pt x="1483" y="804"/>
                    <a:pt x="1468" y="798"/>
                  </a:cubicBezTo>
                  <a:cubicBezTo>
                    <a:pt x="1018" y="646"/>
                    <a:pt x="619" y="523"/>
                    <a:pt x="245" y="416"/>
                  </a:cubicBezTo>
                  <a:cubicBezTo>
                    <a:pt x="131" y="384"/>
                    <a:pt x="117" y="275"/>
                    <a:pt x="136" y="208"/>
                  </a:cubicBezTo>
                  <a:cubicBezTo>
                    <a:pt x="151" y="154"/>
                    <a:pt x="191" y="104"/>
                    <a:pt x="258" y="104"/>
                  </a:cubicBezTo>
                  <a:close/>
                  <a:moveTo>
                    <a:pt x="258" y="1"/>
                  </a:moveTo>
                  <a:cubicBezTo>
                    <a:pt x="141" y="1"/>
                    <a:pt x="62" y="86"/>
                    <a:pt x="36" y="179"/>
                  </a:cubicBezTo>
                  <a:cubicBezTo>
                    <a:pt x="0" y="309"/>
                    <a:pt x="51" y="470"/>
                    <a:pt x="217" y="517"/>
                  </a:cubicBezTo>
                  <a:cubicBezTo>
                    <a:pt x="583" y="619"/>
                    <a:pt x="973" y="742"/>
                    <a:pt x="1410" y="888"/>
                  </a:cubicBezTo>
                  <a:cubicBezTo>
                    <a:pt x="1775" y="1963"/>
                    <a:pt x="2046" y="3058"/>
                    <a:pt x="2216" y="4145"/>
                  </a:cubicBezTo>
                  <a:cubicBezTo>
                    <a:pt x="2239" y="4289"/>
                    <a:pt x="2344" y="4388"/>
                    <a:pt x="2474" y="4388"/>
                  </a:cubicBezTo>
                  <a:lnTo>
                    <a:pt x="2486" y="4388"/>
                  </a:lnTo>
                  <a:cubicBezTo>
                    <a:pt x="2558" y="4384"/>
                    <a:pt x="2632" y="4345"/>
                    <a:pt x="2681" y="4285"/>
                  </a:cubicBezTo>
                  <a:cubicBezTo>
                    <a:pt x="2723" y="4233"/>
                    <a:pt x="2742" y="4171"/>
                    <a:pt x="2732" y="4110"/>
                  </a:cubicBezTo>
                  <a:cubicBezTo>
                    <a:pt x="2572" y="3085"/>
                    <a:pt x="2334" y="2074"/>
                    <a:pt x="2026" y="1102"/>
                  </a:cubicBezTo>
                  <a:lnTo>
                    <a:pt x="2026" y="1102"/>
                  </a:lnTo>
                  <a:cubicBezTo>
                    <a:pt x="3497" y="1636"/>
                    <a:pt x="4920" y="2305"/>
                    <a:pt x="6259" y="3087"/>
                  </a:cubicBezTo>
                  <a:cubicBezTo>
                    <a:pt x="6798" y="3402"/>
                    <a:pt x="7325" y="3736"/>
                    <a:pt x="7826" y="4080"/>
                  </a:cubicBezTo>
                  <a:cubicBezTo>
                    <a:pt x="7883" y="4118"/>
                    <a:pt x="7944" y="4138"/>
                    <a:pt x="8001" y="4138"/>
                  </a:cubicBezTo>
                  <a:cubicBezTo>
                    <a:pt x="8072" y="4138"/>
                    <a:pt x="8138" y="4109"/>
                    <a:pt x="8188" y="4054"/>
                  </a:cubicBezTo>
                  <a:cubicBezTo>
                    <a:pt x="8235" y="4000"/>
                    <a:pt x="8259" y="3918"/>
                    <a:pt x="8250" y="3840"/>
                  </a:cubicBezTo>
                  <a:cubicBezTo>
                    <a:pt x="8242" y="3773"/>
                    <a:pt x="8211" y="3718"/>
                    <a:pt x="8161" y="3684"/>
                  </a:cubicBezTo>
                  <a:cubicBezTo>
                    <a:pt x="6283" y="2397"/>
                    <a:pt x="4265" y="1358"/>
                    <a:pt x="2163" y="601"/>
                  </a:cubicBezTo>
                  <a:cubicBezTo>
                    <a:pt x="2032" y="553"/>
                    <a:pt x="1900" y="506"/>
                    <a:pt x="1768" y="462"/>
                  </a:cubicBezTo>
                  <a:cubicBezTo>
                    <a:pt x="1725" y="428"/>
                    <a:pt x="1672" y="411"/>
                    <a:pt x="1616" y="410"/>
                  </a:cubicBezTo>
                  <a:cubicBezTo>
                    <a:pt x="1181" y="263"/>
                    <a:pt x="749" y="130"/>
                    <a:pt x="332" y="11"/>
                  </a:cubicBezTo>
                  <a:cubicBezTo>
                    <a:pt x="306" y="4"/>
                    <a:pt x="281" y="1"/>
                    <a:pt x="25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4" name="Google Shape;10004;p32"/>
            <p:cNvSpPr/>
            <p:nvPr/>
          </p:nvSpPr>
          <p:spPr>
            <a:xfrm>
              <a:off x="3642325" y="3516350"/>
              <a:ext cx="237350" cy="213475"/>
            </a:xfrm>
            <a:custGeom>
              <a:avLst/>
              <a:gdLst/>
              <a:ahLst/>
              <a:cxnLst/>
              <a:rect l="l" t="t" r="r" b="b"/>
              <a:pathLst>
                <a:path w="9494" h="8539" extrusionOk="0">
                  <a:moveTo>
                    <a:pt x="4450" y="1"/>
                  </a:moveTo>
                  <a:cubicBezTo>
                    <a:pt x="3266" y="1"/>
                    <a:pt x="2073" y="383"/>
                    <a:pt x="1174" y="1116"/>
                  </a:cubicBezTo>
                  <a:cubicBezTo>
                    <a:pt x="742" y="1469"/>
                    <a:pt x="482" y="2100"/>
                    <a:pt x="372" y="2647"/>
                  </a:cubicBezTo>
                  <a:cubicBezTo>
                    <a:pt x="1" y="4492"/>
                    <a:pt x="836" y="6547"/>
                    <a:pt x="2367" y="7642"/>
                  </a:cubicBezTo>
                  <a:cubicBezTo>
                    <a:pt x="3198" y="8237"/>
                    <a:pt x="4220" y="8539"/>
                    <a:pt x="5241" y="8539"/>
                  </a:cubicBezTo>
                  <a:cubicBezTo>
                    <a:pt x="6101" y="8539"/>
                    <a:pt x="6959" y="8325"/>
                    <a:pt x="7703" y="7891"/>
                  </a:cubicBezTo>
                  <a:cubicBezTo>
                    <a:pt x="8386" y="7493"/>
                    <a:pt x="8985" y="6791"/>
                    <a:pt x="9127" y="6013"/>
                  </a:cubicBezTo>
                  <a:cubicBezTo>
                    <a:pt x="9493" y="4015"/>
                    <a:pt x="8718" y="1693"/>
                    <a:pt x="6971" y="659"/>
                  </a:cubicBezTo>
                  <a:cubicBezTo>
                    <a:pt x="6221" y="216"/>
                    <a:pt x="5338" y="1"/>
                    <a:pt x="4450" y="1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5" name="Google Shape;10005;p32"/>
            <p:cNvSpPr/>
            <p:nvPr/>
          </p:nvSpPr>
          <p:spPr>
            <a:xfrm>
              <a:off x="3641025" y="3515175"/>
              <a:ext cx="240625" cy="215850"/>
            </a:xfrm>
            <a:custGeom>
              <a:avLst/>
              <a:gdLst/>
              <a:ahLst/>
              <a:cxnLst/>
              <a:rect l="l" t="t" r="r" b="b"/>
              <a:pathLst>
                <a:path w="9625" h="8634" extrusionOk="0">
                  <a:moveTo>
                    <a:pt x="4504" y="103"/>
                  </a:moveTo>
                  <a:cubicBezTo>
                    <a:pt x="5386" y="103"/>
                    <a:pt x="6260" y="316"/>
                    <a:pt x="6996" y="751"/>
                  </a:cubicBezTo>
                  <a:cubicBezTo>
                    <a:pt x="8618" y="1711"/>
                    <a:pt x="9516" y="3940"/>
                    <a:pt x="9128" y="6051"/>
                  </a:cubicBezTo>
                  <a:cubicBezTo>
                    <a:pt x="8999" y="6760"/>
                    <a:pt x="8462" y="7466"/>
                    <a:pt x="7728" y="7894"/>
                  </a:cubicBezTo>
                  <a:cubicBezTo>
                    <a:pt x="6996" y="8320"/>
                    <a:pt x="6146" y="8530"/>
                    <a:pt x="5294" y="8530"/>
                  </a:cubicBezTo>
                  <a:cubicBezTo>
                    <a:pt x="4282" y="8530"/>
                    <a:pt x="3267" y="8233"/>
                    <a:pt x="2449" y="7648"/>
                  </a:cubicBezTo>
                  <a:cubicBezTo>
                    <a:pt x="920" y="6555"/>
                    <a:pt x="109" y="4521"/>
                    <a:pt x="475" y="2704"/>
                  </a:cubicBezTo>
                  <a:cubicBezTo>
                    <a:pt x="604" y="2059"/>
                    <a:pt x="898" y="1498"/>
                    <a:pt x="1258" y="1203"/>
                  </a:cubicBezTo>
                  <a:cubicBezTo>
                    <a:pt x="2147" y="478"/>
                    <a:pt x="3333" y="103"/>
                    <a:pt x="4504" y="103"/>
                  </a:cubicBezTo>
                  <a:close/>
                  <a:moveTo>
                    <a:pt x="4504" y="1"/>
                  </a:moveTo>
                  <a:cubicBezTo>
                    <a:pt x="3308" y="1"/>
                    <a:pt x="2099" y="383"/>
                    <a:pt x="1192" y="1123"/>
                  </a:cubicBezTo>
                  <a:cubicBezTo>
                    <a:pt x="646" y="1568"/>
                    <a:pt x="438" y="2363"/>
                    <a:pt x="373" y="2683"/>
                  </a:cubicBezTo>
                  <a:cubicBezTo>
                    <a:pt x="0" y="4540"/>
                    <a:pt x="829" y="6616"/>
                    <a:pt x="2388" y="7731"/>
                  </a:cubicBezTo>
                  <a:cubicBezTo>
                    <a:pt x="3225" y="8330"/>
                    <a:pt x="4261" y="8634"/>
                    <a:pt x="5295" y="8634"/>
                  </a:cubicBezTo>
                  <a:cubicBezTo>
                    <a:pt x="6165" y="8634"/>
                    <a:pt x="7034" y="8418"/>
                    <a:pt x="7780" y="7983"/>
                  </a:cubicBezTo>
                  <a:cubicBezTo>
                    <a:pt x="8539" y="7541"/>
                    <a:pt x="9095" y="6808"/>
                    <a:pt x="9231" y="6070"/>
                  </a:cubicBezTo>
                  <a:cubicBezTo>
                    <a:pt x="9625" y="3917"/>
                    <a:pt x="8707" y="1642"/>
                    <a:pt x="7048" y="661"/>
                  </a:cubicBezTo>
                  <a:cubicBezTo>
                    <a:pt x="6297" y="218"/>
                    <a:pt x="5404" y="1"/>
                    <a:pt x="450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6" name="Google Shape;10006;p32"/>
            <p:cNvSpPr/>
            <p:nvPr/>
          </p:nvSpPr>
          <p:spPr>
            <a:xfrm>
              <a:off x="3706775" y="3679175"/>
              <a:ext cx="105550" cy="28475"/>
            </a:xfrm>
            <a:custGeom>
              <a:avLst/>
              <a:gdLst/>
              <a:ahLst/>
              <a:cxnLst/>
              <a:rect l="l" t="t" r="r" b="b"/>
              <a:pathLst>
                <a:path w="4222" h="1139" extrusionOk="0">
                  <a:moveTo>
                    <a:pt x="30" y="1"/>
                  </a:moveTo>
                  <a:cubicBezTo>
                    <a:pt x="23" y="1"/>
                    <a:pt x="15" y="4"/>
                    <a:pt x="10" y="10"/>
                  </a:cubicBezTo>
                  <a:cubicBezTo>
                    <a:pt x="0" y="21"/>
                    <a:pt x="2" y="37"/>
                    <a:pt x="12" y="46"/>
                  </a:cubicBezTo>
                  <a:cubicBezTo>
                    <a:pt x="809" y="755"/>
                    <a:pt x="1873" y="1139"/>
                    <a:pt x="2936" y="1139"/>
                  </a:cubicBezTo>
                  <a:cubicBezTo>
                    <a:pt x="3364" y="1139"/>
                    <a:pt x="3792" y="1077"/>
                    <a:pt x="4200" y="949"/>
                  </a:cubicBezTo>
                  <a:cubicBezTo>
                    <a:pt x="4214" y="944"/>
                    <a:pt x="4222" y="930"/>
                    <a:pt x="4218" y="917"/>
                  </a:cubicBezTo>
                  <a:cubicBezTo>
                    <a:pt x="4215" y="905"/>
                    <a:pt x="4204" y="898"/>
                    <a:pt x="4194" y="898"/>
                  </a:cubicBezTo>
                  <a:cubicBezTo>
                    <a:pt x="4191" y="898"/>
                    <a:pt x="4188" y="898"/>
                    <a:pt x="4186" y="899"/>
                  </a:cubicBezTo>
                  <a:cubicBezTo>
                    <a:pt x="3781" y="1025"/>
                    <a:pt x="3359" y="1087"/>
                    <a:pt x="2937" y="1087"/>
                  </a:cubicBezTo>
                  <a:cubicBezTo>
                    <a:pt x="1886" y="1087"/>
                    <a:pt x="834" y="708"/>
                    <a:pt x="46" y="7"/>
                  </a:cubicBezTo>
                  <a:cubicBezTo>
                    <a:pt x="42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7" name="Google Shape;10007;p32"/>
            <p:cNvSpPr/>
            <p:nvPr/>
          </p:nvSpPr>
          <p:spPr>
            <a:xfrm>
              <a:off x="3680500" y="3664975"/>
              <a:ext cx="80725" cy="51500"/>
            </a:xfrm>
            <a:custGeom>
              <a:avLst/>
              <a:gdLst/>
              <a:ahLst/>
              <a:cxnLst/>
              <a:rect l="l" t="t" r="r" b="b"/>
              <a:pathLst>
                <a:path w="3229" h="2060" extrusionOk="0">
                  <a:moveTo>
                    <a:pt x="31" y="0"/>
                  </a:moveTo>
                  <a:cubicBezTo>
                    <a:pt x="26" y="0"/>
                    <a:pt x="20" y="2"/>
                    <a:pt x="15" y="5"/>
                  </a:cubicBezTo>
                  <a:cubicBezTo>
                    <a:pt x="3" y="13"/>
                    <a:pt x="1" y="29"/>
                    <a:pt x="9" y="40"/>
                  </a:cubicBezTo>
                  <a:cubicBezTo>
                    <a:pt x="753" y="1107"/>
                    <a:pt x="1914" y="1843"/>
                    <a:pt x="3196" y="2059"/>
                  </a:cubicBezTo>
                  <a:lnTo>
                    <a:pt x="3200" y="2059"/>
                  </a:lnTo>
                  <a:cubicBezTo>
                    <a:pt x="3212" y="2059"/>
                    <a:pt x="3224" y="2051"/>
                    <a:pt x="3225" y="2038"/>
                  </a:cubicBezTo>
                  <a:cubicBezTo>
                    <a:pt x="3228" y="2024"/>
                    <a:pt x="3219" y="2011"/>
                    <a:pt x="3204" y="2008"/>
                  </a:cubicBezTo>
                  <a:cubicBezTo>
                    <a:pt x="1937" y="1794"/>
                    <a:pt x="788" y="1066"/>
                    <a:pt x="52" y="10"/>
                  </a:cubicBezTo>
                  <a:cubicBezTo>
                    <a:pt x="47" y="4"/>
                    <a:pt x="39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8" name="Google Shape;10008;p32"/>
            <p:cNvSpPr/>
            <p:nvPr/>
          </p:nvSpPr>
          <p:spPr>
            <a:xfrm>
              <a:off x="3821925" y="3694375"/>
              <a:ext cx="9775" cy="4675"/>
            </a:xfrm>
            <a:custGeom>
              <a:avLst/>
              <a:gdLst/>
              <a:ahLst/>
              <a:cxnLst/>
              <a:rect l="l" t="t" r="r" b="b"/>
              <a:pathLst>
                <a:path w="391" h="187" extrusionOk="0">
                  <a:moveTo>
                    <a:pt x="360" y="1"/>
                  </a:moveTo>
                  <a:cubicBezTo>
                    <a:pt x="357" y="1"/>
                    <a:pt x="355" y="1"/>
                    <a:pt x="352" y="2"/>
                  </a:cubicBezTo>
                  <a:lnTo>
                    <a:pt x="21" y="135"/>
                  </a:lnTo>
                  <a:cubicBezTo>
                    <a:pt x="7" y="141"/>
                    <a:pt x="1" y="157"/>
                    <a:pt x="6" y="169"/>
                  </a:cubicBezTo>
                  <a:cubicBezTo>
                    <a:pt x="10" y="180"/>
                    <a:pt x="20" y="186"/>
                    <a:pt x="30" y="186"/>
                  </a:cubicBezTo>
                  <a:cubicBezTo>
                    <a:pt x="33" y="186"/>
                    <a:pt x="36" y="185"/>
                    <a:pt x="40" y="184"/>
                  </a:cubicBezTo>
                  <a:lnTo>
                    <a:pt x="371" y="50"/>
                  </a:lnTo>
                  <a:cubicBezTo>
                    <a:pt x="384" y="45"/>
                    <a:pt x="391" y="30"/>
                    <a:pt x="386" y="17"/>
                  </a:cubicBezTo>
                  <a:cubicBezTo>
                    <a:pt x="381" y="6"/>
                    <a:pt x="371" y="1"/>
                    <a:pt x="36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9" name="Google Shape;10009;p32"/>
            <p:cNvSpPr/>
            <p:nvPr/>
          </p:nvSpPr>
          <p:spPr>
            <a:xfrm>
              <a:off x="3676525" y="3630575"/>
              <a:ext cx="65075" cy="58850"/>
            </a:xfrm>
            <a:custGeom>
              <a:avLst/>
              <a:gdLst/>
              <a:ahLst/>
              <a:cxnLst/>
              <a:rect l="l" t="t" r="r" b="b"/>
              <a:pathLst>
                <a:path w="2603" h="2354" extrusionOk="0">
                  <a:moveTo>
                    <a:pt x="31" y="0"/>
                  </a:moveTo>
                  <a:cubicBezTo>
                    <a:pt x="27" y="0"/>
                    <a:pt x="23" y="1"/>
                    <a:pt x="20" y="3"/>
                  </a:cubicBezTo>
                  <a:cubicBezTo>
                    <a:pt x="6" y="9"/>
                    <a:pt x="1" y="25"/>
                    <a:pt x="8" y="38"/>
                  </a:cubicBezTo>
                  <a:cubicBezTo>
                    <a:pt x="539" y="1084"/>
                    <a:pt x="1470" y="1927"/>
                    <a:pt x="2564" y="2351"/>
                  </a:cubicBezTo>
                  <a:cubicBezTo>
                    <a:pt x="2568" y="2352"/>
                    <a:pt x="2571" y="2354"/>
                    <a:pt x="2573" y="2354"/>
                  </a:cubicBezTo>
                  <a:cubicBezTo>
                    <a:pt x="2584" y="2354"/>
                    <a:pt x="2593" y="2347"/>
                    <a:pt x="2597" y="2336"/>
                  </a:cubicBezTo>
                  <a:cubicBezTo>
                    <a:pt x="2603" y="2323"/>
                    <a:pt x="2596" y="2308"/>
                    <a:pt x="2583" y="2302"/>
                  </a:cubicBezTo>
                  <a:cubicBezTo>
                    <a:pt x="1501" y="1883"/>
                    <a:pt x="579" y="1049"/>
                    <a:pt x="53" y="14"/>
                  </a:cubicBezTo>
                  <a:cubicBezTo>
                    <a:pt x="50" y="6"/>
                    <a:pt x="41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0" name="Google Shape;10010;p32"/>
            <p:cNvSpPr/>
            <p:nvPr/>
          </p:nvSpPr>
          <p:spPr>
            <a:xfrm>
              <a:off x="3661400" y="3602025"/>
              <a:ext cx="20375" cy="52825"/>
            </a:xfrm>
            <a:custGeom>
              <a:avLst/>
              <a:gdLst/>
              <a:ahLst/>
              <a:cxnLst/>
              <a:rect l="l" t="t" r="r" b="b"/>
              <a:pathLst>
                <a:path w="815" h="2113" extrusionOk="0">
                  <a:moveTo>
                    <a:pt x="26" y="0"/>
                  </a:moveTo>
                  <a:cubicBezTo>
                    <a:pt x="13" y="0"/>
                    <a:pt x="1" y="13"/>
                    <a:pt x="2" y="27"/>
                  </a:cubicBezTo>
                  <a:cubicBezTo>
                    <a:pt x="46" y="770"/>
                    <a:pt x="318" y="1507"/>
                    <a:pt x="765" y="2103"/>
                  </a:cubicBezTo>
                  <a:cubicBezTo>
                    <a:pt x="770" y="2110"/>
                    <a:pt x="777" y="2113"/>
                    <a:pt x="785" y="2113"/>
                  </a:cubicBezTo>
                  <a:cubicBezTo>
                    <a:pt x="790" y="2113"/>
                    <a:pt x="796" y="2111"/>
                    <a:pt x="801" y="2109"/>
                  </a:cubicBezTo>
                  <a:cubicBezTo>
                    <a:pt x="812" y="2099"/>
                    <a:pt x="814" y="2083"/>
                    <a:pt x="806" y="2072"/>
                  </a:cubicBezTo>
                  <a:cubicBezTo>
                    <a:pt x="365" y="1484"/>
                    <a:pt x="97" y="756"/>
                    <a:pt x="54" y="25"/>
                  </a:cubicBezTo>
                  <a:cubicBezTo>
                    <a:pt x="53" y="10"/>
                    <a:pt x="41" y="0"/>
                    <a:pt x="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1" name="Google Shape;10011;p32"/>
            <p:cNvSpPr/>
            <p:nvPr/>
          </p:nvSpPr>
          <p:spPr>
            <a:xfrm>
              <a:off x="3666050" y="3589625"/>
              <a:ext cx="6375" cy="30225"/>
            </a:xfrm>
            <a:custGeom>
              <a:avLst/>
              <a:gdLst/>
              <a:ahLst/>
              <a:cxnLst/>
              <a:rect l="l" t="t" r="r" b="b"/>
              <a:pathLst>
                <a:path w="255" h="1209" extrusionOk="0">
                  <a:moveTo>
                    <a:pt x="49" y="1"/>
                  </a:moveTo>
                  <a:cubicBezTo>
                    <a:pt x="35" y="1"/>
                    <a:pt x="27" y="12"/>
                    <a:pt x="26" y="26"/>
                  </a:cubicBezTo>
                  <a:cubicBezTo>
                    <a:pt x="0" y="418"/>
                    <a:pt x="61" y="822"/>
                    <a:pt x="201" y="1192"/>
                  </a:cubicBezTo>
                  <a:cubicBezTo>
                    <a:pt x="205" y="1201"/>
                    <a:pt x="215" y="1208"/>
                    <a:pt x="225" y="1208"/>
                  </a:cubicBezTo>
                  <a:cubicBezTo>
                    <a:pt x="229" y="1208"/>
                    <a:pt x="232" y="1208"/>
                    <a:pt x="234" y="1207"/>
                  </a:cubicBezTo>
                  <a:cubicBezTo>
                    <a:pt x="248" y="1201"/>
                    <a:pt x="254" y="1187"/>
                    <a:pt x="249" y="1173"/>
                  </a:cubicBezTo>
                  <a:cubicBezTo>
                    <a:pt x="112" y="811"/>
                    <a:pt x="51" y="416"/>
                    <a:pt x="78" y="28"/>
                  </a:cubicBezTo>
                  <a:cubicBezTo>
                    <a:pt x="78" y="15"/>
                    <a:pt x="67" y="1"/>
                    <a:pt x="54" y="1"/>
                  </a:cubicBezTo>
                  <a:cubicBezTo>
                    <a:pt x="52" y="1"/>
                    <a:pt x="51" y="1"/>
                    <a:pt x="4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2" name="Google Shape;10012;p32"/>
            <p:cNvSpPr/>
            <p:nvPr/>
          </p:nvSpPr>
          <p:spPr>
            <a:xfrm>
              <a:off x="3767875" y="3714750"/>
              <a:ext cx="27175" cy="3050"/>
            </a:xfrm>
            <a:custGeom>
              <a:avLst/>
              <a:gdLst/>
              <a:ahLst/>
              <a:cxnLst/>
              <a:rect l="l" t="t" r="r" b="b"/>
              <a:pathLst>
                <a:path w="1087" h="122" extrusionOk="0">
                  <a:moveTo>
                    <a:pt x="1058" y="0"/>
                  </a:moveTo>
                  <a:cubicBezTo>
                    <a:pt x="1057" y="0"/>
                    <a:pt x="1056" y="1"/>
                    <a:pt x="1054" y="1"/>
                  </a:cubicBezTo>
                  <a:cubicBezTo>
                    <a:pt x="780" y="47"/>
                    <a:pt x="499" y="71"/>
                    <a:pt x="220" y="71"/>
                  </a:cubicBezTo>
                  <a:cubicBezTo>
                    <a:pt x="156" y="71"/>
                    <a:pt x="92" y="69"/>
                    <a:pt x="28" y="67"/>
                  </a:cubicBezTo>
                  <a:cubicBezTo>
                    <a:pt x="17" y="68"/>
                    <a:pt x="2" y="78"/>
                    <a:pt x="1" y="91"/>
                  </a:cubicBezTo>
                  <a:cubicBezTo>
                    <a:pt x="1" y="106"/>
                    <a:pt x="12" y="118"/>
                    <a:pt x="26" y="118"/>
                  </a:cubicBezTo>
                  <a:cubicBezTo>
                    <a:pt x="91" y="121"/>
                    <a:pt x="157" y="122"/>
                    <a:pt x="221" y="122"/>
                  </a:cubicBezTo>
                  <a:lnTo>
                    <a:pt x="223" y="122"/>
                  </a:lnTo>
                  <a:cubicBezTo>
                    <a:pt x="504" y="122"/>
                    <a:pt x="785" y="99"/>
                    <a:pt x="1064" y="52"/>
                  </a:cubicBezTo>
                  <a:cubicBezTo>
                    <a:pt x="1077" y="51"/>
                    <a:pt x="1087" y="37"/>
                    <a:pt x="1084" y="22"/>
                  </a:cubicBezTo>
                  <a:cubicBezTo>
                    <a:pt x="1083" y="10"/>
                    <a:pt x="1071" y="0"/>
                    <a:pt x="105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3" name="Google Shape;10013;p32"/>
            <p:cNvSpPr/>
            <p:nvPr/>
          </p:nvSpPr>
          <p:spPr>
            <a:xfrm>
              <a:off x="3751175" y="3692075"/>
              <a:ext cx="25825" cy="4200"/>
            </a:xfrm>
            <a:custGeom>
              <a:avLst/>
              <a:gdLst/>
              <a:ahLst/>
              <a:cxnLst/>
              <a:rect l="l" t="t" r="r" b="b"/>
              <a:pathLst>
                <a:path w="1033" h="168" extrusionOk="0">
                  <a:moveTo>
                    <a:pt x="29" y="0"/>
                  </a:moveTo>
                  <a:cubicBezTo>
                    <a:pt x="18" y="0"/>
                    <a:pt x="8" y="8"/>
                    <a:pt x="4" y="19"/>
                  </a:cubicBezTo>
                  <a:cubicBezTo>
                    <a:pt x="0" y="32"/>
                    <a:pt x="8" y="47"/>
                    <a:pt x="22" y="51"/>
                  </a:cubicBezTo>
                  <a:cubicBezTo>
                    <a:pt x="291" y="129"/>
                    <a:pt x="568" y="168"/>
                    <a:pt x="846" y="168"/>
                  </a:cubicBezTo>
                  <a:cubicBezTo>
                    <a:pt x="900" y="168"/>
                    <a:pt x="953" y="167"/>
                    <a:pt x="1007" y="164"/>
                  </a:cubicBezTo>
                  <a:cubicBezTo>
                    <a:pt x="1021" y="164"/>
                    <a:pt x="1032" y="150"/>
                    <a:pt x="1031" y="137"/>
                  </a:cubicBezTo>
                  <a:cubicBezTo>
                    <a:pt x="1031" y="124"/>
                    <a:pt x="1019" y="113"/>
                    <a:pt x="1005" y="113"/>
                  </a:cubicBezTo>
                  <a:lnTo>
                    <a:pt x="1004" y="113"/>
                  </a:lnTo>
                  <a:cubicBezTo>
                    <a:pt x="952" y="116"/>
                    <a:pt x="900" y="117"/>
                    <a:pt x="849" y="117"/>
                  </a:cubicBezTo>
                  <a:cubicBezTo>
                    <a:pt x="575" y="117"/>
                    <a:pt x="301" y="78"/>
                    <a:pt x="37" y="1"/>
                  </a:cubicBezTo>
                  <a:cubicBezTo>
                    <a:pt x="34" y="0"/>
                    <a:pt x="3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4" name="Google Shape;10014;p32"/>
            <p:cNvSpPr/>
            <p:nvPr/>
          </p:nvSpPr>
          <p:spPr>
            <a:xfrm>
              <a:off x="3717525" y="3663350"/>
              <a:ext cx="42250" cy="20525"/>
            </a:xfrm>
            <a:custGeom>
              <a:avLst/>
              <a:gdLst/>
              <a:ahLst/>
              <a:cxnLst/>
              <a:rect l="l" t="t" r="r" b="b"/>
              <a:pathLst>
                <a:path w="1690" h="821" extrusionOk="0">
                  <a:moveTo>
                    <a:pt x="31" y="1"/>
                  </a:moveTo>
                  <a:cubicBezTo>
                    <a:pt x="23" y="1"/>
                    <a:pt x="15" y="4"/>
                    <a:pt x="9" y="11"/>
                  </a:cubicBezTo>
                  <a:cubicBezTo>
                    <a:pt x="1" y="23"/>
                    <a:pt x="4" y="39"/>
                    <a:pt x="14" y="47"/>
                  </a:cubicBezTo>
                  <a:cubicBezTo>
                    <a:pt x="497" y="414"/>
                    <a:pt x="1065" y="681"/>
                    <a:pt x="1656" y="821"/>
                  </a:cubicBezTo>
                  <a:lnTo>
                    <a:pt x="1661" y="821"/>
                  </a:lnTo>
                  <a:cubicBezTo>
                    <a:pt x="1673" y="821"/>
                    <a:pt x="1684" y="812"/>
                    <a:pt x="1687" y="802"/>
                  </a:cubicBezTo>
                  <a:cubicBezTo>
                    <a:pt x="1689" y="787"/>
                    <a:pt x="1681" y="773"/>
                    <a:pt x="1666" y="769"/>
                  </a:cubicBezTo>
                  <a:cubicBezTo>
                    <a:pt x="1084" y="632"/>
                    <a:pt x="523" y="369"/>
                    <a:pt x="45" y="5"/>
                  </a:cubicBez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5" name="Google Shape;10015;p32"/>
            <p:cNvSpPr/>
            <p:nvPr/>
          </p:nvSpPr>
          <p:spPr>
            <a:xfrm>
              <a:off x="3676425" y="3611375"/>
              <a:ext cx="32750" cy="46025"/>
            </a:xfrm>
            <a:custGeom>
              <a:avLst/>
              <a:gdLst/>
              <a:ahLst/>
              <a:cxnLst/>
              <a:rect l="l" t="t" r="r" b="b"/>
              <a:pathLst>
                <a:path w="1310" h="1841" extrusionOk="0">
                  <a:moveTo>
                    <a:pt x="30" y="1"/>
                  </a:moveTo>
                  <a:cubicBezTo>
                    <a:pt x="27" y="1"/>
                    <a:pt x="25" y="1"/>
                    <a:pt x="22" y="2"/>
                  </a:cubicBezTo>
                  <a:cubicBezTo>
                    <a:pt x="9" y="6"/>
                    <a:pt x="1" y="21"/>
                    <a:pt x="5" y="34"/>
                  </a:cubicBezTo>
                  <a:cubicBezTo>
                    <a:pt x="222" y="747"/>
                    <a:pt x="670" y="1387"/>
                    <a:pt x="1266" y="1835"/>
                  </a:cubicBezTo>
                  <a:cubicBezTo>
                    <a:pt x="1270" y="1838"/>
                    <a:pt x="1275" y="1841"/>
                    <a:pt x="1280" y="1841"/>
                  </a:cubicBezTo>
                  <a:lnTo>
                    <a:pt x="1282" y="1839"/>
                  </a:lnTo>
                  <a:cubicBezTo>
                    <a:pt x="1288" y="1839"/>
                    <a:pt x="1296" y="1837"/>
                    <a:pt x="1302" y="1830"/>
                  </a:cubicBezTo>
                  <a:cubicBezTo>
                    <a:pt x="1310" y="1818"/>
                    <a:pt x="1307" y="1802"/>
                    <a:pt x="1296" y="1794"/>
                  </a:cubicBezTo>
                  <a:cubicBezTo>
                    <a:pt x="710" y="1352"/>
                    <a:pt x="269" y="721"/>
                    <a:pt x="55" y="19"/>
                  </a:cubicBezTo>
                  <a:cubicBezTo>
                    <a:pt x="51" y="8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6" name="Google Shape;10016;p32"/>
            <p:cNvSpPr/>
            <p:nvPr/>
          </p:nvSpPr>
          <p:spPr>
            <a:xfrm>
              <a:off x="3761200" y="3526350"/>
              <a:ext cx="85975" cy="49925"/>
            </a:xfrm>
            <a:custGeom>
              <a:avLst/>
              <a:gdLst/>
              <a:ahLst/>
              <a:cxnLst/>
              <a:rect l="l" t="t" r="r" b="b"/>
              <a:pathLst>
                <a:path w="3439" h="1997" extrusionOk="0">
                  <a:moveTo>
                    <a:pt x="28" y="0"/>
                  </a:moveTo>
                  <a:cubicBezTo>
                    <a:pt x="14" y="0"/>
                    <a:pt x="1" y="11"/>
                    <a:pt x="1" y="25"/>
                  </a:cubicBezTo>
                  <a:cubicBezTo>
                    <a:pt x="0" y="39"/>
                    <a:pt x="11" y="52"/>
                    <a:pt x="26" y="52"/>
                  </a:cubicBezTo>
                  <a:cubicBezTo>
                    <a:pt x="1370" y="113"/>
                    <a:pt x="2658" y="855"/>
                    <a:pt x="3388" y="1985"/>
                  </a:cubicBezTo>
                  <a:cubicBezTo>
                    <a:pt x="3393" y="1993"/>
                    <a:pt x="3401" y="1997"/>
                    <a:pt x="3410" y="1997"/>
                  </a:cubicBezTo>
                  <a:lnTo>
                    <a:pt x="3410" y="1997"/>
                  </a:lnTo>
                  <a:cubicBezTo>
                    <a:pt x="3415" y="1997"/>
                    <a:pt x="3420" y="1995"/>
                    <a:pt x="3424" y="1993"/>
                  </a:cubicBezTo>
                  <a:cubicBezTo>
                    <a:pt x="3436" y="1985"/>
                    <a:pt x="3439" y="1969"/>
                    <a:pt x="3432" y="1957"/>
                  </a:cubicBezTo>
                  <a:cubicBezTo>
                    <a:pt x="2692" y="813"/>
                    <a:pt x="1388" y="64"/>
                    <a:pt x="28" y="0"/>
                  </a:cubicBezTo>
                  <a:close/>
                  <a:moveTo>
                    <a:pt x="3410" y="1997"/>
                  </a:moveTo>
                  <a:lnTo>
                    <a:pt x="3410" y="1997"/>
                  </a:lnTo>
                  <a:cubicBezTo>
                    <a:pt x="3410" y="1997"/>
                    <a:pt x="3409" y="1997"/>
                    <a:pt x="3409" y="1997"/>
                  </a:cubicBezTo>
                  <a:lnTo>
                    <a:pt x="3411" y="1997"/>
                  </a:lnTo>
                  <a:cubicBezTo>
                    <a:pt x="3410" y="1997"/>
                    <a:pt x="3410" y="1997"/>
                    <a:pt x="3410" y="1997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7" name="Google Shape;10017;p32"/>
            <p:cNvSpPr/>
            <p:nvPr/>
          </p:nvSpPr>
          <p:spPr>
            <a:xfrm>
              <a:off x="3791300" y="3540725"/>
              <a:ext cx="62275" cy="64675"/>
            </a:xfrm>
            <a:custGeom>
              <a:avLst/>
              <a:gdLst/>
              <a:ahLst/>
              <a:cxnLst/>
              <a:rect l="l" t="t" r="r" b="b"/>
              <a:pathLst>
                <a:path w="2491" h="2587" extrusionOk="0">
                  <a:moveTo>
                    <a:pt x="30" y="1"/>
                  </a:moveTo>
                  <a:cubicBezTo>
                    <a:pt x="19" y="1"/>
                    <a:pt x="10" y="7"/>
                    <a:pt x="6" y="16"/>
                  </a:cubicBezTo>
                  <a:cubicBezTo>
                    <a:pt x="0" y="29"/>
                    <a:pt x="6" y="46"/>
                    <a:pt x="19" y="51"/>
                  </a:cubicBezTo>
                  <a:cubicBezTo>
                    <a:pt x="1126" y="503"/>
                    <a:pt x="2030" y="1445"/>
                    <a:pt x="2437" y="2569"/>
                  </a:cubicBezTo>
                  <a:cubicBezTo>
                    <a:pt x="2441" y="2580"/>
                    <a:pt x="2450" y="2587"/>
                    <a:pt x="2461" y="2587"/>
                  </a:cubicBezTo>
                  <a:cubicBezTo>
                    <a:pt x="2463" y="2586"/>
                    <a:pt x="2466" y="2586"/>
                    <a:pt x="2469" y="2584"/>
                  </a:cubicBezTo>
                  <a:cubicBezTo>
                    <a:pt x="2482" y="2580"/>
                    <a:pt x="2490" y="2565"/>
                    <a:pt x="2485" y="2552"/>
                  </a:cubicBezTo>
                  <a:cubicBezTo>
                    <a:pt x="2075" y="1412"/>
                    <a:pt x="1160" y="460"/>
                    <a:pt x="39" y="3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8" name="Google Shape;10018;p32"/>
            <p:cNvSpPr/>
            <p:nvPr/>
          </p:nvSpPr>
          <p:spPr>
            <a:xfrm>
              <a:off x="3850250" y="3582225"/>
              <a:ext cx="15675" cy="47850"/>
            </a:xfrm>
            <a:custGeom>
              <a:avLst/>
              <a:gdLst/>
              <a:ahLst/>
              <a:cxnLst/>
              <a:rect l="l" t="t" r="r" b="b"/>
              <a:pathLst>
                <a:path w="627" h="1914" extrusionOk="0">
                  <a:moveTo>
                    <a:pt x="31" y="1"/>
                  </a:moveTo>
                  <a:cubicBezTo>
                    <a:pt x="26" y="1"/>
                    <a:pt x="22" y="2"/>
                    <a:pt x="18" y="4"/>
                  </a:cubicBezTo>
                  <a:cubicBezTo>
                    <a:pt x="5" y="12"/>
                    <a:pt x="1" y="28"/>
                    <a:pt x="9" y="40"/>
                  </a:cubicBezTo>
                  <a:cubicBezTo>
                    <a:pt x="337" y="601"/>
                    <a:pt x="533" y="1240"/>
                    <a:pt x="574" y="1889"/>
                  </a:cubicBezTo>
                  <a:cubicBezTo>
                    <a:pt x="574" y="1902"/>
                    <a:pt x="586" y="1913"/>
                    <a:pt x="599" y="1913"/>
                  </a:cubicBezTo>
                  <a:lnTo>
                    <a:pt x="601" y="1913"/>
                  </a:lnTo>
                  <a:cubicBezTo>
                    <a:pt x="615" y="1912"/>
                    <a:pt x="626" y="1900"/>
                    <a:pt x="625" y="1886"/>
                  </a:cubicBezTo>
                  <a:cubicBezTo>
                    <a:pt x="584" y="1228"/>
                    <a:pt x="387" y="581"/>
                    <a:pt x="53" y="13"/>
                  </a:cubicBezTo>
                  <a:cubicBezTo>
                    <a:pt x="48" y="5"/>
                    <a:pt x="40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9" name="Google Shape;10019;p32"/>
            <p:cNvSpPr/>
            <p:nvPr/>
          </p:nvSpPr>
          <p:spPr>
            <a:xfrm>
              <a:off x="3865350" y="3637150"/>
              <a:ext cx="2450" cy="13150"/>
            </a:xfrm>
            <a:custGeom>
              <a:avLst/>
              <a:gdLst/>
              <a:ahLst/>
              <a:cxnLst/>
              <a:rect l="l" t="t" r="r" b="b"/>
              <a:pathLst>
                <a:path w="98" h="526" extrusionOk="0">
                  <a:moveTo>
                    <a:pt x="29" y="1"/>
                  </a:moveTo>
                  <a:cubicBezTo>
                    <a:pt x="27" y="1"/>
                    <a:pt x="25" y="1"/>
                    <a:pt x="23" y="1"/>
                  </a:cubicBezTo>
                  <a:cubicBezTo>
                    <a:pt x="9" y="4"/>
                    <a:pt x="1" y="17"/>
                    <a:pt x="3" y="32"/>
                  </a:cubicBezTo>
                  <a:cubicBezTo>
                    <a:pt x="37" y="184"/>
                    <a:pt x="46" y="340"/>
                    <a:pt x="32" y="496"/>
                  </a:cubicBezTo>
                  <a:cubicBezTo>
                    <a:pt x="30" y="511"/>
                    <a:pt x="40" y="523"/>
                    <a:pt x="54" y="525"/>
                  </a:cubicBezTo>
                  <a:lnTo>
                    <a:pt x="57" y="525"/>
                  </a:lnTo>
                  <a:lnTo>
                    <a:pt x="57" y="526"/>
                  </a:lnTo>
                  <a:cubicBezTo>
                    <a:pt x="71" y="526"/>
                    <a:pt x="81" y="515"/>
                    <a:pt x="83" y="502"/>
                  </a:cubicBezTo>
                  <a:cubicBezTo>
                    <a:pt x="97" y="340"/>
                    <a:pt x="88" y="179"/>
                    <a:pt x="54" y="21"/>
                  </a:cubicBezTo>
                  <a:cubicBezTo>
                    <a:pt x="51" y="9"/>
                    <a:pt x="40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0" name="Google Shape;10020;p32"/>
            <p:cNvSpPr/>
            <p:nvPr/>
          </p:nvSpPr>
          <p:spPr>
            <a:xfrm>
              <a:off x="3714250" y="3526875"/>
              <a:ext cx="33975" cy="5850"/>
            </a:xfrm>
            <a:custGeom>
              <a:avLst/>
              <a:gdLst/>
              <a:ahLst/>
              <a:cxnLst/>
              <a:rect l="l" t="t" r="r" b="b"/>
              <a:pathLst>
                <a:path w="1359" h="234" extrusionOk="0">
                  <a:moveTo>
                    <a:pt x="1152" y="0"/>
                  </a:moveTo>
                  <a:cubicBezTo>
                    <a:pt x="769" y="0"/>
                    <a:pt x="381" y="62"/>
                    <a:pt x="20" y="183"/>
                  </a:cubicBezTo>
                  <a:cubicBezTo>
                    <a:pt x="7" y="187"/>
                    <a:pt x="0" y="201"/>
                    <a:pt x="4" y="215"/>
                  </a:cubicBezTo>
                  <a:cubicBezTo>
                    <a:pt x="8" y="226"/>
                    <a:pt x="18" y="234"/>
                    <a:pt x="28" y="234"/>
                  </a:cubicBezTo>
                  <a:cubicBezTo>
                    <a:pt x="31" y="234"/>
                    <a:pt x="34" y="232"/>
                    <a:pt x="36" y="232"/>
                  </a:cubicBezTo>
                  <a:cubicBezTo>
                    <a:pt x="390" y="114"/>
                    <a:pt x="769" y="52"/>
                    <a:pt x="1144" y="52"/>
                  </a:cubicBezTo>
                  <a:cubicBezTo>
                    <a:pt x="1207" y="52"/>
                    <a:pt x="1269" y="54"/>
                    <a:pt x="1332" y="57"/>
                  </a:cubicBezTo>
                  <a:cubicBezTo>
                    <a:pt x="1348" y="57"/>
                    <a:pt x="1357" y="47"/>
                    <a:pt x="1359" y="33"/>
                  </a:cubicBezTo>
                  <a:cubicBezTo>
                    <a:pt x="1359" y="18"/>
                    <a:pt x="1348" y="6"/>
                    <a:pt x="1335" y="5"/>
                  </a:cubicBezTo>
                  <a:cubicBezTo>
                    <a:pt x="1274" y="2"/>
                    <a:pt x="1213" y="0"/>
                    <a:pt x="115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1" name="Google Shape;10021;p32"/>
            <p:cNvSpPr/>
            <p:nvPr/>
          </p:nvSpPr>
          <p:spPr>
            <a:xfrm>
              <a:off x="3691775" y="3535400"/>
              <a:ext cx="89825" cy="13800"/>
            </a:xfrm>
            <a:custGeom>
              <a:avLst/>
              <a:gdLst/>
              <a:ahLst/>
              <a:cxnLst/>
              <a:rect l="l" t="t" r="r" b="b"/>
              <a:pathLst>
                <a:path w="3593" h="552" extrusionOk="0">
                  <a:moveTo>
                    <a:pt x="2595" y="1"/>
                  </a:moveTo>
                  <a:cubicBezTo>
                    <a:pt x="1715" y="1"/>
                    <a:pt x="840" y="170"/>
                    <a:pt x="19" y="502"/>
                  </a:cubicBezTo>
                  <a:cubicBezTo>
                    <a:pt x="6" y="507"/>
                    <a:pt x="0" y="522"/>
                    <a:pt x="4" y="536"/>
                  </a:cubicBezTo>
                  <a:cubicBezTo>
                    <a:pt x="10" y="547"/>
                    <a:pt x="19" y="552"/>
                    <a:pt x="29" y="552"/>
                  </a:cubicBezTo>
                  <a:cubicBezTo>
                    <a:pt x="33" y="552"/>
                    <a:pt x="35" y="552"/>
                    <a:pt x="39" y="551"/>
                  </a:cubicBezTo>
                  <a:cubicBezTo>
                    <a:pt x="852" y="221"/>
                    <a:pt x="1719" y="53"/>
                    <a:pt x="2591" y="53"/>
                  </a:cubicBezTo>
                  <a:cubicBezTo>
                    <a:pt x="2915" y="53"/>
                    <a:pt x="3239" y="76"/>
                    <a:pt x="3561" y="123"/>
                  </a:cubicBezTo>
                  <a:cubicBezTo>
                    <a:pt x="3562" y="123"/>
                    <a:pt x="3563" y="123"/>
                    <a:pt x="3564" y="123"/>
                  </a:cubicBezTo>
                  <a:cubicBezTo>
                    <a:pt x="3578" y="123"/>
                    <a:pt x="3588" y="114"/>
                    <a:pt x="3590" y="100"/>
                  </a:cubicBezTo>
                  <a:cubicBezTo>
                    <a:pt x="3592" y="86"/>
                    <a:pt x="3583" y="73"/>
                    <a:pt x="3568" y="70"/>
                  </a:cubicBezTo>
                  <a:cubicBezTo>
                    <a:pt x="3245" y="24"/>
                    <a:pt x="2920" y="1"/>
                    <a:pt x="259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2" name="Google Shape;10022;p32"/>
            <p:cNvSpPr/>
            <p:nvPr/>
          </p:nvSpPr>
          <p:spPr>
            <a:xfrm>
              <a:off x="3736600" y="3544550"/>
              <a:ext cx="61100" cy="10550"/>
            </a:xfrm>
            <a:custGeom>
              <a:avLst/>
              <a:gdLst/>
              <a:ahLst/>
              <a:cxnLst/>
              <a:rect l="l" t="t" r="r" b="b"/>
              <a:pathLst>
                <a:path w="2444" h="422" extrusionOk="0">
                  <a:moveTo>
                    <a:pt x="657" y="0"/>
                  </a:moveTo>
                  <a:cubicBezTo>
                    <a:pt x="445" y="0"/>
                    <a:pt x="233" y="16"/>
                    <a:pt x="25" y="47"/>
                  </a:cubicBezTo>
                  <a:cubicBezTo>
                    <a:pt x="10" y="50"/>
                    <a:pt x="1" y="63"/>
                    <a:pt x="3" y="77"/>
                  </a:cubicBezTo>
                  <a:cubicBezTo>
                    <a:pt x="5" y="89"/>
                    <a:pt x="14" y="99"/>
                    <a:pt x="28" y="99"/>
                  </a:cubicBezTo>
                  <a:cubicBezTo>
                    <a:pt x="30" y="99"/>
                    <a:pt x="31" y="99"/>
                    <a:pt x="33" y="98"/>
                  </a:cubicBezTo>
                  <a:cubicBezTo>
                    <a:pt x="238" y="67"/>
                    <a:pt x="447" y="52"/>
                    <a:pt x="657" y="52"/>
                  </a:cubicBezTo>
                  <a:cubicBezTo>
                    <a:pt x="1256" y="52"/>
                    <a:pt x="1860" y="178"/>
                    <a:pt x="2405" y="420"/>
                  </a:cubicBezTo>
                  <a:cubicBezTo>
                    <a:pt x="2407" y="421"/>
                    <a:pt x="2412" y="421"/>
                    <a:pt x="2414" y="421"/>
                  </a:cubicBezTo>
                  <a:cubicBezTo>
                    <a:pt x="2425" y="421"/>
                    <a:pt x="2434" y="416"/>
                    <a:pt x="2438" y="407"/>
                  </a:cubicBezTo>
                  <a:cubicBezTo>
                    <a:pt x="2444" y="393"/>
                    <a:pt x="2438" y="378"/>
                    <a:pt x="2425" y="372"/>
                  </a:cubicBezTo>
                  <a:cubicBezTo>
                    <a:pt x="1875" y="127"/>
                    <a:pt x="1264" y="0"/>
                    <a:pt x="65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3" name="Google Shape;10023;p32"/>
            <p:cNvSpPr/>
            <p:nvPr/>
          </p:nvSpPr>
          <p:spPr>
            <a:xfrm>
              <a:off x="3803525" y="3558025"/>
              <a:ext cx="30275" cy="30225"/>
            </a:xfrm>
            <a:custGeom>
              <a:avLst/>
              <a:gdLst/>
              <a:ahLst/>
              <a:cxnLst/>
              <a:rect l="l" t="t" r="r" b="b"/>
              <a:pathLst>
                <a:path w="1211" h="1209" extrusionOk="0">
                  <a:moveTo>
                    <a:pt x="30" y="1"/>
                  </a:moveTo>
                  <a:cubicBezTo>
                    <a:pt x="22" y="1"/>
                    <a:pt x="14" y="5"/>
                    <a:pt x="9" y="11"/>
                  </a:cubicBezTo>
                  <a:cubicBezTo>
                    <a:pt x="1" y="24"/>
                    <a:pt x="4" y="40"/>
                    <a:pt x="16" y="48"/>
                  </a:cubicBezTo>
                  <a:cubicBezTo>
                    <a:pt x="460" y="364"/>
                    <a:pt x="846" y="750"/>
                    <a:pt x="1159" y="1197"/>
                  </a:cubicBezTo>
                  <a:cubicBezTo>
                    <a:pt x="1165" y="1205"/>
                    <a:pt x="1173" y="1209"/>
                    <a:pt x="1181" y="1209"/>
                  </a:cubicBezTo>
                  <a:cubicBezTo>
                    <a:pt x="1186" y="1209"/>
                    <a:pt x="1190" y="1206"/>
                    <a:pt x="1196" y="1203"/>
                  </a:cubicBezTo>
                  <a:cubicBezTo>
                    <a:pt x="1208" y="1195"/>
                    <a:pt x="1210" y="1179"/>
                    <a:pt x="1202" y="1167"/>
                  </a:cubicBezTo>
                  <a:cubicBezTo>
                    <a:pt x="885" y="715"/>
                    <a:pt x="495" y="325"/>
                    <a:pt x="45" y="6"/>
                  </a:cubicBezTo>
                  <a:cubicBezTo>
                    <a:pt x="41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4" name="Google Shape;10024;p32"/>
            <p:cNvSpPr/>
            <p:nvPr/>
          </p:nvSpPr>
          <p:spPr>
            <a:xfrm>
              <a:off x="3837675" y="3594075"/>
              <a:ext cx="17350" cy="38000"/>
            </a:xfrm>
            <a:custGeom>
              <a:avLst/>
              <a:gdLst/>
              <a:ahLst/>
              <a:cxnLst/>
              <a:rect l="l" t="t" r="r" b="b"/>
              <a:pathLst>
                <a:path w="694" h="1520" extrusionOk="0">
                  <a:moveTo>
                    <a:pt x="30" y="1"/>
                  </a:moveTo>
                  <a:cubicBezTo>
                    <a:pt x="26" y="1"/>
                    <a:pt x="21" y="2"/>
                    <a:pt x="17" y="5"/>
                  </a:cubicBezTo>
                  <a:cubicBezTo>
                    <a:pt x="4" y="12"/>
                    <a:pt x="0" y="28"/>
                    <a:pt x="8" y="40"/>
                  </a:cubicBezTo>
                  <a:cubicBezTo>
                    <a:pt x="290" y="495"/>
                    <a:pt x="502" y="986"/>
                    <a:pt x="639" y="1501"/>
                  </a:cubicBezTo>
                  <a:cubicBezTo>
                    <a:pt x="642" y="1513"/>
                    <a:pt x="653" y="1520"/>
                    <a:pt x="664" y="1520"/>
                  </a:cubicBezTo>
                  <a:lnTo>
                    <a:pt x="670" y="1520"/>
                  </a:lnTo>
                  <a:cubicBezTo>
                    <a:pt x="685" y="1516"/>
                    <a:pt x="693" y="1501"/>
                    <a:pt x="689" y="1487"/>
                  </a:cubicBezTo>
                  <a:cubicBezTo>
                    <a:pt x="551" y="968"/>
                    <a:pt x="337" y="472"/>
                    <a:pt x="52" y="13"/>
                  </a:cubicBezTo>
                  <a:cubicBezTo>
                    <a:pt x="47" y="5"/>
                    <a:pt x="39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5" name="Google Shape;10025;p32"/>
            <p:cNvSpPr/>
            <p:nvPr/>
          </p:nvSpPr>
          <p:spPr>
            <a:xfrm>
              <a:off x="3776625" y="3556975"/>
              <a:ext cx="32625" cy="16325"/>
            </a:xfrm>
            <a:custGeom>
              <a:avLst/>
              <a:gdLst/>
              <a:ahLst/>
              <a:cxnLst/>
              <a:rect l="l" t="t" r="r" b="b"/>
              <a:pathLst>
                <a:path w="1305" h="653" extrusionOk="0">
                  <a:moveTo>
                    <a:pt x="29" y="0"/>
                  </a:moveTo>
                  <a:cubicBezTo>
                    <a:pt x="18" y="0"/>
                    <a:pt x="7" y="8"/>
                    <a:pt x="5" y="21"/>
                  </a:cubicBezTo>
                  <a:cubicBezTo>
                    <a:pt x="1" y="35"/>
                    <a:pt x="10" y="48"/>
                    <a:pt x="25" y="51"/>
                  </a:cubicBezTo>
                  <a:cubicBezTo>
                    <a:pt x="477" y="144"/>
                    <a:pt x="905" y="349"/>
                    <a:pt x="1258" y="645"/>
                  </a:cubicBezTo>
                  <a:cubicBezTo>
                    <a:pt x="1264" y="649"/>
                    <a:pt x="1269" y="652"/>
                    <a:pt x="1276" y="652"/>
                  </a:cubicBezTo>
                  <a:cubicBezTo>
                    <a:pt x="1283" y="652"/>
                    <a:pt x="1291" y="649"/>
                    <a:pt x="1295" y="643"/>
                  </a:cubicBezTo>
                  <a:cubicBezTo>
                    <a:pt x="1304" y="632"/>
                    <a:pt x="1303" y="616"/>
                    <a:pt x="1292" y="606"/>
                  </a:cubicBezTo>
                  <a:cubicBezTo>
                    <a:pt x="932" y="304"/>
                    <a:pt x="496" y="94"/>
                    <a:pt x="34" y="1"/>
                  </a:cubicBezTo>
                  <a:cubicBezTo>
                    <a:pt x="33" y="1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6" name="Google Shape;10026;p32"/>
            <p:cNvSpPr/>
            <p:nvPr/>
          </p:nvSpPr>
          <p:spPr>
            <a:xfrm>
              <a:off x="3682550" y="3548825"/>
              <a:ext cx="42050" cy="14600"/>
            </a:xfrm>
            <a:custGeom>
              <a:avLst/>
              <a:gdLst/>
              <a:ahLst/>
              <a:cxnLst/>
              <a:rect l="l" t="t" r="r" b="b"/>
              <a:pathLst>
                <a:path w="1682" h="584" extrusionOk="0">
                  <a:moveTo>
                    <a:pt x="1653" y="1"/>
                  </a:moveTo>
                  <a:cubicBezTo>
                    <a:pt x="1652" y="1"/>
                    <a:pt x="1650" y="1"/>
                    <a:pt x="1649" y="1"/>
                  </a:cubicBezTo>
                  <a:cubicBezTo>
                    <a:pt x="1082" y="101"/>
                    <a:pt x="535" y="281"/>
                    <a:pt x="20" y="536"/>
                  </a:cubicBezTo>
                  <a:cubicBezTo>
                    <a:pt x="6" y="541"/>
                    <a:pt x="1" y="557"/>
                    <a:pt x="7" y="569"/>
                  </a:cubicBezTo>
                  <a:cubicBezTo>
                    <a:pt x="12" y="579"/>
                    <a:pt x="21" y="584"/>
                    <a:pt x="30" y="584"/>
                  </a:cubicBezTo>
                  <a:cubicBezTo>
                    <a:pt x="34" y="584"/>
                    <a:pt x="38" y="584"/>
                    <a:pt x="42" y="581"/>
                  </a:cubicBezTo>
                  <a:cubicBezTo>
                    <a:pt x="554" y="330"/>
                    <a:pt x="1097" y="151"/>
                    <a:pt x="1658" y="53"/>
                  </a:cubicBezTo>
                  <a:cubicBezTo>
                    <a:pt x="1672" y="50"/>
                    <a:pt x="1681" y="36"/>
                    <a:pt x="1678" y="22"/>
                  </a:cubicBezTo>
                  <a:cubicBezTo>
                    <a:pt x="1676" y="10"/>
                    <a:pt x="1665" y="1"/>
                    <a:pt x="165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7" name="Google Shape;10027;p32"/>
            <p:cNvSpPr/>
            <p:nvPr/>
          </p:nvSpPr>
          <p:spPr>
            <a:xfrm>
              <a:off x="3706000" y="3569350"/>
              <a:ext cx="70825" cy="17025"/>
            </a:xfrm>
            <a:custGeom>
              <a:avLst/>
              <a:gdLst/>
              <a:ahLst/>
              <a:cxnLst/>
              <a:rect l="l" t="t" r="r" b="b"/>
              <a:pathLst>
                <a:path w="2833" h="681" extrusionOk="0">
                  <a:moveTo>
                    <a:pt x="23" y="0"/>
                  </a:moveTo>
                  <a:cubicBezTo>
                    <a:pt x="11" y="0"/>
                    <a:pt x="2" y="12"/>
                    <a:pt x="2" y="25"/>
                  </a:cubicBezTo>
                  <a:cubicBezTo>
                    <a:pt x="0" y="39"/>
                    <a:pt x="11" y="51"/>
                    <a:pt x="26" y="52"/>
                  </a:cubicBezTo>
                  <a:cubicBezTo>
                    <a:pt x="977" y="113"/>
                    <a:pt x="1908" y="323"/>
                    <a:pt x="2793" y="679"/>
                  </a:cubicBezTo>
                  <a:cubicBezTo>
                    <a:pt x="2796" y="680"/>
                    <a:pt x="2800" y="680"/>
                    <a:pt x="2803" y="680"/>
                  </a:cubicBezTo>
                  <a:cubicBezTo>
                    <a:pt x="2814" y="680"/>
                    <a:pt x="2823" y="674"/>
                    <a:pt x="2827" y="664"/>
                  </a:cubicBezTo>
                  <a:cubicBezTo>
                    <a:pt x="2832" y="651"/>
                    <a:pt x="2826" y="636"/>
                    <a:pt x="2812" y="631"/>
                  </a:cubicBezTo>
                  <a:cubicBezTo>
                    <a:pt x="1923" y="273"/>
                    <a:pt x="985" y="60"/>
                    <a:pt x="29" y="1"/>
                  </a:cubicBezTo>
                  <a:cubicBezTo>
                    <a:pt x="27" y="1"/>
                    <a:pt x="25" y="0"/>
                    <a:pt x="2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8" name="Google Shape;10028;p32"/>
            <p:cNvSpPr/>
            <p:nvPr/>
          </p:nvSpPr>
          <p:spPr>
            <a:xfrm>
              <a:off x="3785100" y="3590225"/>
              <a:ext cx="27650" cy="16575"/>
            </a:xfrm>
            <a:custGeom>
              <a:avLst/>
              <a:gdLst/>
              <a:ahLst/>
              <a:cxnLst/>
              <a:rect l="l" t="t" r="r" b="b"/>
              <a:pathLst>
                <a:path w="1106" h="663" extrusionOk="0">
                  <a:moveTo>
                    <a:pt x="30" y="1"/>
                  </a:moveTo>
                  <a:cubicBezTo>
                    <a:pt x="21" y="1"/>
                    <a:pt x="11" y="6"/>
                    <a:pt x="7" y="16"/>
                  </a:cubicBezTo>
                  <a:cubicBezTo>
                    <a:pt x="1" y="30"/>
                    <a:pt x="7" y="45"/>
                    <a:pt x="19" y="51"/>
                  </a:cubicBezTo>
                  <a:cubicBezTo>
                    <a:pt x="387" y="214"/>
                    <a:pt x="737" y="419"/>
                    <a:pt x="1059" y="657"/>
                  </a:cubicBezTo>
                  <a:cubicBezTo>
                    <a:pt x="1065" y="659"/>
                    <a:pt x="1070" y="662"/>
                    <a:pt x="1076" y="662"/>
                  </a:cubicBezTo>
                  <a:cubicBezTo>
                    <a:pt x="1082" y="662"/>
                    <a:pt x="1090" y="658"/>
                    <a:pt x="1096" y="651"/>
                  </a:cubicBezTo>
                  <a:cubicBezTo>
                    <a:pt x="1105" y="639"/>
                    <a:pt x="1102" y="623"/>
                    <a:pt x="1090" y="615"/>
                  </a:cubicBezTo>
                  <a:cubicBezTo>
                    <a:pt x="765" y="374"/>
                    <a:pt x="411" y="170"/>
                    <a:pt x="41" y="3"/>
                  </a:cubicBezTo>
                  <a:cubicBezTo>
                    <a:pt x="38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9" name="Google Shape;10029;p32"/>
            <p:cNvSpPr/>
            <p:nvPr/>
          </p:nvSpPr>
          <p:spPr>
            <a:xfrm>
              <a:off x="3759875" y="3593350"/>
              <a:ext cx="89925" cy="60250"/>
            </a:xfrm>
            <a:custGeom>
              <a:avLst/>
              <a:gdLst/>
              <a:ahLst/>
              <a:cxnLst/>
              <a:rect l="l" t="t" r="r" b="b"/>
              <a:pathLst>
                <a:path w="3597" h="2410" extrusionOk="0">
                  <a:moveTo>
                    <a:pt x="29" y="1"/>
                  </a:moveTo>
                  <a:cubicBezTo>
                    <a:pt x="17" y="1"/>
                    <a:pt x="7" y="8"/>
                    <a:pt x="3" y="19"/>
                  </a:cubicBezTo>
                  <a:cubicBezTo>
                    <a:pt x="1" y="33"/>
                    <a:pt x="9" y="47"/>
                    <a:pt x="22" y="51"/>
                  </a:cubicBezTo>
                  <a:cubicBezTo>
                    <a:pt x="1409" y="432"/>
                    <a:pt x="2660" y="1266"/>
                    <a:pt x="3547" y="2400"/>
                  </a:cubicBezTo>
                  <a:cubicBezTo>
                    <a:pt x="3552" y="2406"/>
                    <a:pt x="3559" y="2410"/>
                    <a:pt x="3567" y="2410"/>
                  </a:cubicBezTo>
                  <a:cubicBezTo>
                    <a:pt x="3572" y="2410"/>
                    <a:pt x="3579" y="2408"/>
                    <a:pt x="3583" y="2404"/>
                  </a:cubicBezTo>
                  <a:cubicBezTo>
                    <a:pt x="3594" y="2395"/>
                    <a:pt x="3597" y="2379"/>
                    <a:pt x="3587" y="2368"/>
                  </a:cubicBezTo>
                  <a:cubicBezTo>
                    <a:pt x="2695" y="1226"/>
                    <a:pt x="1433" y="385"/>
                    <a:pt x="36" y="2"/>
                  </a:cubicBezTo>
                  <a:cubicBezTo>
                    <a:pt x="33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0" name="Google Shape;10030;p32"/>
            <p:cNvSpPr/>
            <p:nvPr/>
          </p:nvSpPr>
          <p:spPr>
            <a:xfrm>
              <a:off x="3682075" y="3585925"/>
              <a:ext cx="75675" cy="59575"/>
            </a:xfrm>
            <a:custGeom>
              <a:avLst/>
              <a:gdLst/>
              <a:ahLst/>
              <a:cxnLst/>
              <a:rect l="l" t="t" r="r" b="b"/>
              <a:pathLst>
                <a:path w="3027" h="2383" extrusionOk="0">
                  <a:moveTo>
                    <a:pt x="30" y="1"/>
                  </a:moveTo>
                  <a:cubicBezTo>
                    <a:pt x="25" y="1"/>
                    <a:pt x="19" y="2"/>
                    <a:pt x="14" y="5"/>
                  </a:cubicBezTo>
                  <a:cubicBezTo>
                    <a:pt x="4" y="13"/>
                    <a:pt x="1" y="30"/>
                    <a:pt x="9" y="42"/>
                  </a:cubicBezTo>
                  <a:cubicBezTo>
                    <a:pt x="770" y="1078"/>
                    <a:pt x="1800" y="1886"/>
                    <a:pt x="2988" y="2380"/>
                  </a:cubicBezTo>
                  <a:cubicBezTo>
                    <a:pt x="2990" y="2381"/>
                    <a:pt x="2994" y="2383"/>
                    <a:pt x="2997" y="2383"/>
                  </a:cubicBezTo>
                  <a:cubicBezTo>
                    <a:pt x="3008" y="2383"/>
                    <a:pt x="3017" y="2376"/>
                    <a:pt x="3021" y="2366"/>
                  </a:cubicBezTo>
                  <a:cubicBezTo>
                    <a:pt x="3027" y="2353"/>
                    <a:pt x="3020" y="2338"/>
                    <a:pt x="3008" y="2333"/>
                  </a:cubicBezTo>
                  <a:cubicBezTo>
                    <a:pt x="1828" y="1843"/>
                    <a:pt x="807" y="1040"/>
                    <a:pt x="51" y="11"/>
                  </a:cubicBezTo>
                  <a:cubicBezTo>
                    <a:pt x="46" y="4"/>
                    <a:pt x="38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1" name="Google Shape;10031;p32"/>
            <p:cNvSpPr/>
            <p:nvPr/>
          </p:nvSpPr>
          <p:spPr>
            <a:xfrm>
              <a:off x="3767625" y="3648825"/>
              <a:ext cx="40950" cy="13400"/>
            </a:xfrm>
            <a:custGeom>
              <a:avLst/>
              <a:gdLst/>
              <a:ahLst/>
              <a:cxnLst/>
              <a:rect l="l" t="t" r="r" b="b"/>
              <a:pathLst>
                <a:path w="1638" h="536" extrusionOk="0">
                  <a:moveTo>
                    <a:pt x="30" y="0"/>
                  </a:moveTo>
                  <a:cubicBezTo>
                    <a:pt x="20" y="0"/>
                    <a:pt x="11" y="6"/>
                    <a:pt x="7" y="16"/>
                  </a:cubicBezTo>
                  <a:cubicBezTo>
                    <a:pt x="0" y="28"/>
                    <a:pt x="7" y="44"/>
                    <a:pt x="19" y="50"/>
                  </a:cubicBezTo>
                  <a:cubicBezTo>
                    <a:pt x="526" y="274"/>
                    <a:pt x="1059" y="437"/>
                    <a:pt x="1605" y="535"/>
                  </a:cubicBezTo>
                  <a:lnTo>
                    <a:pt x="1609" y="535"/>
                  </a:lnTo>
                  <a:cubicBezTo>
                    <a:pt x="1621" y="535"/>
                    <a:pt x="1632" y="527"/>
                    <a:pt x="1635" y="514"/>
                  </a:cubicBezTo>
                  <a:cubicBezTo>
                    <a:pt x="1637" y="500"/>
                    <a:pt x="1628" y="487"/>
                    <a:pt x="1613" y="484"/>
                  </a:cubicBezTo>
                  <a:cubicBezTo>
                    <a:pt x="1072" y="387"/>
                    <a:pt x="544" y="224"/>
                    <a:pt x="40" y="2"/>
                  </a:cubicBezTo>
                  <a:cubicBezTo>
                    <a:pt x="37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2" name="Google Shape;10032;p32"/>
            <p:cNvSpPr/>
            <p:nvPr/>
          </p:nvSpPr>
          <p:spPr>
            <a:xfrm>
              <a:off x="3721775" y="3636975"/>
              <a:ext cx="54975" cy="26450"/>
            </a:xfrm>
            <a:custGeom>
              <a:avLst/>
              <a:gdLst/>
              <a:ahLst/>
              <a:cxnLst/>
              <a:rect l="l" t="t" r="r" b="b"/>
              <a:pathLst>
                <a:path w="2199" h="1058" extrusionOk="0">
                  <a:moveTo>
                    <a:pt x="30" y="1"/>
                  </a:moveTo>
                  <a:cubicBezTo>
                    <a:pt x="21" y="1"/>
                    <a:pt x="13" y="5"/>
                    <a:pt x="8" y="12"/>
                  </a:cubicBezTo>
                  <a:cubicBezTo>
                    <a:pt x="0" y="24"/>
                    <a:pt x="3" y="41"/>
                    <a:pt x="15" y="49"/>
                  </a:cubicBezTo>
                  <a:cubicBezTo>
                    <a:pt x="672" y="502"/>
                    <a:pt x="1394" y="841"/>
                    <a:pt x="2164" y="1058"/>
                  </a:cubicBezTo>
                  <a:lnTo>
                    <a:pt x="2170" y="1058"/>
                  </a:lnTo>
                  <a:cubicBezTo>
                    <a:pt x="2181" y="1058"/>
                    <a:pt x="2192" y="1051"/>
                    <a:pt x="2195" y="1039"/>
                  </a:cubicBezTo>
                  <a:cubicBezTo>
                    <a:pt x="2199" y="1025"/>
                    <a:pt x="2191" y="1011"/>
                    <a:pt x="2177" y="1008"/>
                  </a:cubicBezTo>
                  <a:cubicBezTo>
                    <a:pt x="1414" y="793"/>
                    <a:pt x="696" y="456"/>
                    <a:pt x="45" y="6"/>
                  </a:cubicBezTo>
                  <a:cubicBezTo>
                    <a:pt x="40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3" name="Google Shape;10033;p32"/>
            <p:cNvSpPr/>
            <p:nvPr/>
          </p:nvSpPr>
          <p:spPr>
            <a:xfrm>
              <a:off x="3809625" y="3670550"/>
              <a:ext cx="20275" cy="5025"/>
            </a:xfrm>
            <a:custGeom>
              <a:avLst/>
              <a:gdLst/>
              <a:ahLst/>
              <a:cxnLst/>
              <a:rect l="l" t="t" r="r" b="b"/>
              <a:pathLst>
                <a:path w="811" h="201" extrusionOk="0">
                  <a:moveTo>
                    <a:pt x="29" y="1"/>
                  </a:moveTo>
                  <a:cubicBezTo>
                    <a:pt x="18" y="1"/>
                    <a:pt x="9" y="7"/>
                    <a:pt x="4" y="17"/>
                  </a:cubicBezTo>
                  <a:cubicBezTo>
                    <a:pt x="0" y="31"/>
                    <a:pt x="7" y="46"/>
                    <a:pt x="21" y="51"/>
                  </a:cubicBezTo>
                  <a:cubicBezTo>
                    <a:pt x="265" y="142"/>
                    <a:pt x="522" y="192"/>
                    <a:pt x="783" y="200"/>
                  </a:cubicBezTo>
                  <a:lnTo>
                    <a:pt x="785" y="200"/>
                  </a:lnTo>
                  <a:cubicBezTo>
                    <a:pt x="798" y="200"/>
                    <a:pt x="810" y="190"/>
                    <a:pt x="810" y="175"/>
                  </a:cubicBezTo>
                  <a:cubicBezTo>
                    <a:pt x="810" y="161"/>
                    <a:pt x="800" y="149"/>
                    <a:pt x="785" y="149"/>
                  </a:cubicBezTo>
                  <a:cubicBezTo>
                    <a:pt x="529" y="141"/>
                    <a:pt x="278" y="93"/>
                    <a:pt x="38" y="3"/>
                  </a:cubicBezTo>
                  <a:cubicBezTo>
                    <a:pt x="35" y="1"/>
                    <a:pt x="32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4" name="Google Shape;10034;p32"/>
            <p:cNvSpPr/>
            <p:nvPr/>
          </p:nvSpPr>
          <p:spPr>
            <a:xfrm>
              <a:off x="3695800" y="3584050"/>
              <a:ext cx="113100" cy="62025"/>
            </a:xfrm>
            <a:custGeom>
              <a:avLst/>
              <a:gdLst/>
              <a:ahLst/>
              <a:cxnLst/>
              <a:rect l="l" t="t" r="r" b="b"/>
              <a:pathLst>
                <a:path w="4524" h="2481" extrusionOk="0">
                  <a:moveTo>
                    <a:pt x="31" y="0"/>
                  </a:moveTo>
                  <a:cubicBezTo>
                    <a:pt x="23" y="0"/>
                    <a:pt x="14" y="4"/>
                    <a:pt x="9" y="12"/>
                  </a:cubicBezTo>
                  <a:cubicBezTo>
                    <a:pt x="1" y="24"/>
                    <a:pt x="5" y="40"/>
                    <a:pt x="17" y="48"/>
                  </a:cubicBezTo>
                  <a:cubicBezTo>
                    <a:pt x="1431" y="979"/>
                    <a:pt x="2934" y="1796"/>
                    <a:pt x="4483" y="2478"/>
                  </a:cubicBezTo>
                  <a:cubicBezTo>
                    <a:pt x="4487" y="2479"/>
                    <a:pt x="4490" y="2480"/>
                    <a:pt x="4494" y="2480"/>
                  </a:cubicBezTo>
                  <a:cubicBezTo>
                    <a:pt x="4504" y="2480"/>
                    <a:pt x="4513" y="2474"/>
                    <a:pt x="4518" y="2464"/>
                  </a:cubicBezTo>
                  <a:cubicBezTo>
                    <a:pt x="4524" y="2451"/>
                    <a:pt x="4517" y="2436"/>
                    <a:pt x="4505" y="2431"/>
                  </a:cubicBezTo>
                  <a:cubicBezTo>
                    <a:pt x="2958" y="1750"/>
                    <a:pt x="1458" y="933"/>
                    <a:pt x="45" y="4"/>
                  </a:cubicBezTo>
                  <a:cubicBezTo>
                    <a:pt x="41" y="1"/>
                    <a:pt x="36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5" name="Google Shape;10035;p32"/>
            <p:cNvSpPr/>
            <p:nvPr/>
          </p:nvSpPr>
          <p:spPr>
            <a:xfrm>
              <a:off x="3486675" y="3573050"/>
              <a:ext cx="175400" cy="175500"/>
            </a:xfrm>
            <a:custGeom>
              <a:avLst/>
              <a:gdLst/>
              <a:ahLst/>
              <a:cxnLst/>
              <a:rect l="l" t="t" r="r" b="b"/>
              <a:pathLst>
                <a:path w="7016" h="7020" extrusionOk="0">
                  <a:moveTo>
                    <a:pt x="2831" y="1"/>
                  </a:moveTo>
                  <a:cubicBezTo>
                    <a:pt x="2701" y="1"/>
                    <a:pt x="2572" y="8"/>
                    <a:pt x="2444" y="23"/>
                  </a:cubicBezTo>
                  <a:cubicBezTo>
                    <a:pt x="2024" y="70"/>
                    <a:pt x="1600" y="366"/>
                    <a:pt x="1306" y="668"/>
                  </a:cubicBezTo>
                  <a:cubicBezTo>
                    <a:pt x="313" y="1692"/>
                    <a:pt x="1" y="3344"/>
                    <a:pt x="528" y="4669"/>
                  </a:cubicBezTo>
                  <a:cubicBezTo>
                    <a:pt x="1054" y="5996"/>
                    <a:pt x="2401" y="6954"/>
                    <a:pt x="3825" y="7017"/>
                  </a:cubicBezTo>
                  <a:cubicBezTo>
                    <a:pt x="3861" y="7019"/>
                    <a:pt x="3896" y="7019"/>
                    <a:pt x="3932" y="7019"/>
                  </a:cubicBezTo>
                  <a:cubicBezTo>
                    <a:pt x="4502" y="7019"/>
                    <a:pt x="5118" y="6816"/>
                    <a:pt x="5504" y="6405"/>
                  </a:cubicBezTo>
                  <a:cubicBezTo>
                    <a:pt x="6556" y="5281"/>
                    <a:pt x="7015" y="3484"/>
                    <a:pt x="6325" y="2108"/>
                  </a:cubicBezTo>
                  <a:cubicBezTo>
                    <a:pt x="5693" y="848"/>
                    <a:pt x="4245" y="1"/>
                    <a:pt x="2831" y="1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6" name="Google Shape;10036;p32"/>
            <p:cNvSpPr/>
            <p:nvPr/>
          </p:nvSpPr>
          <p:spPr>
            <a:xfrm>
              <a:off x="3485200" y="3571750"/>
              <a:ext cx="177200" cy="178075"/>
            </a:xfrm>
            <a:custGeom>
              <a:avLst/>
              <a:gdLst/>
              <a:ahLst/>
              <a:cxnLst/>
              <a:rect l="l" t="t" r="r" b="b"/>
              <a:pathLst>
                <a:path w="7088" h="7123" extrusionOk="0">
                  <a:moveTo>
                    <a:pt x="2885" y="105"/>
                  </a:moveTo>
                  <a:cubicBezTo>
                    <a:pt x="4284" y="105"/>
                    <a:pt x="5720" y="951"/>
                    <a:pt x="6338" y="2184"/>
                  </a:cubicBezTo>
                  <a:cubicBezTo>
                    <a:pt x="6976" y="3455"/>
                    <a:pt x="6634" y="5238"/>
                    <a:pt x="5526" y="6420"/>
                  </a:cubicBezTo>
                  <a:cubicBezTo>
                    <a:pt x="5175" y="6795"/>
                    <a:pt x="4595" y="7019"/>
                    <a:pt x="3994" y="7019"/>
                  </a:cubicBezTo>
                  <a:cubicBezTo>
                    <a:pt x="3958" y="7019"/>
                    <a:pt x="3923" y="7018"/>
                    <a:pt x="3887" y="7016"/>
                  </a:cubicBezTo>
                  <a:cubicBezTo>
                    <a:pt x="2489" y="6955"/>
                    <a:pt x="1152" y="6003"/>
                    <a:pt x="635" y="4703"/>
                  </a:cubicBezTo>
                  <a:cubicBezTo>
                    <a:pt x="111" y="3384"/>
                    <a:pt x="427" y="1762"/>
                    <a:pt x="1402" y="757"/>
                  </a:cubicBezTo>
                  <a:cubicBezTo>
                    <a:pt x="1748" y="400"/>
                    <a:pt x="2161" y="165"/>
                    <a:pt x="2508" y="126"/>
                  </a:cubicBezTo>
                  <a:cubicBezTo>
                    <a:pt x="2633" y="112"/>
                    <a:pt x="2759" y="105"/>
                    <a:pt x="2885" y="105"/>
                  </a:cubicBezTo>
                  <a:close/>
                  <a:moveTo>
                    <a:pt x="2883" y="1"/>
                  </a:moveTo>
                  <a:cubicBezTo>
                    <a:pt x="2754" y="1"/>
                    <a:pt x="2625" y="8"/>
                    <a:pt x="2497" y="22"/>
                  </a:cubicBezTo>
                  <a:cubicBezTo>
                    <a:pt x="1963" y="83"/>
                    <a:pt x="1502" y="505"/>
                    <a:pt x="1328" y="684"/>
                  </a:cubicBezTo>
                  <a:cubicBezTo>
                    <a:pt x="325" y="1717"/>
                    <a:pt x="0" y="3385"/>
                    <a:pt x="539" y="4742"/>
                  </a:cubicBezTo>
                  <a:cubicBezTo>
                    <a:pt x="1070" y="6079"/>
                    <a:pt x="2445" y="7057"/>
                    <a:pt x="3882" y="7120"/>
                  </a:cubicBezTo>
                  <a:cubicBezTo>
                    <a:pt x="3919" y="7123"/>
                    <a:pt x="3956" y="7123"/>
                    <a:pt x="3993" y="7123"/>
                  </a:cubicBezTo>
                  <a:cubicBezTo>
                    <a:pt x="4623" y="7123"/>
                    <a:pt x="5231" y="6886"/>
                    <a:pt x="5601" y="6492"/>
                  </a:cubicBezTo>
                  <a:cubicBezTo>
                    <a:pt x="6739" y="5278"/>
                    <a:pt x="7088" y="3447"/>
                    <a:pt x="6431" y="2137"/>
                  </a:cubicBezTo>
                  <a:cubicBezTo>
                    <a:pt x="5795" y="871"/>
                    <a:pt x="4318" y="1"/>
                    <a:pt x="288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7" name="Google Shape;10037;p32"/>
            <p:cNvSpPr/>
            <p:nvPr/>
          </p:nvSpPr>
          <p:spPr>
            <a:xfrm>
              <a:off x="3514300" y="3674050"/>
              <a:ext cx="58575" cy="58300"/>
            </a:xfrm>
            <a:custGeom>
              <a:avLst/>
              <a:gdLst/>
              <a:ahLst/>
              <a:cxnLst/>
              <a:rect l="l" t="t" r="r" b="b"/>
              <a:pathLst>
                <a:path w="2343" h="2332" extrusionOk="0">
                  <a:moveTo>
                    <a:pt x="28" y="0"/>
                  </a:moveTo>
                  <a:cubicBezTo>
                    <a:pt x="26" y="0"/>
                    <a:pt x="24" y="1"/>
                    <a:pt x="22" y="1"/>
                  </a:cubicBezTo>
                  <a:cubicBezTo>
                    <a:pt x="8" y="5"/>
                    <a:pt x="0" y="20"/>
                    <a:pt x="3" y="33"/>
                  </a:cubicBezTo>
                  <a:cubicBezTo>
                    <a:pt x="308" y="1127"/>
                    <a:pt x="1212" y="2028"/>
                    <a:pt x="2307" y="2330"/>
                  </a:cubicBezTo>
                  <a:cubicBezTo>
                    <a:pt x="2309" y="2331"/>
                    <a:pt x="2311" y="2331"/>
                    <a:pt x="2314" y="2331"/>
                  </a:cubicBezTo>
                  <a:cubicBezTo>
                    <a:pt x="2325" y="2331"/>
                    <a:pt x="2336" y="2324"/>
                    <a:pt x="2338" y="2312"/>
                  </a:cubicBezTo>
                  <a:cubicBezTo>
                    <a:pt x="2342" y="2299"/>
                    <a:pt x="2334" y="2284"/>
                    <a:pt x="2321" y="2280"/>
                  </a:cubicBezTo>
                  <a:cubicBezTo>
                    <a:pt x="1243" y="1983"/>
                    <a:pt x="353" y="1096"/>
                    <a:pt x="54" y="19"/>
                  </a:cubicBezTo>
                  <a:cubicBezTo>
                    <a:pt x="50" y="7"/>
                    <a:pt x="39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8" name="Google Shape;10038;p32"/>
            <p:cNvSpPr/>
            <p:nvPr/>
          </p:nvSpPr>
          <p:spPr>
            <a:xfrm>
              <a:off x="3503450" y="3654175"/>
              <a:ext cx="31325" cy="65850"/>
            </a:xfrm>
            <a:custGeom>
              <a:avLst/>
              <a:gdLst/>
              <a:ahLst/>
              <a:cxnLst/>
              <a:rect l="l" t="t" r="r" b="b"/>
              <a:pathLst>
                <a:path w="1253" h="2634" extrusionOk="0">
                  <a:moveTo>
                    <a:pt x="26" y="1"/>
                  </a:moveTo>
                  <a:cubicBezTo>
                    <a:pt x="12" y="2"/>
                    <a:pt x="1" y="14"/>
                    <a:pt x="1" y="28"/>
                  </a:cubicBezTo>
                  <a:cubicBezTo>
                    <a:pt x="37" y="1014"/>
                    <a:pt x="476" y="1961"/>
                    <a:pt x="1205" y="2626"/>
                  </a:cubicBezTo>
                  <a:cubicBezTo>
                    <a:pt x="1210" y="2631"/>
                    <a:pt x="1217" y="2632"/>
                    <a:pt x="1222" y="2632"/>
                  </a:cubicBezTo>
                  <a:lnTo>
                    <a:pt x="1222" y="2634"/>
                  </a:lnTo>
                  <a:cubicBezTo>
                    <a:pt x="1231" y="2634"/>
                    <a:pt x="1237" y="2630"/>
                    <a:pt x="1243" y="2624"/>
                  </a:cubicBezTo>
                  <a:cubicBezTo>
                    <a:pt x="1252" y="2614"/>
                    <a:pt x="1251" y="2597"/>
                    <a:pt x="1240" y="2588"/>
                  </a:cubicBezTo>
                  <a:cubicBezTo>
                    <a:pt x="522" y="1933"/>
                    <a:pt x="88" y="999"/>
                    <a:pt x="53" y="27"/>
                  </a:cubicBezTo>
                  <a:cubicBezTo>
                    <a:pt x="52" y="12"/>
                    <a:pt x="43" y="2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9" name="Google Shape;10039;p32"/>
            <p:cNvSpPr/>
            <p:nvPr/>
          </p:nvSpPr>
          <p:spPr>
            <a:xfrm>
              <a:off x="3580075" y="3733075"/>
              <a:ext cx="8075" cy="2600"/>
            </a:xfrm>
            <a:custGeom>
              <a:avLst/>
              <a:gdLst/>
              <a:ahLst/>
              <a:cxnLst/>
              <a:rect l="l" t="t" r="r" b="b"/>
              <a:pathLst>
                <a:path w="323" h="104" extrusionOk="0">
                  <a:moveTo>
                    <a:pt x="27" y="0"/>
                  </a:moveTo>
                  <a:cubicBezTo>
                    <a:pt x="16" y="0"/>
                    <a:pt x="6" y="10"/>
                    <a:pt x="3" y="21"/>
                  </a:cubicBezTo>
                  <a:cubicBezTo>
                    <a:pt x="1" y="36"/>
                    <a:pt x="10" y="48"/>
                    <a:pt x="23" y="51"/>
                  </a:cubicBezTo>
                  <a:lnTo>
                    <a:pt x="290" y="103"/>
                  </a:lnTo>
                  <a:lnTo>
                    <a:pt x="294" y="103"/>
                  </a:lnTo>
                  <a:cubicBezTo>
                    <a:pt x="307" y="103"/>
                    <a:pt x="318" y="95"/>
                    <a:pt x="319" y="82"/>
                  </a:cubicBezTo>
                  <a:cubicBezTo>
                    <a:pt x="322" y="68"/>
                    <a:pt x="314" y="55"/>
                    <a:pt x="299" y="52"/>
                  </a:cubicBezTo>
                  <a:lnTo>
                    <a:pt x="33" y="1"/>
                  </a:lnTo>
                  <a:cubicBezTo>
                    <a:pt x="31" y="1"/>
                    <a:pt x="29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0" name="Google Shape;10040;p32"/>
            <p:cNvSpPr/>
            <p:nvPr/>
          </p:nvSpPr>
          <p:spPr>
            <a:xfrm>
              <a:off x="3512775" y="3630675"/>
              <a:ext cx="20575" cy="64025"/>
            </a:xfrm>
            <a:custGeom>
              <a:avLst/>
              <a:gdLst/>
              <a:ahLst/>
              <a:cxnLst/>
              <a:rect l="l" t="t" r="r" b="b"/>
              <a:pathLst>
                <a:path w="823" h="2561" extrusionOk="0">
                  <a:moveTo>
                    <a:pt x="114" y="0"/>
                  </a:moveTo>
                  <a:cubicBezTo>
                    <a:pt x="101" y="0"/>
                    <a:pt x="92" y="10"/>
                    <a:pt x="91" y="23"/>
                  </a:cubicBezTo>
                  <a:cubicBezTo>
                    <a:pt x="1" y="909"/>
                    <a:pt x="248" y="1830"/>
                    <a:pt x="773" y="2550"/>
                  </a:cubicBezTo>
                  <a:cubicBezTo>
                    <a:pt x="778" y="2557"/>
                    <a:pt x="785" y="2561"/>
                    <a:pt x="793" y="2561"/>
                  </a:cubicBezTo>
                  <a:cubicBezTo>
                    <a:pt x="798" y="2561"/>
                    <a:pt x="804" y="2559"/>
                    <a:pt x="808" y="2555"/>
                  </a:cubicBezTo>
                  <a:cubicBezTo>
                    <a:pt x="820" y="2547"/>
                    <a:pt x="823" y="2531"/>
                    <a:pt x="814" y="2519"/>
                  </a:cubicBezTo>
                  <a:cubicBezTo>
                    <a:pt x="298" y="1810"/>
                    <a:pt x="53" y="902"/>
                    <a:pt x="143" y="29"/>
                  </a:cubicBezTo>
                  <a:cubicBezTo>
                    <a:pt x="145" y="14"/>
                    <a:pt x="134" y="2"/>
                    <a:pt x="119" y="1"/>
                  </a:cubicBezTo>
                  <a:cubicBezTo>
                    <a:pt x="117" y="0"/>
                    <a:pt x="116" y="0"/>
                    <a:pt x="11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1" name="Google Shape;10041;p32"/>
            <p:cNvSpPr/>
            <p:nvPr/>
          </p:nvSpPr>
          <p:spPr>
            <a:xfrm>
              <a:off x="3507000" y="3606225"/>
              <a:ext cx="11475" cy="41925"/>
            </a:xfrm>
            <a:custGeom>
              <a:avLst/>
              <a:gdLst/>
              <a:ahLst/>
              <a:cxnLst/>
              <a:rect l="l" t="t" r="r" b="b"/>
              <a:pathLst>
                <a:path w="459" h="1677" extrusionOk="0">
                  <a:moveTo>
                    <a:pt x="429" y="1"/>
                  </a:moveTo>
                  <a:cubicBezTo>
                    <a:pt x="420" y="1"/>
                    <a:pt x="411" y="6"/>
                    <a:pt x="406" y="14"/>
                  </a:cubicBezTo>
                  <a:cubicBezTo>
                    <a:pt x="129" y="506"/>
                    <a:pt x="0" y="1089"/>
                    <a:pt x="41" y="1653"/>
                  </a:cubicBezTo>
                  <a:cubicBezTo>
                    <a:pt x="42" y="1666"/>
                    <a:pt x="53" y="1677"/>
                    <a:pt x="66" y="1677"/>
                  </a:cubicBezTo>
                  <a:lnTo>
                    <a:pt x="67" y="1677"/>
                  </a:lnTo>
                  <a:cubicBezTo>
                    <a:pt x="82" y="1675"/>
                    <a:pt x="93" y="1663"/>
                    <a:pt x="92" y="1649"/>
                  </a:cubicBezTo>
                  <a:cubicBezTo>
                    <a:pt x="53" y="1096"/>
                    <a:pt x="179" y="524"/>
                    <a:pt x="451" y="40"/>
                  </a:cubicBezTo>
                  <a:cubicBezTo>
                    <a:pt x="459" y="27"/>
                    <a:pt x="454" y="11"/>
                    <a:pt x="441" y="5"/>
                  </a:cubicBezTo>
                  <a:cubicBezTo>
                    <a:pt x="437" y="2"/>
                    <a:pt x="433" y="1"/>
                    <a:pt x="4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2" name="Google Shape;10042;p32"/>
            <p:cNvSpPr/>
            <p:nvPr/>
          </p:nvSpPr>
          <p:spPr>
            <a:xfrm>
              <a:off x="3516350" y="3600500"/>
              <a:ext cx="10550" cy="21500"/>
            </a:xfrm>
            <a:custGeom>
              <a:avLst/>
              <a:gdLst/>
              <a:ahLst/>
              <a:cxnLst/>
              <a:rect l="l" t="t" r="r" b="b"/>
              <a:pathLst>
                <a:path w="422" h="860" extrusionOk="0">
                  <a:moveTo>
                    <a:pt x="392" y="0"/>
                  </a:moveTo>
                  <a:cubicBezTo>
                    <a:pt x="384" y="0"/>
                    <a:pt x="376" y="4"/>
                    <a:pt x="371" y="10"/>
                  </a:cubicBezTo>
                  <a:cubicBezTo>
                    <a:pt x="193" y="252"/>
                    <a:pt x="65" y="535"/>
                    <a:pt x="3" y="828"/>
                  </a:cubicBezTo>
                  <a:cubicBezTo>
                    <a:pt x="0" y="843"/>
                    <a:pt x="10" y="856"/>
                    <a:pt x="23" y="859"/>
                  </a:cubicBezTo>
                  <a:lnTo>
                    <a:pt x="28" y="859"/>
                  </a:lnTo>
                  <a:cubicBezTo>
                    <a:pt x="41" y="859"/>
                    <a:pt x="51" y="851"/>
                    <a:pt x="54" y="839"/>
                  </a:cubicBezTo>
                  <a:cubicBezTo>
                    <a:pt x="115" y="552"/>
                    <a:pt x="238" y="277"/>
                    <a:pt x="413" y="41"/>
                  </a:cubicBezTo>
                  <a:cubicBezTo>
                    <a:pt x="421" y="30"/>
                    <a:pt x="419" y="14"/>
                    <a:pt x="408" y="5"/>
                  </a:cubicBezTo>
                  <a:cubicBezTo>
                    <a:pt x="403" y="2"/>
                    <a:pt x="398" y="0"/>
                    <a:pt x="39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3" name="Google Shape;10043;p32"/>
            <p:cNvSpPr/>
            <p:nvPr/>
          </p:nvSpPr>
          <p:spPr>
            <a:xfrm>
              <a:off x="3537900" y="3722775"/>
              <a:ext cx="18600" cy="10875"/>
            </a:xfrm>
            <a:custGeom>
              <a:avLst/>
              <a:gdLst/>
              <a:ahLst/>
              <a:cxnLst/>
              <a:rect l="l" t="t" r="r" b="b"/>
              <a:pathLst>
                <a:path w="744" h="435" extrusionOk="0">
                  <a:moveTo>
                    <a:pt x="30" y="1"/>
                  </a:moveTo>
                  <a:cubicBezTo>
                    <a:pt x="22" y="1"/>
                    <a:pt x="14" y="5"/>
                    <a:pt x="9" y="12"/>
                  </a:cubicBezTo>
                  <a:cubicBezTo>
                    <a:pt x="1" y="24"/>
                    <a:pt x="3" y="40"/>
                    <a:pt x="14" y="49"/>
                  </a:cubicBezTo>
                  <a:cubicBezTo>
                    <a:pt x="231" y="199"/>
                    <a:pt x="462" y="328"/>
                    <a:pt x="704" y="432"/>
                  </a:cubicBezTo>
                  <a:cubicBezTo>
                    <a:pt x="707" y="433"/>
                    <a:pt x="711" y="435"/>
                    <a:pt x="714" y="435"/>
                  </a:cubicBezTo>
                  <a:cubicBezTo>
                    <a:pt x="724" y="435"/>
                    <a:pt x="734" y="428"/>
                    <a:pt x="738" y="418"/>
                  </a:cubicBezTo>
                  <a:cubicBezTo>
                    <a:pt x="743" y="405"/>
                    <a:pt x="738" y="390"/>
                    <a:pt x="724" y="385"/>
                  </a:cubicBezTo>
                  <a:cubicBezTo>
                    <a:pt x="486" y="283"/>
                    <a:pt x="257" y="155"/>
                    <a:pt x="45" y="5"/>
                  </a:cubicBezTo>
                  <a:cubicBezTo>
                    <a:pt x="40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4" name="Google Shape;10044;p32"/>
            <p:cNvSpPr/>
            <p:nvPr/>
          </p:nvSpPr>
          <p:spPr>
            <a:xfrm>
              <a:off x="3537250" y="3700450"/>
              <a:ext cx="15900" cy="13125"/>
            </a:xfrm>
            <a:custGeom>
              <a:avLst/>
              <a:gdLst/>
              <a:ahLst/>
              <a:cxnLst/>
              <a:rect l="l" t="t" r="r" b="b"/>
              <a:pathLst>
                <a:path w="636" h="525" extrusionOk="0">
                  <a:moveTo>
                    <a:pt x="30" y="0"/>
                  </a:moveTo>
                  <a:cubicBezTo>
                    <a:pt x="24" y="0"/>
                    <a:pt x="18" y="2"/>
                    <a:pt x="13" y="7"/>
                  </a:cubicBezTo>
                  <a:cubicBezTo>
                    <a:pt x="2" y="16"/>
                    <a:pt x="1" y="32"/>
                    <a:pt x="10" y="43"/>
                  </a:cubicBezTo>
                  <a:cubicBezTo>
                    <a:pt x="177" y="234"/>
                    <a:pt x="374" y="395"/>
                    <a:pt x="594" y="520"/>
                  </a:cubicBezTo>
                  <a:cubicBezTo>
                    <a:pt x="598" y="523"/>
                    <a:pt x="602" y="524"/>
                    <a:pt x="606" y="524"/>
                  </a:cubicBezTo>
                  <a:cubicBezTo>
                    <a:pt x="616" y="524"/>
                    <a:pt x="624" y="519"/>
                    <a:pt x="629" y="511"/>
                  </a:cubicBezTo>
                  <a:cubicBezTo>
                    <a:pt x="636" y="499"/>
                    <a:pt x="632" y="483"/>
                    <a:pt x="620" y="476"/>
                  </a:cubicBezTo>
                  <a:cubicBezTo>
                    <a:pt x="405" y="354"/>
                    <a:pt x="212" y="196"/>
                    <a:pt x="49" y="9"/>
                  </a:cubicBezTo>
                  <a:cubicBezTo>
                    <a:pt x="44" y="3"/>
                    <a:pt x="37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5" name="Google Shape;10045;p32"/>
            <p:cNvSpPr/>
            <p:nvPr/>
          </p:nvSpPr>
          <p:spPr>
            <a:xfrm>
              <a:off x="3527600" y="3668375"/>
              <a:ext cx="19575" cy="30275"/>
            </a:xfrm>
            <a:custGeom>
              <a:avLst/>
              <a:gdLst/>
              <a:ahLst/>
              <a:cxnLst/>
              <a:rect l="l" t="t" r="r" b="b"/>
              <a:pathLst>
                <a:path w="783" h="1211" extrusionOk="0">
                  <a:moveTo>
                    <a:pt x="32" y="0"/>
                  </a:moveTo>
                  <a:cubicBezTo>
                    <a:pt x="29" y="0"/>
                    <a:pt x="26" y="1"/>
                    <a:pt x="22" y="2"/>
                  </a:cubicBezTo>
                  <a:cubicBezTo>
                    <a:pt x="9" y="7"/>
                    <a:pt x="1" y="22"/>
                    <a:pt x="6" y="36"/>
                  </a:cubicBezTo>
                  <a:cubicBezTo>
                    <a:pt x="164" y="468"/>
                    <a:pt x="417" y="871"/>
                    <a:pt x="735" y="1203"/>
                  </a:cubicBezTo>
                  <a:cubicBezTo>
                    <a:pt x="741" y="1207"/>
                    <a:pt x="748" y="1210"/>
                    <a:pt x="754" y="1210"/>
                  </a:cubicBezTo>
                  <a:cubicBezTo>
                    <a:pt x="761" y="1210"/>
                    <a:pt x="768" y="1209"/>
                    <a:pt x="773" y="1203"/>
                  </a:cubicBezTo>
                  <a:cubicBezTo>
                    <a:pt x="782" y="1194"/>
                    <a:pt x="782" y="1177"/>
                    <a:pt x="773" y="1167"/>
                  </a:cubicBezTo>
                  <a:cubicBezTo>
                    <a:pt x="458" y="840"/>
                    <a:pt x="211" y="443"/>
                    <a:pt x="55" y="17"/>
                  </a:cubicBezTo>
                  <a:cubicBezTo>
                    <a:pt x="52" y="7"/>
                    <a:pt x="42" y="0"/>
                    <a:pt x="3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6" name="Google Shape;10046;p32"/>
            <p:cNvSpPr/>
            <p:nvPr/>
          </p:nvSpPr>
          <p:spPr>
            <a:xfrm>
              <a:off x="3519000" y="3618400"/>
              <a:ext cx="6825" cy="42600"/>
            </a:xfrm>
            <a:custGeom>
              <a:avLst/>
              <a:gdLst/>
              <a:ahLst/>
              <a:cxnLst/>
              <a:rect l="l" t="t" r="r" b="b"/>
              <a:pathLst>
                <a:path w="273" h="1704" extrusionOk="0">
                  <a:moveTo>
                    <a:pt x="179" y="0"/>
                  </a:moveTo>
                  <a:cubicBezTo>
                    <a:pt x="169" y="0"/>
                    <a:pt x="158" y="9"/>
                    <a:pt x="155" y="19"/>
                  </a:cubicBezTo>
                  <a:cubicBezTo>
                    <a:pt x="0" y="563"/>
                    <a:pt x="23" y="1156"/>
                    <a:pt x="220" y="1688"/>
                  </a:cubicBezTo>
                  <a:cubicBezTo>
                    <a:pt x="222" y="1697"/>
                    <a:pt x="233" y="1704"/>
                    <a:pt x="244" y="1704"/>
                  </a:cubicBezTo>
                  <a:cubicBezTo>
                    <a:pt x="247" y="1704"/>
                    <a:pt x="249" y="1704"/>
                    <a:pt x="252" y="1702"/>
                  </a:cubicBezTo>
                  <a:cubicBezTo>
                    <a:pt x="265" y="1697"/>
                    <a:pt x="272" y="1682"/>
                    <a:pt x="268" y="1669"/>
                  </a:cubicBezTo>
                  <a:cubicBezTo>
                    <a:pt x="76" y="1148"/>
                    <a:pt x="53" y="567"/>
                    <a:pt x="205" y="33"/>
                  </a:cubicBezTo>
                  <a:cubicBezTo>
                    <a:pt x="209" y="19"/>
                    <a:pt x="201" y="5"/>
                    <a:pt x="187" y="2"/>
                  </a:cubicBezTo>
                  <a:cubicBezTo>
                    <a:pt x="185" y="1"/>
                    <a:pt x="182" y="0"/>
                    <a:pt x="17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7" name="Google Shape;10047;p32"/>
            <p:cNvSpPr/>
            <p:nvPr/>
          </p:nvSpPr>
          <p:spPr>
            <a:xfrm>
              <a:off x="3611600" y="3598950"/>
              <a:ext cx="35325" cy="66975"/>
            </a:xfrm>
            <a:custGeom>
              <a:avLst/>
              <a:gdLst/>
              <a:ahLst/>
              <a:cxnLst/>
              <a:rect l="l" t="t" r="r" b="b"/>
              <a:pathLst>
                <a:path w="1413" h="2679" extrusionOk="0">
                  <a:moveTo>
                    <a:pt x="29" y="0"/>
                  </a:moveTo>
                  <a:cubicBezTo>
                    <a:pt x="21" y="0"/>
                    <a:pt x="13" y="4"/>
                    <a:pt x="8" y="10"/>
                  </a:cubicBezTo>
                  <a:cubicBezTo>
                    <a:pt x="0" y="22"/>
                    <a:pt x="3" y="39"/>
                    <a:pt x="15" y="47"/>
                  </a:cubicBezTo>
                  <a:cubicBezTo>
                    <a:pt x="844" y="637"/>
                    <a:pt x="1360" y="1636"/>
                    <a:pt x="1362" y="2653"/>
                  </a:cubicBezTo>
                  <a:cubicBezTo>
                    <a:pt x="1362" y="2667"/>
                    <a:pt x="1374" y="2678"/>
                    <a:pt x="1387" y="2678"/>
                  </a:cubicBezTo>
                  <a:cubicBezTo>
                    <a:pt x="1402" y="2678"/>
                    <a:pt x="1413" y="2667"/>
                    <a:pt x="1413" y="2653"/>
                  </a:cubicBezTo>
                  <a:cubicBezTo>
                    <a:pt x="1411" y="1618"/>
                    <a:pt x="887" y="604"/>
                    <a:pt x="45" y="5"/>
                  </a:cubicBezTo>
                  <a:cubicBezTo>
                    <a:pt x="40" y="2"/>
                    <a:pt x="34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8" name="Google Shape;10048;p32"/>
            <p:cNvSpPr/>
            <p:nvPr/>
          </p:nvSpPr>
          <p:spPr>
            <a:xfrm>
              <a:off x="3624900" y="3620475"/>
              <a:ext cx="19300" cy="66625"/>
            </a:xfrm>
            <a:custGeom>
              <a:avLst/>
              <a:gdLst/>
              <a:ahLst/>
              <a:cxnLst/>
              <a:rect l="l" t="t" r="r" b="b"/>
              <a:pathLst>
                <a:path w="772" h="2665" extrusionOk="0">
                  <a:moveTo>
                    <a:pt x="30" y="0"/>
                  </a:moveTo>
                  <a:cubicBezTo>
                    <a:pt x="25" y="0"/>
                    <a:pt x="20" y="2"/>
                    <a:pt x="16" y="5"/>
                  </a:cubicBezTo>
                  <a:cubicBezTo>
                    <a:pt x="4" y="13"/>
                    <a:pt x="1" y="29"/>
                    <a:pt x="9" y="41"/>
                  </a:cubicBezTo>
                  <a:cubicBezTo>
                    <a:pt x="528" y="783"/>
                    <a:pt x="718" y="1751"/>
                    <a:pt x="515" y="2632"/>
                  </a:cubicBezTo>
                  <a:cubicBezTo>
                    <a:pt x="512" y="2646"/>
                    <a:pt x="520" y="2661"/>
                    <a:pt x="535" y="2663"/>
                  </a:cubicBezTo>
                  <a:cubicBezTo>
                    <a:pt x="536" y="2663"/>
                    <a:pt x="538" y="2665"/>
                    <a:pt x="540" y="2665"/>
                  </a:cubicBezTo>
                  <a:lnTo>
                    <a:pt x="540" y="2663"/>
                  </a:lnTo>
                  <a:cubicBezTo>
                    <a:pt x="552" y="2663"/>
                    <a:pt x="562" y="2655"/>
                    <a:pt x="566" y="2643"/>
                  </a:cubicBezTo>
                  <a:cubicBezTo>
                    <a:pt x="772" y="1749"/>
                    <a:pt x="579" y="764"/>
                    <a:pt x="52" y="12"/>
                  </a:cubicBezTo>
                  <a:cubicBezTo>
                    <a:pt x="46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9" name="Google Shape;10049;p32"/>
            <p:cNvSpPr/>
            <p:nvPr/>
          </p:nvSpPr>
          <p:spPr>
            <a:xfrm>
              <a:off x="3635425" y="3671100"/>
              <a:ext cx="11475" cy="36825"/>
            </a:xfrm>
            <a:custGeom>
              <a:avLst/>
              <a:gdLst/>
              <a:ahLst/>
              <a:cxnLst/>
              <a:rect l="l" t="t" r="r" b="b"/>
              <a:pathLst>
                <a:path w="459" h="1473" extrusionOk="0">
                  <a:moveTo>
                    <a:pt x="431" y="1"/>
                  </a:moveTo>
                  <a:cubicBezTo>
                    <a:pt x="418" y="1"/>
                    <a:pt x="406" y="13"/>
                    <a:pt x="406" y="26"/>
                  </a:cubicBezTo>
                  <a:cubicBezTo>
                    <a:pt x="386" y="517"/>
                    <a:pt x="249" y="1004"/>
                    <a:pt x="8" y="1433"/>
                  </a:cubicBezTo>
                  <a:cubicBezTo>
                    <a:pt x="1" y="1446"/>
                    <a:pt x="6" y="1462"/>
                    <a:pt x="18" y="1468"/>
                  </a:cubicBezTo>
                  <a:cubicBezTo>
                    <a:pt x="22" y="1471"/>
                    <a:pt x="27" y="1472"/>
                    <a:pt x="31" y="1472"/>
                  </a:cubicBezTo>
                  <a:cubicBezTo>
                    <a:pt x="40" y="1472"/>
                    <a:pt x="49" y="1467"/>
                    <a:pt x="53" y="1459"/>
                  </a:cubicBezTo>
                  <a:cubicBezTo>
                    <a:pt x="297" y="1022"/>
                    <a:pt x="437" y="528"/>
                    <a:pt x="457" y="29"/>
                  </a:cubicBezTo>
                  <a:cubicBezTo>
                    <a:pt x="458" y="14"/>
                    <a:pt x="448" y="2"/>
                    <a:pt x="43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0" name="Google Shape;10050;p32"/>
            <p:cNvSpPr/>
            <p:nvPr/>
          </p:nvSpPr>
          <p:spPr>
            <a:xfrm>
              <a:off x="3628150" y="3712300"/>
              <a:ext cx="5875" cy="9150"/>
            </a:xfrm>
            <a:custGeom>
              <a:avLst/>
              <a:gdLst/>
              <a:ahLst/>
              <a:cxnLst/>
              <a:rect l="l" t="t" r="r" b="b"/>
              <a:pathLst>
                <a:path w="235" h="366" extrusionOk="0">
                  <a:moveTo>
                    <a:pt x="204" y="0"/>
                  </a:moveTo>
                  <a:cubicBezTo>
                    <a:pt x="194" y="0"/>
                    <a:pt x="185" y="7"/>
                    <a:pt x="182" y="17"/>
                  </a:cubicBezTo>
                  <a:cubicBezTo>
                    <a:pt x="140" y="127"/>
                    <a:pt x="82" y="229"/>
                    <a:pt x="9" y="322"/>
                  </a:cubicBezTo>
                  <a:cubicBezTo>
                    <a:pt x="0" y="334"/>
                    <a:pt x="1" y="350"/>
                    <a:pt x="13" y="359"/>
                  </a:cubicBezTo>
                  <a:cubicBezTo>
                    <a:pt x="18" y="363"/>
                    <a:pt x="23" y="365"/>
                    <a:pt x="30" y="365"/>
                  </a:cubicBezTo>
                  <a:cubicBezTo>
                    <a:pt x="36" y="365"/>
                    <a:pt x="44" y="361"/>
                    <a:pt x="50" y="355"/>
                  </a:cubicBezTo>
                  <a:cubicBezTo>
                    <a:pt x="126" y="258"/>
                    <a:pt x="187" y="150"/>
                    <a:pt x="230" y="34"/>
                  </a:cubicBezTo>
                  <a:cubicBezTo>
                    <a:pt x="234" y="22"/>
                    <a:pt x="227" y="6"/>
                    <a:pt x="214" y="2"/>
                  </a:cubicBezTo>
                  <a:cubicBezTo>
                    <a:pt x="211" y="1"/>
                    <a:pt x="208" y="0"/>
                    <a:pt x="20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1" name="Google Shape;10051;p32"/>
            <p:cNvSpPr/>
            <p:nvPr/>
          </p:nvSpPr>
          <p:spPr>
            <a:xfrm>
              <a:off x="3579650" y="3582950"/>
              <a:ext cx="24050" cy="11875"/>
            </a:xfrm>
            <a:custGeom>
              <a:avLst/>
              <a:gdLst/>
              <a:ahLst/>
              <a:cxnLst/>
              <a:rect l="l" t="t" r="r" b="b"/>
              <a:pathLst>
                <a:path w="962" h="475" extrusionOk="0">
                  <a:moveTo>
                    <a:pt x="29" y="0"/>
                  </a:moveTo>
                  <a:cubicBezTo>
                    <a:pt x="18" y="0"/>
                    <a:pt x="8" y="7"/>
                    <a:pt x="4" y="19"/>
                  </a:cubicBezTo>
                  <a:cubicBezTo>
                    <a:pt x="0" y="33"/>
                    <a:pt x="9" y="46"/>
                    <a:pt x="23" y="50"/>
                  </a:cubicBezTo>
                  <a:cubicBezTo>
                    <a:pt x="342" y="131"/>
                    <a:pt x="651" y="276"/>
                    <a:pt x="918" y="469"/>
                  </a:cubicBezTo>
                  <a:cubicBezTo>
                    <a:pt x="922" y="473"/>
                    <a:pt x="927" y="474"/>
                    <a:pt x="932" y="474"/>
                  </a:cubicBezTo>
                  <a:cubicBezTo>
                    <a:pt x="940" y="474"/>
                    <a:pt x="949" y="470"/>
                    <a:pt x="954" y="463"/>
                  </a:cubicBezTo>
                  <a:cubicBezTo>
                    <a:pt x="962" y="451"/>
                    <a:pt x="959" y="435"/>
                    <a:pt x="947" y="427"/>
                  </a:cubicBezTo>
                  <a:cubicBezTo>
                    <a:pt x="675" y="231"/>
                    <a:pt x="361" y="83"/>
                    <a:pt x="35" y="1"/>
                  </a:cubicBezTo>
                  <a:cubicBezTo>
                    <a:pt x="33" y="0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2" name="Google Shape;10052;p32"/>
            <p:cNvSpPr/>
            <p:nvPr/>
          </p:nvSpPr>
          <p:spPr>
            <a:xfrm>
              <a:off x="3558575" y="3584225"/>
              <a:ext cx="62200" cy="30725"/>
            </a:xfrm>
            <a:custGeom>
              <a:avLst/>
              <a:gdLst/>
              <a:ahLst/>
              <a:cxnLst/>
              <a:rect l="l" t="t" r="r" b="b"/>
              <a:pathLst>
                <a:path w="2488" h="1229" extrusionOk="0">
                  <a:moveTo>
                    <a:pt x="29" y="0"/>
                  </a:moveTo>
                  <a:cubicBezTo>
                    <a:pt x="16" y="0"/>
                    <a:pt x="6" y="9"/>
                    <a:pt x="4" y="21"/>
                  </a:cubicBezTo>
                  <a:cubicBezTo>
                    <a:pt x="1" y="36"/>
                    <a:pt x="10" y="49"/>
                    <a:pt x="24" y="52"/>
                  </a:cubicBezTo>
                  <a:cubicBezTo>
                    <a:pt x="918" y="220"/>
                    <a:pt x="1754" y="625"/>
                    <a:pt x="2441" y="1222"/>
                  </a:cubicBezTo>
                  <a:cubicBezTo>
                    <a:pt x="2445" y="1226"/>
                    <a:pt x="2452" y="1229"/>
                    <a:pt x="2457" y="1229"/>
                  </a:cubicBezTo>
                  <a:lnTo>
                    <a:pt x="2457" y="1228"/>
                  </a:lnTo>
                  <a:cubicBezTo>
                    <a:pt x="2466" y="1228"/>
                    <a:pt x="2472" y="1225"/>
                    <a:pt x="2478" y="1220"/>
                  </a:cubicBezTo>
                  <a:cubicBezTo>
                    <a:pt x="2487" y="1209"/>
                    <a:pt x="2486" y="1193"/>
                    <a:pt x="2475" y="1183"/>
                  </a:cubicBezTo>
                  <a:cubicBezTo>
                    <a:pt x="1781" y="581"/>
                    <a:pt x="937" y="172"/>
                    <a:pt x="35" y="1"/>
                  </a:cubicBezTo>
                  <a:cubicBezTo>
                    <a:pt x="33" y="0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3" name="Google Shape;10053;p32"/>
            <p:cNvSpPr/>
            <p:nvPr/>
          </p:nvSpPr>
          <p:spPr>
            <a:xfrm>
              <a:off x="3587975" y="3601225"/>
              <a:ext cx="36225" cy="30925"/>
            </a:xfrm>
            <a:custGeom>
              <a:avLst/>
              <a:gdLst/>
              <a:ahLst/>
              <a:cxnLst/>
              <a:rect l="l" t="t" r="r" b="b"/>
              <a:pathLst>
                <a:path w="1449" h="1237" extrusionOk="0">
                  <a:moveTo>
                    <a:pt x="30" y="0"/>
                  </a:moveTo>
                  <a:cubicBezTo>
                    <a:pt x="20" y="0"/>
                    <a:pt x="11" y="6"/>
                    <a:pt x="7" y="15"/>
                  </a:cubicBezTo>
                  <a:cubicBezTo>
                    <a:pt x="1" y="28"/>
                    <a:pt x="6" y="43"/>
                    <a:pt x="20" y="50"/>
                  </a:cubicBezTo>
                  <a:cubicBezTo>
                    <a:pt x="574" y="299"/>
                    <a:pt x="1064" y="716"/>
                    <a:pt x="1397" y="1224"/>
                  </a:cubicBezTo>
                  <a:cubicBezTo>
                    <a:pt x="1403" y="1232"/>
                    <a:pt x="1411" y="1236"/>
                    <a:pt x="1419" y="1236"/>
                  </a:cubicBezTo>
                  <a:cubicBezTo>
                    <a:pt x="1424" y="1236"/>
                    <a:pt x="1428" y="1235"/>
                    <a:pt x="1432" y="1232"/>
                  </a:cubicBezTo>
                  <a:cubicBezTo>
                    <a:pt x="1444" y="1224"/>
                    <a:pt x="1448" y="1208"/>
                    <a:pt x="1440" y="1196"/>
                  </a:cubicBezTo>
                  <a:cubicBezTo>
                    <a:pt x="1101" y="679"/>
                    <a:pt x="605" y="256"/>
                    <a:pt x="41" y="3"/>
                  </a:cubicBezTo>
                  <a:cubicBezTo>
                    <a:pt x="37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4" name="Google Shape;10054;p32"/>
            <p:cNvSpPr/>
            <p:nvPr/>
          </p:nvSpPr>
          <p:spPr>
            <a:xfrm>
              <a:off x="3625625" y="3636525"/>
              <a:ext cx="7875" cy="31550"/>
            </a:xfrm>
            <a:custGeom>
              <a:avLst/>
              <a:gdLst/>
              <a:ahLst/>
              <a:cxnLst/>
              <a:rect l="l" t="t" r="r" b="b"/>
              <a:pathLst>
                <a:path w="315" h="1262" extrusionOk="0">
                  <a:moveTo>
                    <a:pt x="29" y="1"/>
                  </a:moveTo>
                  <a:cubicBezTo>
                    <a:pt x="26" y="1"/>
                    <a:pt x="23" y="1"/>
                    <a:pt x="20" y="2"/>
                  </a:cubicBezTo>
                  <a:cubicBezTo>
                    <a:pt x="7" y="7"/>
                    <a:pt x="0" y="24"/>
                    <a:pt x="6" y="37"/>
                  </a:cubicBezTo>
                  <a:cubicBezTo>
                    <a:pt x="159" y="419"/>
                    <a:pt x="246" y="823"/>
                    <a:pt x="262" y="1236"/>
                  </a:cubicBezTo>
                  <a:cubicBezTo>
                    <a:pt x="264" y="1249"/>
                    <a:pt x="275" y="1261"/>
                    <a:pt x="288" y="1261"/>
                  </a:cubicBezTo>
                  <a:lnTo>
                    <a:pt x="289" y="1261"/>
                  </a:lnTo>
                  <a:cubicBezTo>
                    <a:pt x="304" y="1260"/>
                    <a:pt x="315" y="1248"/>
                    <a:pt x="315" y="1234"/>
                  </a:cubicBezTo>
                  <a:cubicBezTo>
                    <a:pt x="297" y="815"/>
                    <a:pt x="210" y="406"/>
                    <a:pt x="54" y="17"/>
                  </a:cubicBezTo>
                  <a:cubicBezTo>
                    <a:pt x="50" y="6"/>
                    <a:pt x="39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5" name="Google Shape;10055;p32"/>
            <p:cNvSpPr/>
            <p:nvPr/>
          </p:nvSpPr>
          <p:spPr>
            <a:xfrm>
              <a:off x="3627625" y="3673500"/>
              <a:ext cx="6350" cy="31200"/>
            </a:xfrm>
            <a:custGeom>
              <a:avLst/>
              <a:gdLst/>
              <a:ahLst/>
              <a:cxnLst/>
              <a:rect l="l" t="t" r="r" b="b"/>
              <a:pathLst>
                <a:path w="254" h="1248" extrusionOk="0">
                  <a:moveTo>
                    <a:pt x="228" y="0"/>
                  </a:moveTo>
                  <a:cubicBezTo>
                    <a:pt x="215" y="0"/>
                    <a:pt x="203" y="12"/>
                    <a:pt x="203" y="26"/>
                  </a:cubicBezTo>
                  <a:cubicBezTo>
                    <a:pt x="196" y="429"/>
                    <a:pt x="130" y="829"/>
                    <a:pt x="6" y="1214"/>
                  </a:cubicBezTo>
                  <a:cubicBezTo>
                    <a:pt x="1" y="1227"/>
                    <a:pt x="9" y="1242"/>
                    <a:pt x="22" y="1246"/>
                  </a:cubicBezTo>
                  <a:cubicBezTo>
                    <a:pt x="25" y="1247"/>
                    <a:pt x="28" y="1247"/>
                    <a:pt x="30" y="1247"/>
                  </a:cubicBezTo>
                  <a:cubicBezTo>
                    <a:pt x="41" y="1247"/>
                    <a:pt x="52" y="1241"/>
                    <a:pt x="55" y="1230"/>
                  </a:cubicBezTo>
                  <a:cubicBezTo>
                    <a:pt x="180" y="841"/>
                    <a:pt x="247" y="436"/>
                    <a:pt x="254" y="27"/>
                  </a:cubicBezTo>
                  <a:cubicBezTo>
                    <a:pt x="254" y="12"/>
                    <a:pt x="243" y="0"/>
                    <a:pt x="2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6" name="Google Shape;10056;p32"/>
            <p:cNvSpPr/>
            <p:nvPr/>
          </p:nvSpPr>
          <p:spPr>
            <a:xfrm>
              <a:off x="3608925" y="3624800"/>
              <a:ext cx="15175" cy="23650"/>
            </a:xfrm>
            <a:custGeom>
              <a:avLst/>
              <a:gdLst/>
              <a:ahLst/>
              <a:cxnLst/>
              <a:rect l="l" t="t" r="r" b="b"/>
              <a:pathLst>
                <a:path w="607" h="946" extrusionOk="0">
                  <a:moveTo>
                    <a:pt x="30" y="1"/>
                  </a:moveTo>
                  <a:cubicBezTo>
                    <a:pt x="23" y="1"/>
                    <a:pt x="16" y="3"/>
                    <a:pt x="10" y="8"/>
                  </a:cubicBezTo>
                  <a:cubicBezTo>
                    <a:pt x="1" y="19"/>
                    <a:pt x="1" y="35"/>
                    <a:pt x="10" y="45"/>
                  </a:cubicBezTo>
                  <a:cubicBezTo>
                    <a:pt x="260" y="289"/>
                    <a:pt x="449" y="593"/>
                    <a:pt x="552" y="928"/>
                  </a:cubicBezTo>
                  <a:cubicBezTo>
                    <a:pt x="555" y="939"/>
                    <a:pt x="566" y="946"/>
                    <a:pt x="577" y="946"/>
                  </a:cubicBezTo>
                  <a:cubicBezTo>
                    <a:pt x="579" y="946"/>
                    <a:pt x="582" y="946"/>
                    <a:pt x="585" y="945"/>
                  </a:cubicBezTo>
                  <a:cubicBezTo>
                    <a:pt x="598" y="941"/>
                    <a:pt x="606" y="926"/>
                    <a:pt x="602" y="912"/>
                  </a:cubicBezTo>
                  <a:cubicBezTo>
                    <a:pt x="495" y="571"/>
                    <a:pt x="304" y="257"/>
                    <a:pt x="47" y="8"/>
                  </a:cubicBezTo>
                  <a:cubicBezTo>
                    <a:pt x="42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7" name="Google Shape;10057;p32"/>
            <p:cNvSpPr/>
            <p:nvPr/>
          </p:nvSpPr>
          <p:spPr>
            <a:xfrm>
              <a:off x="3546925" y="3589500"/>
              <a:ext cx="32750" cy="9525"/>
            </a:xfrm>
            <a:custGeom>
              <a:avLst/>
              <a:gdLst/>
              <a:ahLst/>
              <a:cxnLst/>
              <a:rect l="l" t="t" r="r" b="b"/>
              <a:pathLst>
                <a:path w="1310" h="381" extrusionOk="0">
                  <a:moveTo>
                    <a:pt x="27" y="1"/>
                  </a:moveTo>
                  <a:cubicBezTo>
                    <a:pt x="14" y="1"/>
                    <a:pt x="3" y="11"/>
                    <a:pt x="1" y="24"/>
                  </a:cubicBezTo>
                  <a:cubicBezTo>
                    <a:pt x="0" y="39"/>
                    <a:pt x="9" y="51"/>
                    <a:pt x="24" y="53"/>
                  </a:cubicBezTo>
                  <a:cubicBezTo>
                    <a:pt x="453" y="102"/>
                    <a:pt x="872" y="211"/>
                    <a:pt x="1269" y="378"/>
                  </a:cubicBezTo>
                  <a:cubicBezTo>
                    <a:pt x="1273" y="379"/>
                    <a:pt x="1275" y="380"/>
                    <a:pt x="1279" y="380"/>
                  </a:cubicBezTo>
                  <a:cubicBezTo>
                    <a:pt x="1289" y="380"/>
                    <a:pt x="1298" y="374"/>
                    <a:pt x="1302" y="364"/>
                  </a:cubicBezTo>
                  <a:cubicBezTo>
                    <a:pt x="1309" y="351"/>
                    <a:pt x="1302" y="336"/>
                    <a:pt x="1289" y="331"/>
                  </a:cubicBezTo>
                  <a:cubicBezTo>
                    <a:pt x="887" y="161"/>
                    <a:pt x="464" y="51"/>
                    <a:pt x="30" y="1"/>
                  </a:cubicBezTo>
                  <a:cubicBezTo>
                    <a:pt x="29" y="1"/>
                    <a:pt x="28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8" name="Google Shape;10058;p32"/>
            <p:cNvSpPr/>
            <p:nvPr/>
          </p:nvSpPr>
          <p:spPr>
            <a:xfrm>
              <a:off x="3558775" y="3603700"/>
              <a:ext cx="39250" cy="39775"/>
            </a:xfrm>
            <a:custGeom>
              <a:avLst/>
              <a:gdLst/>
              <a:ahLst/>
              <a:cxnLst/>
              <a:rect l="l" t="t" r="r" b="b"/>
              <a:pathLst>
                <a:path w="1570" h="1591" extrusionOk="0">
                  <a:moveTo>
                    <a:pt x="29" y="1"/>
                  </a:moveTo>
                  <a:cubicBezTo>
                    <a:pt x="21" y="1"/>
                    <a:pt x="14" y="4"/>
                    <a:pt x="9" y="11"/>
                  </a:cubicBezTo>
                  <a:cubicBezTo>
                    <a:pt x="1" y="22"/>
                    <a:pt x="4" y="38"/>
                    <a:pt x="14" y="48"/>
                  </a:cubicBezTo>
                  <a:cubicBezTo>
                    <a:pt x="596" y="476"/>
                    <a:pt x="1101" y="991"/>
                    <a:pt x="1520" y="1580"/>
                  </a:cubicBezTo>
                  <a:cubicBezTo>
                    <a:pt x="1525" y="1588"/>
                    <a:pt x="1533" y="1591"/>
                    <a:pt x="1541" y="1591"/>
                  </a:cubicBezTo>
                  <a:lnTo>
                    <a:pt x="1541" y="1591"/>
                  </a:lnTo>
                  <a:cubicBezTo>
                    <a:pt x="1546" y="1591"/>
                    <a:pt x="1551" y="1589"/>
                    <a:pt x="1556" y="1587"/>
                  </a:cubicBezTo>
                  <a:cubicBezTo>
                    <a:pt x="1567" y="1579"/>
                    <a:pt x="1570" y="1563"/>
                    <a:pt x="1562" y="1550"/>
                  </a:cubicBezTo>
                  <a:cubicBezTo>
                    <a:pt x="1140" y="957"/>
                    <a:pt x="631" y="438"/>
                    <a:pt x="45" y="6"/>
                  </a:cubicBezTo>
                  <a:cubicBezTo>
                    <a:pt x="40" y="3"/>
                    <a:pt x="35" y="1"/>
                    <a:pt x="29" y="1"/>
                  </a:cubicBezTo>
                  <a:close/>
                  <a:moveTo>
                    <a:pt x="1541" y="1591"/>
                  </a:moveTo>
                  <a:lnTo>
                    <a:pt x="1541" y="1591"/>
                  </a:lnTo>
                  <a:cubicBezTo>
                    <a:pt x="1540" y="1591"/>
                    <a:pt x="1540" y="1591"/>
                    <a:pt x="1540" y="1591"/>
                  </a:cubicBezTo>
                  <a:lnTo>
                    <a:pt x="1541" y="1591"/>
                  </a:lnTo>
                  <a:cubicBezTo>
                    <a:pt x="1541" y="1591"/>
                    <a:pt x="1541" y="1591"/>
                    <a:pt x="1541" y="159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9" name="Google Shape;10059;p32"/>
            <p:cNvSpPr/>
            <p:nvPr/>
          </p:nvSpPr>
          <p:spPr>
            <a:xfrm>
              <a:off x="3600650" y="3649500"/>
              <a:ext cx="11900" cy="21725"/>
            </a:xfrm>
            <a:custGeom>
              <a:avLst/>
              <a:gdLst/>
              <a:ahLst/>
              <a:cxnLst/>
              <a:rect l="l" t="t" r="r" b="b"/>
              <a:pathLst>
                <a:path w="476" h="869" extrusionOk="0">
                  <a:moveTo>
                    <a:pt x="31" y="0"/>
                  </a:moveTo>
                  <a:cubicBezTo>
                    <a:pt x="26" y="0"/>
                    <a:pt x="20" y="2"/>
                    <a:pt x="16" y="5"/>
                  </a:cubicBezTo>
                  <a:cubicBezTo>
                    <a:pt x="5" y="13"/>
                    <a:pt x="1" y="29"/>
                    <a:pt x="9" y="40"/>
                  </a:cubicBezTo>
                  <a:cubicBezTo>
                    <a:pt x="174" y="296"/>
                    <a:pt x="314" y="567"/>
                    <a:pt x="422" y="853"/>
                  </a:cubicBezTo>
                  <a:cubicBezTo>
                    <a:pt x="426" y="862"/>
                    <a:pt x="435" y="869"/>
                    <a:pt x="446" y="869"/>
                  </a:cubicBezTo>
                  <a:cubicBezTo>
                    <a:pt x="449" y="869"/>
                    <a:pt x="453" y="869"/>
                    <a:pt x="456" y="867"/>
                  </a:cubicBezTo>
                  <a:cubicBezTo>
                    <a:pt x="469" y="862"/>
                    <a:pt x="476" y="847"/>
                    <a:pt x="470" y="834"/>
                  </a:cubicBezTo>
                  <a:cubicBezTo>
                    <a:pt x="361" y="546"/>
                    <a:pt x="220" y="270"/>
                    <a:pt x="52" y="12"/>
                  </a:cubicBezTo>
                  <a:cubicBezTo>
                    <a:pt x="47" y="4"/>
                    <a:pt x="39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0" name="Google Shape;10060;p32"/>
            <p:cNvSpPr/>
            <p:nvPr/>
          </p:nvSpPr>
          <p:spPr>
            <a:xfrm>
              <a:off x="3583300" y="3641125"/>
              <a:ext cx="33625" cy="75150"/>
            </a:xfrm>
            <a:custGeom>
              <a:avLst/>
              <a:gdLst/>
              <a:ahLst/>
              <a:cxnLst/>
              <a:rect l="l" t="t" r="r" b="b"/>
              <a:pathLst>
                <a:path w="1345" h="3006" extrusionOk="0">
                  <a:moveTo>
                    <a:pt x="29" y="0"/>
                  </a:moveTo>
                  <a:cubicBezTo>
                    <a:pt x="23" y="0"/>
                    <a:pt x="17" y="2"/>
                    <a:pt x="13" y="6"/>
                  </a:cubicBezTo>
                  <a:cubicBezTo>
                    <a:pt x="2" y="16"/>
                    <a:pt x="1" y="33"/>
                    <a:pt x="10" y="44"/>
                  </a:cubicBezTo>
                  <a:cubicBezTo>
                    <a:pt x="737" y="854"/>
                    <a:pt x="1191" y="1898"/>
                    <a:pt x="1292" y="2982"/>
                  </a:cubicBezTo>
                  <a:cubicBezTo>
                    <a:pt x="1292" y="2996"/>
                    <a:pt x="1304" y="3005"/>
                    <a:pt x="1318" y="3005"/>
                  </a:cubicBezTo>
                  <a:lnTo>
                    <a:pt x="1319" y="3005"/>
                  </a:lnTo>
                  <a:cubicBezTo>
                    <a:pt x="1334" y="3004"/>
                    <a:pt x="1345" y="2992"/>
                    <a:pt x="1343" y="2977"/>
                  </a:cubicBezTo>
                  <a:cubicBezTo>
                    <a:pt x="1242" y="1882"/>
                    <a:pt x="782" y="828"/>
                    <a:pt x="49" y="9"/>
                  </a:cubicBezTo>
                  <a:cubicBezTo>
                    <a:pt x="44" y="3"/>
                    <a:pt x="36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1" name="Google Shape;10061;p32"/>
            <p:cNvSpPr/>
            <p:nvPr/>
          </p:nvSpPr>
          <p:spPr>
            <a:xfrm>
              <a:off x="3536850" y="3604475"/>
              <a:ext cx="24775" cy="68875"/>
            </a:xfrm>
            <a:custGeom>
              <a:avLst/>
              <a:gdLst/>
              <a:ahLst/>
              <a:cxnLst/>
              <a:rect l="l" t="t" r="r" b="b"/>
              <a:pathLst>
                <a:path w="991" h="2755" extrusionOk="0">
                  <a:moveTo>
                    <a:pt x="25" y="1"/>
                  </a:moveTo>
                  <a:cubicBezTo>
                    <a:pt x="12" y="2"/>
                    <a:pt x="1" y="14"/>
                    <a:pt x="1" y="29"/>
                  </a:cubicBezTo>
                  <a:cubicBezTo>
                    <a:pt x="61" y="1003"/>
                    <a:pt x="386" y="1941"/>
                    <a:pt x="941" y="2744"/>
                  </a:cubicBezTo>
                  <a:cubicBezTo>
                    <a:pt x="947" y="2750"/>
                    <a:pt x="955" y="2754"/>
                    <a:pt x="963" y="2754"/>
                  </a:cubicBezTo>
                  <a:cubicBezTo>
                    <a:pt x="967" y="2754"/>
                    <a:pt x="972" y="2753"/>
                    <a:pt x="978" y="2749"/>
                  </a:cubicBezTo>
                  <a:cubicBezTo>
                    <a:pt x="988" y="2741"/>
                    <a:pt x="991" y="2725"/>
                    <a:pt x="984" y="2713"/>
                  </a:cubicBezTo>
                  <a:cubicBezTo>
                    <a:pt x="434" y="1919"/>
                    <a:pt x="112" y="989"/>
                    <a:pt x="53" y="25"/>
                  </a:cubicBezTo>
                  <a:cubicBezTo>
                    <a:pt x="52" y="11"/>
                    <a:pt x="41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2" name="Google Shape;10062;p32"/>
            <p:cNvSpPr/>
            <p:nvPr/>
          </p:nvSpPr>
          <p:spPr>
            <a:xfrm>
              <a:off x="3565475" y="3679625"/>
              <a:ext cx="21700" cy="25250"/>
            </a:xfrm>
            <a:custGeom>
              <a:avLst/>
              <a:gdLst/>
              <a:ahLst/>
              <a:cxnLst/>
              <a:rect l="l" t="t" r="r" b="b"/>
              <a:pathLst>
                <a:path w="868" h="1010" extrusionOk="0">
                  <a:moveTo>
                    <a:pt x="32" y="1"/>
                  </a:moveTo>
                  <a:cubicBezTo>
                    <a:pt x="27" y="1"/>
                    <a:pt x="21" y="2"/>
                    <a:pt x="17" y="5"/>
                  </a:cubicBezTo>
                  <a:cubicBezTo>
                    <a:pt x="5" y="14"/>
                    <a:pt x="1" y="30"/>
                    <a:pt x="9" y="42"/>
                  </a:cubicBezTo>
                  <a:cubicBezTo>
                    <a:pt x="240" y="393"/>
                    <a:pt x="513" y="716"/>
                    <a:pt x="821" y="1002"/>
                  </a:cubicBezTo>
                  <a:cubicBezTo>
                    <a:pt x="827" y="1006"/>
                    <a:pt x="832" y="1009"/>
                    <a:pt x="839" y="1009"/>
                  </a:cubicBezTo>
                  <a:cubicBezTo>
                    <a:pt x="846" y="1009"/>
                    <a:pt x="852" y="1006"/>
                    <a:pt x="858" y="1001"/>
                  </a:cubicBezTo>
                  <a:cubicBezTo>
                    <a:pt x="867" y="990"/>
                    <a:pt x="867" y="974"/>
                    <a:pt x="856" y="963"/>
                  </a:cubicBezTo>
                  <a:cubicBezTo>
                    <a:pt x="552" y="681"/>
                    <a:pt x="282" y="361"/>
                    <a:pt x="53" y="12"/>
                  </a:cubicBezTo>
                  <a:cubicBezTo>
                    <a:pt x="48" y="5"/>
                    <a:pt x="40" y="1"/>
                    <a:pt x="3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3" name="Google Shape;10063;p32"/>
            <p:cNvSpPr/>
            <p:nvPr/>
          </p:nvSpPr>
          <p:spPr>
            <a:xfrm>
              <a:off x="3541125" y="3653300"/>
              <a:ext cx="25300" cy="39275"/>
            </a:xfrm>
            <a:custGeom>
              <a:avLst/>
              <a:gdLst/>
              <a:ahLst/>
              <a:cxnLst/>
              <a:rect l="l" t="t" r="r" b="b"/>
              <a:pathLst>
                <a:path w="1012" h="1571" extrusionOk="0">
                  <a:moveTo>
                    <a:pt x="30" y="0"/>
                  </a:moveTo>
                  <a:cubicBezTo>
                    <a:pt x="27" y="0"/>
                    <a:pt x="24" y="1"/>
                    <a:pt x="21" y="2"/>
                  </a:cubicBezTo>
                  <a:cubicBezTo>
                    <a:pt x="7" y="8"/>
                    <a:pt x="1" y="24"/>
                    <a:pt x="6" y="36"/>
                  </a:cubicBezTo>
                  <a:cubicBezTo>
                    <a:pt x="239" y="596"/>
                    <a:pt x="560" y="1108"/>
                    <a:pt x="963" y="1562"/>
                  </a:cubicBezTo>
                  <a:cubicBezTo>
                    <a:pt x="967" y="1568"/>
                    <a:pt x="975" y="1571"/>
                    <a:pt x="981" y="1571"/>
                  </a:cubicBezTo>
                  <a:cubicBezTo>
                    <a:pt x="988" y="1571"/>
                    <a:pt x="994" y="1568"/>
                    <a:pt x="999" y="1564"/>
                  </a:cubicBezTo>
                  <a:cubicBezTo>
                    <a:pt x="1010" y="1555"/>
                    <a:pt x="1011" y="1539"/>
                    <a:pt x="1002" y="1528"/>
                  </a:cubicBezTo>
                  <a:cubicBezTo>
                    <a:pt x="603" y="1079"/>
                    <a:pt x="285" y="570"/>
                    <a:pt x="54" y="17"/>
                  </a:cubicBezTo>
                  <a:cubicBezTo>
                    <a:pt x="50" y="7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4" name="Google Shape;10064;p32"/>
            <p:cNvSpPr/>
            <p:nvPr/>
          </p:nvSpPr>
          <p:spPr>
            <a:xfrm>
              <a:off x="3583350" y="3710725"/>
              <a:ext cx="11975" cy="11425"/>
            </a:xfrm>
            <a:custGeom>
              <a:avLst/>
              <a:gdLst/>
              <a:ahLst/>
              <a:cxnLst/>
              <a:rect l="l" t="t" r="r" b="b"/>
              <a:pathLst>
                <a:path w="479" h="457" extrusionOk="0">
                  <a:moveTo>
                    <a:pt x="29" y="0"/>
                  </a:moveTo>
                  <a:cubicBezTo>
                    <a:pt x="24" y="0"/>
                    <a:pt x="18" y="2"/>
                    <a:pt x="14" y="6"/>
                  </a:cubicBezTo>
                  <a:cubicBezTo>
                    <a:pt x="3" y="14"/>
                    <a:pt x="0" y="30"/>
                    <a:pt x="8" y="42"/>
                  </a:cubicBezTo>
                  <a:cubicBezTo>
                    <a:pt x="128" y="201"/>
                    <a:pt x="270" y="339"/>
                    <a:pt x="435" y="451"/>
                  </a:cubicBezTo>
                  <a:cubicBezTo>
                    <a:pt x="440" y="455"/>
                    <a:pt x="445" y="457"/>
                    <a:pt x="449" y="457"/>
                  </a:cubicBezTo>
                  <a:cubicBezTo>
                    <a:pt x="457" y="457"/>
                    <a:pt x="466" y="453"/>
                    <a:pt x="471" y="444"/>
                  </a:cubicBezTo>
                  <a:cubicBezTo>
                    <a:pt x="479" y="432"/>
                    <a:pt x="476" y="416"/>
                    <a:pt x="464" y="408"/>
                  </a:cubicBezTo>
                  <a:cubicBezTo>
                    <a:pt x="305" y="299"/>
                    <a:pt x="166" y="166"/>
                    <a:pt x="50" y="11"/>
                  </a:cubicBezTo>
                  <a:cubicBezTo>
                    <a:pt x="45" y="4"/>
                    <a:pt x="37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5" name="Google Shape;10065;p32"/>
            <p:cNvSpPr/>
            <p:nvPr/>
          </p:nvSpPr>
          <p:spPr>
            <a:xfrm>
              <a:off x="3546300" y="3608925"/>
              <a:ext cx="47725" cy="85750"/>
            </a:xfrm>
            <a:custGeom>
              <a:avLst/>
              <a:gdLst/>
              <a:ahLst/>
              <a:cxnLst/>
              <a:rect l="l" t="t" r="r" b="b"/>
              <a:pathLst>
                <a:path w="1909" h="3430" extrusionOk="0">
                  <a:moveTo>
                    <a:pt x="31" y="0"/>
                  </a:moveTo>
                  <a:cubicBezTo>
                    <a:pt x="27" y="0"/>
                    <a:pt x="23" y="1"/>
                    <a:pt x="20" y="3"/>
                  </a:cubicBezTo>
                  <a:cubicBezTo>
                    <a:pt x="8" y="8"/>
                    <a:pt x="1" y="23"/>
                    <a:pt x="8" y="37"/>
                  </a:cubicBezTo>
                  <a:cubicBezTo>
                    <a:pt x="527" y="1211"/>
                    <a:pt x="1148" y="2348"/>
                    <a:pt x="1857" y="3419"/>
                  </a:cubicBezTo>
                  <a:cubicBezTo>
                    <a:pt x="1861" y="3425"/>
                    <a:pt x="1871" y="3429"/>
                    <a:pt x="1879" y="3429"/>
                  </a:cubicBezTo>
                  <a:cubicBezTo>
                    <a:pt x="1884" y="3429"/>
                    <a:pt x="1888" y="3428"/>
                    <a:pt x="1892" y="3425"/>
                  </a:cubicBezTo>
                  <a:cubicBezTo>
                    <a:pt x="1904" y="3417"/>
                    <a:pt x="1909" y="3401"/>
                    <a:pt x="1900" y="3389"/>
                  </a:cubicBezTo>
                  <a:cubicBezTo>
                    <a:pt x="1194" y="2322"/>
                    <a:pt x="573" y="1187"/>
                    <a:pt x="55" y="16"/>
                  </a:cubicBezTo>
                  <a:cubicBezTo>
                    <a:pt x="50" y="6"/>
                    <a:pt x="40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6" name="Google Shape;10066;p32"/>
            <p:cNvSpPr/>
            <p:nvPr/>
          </p:nvSpPr>
          <p:spPr>
            <a:xfrm>
              <a:off x="3356675" y="3500250"/>
              <a:ext cx="157450" cy="149675"/>
            </a:xfrm>
            <a:custGeom>
              <a:avLst/>
              <a:gdLst/>
              <a:ahLst/>
              <a:cxnLst/>
              <a:rect l="l" t="t" r="r" b="b"/>
              <a:pathLst>
                <a:path w="6298" h="5987" extrusionOk="0">
                  <a:moveTo>
                    <a:pt x="6297" y="0"/>
                  </a:moveTo>
                  <a:lnTo>
                    <a:pt x="6297" y="0"/>
                  </a:lnTo>
                  <a:cubicBezTo>
                    <a:pt x="5727" y="30"/>
                    <a:pt x="5151" y="78"/>
                    <a:pt x="4606" y="251"/>
                  </a:cubicBezTo>
                  <a:cubicBezTo>
                    <a:pt x="4061" y="422"/>
                    <a:pt x="3542" y="726"/>
                    <a:pt x="3203" y="1186"/>
                  </a:cubicBezTo>
                  <a:cubicBezTo>
                    <a:pt x="2702" y="1862"/>
                    <a:pt x="2653" y="2762"/>
                    <a:pt x="2338" y="3541"/>
                  </a:cubicBezTo>
                  <a:cubicBezTo>
                    <a:pt x="1932" y="4548"/>
                    <a:pt x="1047" y="5352"/>
                    <a:pt x="3" y="5650"/>
                  </a:cubicBezTo>
                  <a:lnTo>
                    <a:pt x="3" y="5650"/>
                  </a:lnTo>
                  <a:cubicBezTo>
                    <a:pt x="2" y="5650"/>
                    <a:pt x="2" y="5650"/>
                    <a:pt x="1" y="5649"/>
                  </a:cubicBezTo>
                  <a:lnTo>
                    <a:pt x="1" y="5651"/>
                  </a:lnTo>
                  <a:cubicBezTo>
                    <a:pt x="2" y="5651"/>
                    <a:pt x="2" y="5650"/>
                    <a:pt x="3" y="5650"/>
                  </a:cubicBezTo>
                  <a:lnTo>
                    <a:pt x="3" y="5650"/>
                  </a:lnTo>
                  <a:cubicBezTo>
                    <a:pt x="551" y="5872"/>
                    <a:pt x="1158" y="5987"/>
                    <a:pt x="1764" y="5987"/>
                  </a:cubicBezTo>
                  <a:cubicBezTo>
                    <a:pt x="2565" y="5987"/>
                    <a:pt x="3365" y="5785"/>
                    <a:pt x="4023" y="5364"/>
                  </a:cubicBezTo>
                  <a:cubicBezTo>
                    <a:pt x="5182" y="4624"/>
                    <a:pt x="5947" y="3306"/>
                    <a:pt x="6015" y="1934"/>
                  </a:cubicBezTo>
                  <a:cubicBezTo>
                    <a:pt x="6047" y="1307"/>
                    <a:pt x="5969" y="536"/>
                    <a:pt x="6297" y="0"/>
                  </a:cubicBezTo>
                  <a:close/>
                </a:path>
              </a:pathLst>
            </a:custGeom>
            <a:solidFill>
              <a:srgbClr val="9DA0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7" name="Google Shape;10067;p32"/>
            <p:cNvSpPr/>
            <p:nvPr/>
          </p:nvSpPr>
          <p:spPr>
            <a:xfrm>
              <a:off x="3355375" y="3498975"/>
              <a:ext cx="160075" cy="152275"/>
            </a:xfrm>
            <a:custGeom>
              <a:avLst/>
              <a:gdLst/>
              <a:ahLst/>
              <a:cxnLst/>
              <a:rect l="l" t="t" r="r" b="b"/>
              <a:pathLst>
                <a:path w="6403" h="6091" extrusionOk="0">
                  <a:moveTo>
                    <a:pt x="6258" y="108"/>
                  </a:moveTo>
                  <a:cubicBezTo>
                    <a:pt x="6038" y="529"/>
                    <a:pt x="6032" y="1058"/>
                    <a:pt x="6025" y="1569"/>
                  </a:cubicBezTo>
                  <a:cubicBezTo>
                    <a:pt x="6023" y="1713"/>
                    <a:pt x="6022" y="1850"/>
                    <a:pt x="6015" y="1983"/>
                  </a:cubicBezTo>
                  <a:cubicBezTo>
                    <a:pt x="5948" y="3341"/>
                    <a:pt x="5193" y="4639"/>
                    <a:pt x="4049" y="5372"/>
                  </a:cubicBezTo>
                  <a:cubicBezTo>
                    <a:pt x="3412" y="5779"/>
                    <a:pt x="2620" y="5987"/>
                    <a:pt x="1811" y="5987"/>
                  </a:cubicBezTo>
                  <a:cubicBezTo>
                    <a:pt x="1272" y="5987"/>
                    <a:pt x="725" y="5895"/>
                    <a:pt x="212" y="5707"/>
                  </a:cubicBezTo>
                  <a:cubicBezTo>
                    <a:pt x="1200" y="5378"/>
                    <a:pt x="2044" y="4587"/>
                    <a:pt x="2438" y="3613"/>
                  </a:cubicBezTo>
                  <a:cubicBezTo>
                    <a:pt x="2555" y="3322"/>
                    <a:pt x="2636" y="3014"/>
                    <a:pt x="2715" y="2714"/>
                  </a:cubicBezTo>
                  <a:cubicBezTo>
                    <a:pt x="2849" y="2209"/>
                    <a:pt x="2986" y="1687"/>
                    <a:pt x="3297" y="1268"/>
                  </a:cubicBezTo>
                  <a:cubicBezTo>
                    <a:pt x="3681" y="747"/>
                    <a:pt x="4257" y="482"/>
                    <a:pt x="4673" y="350"/>
                  </a:cubicBezTo>
                  <a:cubicBezTo>
                    <a:pt x="5157" y="198"/>
                    <a:pt x="5660" y="142"/>
                    <a:pt x="6258" y="108"/>
                  </a:cubicBezTo>
                  <a:close/>
                  <a:moveTo>
                    <a:pt x="6350" y="0"/>
                  </a:moveTo>
                  <a:cubicBezTo>
                    <a:pt x="6349" y="0"/>
                    <a:pt x="6348" y="0"/>
                    <a:pt x="6346" y="0"/>
                  </a:cubicBezTo>
                  <a:cubicBezTo>
                    <a:pt x="5699" y="33"/>
                    <a:pt x="5162" y="88"/>
                    <a:pt x="4642" y="252"/>
                  </a:cubicBezTo>
                  <a:cubicBezTo>
                    <a:pt x="4211" y="388"/>
                    <a:pt x="3614" y="662"/>
                    <a:pt x="3213" y="1206"/>
                  </a:cubicBezTo>
                  <a:cubicBezTo>
                    <a:pt x="2890" y="1642"/>
                    <a:pt x="2750" y="2173"/>
                    <a:pt x="2614" y="2687"/>
                  </a:cubicBezTo>
                  <a:cubicBezTo>
                    <a:pt x="2536" y="2984"/>
                    <a:pt x="2456" y="3290"/>
                    <a:pt x="2341" y="3574"/>
                  </a:cubicBezTo>
                  <a:cubicBezTo>
                    <a:pt x="1940" y="4566"/>
                    <a:pt x="1058" y="5363"/>
                    <a:pt x="38" y="5652"/>
                  </a:cubicBezTo>
                  <a:cubicBezTo>
                    <a:pt x="18" y="5657"/>
                    <a:pt x="2" y="5676"/>
                    <a:pt x="0" y="5699"/>
                  </a:cubicBezTo>
                  <a:cubicBezTo>
                    <a:pt x="0" y="5721"/>
                    <a:pt x="13" y="5741"/>
                    <a:pt x="33" y="5749"/>
                  </a:cubicBezTo>
                  <a:cubicBezTo>
                    <a:pt x="599" y="5978"/>
                    <a:pt x="1210" y="6091"/>
                    <a:pt x="1810" y="6091"/>
                  </a:cubicBezTo>
                  <a:cubicBezTo>
                    <a:pt x="2639" y="6091"/>
                    <a:pt x="3450" y="5877"/>
                    <a:pt x="4104" y="5458"/>
                  </a:cubicBezTo>
                  <a:cubicBezTo>
                    <a:pt x="5277" y="4709"/>
                    <a:pt x="6049" y="3378"/>
                    <a:pt x="6118" y="1987"/>
                  </a:cubicBezTo>
                  <a:cubicBezTo>
                    <a:pt x="6124" y="1853"/>
                    <a:pt x="6127" y="1716"/>
                    <a:pt x="6128" y="1570"/>
                  </a:cubicBezTo>
                  <a:cubicBezTo>
                    <a:pt x="6135" y="1038"/>
                    <a:pt x="6142" y="489"/>
                    <a:pt x="6393" y="78"/>
                  </a:cubicBezTo>
                  <a:cubicBezTo>
                    <a:pt x="6403" y="62"/>
                    <a:pt x="6403" y="42"/>
                    <a:pt x="6393" y="26"/>
                  </a:cubicBezTo>
                  <a:cubicBezTo>
                    <a:pt x="6385" y="10"/>
                    <a:pt x="6368" y="0"/>
                    <a:pt x="635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8" name="Google Shape;10068;p32"/>
            <p:cNvSpPr/>
            <p:nvPr/>
          </p:nvSpPr>
          <p:spPr>
            <a:xfrm>
              <a:off x="3357825" y="3499600"/>
              <a:ext cx="157025" cy="142175"/>
            </a:xfrm>
            <a:custGeom>
              <a:avLst/>
              <a:gdLst/>
              <a:ahLst/>
              <a:cxnLst/>
              <a:rect l="l" t="t" r="r" b="b"/>
              <a:pathLst>
                <a:path w="6281" h="5687" extrusionOk="0">
                  <a:moveTo>
                    <a:pt x="6251" y="1"/>
                  </a:moveTo>
                  <a:cubicBezTo>
                    <a:pt x="6247" y="1"/>
                    <a:pt x="6242" y="2"/>
                    <a:pt x="6238" y="5"/>
                  </a:cubicBezTo>
                  <a:cubicBezTo>
                    <a:pt x="5366" y="530"/>
                    <a:pt x="4847" y="1361"/>
                    <a:pt x="4346" y="2238"/>
                  </a:cubicBezTo>
                  <a:cubicBezTo>
                    <a:pt x="4300" y="2322"/>
                    <a:pt x="4253" y="2404"/>
                    <a:pt x="4206" y="2487"/>
                  </a:cubicBezTo>
                  <a:cubicBezTo>
                    <a:pt x="3762" y="3273"/>
                    <a:pt x="3303" y="4085"/>
                    <a:pt x="2620" y="4679"/>
                  </a:cubicBezTo>
                  <a:cubicBezTo>
                    <a:pt x="1918" y="5287"/>
                    <a:pt x="984" y="5634"/>
                    <a:pt x="54" y="5634"/>
                  </a:cubicBezTo>
                  <a:lnTo>
                    <a:pt x="28" y="5634"/>
                  </a:lnTo>
                  <a:cubicBezTo>
                    <a:pt x="13" y="5634"/>
                    <a:pt x="1" y="5646"/>
                    <a:pt x="1" y="5661"/>
                  </a:cubicBezTo>
                  <a:cubicBezTo>
                    <a:pt x="1" y="5674"/>
                    <a:pt x="13" y="5686"/>
                    <a:pt x="28" y="5686"/>
                  </a:cubicBezTo>
                  <a:lnTo>
                    <a:pt x="54" y="5686"/>
                  </a:lnTo>
                  <a:cubicBezTo>
                    <a:pt x="996" y="5686"/>
                    <a:pt x="1942" y="5334"/>
                    <a:pt x="2654" y="4718"/>
                  </a:cubicBezTo>
                  <a:cubicBezTo>
                    <a:pt x="3345" y="4119"/>
                    <a:pt x="3805" y="3302"/>
                    <a:pt x="4251" y="2513"/>
                  </a:cubicBezTo>
                  <a:cubicBezTo>
                    <a:pt x="4298" y="2429"/>
                    <a:pt x="4345" y="2347"/>
                    <a:pt x="4392" y="2264"/>
                  </a:cubicBezTo>
                  <a:cubicBezTo>
                    <a:pt x="4887" y="1393"/>
                    <a:pt x="5403" y="567"/>
                    <a:pt x="6264" y="49"/>
                  </a:cubicBezTo>
                  <a:cubicBezTo>
                    <a:pt x="6277" y="41"/>
                    <a:pt x="6281" y="25"/>
                    <a:pt x="6274" y="13"/>
                  </a:cubicBezTo>
                  <a:cubicBezTo>
                    <a:pt x="6269" y="5"/>
                    <a:pt x="6260" y="1"/>
                    <a:pt x="625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9" name="Google Shape;10069;p32"/>
            <p:cNvSpPr/>
            <p:nvPr/>
          </p:nvSpPr>
          <p:spPr>
            <a:xfrm>
              <a:off x="3468625" y="3532850"/>
              <a:ext cx="13950" cy="93825"/>
            </a:xfrm>
            <a:custGeom>
              <a:avLst/>
              <a:gdLst/>
              <a:ahLst/>
              <a:cxnLst/>
              <a:rect l="l" t="t" r="r" b="b"/>
              <a:pathLst>
                <a:path w="558" h="3753" extrusionOk="0">
                  <a:moveTo>
                    <a:pt x="507" y="0"/>
                  </a:moveTo>
                  <a:cubicBezTo>
                    <a:pt x="493" y="0"/>
                    <a:pt x="482" y="12"/>
                    <a:pt x="482" y="26"/>
                  </a:cubicBezTo>
                  <a:cubicBezTo>
                    <a:pt x="505" y="1275"/>
                    <a:pt x="345" y="2519"/>
                    <a:pt x="4" y="3720"/>
                  </a:cubicBezTo>
                  <a:cubicBezTo>
                    <a:pt x="0" y="3733"/>
                    <a:pt x="8" y="3748"/>
                    <a:pt x="22" y="3752"/>
                  </a:cubicBezTo>
                  <a:lnTo>
                    <a:pt x="28" y="3752"/>
                  </a:lnTo>
                  <a:cubicBezTo>
                    <a:pt x="41" y="3752"/>
                    <a:pt x="50" y="3745"/>
                    <a:pt x="54" y="3733"/>
                  </a:cubicBezTo>
                  <a:cubicBezTo>
                    <a:pt x="396" y="2527"/>
                    <a:pt x="557" y="1279"/>
                    <a:pt x="534" y="26"/>
                  </a:cubicBezTo>
                  <a:cubicBezTo>
                    <a:pt x="534" y="11"/>
                    <a:pt x="522" y="0"/>
                    <a:pt x="50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0" name="Google Shape;10070;p32"/>
            <p:cNvSpPr/>
            <p:nvPr/>
          </p:nvSpPr>
          <p:spPr>
            <a:xfrm>
              <a:off x="3431475" y="3587925"/>
              <a:ext cx="17525" cy="58075"/>
            </a:xfrm>
            <a:custGeom>
              <a:avLst/>
              <a:gdLst/>
              <a:ahLst/>
              <a:cxnLst/>
              <a:rect l="l" t="t" r="r" b="b"/>
              <a:pathLst>
                <a:path w="701" h="2323" extrusionOk="0">
                  <a:moveTo>
                    <a:pt x="673" y="0"/>
                  </a:moveTo>
                  <a:cubicBezTo>
                    <a:pt x="660" y="0"/>
                    <a:pt x="650" y="9"/>
                    <a:pt x="648" y="21"/>
                  </a:cubicBezTo>
                  <a:cubicBezTo>
                    <a:pt x="493" y="790"/>
                    <a:pt x="277" y="1553"/>
                    <a:pt x="6" y="2288"/>
                  </a:cubicBezTo>
                  <a:cubicBezTo>
                    <a:pt x="1" y="2301"/>
                    <a:pt x="8" y="2316"/>
                    <a:pt x="21" y="2321"/>
                  </a:cubicBezTo>
                  <a:cubicBezTo>
                    <a:pt x="24" y="2323"/>
                    <a:pt x="28" y="2323"/>
                    <a:pt x="31" y="2323"/>
                  </a:cubicBezTo>
                  <a:cubicBezTo>
                    <a:pt x="41" y="2323"/>
                    <a:pt x="51" y="2316"/>
                    <a:pt x="55" y="2305"/>
                  </a:cubicBezTo>
                  <a:cubicBezTo>
                    <a:pt x="327" y="1568"/>
                    <a:pt x="543" y="803"/>
                    <a:pt x="698" y="32"/>
                  </a:cubicBezTo>
                  <a:cubicBezTo>
                    <a:pt x="701" y="17"/>
                    <a:pt x="692" y="3"/>
                    <a:pt x="678" y="1"/>
                  </a:cubicBezTo>
                  <a:cubicBezTo>
                    <a:pt x="676" y="0"/>
                    <a:pt x="674" y="0"/>
                    <a:pt x="67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1" name="Google Shape;10071;p32"/>
            <p:cNvSpPr/>
            <p:nvPr/>
          </p:nvSpPr>
          <p:spPr>
            <a:xfrm>
              <a:off x="3446550" y="3514325"/>
              <a:ext cx="49475" cy="5425"/>
            </a:xfrm>
            <a:custGeom>
              <a:avLst/>
              <a:gdLst/>
              <a:ahLst/>
              <a:cxnLst/>
              <a:rect l="l" t="t" r="r" b="b"/>
              <a:pathLst>
                <a:path w="1979" h="217" extrusionOk="0">
                  <a:moveTo>
                    <a:pt x="1441" y="0"/>
                  </a:moveTo>
                  <a:cubicBezTo>
                    <a:pt x="964" y="0"/>
                    <a:pt x="489" y="55"/>
                    <a:pt x="24" y="165"/>
                  </a:cubicBezTo>
                  <a:cubicBezTo>
                    <a:pt x="10" y="169"/>
                    <a:pt x="1" y="183"/>
                    <a:pt x="5" y="196"/>
                  </a:cubicBezTo>
                  <a:cubicBezTo>
                    <a:pt x="7" y="208"/>
                    <a:pt x="18" y="216"/>
                    <a:pt x="29" y="216"/>
                  </a:cubicBezTo>
                  <a:lnTo>
                    <a:pt x="36" y="216"/>
                  </a:lnTo>
                  <a:cubicBezTo>
                    <a:pt x="497" y="106"/>
                    <a:pt x="968" y="51"/>
                    <a:pt x="1441" y="51"/>
                  </a:cubicBezTo>
                  <a:cubicBezTo>
                    <a:pt x="1610" y="51"/>
                    <a:pt x="1779" y="58"/>
                    <a:pt x="1949" y="72"/>
                  </a:cubicBezTo>
                  <a:cubicBezTo>
                    <a:pt x="1950" y="73"/>
                    <a:pt x="1951" y="73"/>
                    <a:pt x="1953" y="73"/>
                  </a:cubicBezTo>
                  <a:cubicBezTo>
                    <a:pt x="1966" y="73"/>
                    <a:pt x="1976" y="62"/>
                    <a:pt x="1977" y="50"/>
                  </a:cubicBezTo>
                  <a:cubicBezTo>
                    <a:pt x="1978" y="35"/>
                    <a:pt x="1967" y="23"/>
                    <a:pt x="1953" y="21"/>
                  </a:cubicBezTo>
                  <a:cubicBezTo>
                    <a:pt x="1782" y="7"/>
                    <a:pt x="1611" y="0"/>
                    <a:pt x="144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2" name="Google Shape;10072;p32"/>
            <p:cNvSpPr/>
            <p:nvPr/>
          </p:nvSpPr>
          <p:spPr>
            <a:xfrm>
              <a:off x="3421000" y="3555775"/>
              <a:ext cx="45900" cy="14225"/>
            </a:xfrm>
            <a:custGeom>
              <a:avLst/>
              <a:gdLst/>
              <a:ahLst/>
              <a:cxnLst/>
              <a:rect l="l" t="t" r="r" b="b"/>
              <a:pathLst>
                <a:path w="1836" h="569" extrusionOk="0">
                  <a:moveTo>
                    <a:pt x="1808" y="0"/>
                  </a:moveTo>
                  <a:cubicBezTo>
                    <a:pt x="1807" y="0"/>
                    <a:pt x="1806" y="0"/>
                    <a:pt x="1804" y="1"/>
                  </a:cubicBezTo>
                  <a:cubicBezTo>
                    <a:pt x="1185" y="81"/>
                    <a:pt x="585" y="256"/>
                    <a:pt x="19" y="520"/>
                  </a:cubicBezTo>
                  <a:cubicBezTo>
                    <a:pt x="7" y="525"/>
                    <a:pt x="0" y="541"/>
                    <a:pt x="7" y="554"/>
                  </a:cubicBezTo>
                  <a:cubicBezTo>
                    <a:pt x="11" y="563"/>
                    <a:pt x="20" y="568"/>
                    <a:pt x="30" y="568"/>
                  </a:cubicBezTo>
                  <a:cubicBezTo>
                    <a:pt x="34" y="568"/>
                    <a:pt x="38" y="568"/>
                    <a:pt x="42" y="567"/>
                  </a:cubicBezTo>
                  <a:cubicBezTo>
                    <a:pt x="603" y="306"/>
                    <a:pt x="1198" y="132"/>
                    <a:pt x="1811" y="52"/>
                  </a:cubicBezTo>
                  <a:cubicBezTo>
                    <a:pt x="1826" y="50"/>
                    <a:pt x="1835" y="37"/>
                    <a:pt x="1834" y="22"/>
                  </a:cubicBezTo>
                  <a:cubicBezTo>
                    <a:pt x="1831" y="10"/>
                    <a:pt x="1820" y="0"/>
                    <a:pt x="180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3" name="Google Shape;10073;p32"/>
            <p:cNvSpPr/>
            <p:nvPr/>
          </p:nvSpPr>
          <p:spPr>
            <a:xfrm>
              <a:off x="3436825" y="3549075"/>
              <a:ext cx="34350" cy="6450"/>
            </a:xfrm>
            <a:custGeom>
              <a:avLst/>
              <a:gdLst/>
              <a:ahLst/>
              <a:cxnLst/>
              <a:rect l="l" t="t" r="r" b="b"/>
              <a:pathLst>
                <a:path w="1374" h="258" extrusionOk="0">
                  <a:moveTo>
                    <a:pt x="1346" y="1"/>
                  </a:moveTo>
                  <a:cubicBezTo>
                    <a:pt x="900" y="20"/>
                    <a:pt x="454" y="88"/>
                    <a:pt x="24" y="207"/>
                  </a:cubicBezTo>
                  <a:cubicBezTo>
                    <a:pt x="9" y="211"/>
                    <a:pt x="1" y="226"/>
                    <a:pt x="5" y="239"/>
                  </a:cubicBezTo>
                  <a:cubicBezTo>
                    <a:pt x="9" y="251"/>
                    <a:pt x="18" y="258"/>
                    <a:pt x="30" y="258"/>
                  </a:cubicBezTo>
                  <a:lnTo>
                    <a:pt x="37" y="258"/>
                  </a:lnTo>
                  <a:cubicBezTo>
                    <a:pt x="464" y="139"/>
                    <a:pt x="905" y="71"/>
                    <a:pt x="1348" y="53"/>
                  </a:cubicBezTo>
                  <a:cubicBezTo>
                    <a:pt x="1362" y="52"/>
                    <a:pt x="1373" y="40"/>
                    <a:pt x="1373" y="26"/>
                  </a:cubicBezTo>
                  <a:cubicBezTo>
                    <a:pt x="1372" y="12"/>
                    <a:pt x="1362" y="2"/>
                    <a:pt x="134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4" name="Google Shape;10074;p32"/>
            <p:cNvSpPr/>
            <p:nvPr/>
          </p:nvSpPr>
          <p:spPr>
            <a:xfrm>
              <a:off x="3423575" y="3555300"/>
              <a:ext cx="10625" cy="4800"/>
            </a:xfrm>
            <a:custGeom>
              <a:avLst/>
              <a:gdLst/>
              <a:ahLst/>
              <a:cxnLst/>
              <a:rect l="l" t="t" r="r" b="b"/>
              <a:pathLst>
                <a:path w="425" h="192" extrusionOk="0">
                  <a:moveTo>
                    <a:pt x="396" y="0"/>
                  </a:moveTo>
                  <a:cubicBezTo>
                    <a:pt x="393" y="0"/>
                    <a:pt x="390" y="1"/>
                    <a:pt x="387" y="2"/>
                  </a:cubicBezTo>
                  <a:lnTo>
                    <a:pt x="21" y="141"/>
                  </a:lnTo>
                  <a:cubicBezTo>
                    <a:pt x="8" y="146"/>
                    <a:pt x="1" y="161"/>
                    <a:pt x="6" y="174"/>
                  </a:cubicBezTo>
                  <a:cubicBezTo>
                    <a:pt x="10" y="185"/>
                    <a:pt x="20" y="192"/>
                    <a:pt x="30" y="192"/>
                  </a:cubicBezTo>
                  <a:cubicBezTo>
                    <a:pt x="33" y="192"/>
                    <a:pt x="36" y="190"/>
                    <a:pt x="40" y="189"/>
                  </a:cubicBezTo>
                  <a:lnTo>
                    <a:pt x="404" y="51"/>
                  </a:lnTo>
                  <a:cubicBezTo>
                    <a:pt x="418" y="45"/>
                    <a:pt x="425" y="30"/>
                    <a:pt x="419" y="17"/>
                  </a:cubicBezTo>
                  <a:cubicBezTo>
                    <a:pt x="416" y="7"/>
                    <a:pt x="406" y="0"/>
                    <a:pt x="39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5" name="Google Shape;10075;p32"/>
            <p:cNvSpPr/>
            <p:nvPr/>
          </p:nvSpPr>
          <p:spPr>
            <a:xfrm>
              <a:off x="3432550" y="3545450"/>
              <a:ext cx="15175" cy="5700"/>
            </a:xfrm>
            <a:custGeom>
              <a:avLst/>
              <a:gdLst/>
              <a:ahLst/>
              <a:cxnLst/>
              <a:rect l="l" t="t" r="r" b="b"/>
              <a:pathLst>
                <a:path w="607" h="228" extrusionOk="0">
                  <a:moveTo>
                    <a:pt x="577" y="1"/>
                  </a:moveTo>
                  <a:cubicBezTo>
                    <a:pt x="574" y="1"/>
                    <a:pt x="571" y="1"/>
                    <a:pt x="569" y="2"/>
                  </a:cubicBezTo>
                  <a:lnTo>
                    <a:pt x="23" y="177"/>
                  </a:lnTo>
                  <a:cubicBezTo>
                    <a:pt x="8" y="182"/>
                    <a:pt x="1" y="196"/>
                    <a:pt x="5" y="210"/>
                  </a:cubicBezTo>
                  <a:cubicBezTo>
                    <a:pt x="9" y="221"/>
                    <a:pt x="18" y="228"/>
                    <a:pt x="29" y="228"/>
                  </a:cubicBezTo>
                  <a:cubicBezTo>
                    <a:pt x="32" y="228"/>
                    <a:pt x="35" y="228"/>
                    <a:pt x="37" y="227"/>
                  </a:cubicBezTo>
                  <a:lnTo>
                    <a:pt x="585" y="52"/>
                  </a:lnTo>
                  <a:cubicBezTo>
                    <a:pt x="598" y="48"/>
                    <a:pt x="606" y="33"/>
                    <a:pt x="601" y="19"/>
                  </a:cubicBezTo>
                  <a:cubicBezTo>
                    <a:pt x="598" y="7"/>
                    <a:pt x="587" y="1"/>
                    <a:pt x="57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6" name="Google Shape;10076;p32"/>
            <p:cNvSpPr/>
            <p:nvPr/>
          </p:nvSpPr>
          <p:spPr>
            <a:xfrm>
              <a:off x="3461275" y="3525175"/>
              <a:ext cx="25600" cy="2050"/>
            </a:xfrm>
            <a:custGeom>
              <a:avLst/>
              <a:gdLst/>
              <a:ahLst/>
              <a:cxnLst/>
              <a:rect l="l" t="t" r="r" b="b"/>
              <a:pathLst>
                <a:path w="1024" h="82" extrusionOk="0">
                  <a:moveTo>
                    <a:pt x="636" y="1"/>
                  </a:moveTo>
                  <a:cubicBezTo>
                    <a:pt x="432" y="1"/>
                    <a:pt x="228" y="11"/>
                    <a:pt x="25" y="30"/>
                  </a:cubicBezTo>
                  <a:cubicBezTo>
                    <a:pt x="12" y="31"/>
                    <a:pt x="1" y="43"/>
                    <a:pt x="2" y="58"/>
                  </a:cubicBezTo>
                  <a:cubicBezTo>
                    <a:pt x="4" y="72"/>
                    <a:pt x="14" y="81"/>
                    <a:pt x="28" y="81"/>
                  </a:cubicBezTo>
                  <a:lnTo>
                    <a:pt x="30" y="81"/>
                  </a:lnTo>
                  <a:cubicBezTo>
                    <a:pt x="234" y="62"/>
                    <a:pt x="439" y="53"/>
                    <a:pt x="643" y="53"/>
                  </a:cubicBezTo>
                  <a:cubicBezTo>
                    <a:pt x="761" y="53"/>
                    <a:pt x="878" y="56"/>
                    <a:pt x="995" y="62"/>
                  </a:cubicBezTo>
                  <a:cubicBezTo>
                    <a:pt x="1006" y="62"/>
                    <a:pt x="1022" y="53"/>
                    <a:pt x="1022" y="38"/>
                  </a:cubicBezTo>
                  <a:cubicBezTo>
                    <a:pt x="1023" y="23"/>
                    <a:pt x="1013" y="11"/>
                    <a:pt x="998" y="11"/>
                  </a:cubicBezTo>
                  <a:cubicBezTo>
                    <a:pt x="878" y="4"/>
                    <a:pt x="757" y="1"/>
                    <a:pt x="63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7" name="Google Shape;10077;p32"/>
            <p:cNvSpPr/>
            <p:nvPr/>
          </p:nvSpPr>
          <p:spPr>
            <a:xfrm>
              <a:off x="3451575" y="3526000"/>
              <a:ext cx="7775" cy="2525"/>
            </a:xfrm>
            <a:custGeom>
              <a:avLst/>
              <a:gdLst/>
              <a:ahLst/>
              <a:cxnLst/>
              <a:rect l="l" t="t" r="r" b="b"/>
              <a:pathLst>
                <a:path w="311" h="101" extrusionOk="0">
                  <a:moveTo>
                    <a:pt x="282" y="1"/>
                  </a:moveTo>
                  <a:cubicBezTo>
                    <a:pt x="281" y="1"/>
                    <a:pt x="279" y="1"/>
                    <a:pt x="277" y="1"/>
                  </a:cubicBezTo>
                  <a:lnTo>
                    <a:pt x="23" y="49"/>
                  </a:lnTo>
                  <a:cubicBezTo>
                    <a:pt x="8" y="52"/>
                    <a:pt x="0" y="66"/>
                    <a:pt x="3" y="79"/>
                  </a:cubicBezTo>
                  <a:cubicBezTo>
                    <a:pt x="4" y="91"/>
                    <a:pt x="15" y="101"/>
                    <a:pt x="28" y="101"/>
                  </a:cubicBezTo>
                  <a:cubicBezTo>
                    <a:pt x="30" y="101"/>
                    <a:pt x="31" y="101"/>
                    <a:pt x="32" y="99"/>
                  </a:cubicBezTo>
                  <a:lnTo>
                    <a:pt x="287" y="52"/>
                  </a:lnTo>
                  <a:cubicBezTo>
                    <a:pt x="301" y="49"/>
                    <a:pt x="311" y="36"/>
                    <a:pt x="308" y="21"/>
                  </a:cubicBezTo>
                  <a:cubicBezTo>
                    <a:pt x="306" y="9"/>
                    <a:pt x="295" y="1"/>
                    <a:pt x="28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8" name="Google Shape;10078;p32"/>
            <p:cNvSpPr/>
            <p:nvPr/>
          </p:nvSpPr>
          <p:spPr>
            <a:xfrm>
              <a:off x="3478700" y="3569300"/>
              <a:ext cx="10900" cy="46900"/>
            </a:xfrm>
            <a:custGeom>
              <a:avLst/>
              <a:gdLst/>
              <a:ahLst/>
              <a:cxnLst/>
              <a:rect l="l" t="t" r="r" b="b"/>
              <a:pathLst>
                <a:path w="436" h="1876" extrusionOk="0">
                  <a:moveTo>
                    <a:pt x="406" y="0"/>
                  </a:moveTo>
                  <a:cubicBezTo>
                    <a:pt x="394" y="0"/>
                    <a:pt x="383" y="11"/>
                    <a:pt x="381" y="23"/>
                  </a:cubicBezTo>
                  <a:cubicBezTo>
                    <a:pt x="321" y="641"/>
                    <a:pt x="194" y="1253"/>
                    <a:pt x="6" y="1842"/>
                  </a:cubicBezTo>
                  <a:cubicBezTo>
                    <a:pt x="1" y="1856"/>
                    <a:pt x="9" y="1870"/>
                    <a:pt x="22" y="1876"/>
                  </a:cubicBezTo>
                  <a:lnTo>
                    <a:pt x="30" y="1876"/>
                  </a:lnTo>
                  <a:cubicBezTo>
                    <a:pt x="41" y="1876"/>
                    <a:pt x="52" y="1869"/>
                    <a:pt x="55" y="1858"/>
                  </a:cubicBezTo>
                  <a:cubicBezTo>
                    <a:pt x="246" y="1265"/>
                    <a:pt x="372" y="649"/>
                    <a:pt x="434" y="29"/>
                  </a:cubicBezTo>
                  <a:cubicBezTo>
                    <a:pt x="435" y="14"/>
                    <a:pt x="425" y="2"/>
                    <a:pt x="410" y="0"/>
                  </a:cubicBezTo>
                  <a:cubicBezTo>
                    <a:pt x="408" y="0"/>
                    <a:pt x="407" y="0"/>
                    <a:pt x="40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9" name="Google Shape;10079;p32"/>
            <p:cNvSpPr/>
            <p:nvPr/>
          </p:nvSpPr>
          <p:spPr>
            <a:xfrm>
              <a:off x="3493775" y="3556625"/>
              <a:ext cx="1875" cy="13325"/>
            </a:xfrm>
            <a:custGeom>
              <a:avLst/>
              <a:gdLst/>
              <a:ahLst/>
              <a:cxnLst/>
              <a:rect l="l" t="t" r="r" b="b"/>
              <a:pathLst>
                <a:path w="75" h="533" extrusionOk="0">
                  <a:moveTo>
                    <a:pt x="50" y="0"/>
                  </a:moveTo>
                  <a:cubicBezTo>
                    <a:pt x="38" y="2"/>
                    <a:pt x="23" y="10"/>
                    <a:pt x="22" y="24"/>
                  </a:cubicBezTo>
                  <a:lnTo>
                    <a:pt x="0" y="506"/>
                  </a:lnTo>
                  <a:cubicBezTo>
                    <a:pt x="0" y="521"/>
                    <a:pt x="11" y="533"/>
                    <a:pt x="26" y="533"/>
                  </a:cubicBezTo>
                  <a:lnTo>
                    <a:pt x="27" y="533"/>
                  </a:lnTo>
                  <a:cubicBezTo>
                    <a:pt x="41" y="533"/>
                    <a:pt x="52" y="522"/>
                    <a:pt x="53" y="509"/>
                  </a:cubicBezTo>
                  <a:lnTo>
                    <a:pt x="74" y="27"/>
                  </a:lnTo>
                  <a:cubicBezTo>
                    <a:pt x="74" y="12"/>
                    <a:pt x="64" y="0"/>
                    <a:pt x="5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0" name="Google Shape;10080;p32"/>
            <p:cNvSpPr/>
            <p:nvPr/>
          </p:nvSpPr>
          <p:spPr>
            <a:xfrm>
              <a:off x="3498975" y="3523175"/>
              <a:ext cx="1875" cy="20425"/>
            </a:xfrm>
            <a:custGeom>
              <a:avLst/>
              <a:gdLst/>
              <a:ahLst/>
              <a:cxnLst/>
              <a:rect l="l" t="t" r="r" b="b"/>
              <a:pathLst>
                <a:path w="75" h="817" extrusionOk="0">
                  <a:moveTo>
                    <a:pt x="31" y="0"/>
                  </a:moveTo>
                  <a:cubicBezTo>
                    <a:pt x="29" y="0"/>
                    <a:pt x="27" y="0"/>
                    <a:pt x="25" y="1"/>
                  </a:cubicBezTo>
                  <a:cubicBezTo>
                    <a:pt x="12" y="2"/>
                    <a:pt x="1" y="14"/>
                    <a:pt x="1" y="29"/>
                  </a:cubicBezTo>
                  <a:cubicBezTo>
                    <a:pt x="21" y="281"/>
                    <a:pt x="23" y="536"/>
                    <a:pt x="8" y="789"/>
                  </a:cubicBezTo>
                  <a:cubicBezTo>
                    <a:pt x="8" y="803"/>
                    <a:pt x="18" y="815"/>
                    <a:pt x="32" y="816"/>
                  </a:cubicBezTo>
                  <a:lnTo>
                    <a:pt x="35" y="816"/>
                  </a:lnTo>
                  <a:cubicBezTo>
                    <a:pt x="48" y="816"/>
                    <a:pt x="59" y="805"/>
                    <a:pt x="60" y="792"/>
                  </a:cubicBezTo>
                  <a:cubicBezTo>
                    <a:pt x="75" y="536"/>
                    <a:pt x="72" y="278"/>
                    <a:pt x="53" y="25"/>
                  </a:cubicBezTo>
                  <a:cubicBezTo>
                    <a:pt x="52" y="12"/>
                    <a:pt x="43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1" name="Google Shape;10081;p32"/>
            <p:cNvSpPr/>
            <p:nvPr/>
          </p:nvSpPr>
          <p:spPr>
            <a:xfrm>
              <a:off x="3498250" y="3547650"/>
              <a:ext cx="2350" cy="14575"/>
            </a:xfrm>
            <a:custGeom>
              <a:avLst/>
              <a:gdLst/>
              <a:ahLst/>
              <a:cxnLst/>
              <a:rect l="l" t="t" r="r" b="b"/>
              <a:pathLst>
                <a:path w="94" h="583" extrusionOk="0">
                  <a:moveTo>
                    <a:pt x="64" y="1"/>
                  </a:moveTo>
                  <a:cubicBezTo>
                    <a:pt x="50" y="1"/>
                    <a:pt x="42" y="12"/>
                    <a:pt x="41" y="26"/>
                  </a:cubicBezTo>
                  <a:lnTo>
                    <a:pt x="2" y="554"/>
                  </a:lnTo>
                  <a:cubicBezTo>
                    <a:pt x="0" y="569"/>
                    <a:pt x="11" y="581"/>
                    <a:pt x="26" y="583"/>
                  </a:cubicBezTo>
                  <a:lnTo>
                    <a:pt x="29" y="583"/>
                  </a:lnTo>
                  <a:cubicBezTo>
                    <a:pt x="42" y="583"/>
                    <a:pt x="53" y="572"/>
                    <a:pt x="54" y="558"/>
                  </a:cubicBezTo>
                  <a:lnTo>
                    <a:pt x="93" y="28"/>
                  </a:lnTo>
                  <a:cubicBezTo>
                    <a:pt x="93" y="15"/>
                    <a:pt x="82" y="3"/>
                    <a:pt x="69" y="1"/>
                  </a:cubicBezTo>
                  <a:cubicBezTo>
                    <a:pt x="67" y="1"/>
                    <a:pt x="66" y="1"/>
                    <a:pt x="6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2" name="Google Shape;10082;p32"/>
            <p:cNvSpPr/>
            <p:nvPr/>
          </p:nvSpPr>
          <p:spPr>
            <a:xfrm>
              <a:off x="3460400" y="3585450"/>
              <a:ext cx="11175" cy="46325"/>
            </a:xfrm>
            <a:custGeom>
              <a:avLst/>
              <a:gdLst/>
              <a:ahLst/>
              <a:cxnLst/>
              <a:rect l="l" t="t" r="r" b="b"/>
              <a:pathLst>
                <a:path w="447" h="1853" extrusionOk="0">
                  <a:moveTo>
                    <a:pt x="420" y="0"/>
                  </a:moveTo>
                  <a:cubicBezTo>
                    <a:pt x="406" y="0"/>
                    <a:pt x="395" y="9"/>
                    <a:pt x="394" y="23"/>
                  </a:cubicBezTo>
                  <a:cubicBezTo>
                    <a:pt x="316" y="630"/>
                    <a:pt x="185" y="1234"/>
                    <a:pt x="5" y="1819"/>
                  </a:cubicBezTo>
                  <a:cubicBezTo>
                    <a:pt x="1" y="1832"/>
                    <a:pt x="9" y="1847"/>
                    <a:pt x="22" y="1851"/>
                  </a:cubicBezTo>
                  <a:cubicBezTo>
                    <a:pt x="25" y="1853"/>
                    <a:pt x="28" y="1853"/>
                    <a:pt x="31" y="1853"/>
                  </a:cubicBezTo>
                  <a:cubicBezTo>
                    <a:pt x="41" y="1853"/>
                    <a:pt x="52" y="1846"/>
                    <a:pt x="55" y="1834"/>
                  </a:cubicBezTo>
                  <a:cubicBezTo>
                    <a:pt x="236" y="1247"/>
                    <a:pt x="367" y="639"/>
                    <a:pt x="445" y="30"/>
                  </a:cubicBezTo>
                  <a:cubicBezTo>
                    <a:pt x="446" y="15"/>
                    <a:pt x="437" y="3"/>
                    <a:pt x="423" y="0"/>
                  </a:cubicBezTo>
                  <a:cubicBezTo>
                    <a:pt x="422" y="0"/>
                    <a:pt x="421" y="0"/>
                    <a:pt x="42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3" name="Google Shape;10083;p32"/>
            <p:cNvSpPr/>
            <p:nvPr/>
          </p:nvSpPr>
          <p:spPr>
            <a:xfrm>
              <a:off x="3445000" y="3599325"/>
              <a:ext cx="12550" cy="40625"/>
            </a:xfrm>
            <a:custGeom>
              <a:avLst/>
              <a:gdLst/>
              <a:ahLst/>
              <a:cxnLst/>
              <a:rect l="l" t="t" r="r" b="b"/>
              <a:pathLst>
                <a:path w="502" h="1625" extrusionOk="0">
                  <a:moveTo>
                    <a:pt x="473" y="0"/>
                  </a:moveTo>
                  <a:cubicBezTo>
                    <a:pt x="462" y="0"/>
                    <a:pt x="451" y="8"/>
                    <a:pt x="447" y="21"/>
                  </a:cubicBezTo>
                  <a:cubicBezTo>
                    <a:pt x="326" y="548"/>
                    <a:pt x="177" y="1077"/>
                    <a:pt x="5" y="1591"/>
                  </a:cubicBezTo>
                  <a:cubicBezTo>
                    <a:pt x="1" y="1604"/>
                    <a:pt x="7" y="1619"/>
                    <a:pt x="21" y="1623"/>
                  </a:cubicBezTo>
                  <a:cubicBezTo>
                    <a:pt x="24" y="1625"/>
                    <a:pt x="26" y="1625"/>
                    <a:pt x="29" y="1625"/>
                  </a:cubicBezTo>
                  <a:cubicBezTo>
                    <a:pt x="40" y="1625"/>
                    <a:pt x="51" y="1618"/>
                    <a:pt x="55" y="1607"/>
                  </a:cubicBezTo>
                  <a:cubicBezTo>
                    <a:pt x="227" y="1092"/>
                    <a:pt x="376" y="562"/>
                    <a:pt x="499" y="32"/>
                  </a:cubicBezTo>
                  <a:cubicBezTo>
                    <a:pt x="501" y="18"/>
                    <a:pt x="493" y="5"/>
                    <a:pt x="478" y="1"/>
                  </a:cubicBezTo>
                  <a:cubicBezTo>
                    <a:pt x="477" y="0"/>
                    <a:pt x="475" y="0"/>
                    <a:pt x="47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4" name="Google Shape;10084;p32"/>
            <p:cNvSpPr/>
            <p:nvPr/>
          </p:nvSpPr>
          <p:spPr>
            <a:xfrm>
              <a:off x="3456875" y="3586300"/>
              <a:ext cx="3050" cy="9400"/>
            </a:xfrm>
            <a:custGeom>
              <a:avLst/>
              <a:gdLst/>
              <a:ahLst/>
              <a:cxnLst/>
              <a:rect l="l" t="t" r="r" b="b"/>
              <a:pathLst>
                <a:path w="122" h="376" extrusionOk="0">
                  <a:moveTo>
                    <a:pt x="93" y="0"/>
                  </a:moveTo>
                  <a:cubicBezTo>
                    <a:pt x="80" y="0"/>
                    <a:pt x="70" y="10"/>
                    <a:pt x="68" y="21"/>
                  </a:cubicBezTo>
                  <a:lnTo>
                    <a:pt x="5" y="344"/>
                  </a:lnTo>
                  <a:cubicBezTo>
                    <a:pt x="1" y="358"/>
                    <a:pt x="10" y="371"/>
                    <a:pt x="25" y="374"/>
                  </a:cubicBezTo>
                  <a:cubicBezTo>
                    <a:pt x="26" y="375"/>
                    <a:pt x="28" y="375"/>
                    <a:pt x="29" y="375"/>
                  </a:cubicBezTo>
                  <a:lnTo>
                    <a:pt x="30" y="375"/>
                  </a:lnTo>
                  <a:cubicBezTo>
                    <a:pt x="42" y="375"/>
                    <a:pt x="53" y="366"/>
                    <a:pt x="54" y="354"/>
                  </a:cubicBezTo>
                  <a:lnTo>
                    <a:pt x="119" y="31"/>
                  </a:lnTo>
                  <a:cubicBezTo>
                    <a:pt x="122" y="17"/>
                    <a:pt x="112" y="4"/>
                    <a:pt x="99" y="1"/>
                  </a:cubicBezTo>
                  <a:cubicBezTo>
                    <a:pt x="97" y="1"/>
                    <a:pt x="95" y="0"/>
                    <a:pt x="9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5" name="Google Shape;10085;p32"/>
            <p:cNvSpPr/>
            <p:nvPr/>
          </p:nvSpPr>
          <p:spPr>
            <a:xfrm>
              <a:off x="3450075" y="3592425"/>
              <a:ext cx="3050" cy="8200"/>
            </a:xfrm>
            <a:custGeom>
              <a:avLst/>
              <a:gdLst/>
              <a:ahLst/>
              <a:cxnLst/>
              <a:rect l="l" t="t" r="r" b="b"/>
              <a:pathLst>
                <a:path w="122" h="328" extrusionOk="0">
                  <a:moveTo>
                    <a:pt x="93" y="0"/>
                  </a:moveTo>
                  <a:cubicBezTo>
                    <a:pt x="81" y="0"/>
                    <a:pt x="70" y="8"/>
                    <a:pt x="68" y="20"/>
                  </a:cubicBezTo>
                  <a:lnTo>
                    <a:pt x="4" y="296"/>
                  </a:lnTo>
                  <a:cubicBezTo>
                    <a:pt x="1" y="309"/>
                    <a:pt x="9" y="324"/>
                    <a:pt x="24" y="327"/>
                  </a:cubicBezTo>
                  <a:cubicBezTo>
                    <a:pt x="25" y="328"/>
                    <a:pt x="28" y="328"/>
                    <a:pt x="29" y="328"/>
                  </a:cubicBezTo>
                  <a:cubicBezTo>
                    <a:pt x="41" y="328"/>
                    <a:pt x="52" y="320"/>
                    <a:pt x="55" y="308"/>
                  </a:cubicBezTo>
                  <a:lnTo>
                    <a:pt x="119" y="32"/>
                  </a:lnTo>
                  <a:cubicBezTo>
                    <a:pt x="122" y="17"/>
                    <a:pt x="114" y="4"/>
                    <a:pt x="99" y="1"/>
                  </a:cubicBezTo>
                  <a:cubicBezTo>
                    <a:pt x="97" y="0"/>
                    <a:pt x="95" y="0"/>
                    <a:pt x="9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6" name="Google Shape;10086;p32"/>
            <p:cNvSpPr/>
            <p:nvPr/>
          </p:nvSpPr>
          <p:spPr>
            <a:xfrm>
              <a:off x="3465325" y="3569000"/>
              <a:ext cx="2475" cy="17200"/>
            </a:xfrm>
            <a:custGeom>
              <a:avLst/>
              <a:gdLst/>
              <a:ahLst/>
              <a:cxnLst/>
              <a:rect l="l" t="t" r="r" b="b"/>
              <a:pathLst>
                <a:path w="99" h="688" extrusionOk="0">
                  <a:moveTo>
                    <a:pt x="71" y="0"/>
                  </a:moveTo>
                  <a:cubicBezTo>
                    <a:pt x="57" y="0"/>
                    <a:pt x="46" y="12"/>
                    <a:pt x="46" y="25"/>
                  </a:cubicBezTo>
                  <a:lnTo>
                    <a:pt x="2" y="661"/>
                  </a:lnTo>
                  <a:cubicBezTo>
                    <a:pt x="0" y="674"/>
                    <a:pt x="11" y="686"/>
                    <a:pt x="26" y="688"/>
                  </a:cubicBezTo>
                  <a:lnTo>
                    <a:pt x="27" y="688"/>
                  </a:lnTo>
                  <a:cubicBezTo>
                    <a:pt x="41" y="688"/>
                    <a:pt x="53" y="677"/>
                    <a:pt x="53" y="664"/>
                  </a:cubicBezTo>
                  <a:lnTo>
                    <a:pt x="97" y="29"/>
                  </a:lnTo>
                  <a:cubicBezTo>
                    <a:pt x="99" y="14"/>
                    <a:pt x="88" y="2"/>
                    <a:pt x="73" y="0"/>
                  </a:cubicBezTo>
                  <a:cubicBezTo>
                    <a:pt x="72" y="0"/>
                    <a:pt x="71" y="0"/>
                    <a:pt x="7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7" name="Google Shape;10087;p32"/>
            <p:cNvSpPr/>
            <p:nvPr/>
          </p:nvSpPr>
          <p:spPr>
            <a:xfrm>
              <a:off x="3427750" y="3605025"/>
              <a:ext cx="8525" cy="25250"/>
            </a:xfrm>
            <a:custGeom>
              <a:avLst/>
              <a:gdLst/>
              <a:ahLst/>
              <a:cxnLst/>
              <a:rect l="l" t="t" r="r" b="b"/>
              <a:pathLst>
                <a:path w="341" h="1010" extrusionOk="0">
                  <a:moveTo>
                    <a:pt x="312" y="0"/>
                  </a:moveTo>
                  <a:cubicBezTo>
                    <a:pt x="301" y="0"/>
                    <a:pt x="290" y="8"/>
                    <a:pt x="287" y="19"/>
                  </a:cubicBezTo>
                  <a:lnTo>
                    <a:pt x="5" y="975"/>
                  </a:lnTo>
                  <a:cubicBezTo>
                    <a:pt x="1" y="989"/>
                    <a:pt x="9" y="1004"/>
                    <a:pt x="23" y="1008"/>
                  </a:cubicBezTo>
                  <a:cubicBezTo>
                    <a:pt x="25" y="1009"/>
                    <a:pt x="28" y="1009"/>
                    <a:pt x="30" y="1009"/>
                  </a:cubicBezTo>
                  <a:cubicBezTo>
                    <a:pt x="41" y="1009"/>
                    <a:pt x="52" y="1001"/>
                    <a:pt x="54" y="990"/>
                  </a:cubicBezTo>
                  <a:lnTo>
                    <a:pt x="337" y="34"/>
                  </a:lnTo>
                  <a:cubicBezTo>
                    <a:pt x="341" y="20"/>
                    <a:pt x="333" y="6"/>
                    <a:pt x="319" y="1"/>
                  </a:cubicBezTo>
                  <a:cubicBezTo>
                    <a:pt x="317" y="1"/>
                    <a:pt x="315" y="0"/>
                    <a:pt x="31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8" name="Google Shape;10088;p32"/>
            <p:cNvSpPr/>
            <p:nvPr/>
          </p:nvSpPr>
          <p:spPr>
            <a:xfrm>
              <a:off x="3421475" y="3633650"/>
              <a:ext cx="6075" cy="14550"/>
            </a:xfrm>
            <a:custGeom>
              <a:avLst/>
              <a:gdLst/>
              <a:ahLst/>
              <a:cxnLst/>
              <a:rect l="l" t="t" r="r" b="b"/>
              <a:pathLst>
                <a:path w="243" h="582" extrusionOk="0">
                  <a:moveTo>
                    <a:pt x="215" y="1"/>
                  </a:moveTo>
                  <a:cubicBezTo>
                    <a:pt x="202" y="1"/>
                    <a:pt x="192" y="8"/>
                    <a:pt x="188" y="20"/>
                  </a:cubicBezTo>
                  <a:cubicBezTo>
                    <a:pt x="149" y="202"/>
                    <a:pt x="87" y="378"/>
                    <a:pt x="5" y="545"/>
                  </a:cubicBezTo>
                  <a:cubicBezTo>
                    <a:pt x="0" y="557"/>
                    <a:pt x="5" y="573"/>
                    <a:pt x="18" y="578"/>
                  </a:cubicBezTo>
                  <a:cubicBezTo>
                    <a:pt x="22" y="581"/>
                    <a:pt x="26" y="581"/>
                    <a:pt x="30" y="581"/>
                  </a:cubicBezTo>
                  <a:cubicBezTo>
                    <a:pt x="39" y="581"/>
                    <a:pt x="48" y="576"/>
                    <a:pt x="52" y="566"/>
                  </a:cubicBezTo>
                  <a:cubicBezTo>
                    <a:pt x="136" y="397"/>
                    <a:pt x="198" y="217"/>
                    <a:pt x="239" y="32"/>
                  </a:cubicBezTo>
                  <a:cubicBezTo>
                    <a:pt x="242" y="17"/>
                    <a:pt x="234" y="4"/>
                    <a:pt x="221" y="1"/>
                  </a:cubicBezTo>
                  <a:cubicBezTo>
                    <a:pt x="219" y="1"/>
                    <a:pt x="217" y="1"/>
                    <a:pt x="21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9" name="Google Shape;10089;p32"/>
            <p:cNvSpPr/>
            <p:nvPr/>
          </p:nvSpPr>
          <p:spPr>
            <a:xfrm>
              <a:off x="3421625" y="3626200"/>
              <a:ext cx="3250" cy="7000"/>
            </a:xfrm>
            <a:custGeom>
              <a:avLst/>
              <a:gdLst/>
              <a:ahLst/>
              <a:cxnLst/>
              <a:rect l="l" t="t" r="r" b="b"/>
              <a:pathLst>
                <a:path w="130" h="280" extrusionOk="0">
                  <a:moveTo>
                    <a:pt x="100" y="1"/>
                  </a:moveTo>
                  <a:cubicBezTo>
                    <a:pt x="90" y="1"/>
                    <a:pt x="79" y="7"/>
                    <a:pt x="76" y="18"/>
                  </a:cubicBezTo>
                  <a:lnTo>
                    <a:pt x="5" y="246"/>
                  </a:lnTo>
                  <a:cubicBezTo>
                    <a:pt x="1" y="260"/>
                    <a:pt x="9" y="274"/>
                    <a:pt x="22" y="279"/>
                  </a:cubicBezTo>
                  <a:lnTo>
                    <a:pt x="30" y="279"/>
                  </a:lnTo>
                  <a:cubicBezTo>
                    <a:pt x="41" y="279"/>
                    <a:pt x="52" y="272"/>
                    <a:pt x="55" y="262"/>
                  </a:cubicBezTo>
                  <a:lnTo>
                    <a:pt x="126" y="34"/>
                  </a:lnTo>
                  <a:cubicBezTo>
                    <a:pt x="130" y="21"/>
                    <a:pt x="122" y="6"/>
                    <a:pt x="108" y="2"/>
                  </a:cubicBezTo>
                  <a:cubicBezTo>
                    <a:pt x="106" y="1"/>
                    <a:pt x="103" y="1"/>
                    <a:pt x="10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0" name="Google Shape;10090;p32"/>
            <p:cNvSpPr/>
            <p:nvPr/>
          </p:nvSpPr>
          <p:spPr>
            <a:xfrm>
              <a:off x="3433500" y="3573925"/>
              <a:ext cx="23375" cy="8300"/>
            </a:xfrm>
            <a:custGeom>
              <a:avLst/>
              <a:gdLst/>
              <a:ahLst/>
              <a:cxnLst/>
              <a:rect l="l" t="t" r="r" b="b"/>
              <a:pathLst>
                <a:path w="935" h="332" extrusionOk="0">
                  <a:moveTo>
                    <a:pt x="906" y="1"/>
                  </a:moveTo>
                  <a:cubicBezTo>
                    <a:pt x="904" y="1"/>
                    <a:pt x="902" y="1"/>
                    <a:pt x="901" y="1"/>
                  </a:cubicBezTo>
                  <a:cubicBezTo>
                    <a:pt x="598" y="63"/>
                    <a:pt x="302" y="158"/>
                    <a:pt x="19" y="284"/>
                  </a:cubicBezTo>
                  <a:cubicBezTo>
                    <a:pt x="7" y="289"/>
                    <a:pt x="1" y="304"/>
                    <a:pt x="7" y="317"/>
                  </a:cubicBezTo>
                  <a:cubicBezTo>
                    <a:pt x="11" y="327"/>
                    <a:pt x="21" y="332"/>
                    <a:pt x="30" y="332"/>
                  </a:cubicBezTo>
                  <a:cubicBezTo>
                    <a:pt x="34" y="332"/>
                    <a:pt x="38" y="332"/>
                    <a:pt x="41" y="331"/>
                  </a:cubicBezTo>
                  <a:cubicBezTo>
                    <a:pt x="319" y="207"/>
                    <a:pt x="611" y="113"/>
                    <a:pt x="910" y="52"/>
                  </a:cubicBezTo>
                  <a:cubicBezTo>
                    <a:pt x="925" y="48"/>
                    <a:pt x="934" y="35"/>
                    <a:pt x="930" y="21"/>
                  </a:cubicBezTo>
                  <a:cubicBezTo>
                    <a:pt x="928" y="8"/>
                    <a:pt x="917" y="1"/>
                    <a:pt x="90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1" name="Google Shape;10091;p32"/>
            <p:cNvSpPr/>
            <p:nvPr/>
          </p:nvSpPr>
          <p:spPr>
            <a:xfrm>
              <a:off x="3425125" y="3582600"/>
              <a:ext cx="6375" cy="3775"/>
            </a:xfrm>
            <a:custGeom>
              <a:avLst/>
              <a:gdLst/>
              <a:ahLst/>
              <a:cxnLst/>
              <a:rect l="l" t="t" r="r" b="b"/>
              <a:pathLst>
                <a:path w="255" h="151" extrusionOk="0">
                  <a:moveTo>
                    <a:pt x="226" y="1"/>
                  </a:moveTo>
                  <a:cubicBezTo>
                    <a:pt x="222" y="1"/>
                    <a:pt x="218" y="2"/>
                    <a:pt x="215" y="4"/>
                  </a:cubicBezTo>
                  <a:lnTo>
                    <a:pt x="20" y="102"/>
                  </a:lnTo>
                  <a:cubicBezTo>
                    <a:pt x="6" y="107"/>
                    <a:pt x="1" y="124"/>
                    <a:pt x="7" y="136"/>
                  </a:cubicBezTo>
                  <a:cubicBezTo>
                    <a:pt x="11" y="145"/>
                    <a:pt x="21" y="150"/>
                    <a:pt x="30" y="150"/>
                  </a:cubicBezTo>
                  <a:cubicBezTo>
                    <a:pt x="34" y="150"/>
                    <a:pt x="38" y="149"/>
                    <a:pt x="42" y="148"/>
                  </a:cubicBezTo>
                  <a:lnTo>
                    <a:pt x="237" y="50"/>
                  </a:lnTo>
                  <a:cubicBezTo>
                    <a:pt x="251" y="43"/>
                    <a:pt x="255" y="28"/>
                    <a:pt x="250" y="15"/>
                  </a:cubicBezTo>
                  <a:cubicBezTo>
                    <a:pt x="245" y="6"/>
                    <a:pt x="235" y="1"/>
                    <a:pt x="2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2" name="Google Shape;10092;p32"/>
            <p:cNvSpPr/>
            <p:nvPr/>
          </p:nvSpPr>
          <p:spPr>
            <a:xfrm>
              <a:off x="3428350" y="3584550"/>
              <a:ext cx="11300" cy="5950"/>
            </a:xfrm>
            <a:custGeom>
              <a:avLst/>
              <a:gdLst/>
              <a:ahLst/>
              <a:cxnLst/>
              <a:rect l="l" t="t" r="r" b="b"/>
              <a:pathLst>
                <a:path w="452" h="238" extrusionOk="0">
                  <a:moveTo>
                    <a:pt x="422" y="0"/>
                  </a:moveTo>
                  <a:cubicBezTo>
                    <a:pt x="419" y="0"/>
                    <a:pt x="416" y="0"/>
                    <a:pt x="414" y="1"/>
                  </a:cubicBezTo>
                  <a:cubicBezTo>
                    <a:pt x="275" y="50"/>
                    <a:pt x="141" y="113"/>
                    <a:pt x="17" y="190"/>
                  </a:cubicBezTo>
                  <a:cubicBezTo>
                    <a:pt x="5" y="198"/>
                    <a:pt x="1" y="214"/>
                    <a:pt x="9" y="226"/>
                  </a:cubicBezTo>
                  <a:cubicBezTo>
                    <a:pt x="13" y="233"/>
                    <a:pt x="22" y="238"/>
                    <a:pt x="30" y="238"/>
                  </a:cubicBezTo>
                  <a:cubicBezTo>
                    <a:pt x="34" y="238"/>
                    <a:pt x="40" y="237"/>
                    <a:pt x="44" y="234"/>
                  </a:cubicBezTo>
                  <a:cubicBezTo>
                    <a:pt x="165" y="159"/>
                    <a:pt x="295" y="97"/>
                    <a:pt x="430" y="51"/>
                  </a:cubicBezTo>
                  <a:cubicBezTo>
                    <a:pt x="443" y="46"/>
                    <a:pt x="452" y="31"/>
                    <a:pt x="446" y="17"/>
                  </a:cubicBezTo>
                  <a:cubicBezTo>
                    <a:pt x="443" y="6"/>
                    <a:pt x="433" y="0"/>
                    <a:pt x="42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3" name="Google Shape;10093;p32"/>
            <p:cNvSpPr/>
            <p:nvPr/>
          </p:nvSpPr>
          <p:spPr>
            <a:xfrm>
              <a:off x="3416475" y="3594925"/>
              <a:ext cx="26775" cy="12075"/>
            </a:xfrm>
            <a:custGeom>
              <a:avLst/>
              <a:gdLst/>
              <a:ahLst/>
              <a:cxnLst/>
              <a:rect l="l" t="t" r="r" b="b"/>
              <a:pathLst>
                <a:path w="1071" h="483" extrusionOk="0">
                  <a:moveTo>
                    <a:pt x="1041" y="1"/>
                  </a:moveTo>
                  <a:cubicBezTo>
                    <a:pt x="1038" y="1"/>
                    <a:pt x="1035" y="1"/>
                    <a:pt x="1033" y="2"/>
                  </a:cubicBezTo>
                  <a:cubicBezTo>
                    <a:pt x="683" y="112"/>
                    <a:pt x="341" y="257"/>
                    <a:pt x="18" y="434"/>
                  </a:cubicBezTo>
                  <a:cubicBezTo>
                    <a:pt x="5" y="440"/>
                    <a:pt x="1" y="457"/>
                    <a:pt x="8" y="469"/>
                  </a:cubicBezTo>
                  <a:cubicBezTo>
                    <a:pt x="12" y="477"/>
                    <a:pt x="21" y="482"/>
                    <a:pt x="31" y="482"/>
                  </a:cubicBezTo>
                  <a:cubicBezTo>
                    <a:pt x="35" y="482"/>
                    <a:pt x="39" y="481"/>
                    <a:pt x="43" y="479"/>
                  </a:cubicBezTo>
                  <a:cubicBezTo>
                    <a:pt x="363" y="305"/>
                    <a:pt x="702" y="161"/>
                    <a:pt x="1049" y="52"/>
                  </a:cubicBezTo>
                  <a:cubicBezTo>
                    <a:pt x="1062" y="46"/>
                    <a:pt x="1070" y="33"/>
                    <a:pt x="1065" y="19"/>
                  </a:cubicBezTo>
                  <a:cubicBezTo>
                    <a:pt x="1062" y="7"/>
                    <a:pt x="1052" y="1"/>
                    <a:pt x="104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4" name="Google Shape;10094;p32"/>
            <p:cNvSpPr/>
            <p:nvPr/>
          </p:nvSpPr>
          <p:spPr>
            <a:xfrm>
              <a:off x="3404300" y="3607650"/>
              <a:ext cx="10100" cy="6450"/>
            </a:xfrm>
            <a:custGeom>
              <a:avLst/>
              <a:gdLst/>
              <a:ahLst/>
              <a:cxnLst/>
              <a:rect l="l" t="t" r="r" b="b"/>
              <a:pathLst>
                <a:path w="404" h="258" extrusionOk="0">
                  <a:moveTo>
                    <a:pt x="374" y="1"/>
                  </a:moveTo>
                  <a:cubicBezTo>
                    <a:pt x="369" y="1"/>
                    <a:pt x="364" y="2"/>
                    <a:pt x="360" y="4"/>
                  </a:cubicBezTo>
                  <a:lnTo>
                    <a:pt x="17" y="209"/>
                  </a:lnTo>
                  <a:cubicBezTo>
                    <a:pt x="4" y="217"/>
                    <a:pt x="1" y="233"/>
                    <a:pt x="8" y="245"/>
                  </a:cubicBezTo>
                  <a:cubicBezTo>
                    <a:pt x="12" y="253"/>
                    <a:pt x="21" y="257"/>
                    <a:pt x="29" y="257"/>
                  </a:cubicBezTo>
                  <a:cubicBezTo>
                    <a:pt x="35" y="257"/>
                    <a:pt x="39" y="256"/>
                    <a:pt x="43" y="254"/>
                  </a:cubicBezTo>
                  <a:lnTo>
                    <a:pt x="387" y="48"/>
                  </a:lnTo>
                  <a:cubicBezTo>
                    <a:pt x="399" y="42"/>
                    <a:pt x="403" y="26"/>
                    <a:pt x="396" y="14"/>
                  </a:cubicBezTo>
                  <a:cubicBezTo>
                    <a:pt x="391" y="5"/>
                    <a:pt x="382" y="1"/>
                    <a:pt x="37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5" name="Google Shape;10095;p32"/>
            <p:cNvSpPr/>
            <p:nvPr/>
          </p:nvSpPr>
          <p:spPr>
            <a:xfrm>
              <a:off x="3412650" y="3609575"/>
              <a:ext cx="10375" cy="5450"/>
            </a:xfrm>
            <a:custGeom>
              <a:avLst/>
              <a:gdLst/>
              <a:ahLst/>
              <a:cxnLst/>
              <a:rect l="l" t="t" r="r" b="b"/>
              <a:pathLst>
                <a:path w="415" h="218" extrusionOk="0">
                  <a:moveTo>
                    <a:pt x="386" y="0"/>
                  </a:moveTo>
                  <a:cubicBezTo>
                    <a:pt x="383" y="0"/>
                    <a:pt x="381" y="0"/>
                    <a:pt x="379" y="1"/>
                  </a:cubicBezTo>
                  <a:cubicBezTo>
                    <a:pt x="249" y="39"/>
                    <a:pt x="127" y="97"/>
                    <a:pt x="15" y="171"/>
                  </a:cubicBezTo>
                  <a:cubicBezTo>
                    <a:pt x="3" y="177"/>
                    <a:pt x="1" y="193"/>
                    <a:pt x="9" y="206"/>
                  </a:cubicBezTo>
                  <a:cubicBezTo>
                    <a:pt x="13" y="213"/>
                    <a:pt x="20" y="217"/>
                    <a:pt x="29" y="218"/>
                  </a:cubicBezTo>
                  <a:lnTo>
                    <a:pt x="29" y="218"/>
                  </a:lnTo>
                  <a:cubicBezTo>
                    <a:pt x="35" y="218"/>
                    <a:pt x="40" y="216"/>
                    <a:pt x="44" y="214"/>
                  </a:cubicBezTo>
                  <a:cubicBezTo>
                    <a:pt x="151" y="142"/>
                    <a:pt x="270" y="87"/>
                    <a:pt x="393" y="51"/>
                  </a:cubicBezTo>
                  <a:cubicBezTo>
                    <a:pt x="407" y="47"/>
                    <a:pt x="415" y="32"/>
                    <a:pt x="411" y="19"/>
                  </a:cubicBezTo>
                  <a:cubicBezTo>
                    <a:pt x="408" y="7"/>
                    <a:pt x="397" y="0"/>
                    <a:pt x="386" y="0"/>
                  </a:cubicBezTo>
                  <a:close/>
                  <a:moveTo>
                    <a:pt x="29" y="218"/>
                  </a:moveTo>
                  <a:cubicBezTo>
                    <a:pt x="29" y="218"/>
                    <a:pt x="29" y="218"/>
                    <a:pt x="29" y="218"/>
                  </a:cubicBezTo>
                  <a:lnTo>
                    <a:pt x="30" y="218"/>
                  </a:lnTo>
                  <a:cubicBezTo>
                    <a:pt x="30" y="218"/>
                    <a:pt x="30" y="218"/>
                    <a:pt x="29" y="218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96" name="Google Shape;10096;p32"/>
          <p:cNvGrpSpPr/>
          <p:nvPr/>
        </p:nvGrpSpPr>
        <p:grpSpPr>
          <a:xfrm flipH="1">
            <a:off x="2903790" y="3930360"/>
            <a:ext cx="2144183" cy="2056062"/>
            <a:chOff x="4664175" y="3416300"/>
            <a:chExt cx="497525" cy="477100"/>
          </a:xfrm>
        </p:grpSpPr>
        <p:sp>
          <p:nvSpPr>
            <p:cNvPr id="10097" name="Google Shape;10097;p32"/>
            <p:cNvSpPr/>
            <p:nvPr/>
          </p:nvSpPr>
          <p:spPr>
            <a:xfrm>
              <a:off x="4665550" y="3417575"/>
              <a:ext cx="494775" cy="474525"/>
            </a:xfrm>
            <a:custGeom>
              <a:avLst/>
              <a:gdLst/>
              <a:ahLst/>
              <a:cxnLst/>
              <a:rect l="l" t="t" r="r" b="b"/>
              <a:pathLst>
                <a:path w="19791" h="18981" extrusionOk="0">
                  <a:moveTo>
                    <a:pt x="5893" y="1"/>
                  </a:moveTo>
                  <a:cubicBezTo>
                    <a:pt x="5500" y="1240"/>
                    <a:pt x="5103" y="2524"/>
                    <a:pt x="5258" y="3815"/>
                  </a:cubicBezTo>
                  <a:cubicBezTo>
                    <a:pt x="5426" y="5215"/>
                    <a:pt x="6229" y="6461"/>
                    <a:pt x="7137" y="7543"/>
                  </a:cubicBezTo>
                  <a:cubicBezTo>
                    <a:pt x="8044" y="8623"/>
                    <a:pt x="9014" y="9639"/>
                    <a:pt x="9793" y="10816"/>
                  </a:cubicBezTo>
                  <a:cubicBezTo>
                    <a:pt x="8385" y="9343"/>
                    <a:pt x="6921" y="7829"/>
                    <a:pt x="5045" y="7029"/>
                  </a:cubicBezTo>
                  <a:cubicBezTo>
                    <a:pt x="3500" y="6370"/>
                    <a:pt x="1794" y="6192"/>
                    <a:pt x="113" y="6192"/>
                  </a:cubicBezTo>
                  <a:cubicBezTo>
                    <a:pt x="81" y="6192"/>
                    <a:pt x="50" y="6192"/>
                    <a:pt x="18" y="6192"/>
                  </a:cubicBezTo>
                  <a:cubicBezTo>
                    <a:pt x="876" y="7138"/>
                    <a:pt x="1248" y="8447"/>
                    <a:pt x="2106" y="9392"/>
                  </a:cubicBezTo>
                  <a:cubicBezTo>
                    <a:pt x="2956" y="10329"/>
                    <a:pt x="4199" y="10812"/>
                    <a:pt x="5433" y="11090"/>
                  </a:cubicBezTo>
                  <a:cubicBezTo>
                    <a:pt x="6667" y="11367"/>
                    <a:pt x="7850" y="11534"/>
                    <a:pt x="9068" y="11874"/>
                  </a:cubicBezTo>
                  <a:cubicBezTo>
                    <a:pt x="8891" y="11887"/>
                    <a:pt x="8714" y="11893"/>
                    <a:pt x="8537" y="11893"/>
                  </a:cubicBezTo>
                  <a:cubicBezTo>
                    <a:pt x="7535" y="11893"/>
                    <a:pt x="6534" y="11716"/>
                    <a:pt x="5531" y="11632"/>
                  </a:cubicBezTo>
                  <a:cubicBezTo>
                    <a:pt x="5235" y="11608"/>
                    <a:pt x="4935" y="11593"/>
                    <a:pt x="4634" y="11593"/>
                  </a:cubicBezTo>
                  <a:cubicBezTo>
                    <a:pt x="3739" y="11593"/>
                    <a:pt x="2846" y="11728"/>
                    <a:pt x="2074" y="12164"/>
                  </a:cubicBezTo>
                  <a:cubicBezTo>
                    <a:pt x="1214" y="12648"/>
                    <a:pt x="592" y="13391"/>
                    <a:pt x="0" y="14180"/>
                  </a:cubicBezTo>
                  <a:cubicBezTo>
                    <a:pt x="579" y="14973"/>
                    <a:pt x="1521" y="15457"/>
                    <a:pt x="2491" y="15592"/>
                  </a:cubicBezTo>
                  <a:cubicBezTo>
                    <a:pt x="2702" y="15621"/>
                    <a:pt x="2915" y="15635"/>
                    <a:pt x="3128" y="15635"/>
                  </a:cubicBezTo>
                  <a:cubicBezTo>
                    <a:pt x="3892" y="15635"/>
                    <a:pt x="4657" y="15454"/>
                    <a:pt x="5367" y="15164"/>
                  </a:cubicBezTo>
                  <a:cubicBezTo>
                    <a:pt x="7054" y="14476"/>
                    <a:pt x="8483" y="13187"/>
                    <a:pt x="10260" y="12789"/>
                  </a:cubicBezTo>
                  <a:lnTo>
                    <a:pt x="10260" y="12789"/>
                  </a:lnTo>
                  <a:cubicBezTo>
                    <a:pt x="9598" y="13189"/>
                    <a:pt x="9048" y="13773"/>
                    <a:pt x="8690" y="14457"/>
                  </a:cubicBezTo>
                  <a:cubicBezTo>
                    <a:pt x="7978" y="15816"/>
                    <a:pt x="7932" y="17451"/>
                    <a:pt x="8021" y="18980"/>
                  </a:cubicBezTo>
                  <a:cubicBezTo>
                    <a:pt x="9212" y="18510"/>
                    <a:pt x="10214" y="17576"/>
                    <a:pt x="10770" y="16422"/>
                  </a:cubicBezTo>
                  <a:cubicBezTo>
                    <a:pt x="11325" y="15266"/>
                    <a:pt x="11671" y="13996"/>
                    <a:pt x="11297" y="12772"/>
                  </a:cubicBezTo>
                  <a:lnTo>
                    <a:pt x="11297" y="12770"/>
                  </a:lnTo>
                  <a:cubicBezTo>
                    <a:pt x="12216" y="13761"/>
                    <a:pt x="13080" y="14605"/>
                    <a:pt x="14238" y="15302"/>
                  </a:cubicBezTo>
                  <a:cubicBezTo>
                    <a:pt x="15073" y="15805"/>
                    <a:pt x="16058" y="16144"/>
                    <a:pt x="17026" y="16144"/>
                  </a:cubicBezTo>
                  <a:cubicBezTo>
                    <a:pt x="17398" y="16144"/>
                    <a:pt x="17769" y="16094"/>
                    <a:pt x="18127" y="15983"/>
                  </a:cubicBezTo>
                  <a:cubicBezTo>
                    <a:pt x="17034" y="13743"/>
                    <a:pt x="14643" y="12103"/>
                    <a:pt x="12168" y="11823"/>
                  </a:cubicBezTo>
                  <a:cubicBezTo>
                    <a:pt x="13129" y="11451"/>
                    <a:pt x="14153" y="11270"/>
                    <a:pt x="15160" y="11036"/>
                  </a:cubicBezTo>
                  <a:cubicBezTo>
                    <a:pt x="16165" y="10802"/>
                    <a:pt x="17176" y="10505"/>
                    <a:pt x="18036" y="9935"/>
                  </a:cubicBezTo>
                  <a:cubicBezTo>
                    <a:pt x="18896" y="9363"/>
                    <a:pt x="19658" y="8523"/>
                    <a:pt x="19790" y="7499"/>
                  </a:cubicBezTo>
                  <a:cubicBezTo>
                    <a:pt x="19091" y="7236"/>
                    <a:pt x="18360" y="6969"/>
                    <a:pt x="17621" y="6969"/>
                  </a:cubicBezTo>
                  <a:cubicBezTo>
                    <a:pt x="17497" y="6969"/>
                    <a:pt x="17373" y="6976"/>
                    <a:pt x="17249" y="6992"/>
                  </a:cubicBezTo>
                  <a:cubicBezTo>
                    <a:pt x="16156" y="7135"/>
                    <a:pt x="15273" y="7923"/>
                    <a:pt x="14488" y="8697"/>
                  </a:cubicBezTo>
                  <a:cubicBezTo>
                    <a:pt x="13703" y="9469"/>
                    <a:pt x="12854" y="10309"/>
                    <a:pt x="11787" y="10583"/>
                  </a:cubicBezTo>
                  <a:cubicBezTo>
                    <a:pt x="12468" y="9839"/>
                    <a:pt x="13151" y="9094"/>
                    <a:pt x="13720" y="8262"/>
                  </a:cubicBezTo>
                  <a:cubicBezTo>
                    <a:pt x="14290" y="7431"/>
                    <a:pt x="14748" y="6505"/>
                    <a:pt x="14927" y="5514"/>
                  </a:cubicBezTo>
                  <a:cubicBezTo>
                    <a:pt x="15151" y="4276"/>
                    <a:pt x="15034" y="3040"/>
                    <a:pt x="14821" y="1802"/>
                  </a:cubicBezTo>
                  <a:cubicBezTo>
                    <a:pt x="13416" y="2218"/>
                    <a:pt x="12223" y="3295"/>
                    <a:pt x="11666" y="4650"/>
                  </a:cubicBezTo>
                  <a:cubicBezTo>
                    <a:pt x="10974" y="6333"/>
                    <a:pt x="11269" y="8238"/>
                    <a:pt x="11083" y="10049"/>
                  </a:cubicBezTo>
                  <a:cubicBezTo>
                    <a:pt x="10970" y="8808"/>
                    <a:pt x="10856" y="7563"/>
                    <a:pt x="10579" y="6349"/>
                  </a:cubicBezTo>
                  <a:cubicBezTo>
                    <a:pt x="10300" y="5134"/>
                    <a:pt x="9851" y="3944"/>
                    <a:pt x="9119" y="2935"/>
                  </a:cubicBezTo>
                  <a:cubicBezTo>
                    <a:pt x="8261" y="1751"/>
                    <a:pt x="7133" y="777"/>
                    <a:pt x="5893" y="1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8" name="Google Shape;10098;p32"/>
            <p:cNvSpPr/>
            <p:nvPr/>
          </p:nvSpPr>
          <p:spPr>
            <a:xfrm>
              <a:off x="4664175" y="3416300"/>
              <a:ext cx="497525" cy="477100"/>
            </a:xfrm>
            <a:custGeom>
              <a:avLst/>
              <a:gdLst/>
              <a:ahLst/>
              <a:cxnLst/>
              <a:rect l="l" t="t" r="r" b="b"/>
              <a:pathLst>
                <a:path w="19901" h="19084" extrusionOk="0">
                  <a:moveTo>
                    <a:pt x="5978" y="132"/>
                  </a:moveTo>
                  <a:cubicBezTo>
                    <a:pt x="7281" y="956"/>
                    <a:pt x="8343" y="1927"/>
                    <a:pt x="9132" y="3017"/>
                  </a:cubicBezTo>
                  <a:cubicBezTo>
                    <a:pt x="9785" y="3917"/>
                    <a:pt x="10273" y="5059"/>
                    <a:pt x="10583" y="6412"/>
                  </a:cubicBezTo>
                  <a:cubicBezTo>
                    <a:pt x="10861" y="7626"/>
                    <a:pt x="10975" y="8886"/>
                    <a:pt x="11087" y="10105"/>
                  </a:cubicBezTo>
                  <a:cubicBezTo>
                    <a:pt x="11090" y="10132"/>
                    <a:pt x="11113" y="10152"/>
                    <a:pt x="11138" y="10152"/>
                  </a:cubicBezTo>
                  <a:lnTo>
                    <a:pt x="11140" y="10152"/>
                  </a:lnTo>
                  <a:cubicBezTo>
                    <a:pt x="11165" y="10152"/>
                    <a:pt x="11188" y="10132"/>
                    <a:pt x="11191" y="10105"/>
                  </a:cubicBezTo>
                  <a:cubicBezTo>
                    <a:pt x="11251" y="9512"/>
                    <a:pt x="11261" y="8900"/>
                    <a:pt x="11270" y="8307"/>
                  </a:cubicBezTo>
                  <a:cubicBezTo>
                    <a:pt x="11288" y="7097"/>
                    <a:pt x="11308" y="5845"/>
                    <a:pt x="11769" y="4721"/>
                  </a:cubicBezTo>
                  <a:cubicBezTo>
                    <a:pt x="12317" y="3389"/>
                    <a:pt x="13460" y="2345"/>
                    <a:pt x="14834" y="1919"/>
                  </a:cubicBezTo>
                  <a:cubicBezTo>
                    <a:pt x="15017" y="2991"/>
                    <a:pt x="15167" y="4256"/>
                    <a:pt x="14931" y="5555"/>
                  </a:cubicBezTo>
                  <a:cubicBezTo>
                    <a:pt x="14771" y="6441"/>
                    <a:pt x="14368" y="7358"/>
                    <a:pt x="13733" y="8284"/>
                  </a:cubicBezTo>
                  <a:cubicBezTo>
                    <a:pt x="13164" y="9114"/>
                    <a:pt x="12473" y="9868"/>
                    <a:pt x="11803" y="10599"/>
                  </a:cubicBezTo>
                  <a:cubicBezTo>
                    <a:pt x="11788" y="10616"/>
                    <a:pt x="11785" y="10641"/>
                    <a:pt x="11797" y="10661"/>
                  </a:cubicBezTo>
                  <a:cubicBezTo>
                    <a:pt x="11807" y="10677"/>
                    <a:pt x="11823" y="10686"/>
                    <a:pt x="11840" y="10686"/>
                  </a:cubicBezTo>
                  <a:cubicBezTo>
                    <a:pt x="11845" y="10686"/>
                    <a:pt x="11849" y="10685"/>
                    <a:pt x="11854" y="10684"/>
                  </a:cubicBezTo>
                  <a:cubicBezTo>
                    <a:pt x="12932" y="10408"/>
                    <a:pt x="13803" y="9550"/>
                    <a:pt x="14580" y="8784"/>
                  </a:cubicBezTo>
                  <a:cubicBezTo>
                    <a:pt x="15333" y="8042"/>
                    <a:pt x="16228" y="7237"/>
                    <a:pt x="17311" y="7094"/>
                  </a:cubicBezTo>
                  <a:cubicBezTo>
                    <a:pt x="17432" y="7079"/>
                    <a:pt x="17554" y="7071"/>
                    <a:pt x="17675" y="7071"/>
                  </a:cubicBezTo>
                  <a:cubicBezTo>
                    <a:pt x="18410" y="7071"/>
                    <a:pt x="19136" y="7338"/>
                    <a:pt x="19789" y="7584"/>
                  </a:cubicBezTo>
                  <a:cubicBezTo>
                    <a:pt x="19618" y="8751"/>
                    <a:pt x="18636" y="9560"/>
                    <a:pt x="18063" y="9942"/>
                  </a:cubicBezTo>
                  <a:cubicBezTo>
                    <a:pt x="17188" y="10522"/>
                    <a:pt x="16171" y="10812"/>
                    <a:pt x="15202" y="11036"/>
                  </a:cubicBezTo>
                  <a:cubicBezTo>
                    <a:pt x="14984" y="11087"/>
                    <a:pt x="14764" y="11136"/>
                    <a:pt x="14545" y="11184"/>
                  </a:cubicBezTo>
                  <a:cubicBezTo>
                    <a:pt x="13766" y="11356"/>
                    <a:pt x="12960" y="11534"/>
                    <a:pt x="12204" y="11826"/>
                  </a:cubicBezTo>
                  <a:cubicBezTo>
                    <a:pt x="12181" y="11835"/>
                    <a:pt x="12167" y="11858"/>
                    <a:pt x="12170" y="11881"/>
                  </a:cubicBezTo>
                  <a:cubicBezTo>
                    <a:pt x="12174" y="11905"/>
                    <a:pt x="12193" y="11924"/>
                    <a:pt x="12216" y="11927"/>
                  </a:cubicBezTo>
                  <a:cubicBezTo>
                    <a:pt x="14666" y="12203"/>
                    <a:pt x="17025" y="13839"/>
                    <a:pt x="18110" y="16002"/>
                  </a:cubicBezTo>
                  <a:cubicBezTo>
                    <a:pt x="17784" y="16096"/>
                    <a:pt x="17438" y="16143"/>
                    <a:pt x="17080" y="16143"/>
                  </a:cubicBezTo>
                  <a:cubicBezTo>
                    <a:pt x="16192" y="16143"/>
                    <a:pt x="15231" y="15857"/>
                    <a:pt x="14319" y="15309"/>
                  </a:cubicBezTo>
                  <a:cubicBezTo>
                    <a:pt x="13213" y="14644"/>
                    <a:pt x="12379" y="13851"/>
                    <a:pt x="11390" y="12786"/>
                  </a:cubicBezTo>
                  <a:cubicBezTo>
                    <a:pt x="11379" y="12776"/>
                    <a:pt x="11365" y="12770"/>
                    <a:pt x="11351" y="12770"/>
                  </a:cubicBezTo>
                  <a:cubicBezTo>
                    <a:pt x="11343" y="12770"/>
                    <a:pt x="11334" y="12772"/>
                    <a:pt x="11325" y="12777"/>
                  </a:cubicBezTo>
                  <a:cubicBezTo>
                    <a:pt x="11305" y="12789"/>
                    <a:pt x="11296" y="12815"/>
                    <a:pt x="11302" y="12838"/>
                  </a:cubicBezTo>
                  <a:cubicBezTo>
                    <a:pt x="11620" y="13875"/>
                    <a:pt x="11448" y="15057"/>
                    <a:pt x="10778" y="16450"/>
                  </a:cubicBezTo>
                  <a:cubicBezTo>
                    <a:pt x="10238" y="17572"/>
                    <a:pt x="9274" y="18481"/>
                    <a:pt x="8123" y="18957"/>
                  </a:cubicBezTo>
                  <a:cubicBezTo>
                    <a:pt x="8049" y="17613"/>
                    <a:pt x="8067" y="15914"/>
                    <a:pt x="8791" y="14533"/>
                  </a:cubicBezTo>
                  <a:cubicBezTo>
                    <a:pt x="9147" y="13852"/>
                    <a:pt x="9684" y="13282"/>
                    <a:pt x="10342" y="12885"/>
                  </a:cubicBezTo>
                  <a:cubicBezTo>
                    <a:pt x="10363" y="12871"/>
                    <a:pt x="10373" y="12844"/>
                    <a:pt x="10363" y="12820"/>
                  </a:cubicBezTo>
                  <a:cubicBezTo>
                    <a:pt x="10355" y="12801"/>
                    <a:pt x="10335" y="12788"/>
                    <a:pt x="10315" y="12788"/>
                  </a:cubicBezTo>
                  <a:cubicBezTo>
                    <a:pt x="10311" y="12788"/>
                    <a:pt x="10307" y="12789"/>
                    <a:pt x="10304" y="12789"/>
                  </a:cubicBezTo>
                  <a:cubicBezTo>
                    <a:pt x="9241" y="13027"/>
                    <a:pt x="8289" y="13590"/>
                    <a:pt x="7369" y="14132"/>
                  </a:cubicBezTo>
                  <a:cubicBezTo>
                    <a:pt x="6738" y="14504"/>
                    <a:pt x="6085" y="14889"/>
                    <a:pt x="5402" y="15168"/>
                  </a:cubicBezTo>
                  <a:cubicBezTo>
                    <a:pt x="4644" y="15477"/>
                    <a:pt x="3884" y="15634"/>
                    <a:pt x="3172" y="15634"/>
                  </a:cubicBezTo>
                  <a:cubicBezTo>
                    <a:pt x="2962" y="15634"/>
                    <a:pt x="2755" y="15620"/>
                    <a:pt x="2554" y="15593"/>
                  </a:cubicBezTo>
                  <a:cubicBezTo>
                    <a:pt x="1549" y="15453"/>
                    <a:pt x="665" y="14958"/>
                    <a:pt x="120" y="14233"/>
                  </a:cubicBezTo>
                  <a:cubicBezTo>
                    <a:pt x="645" y="13533"/>
                    <a:pt x="1278" y="12753"/>
                    <a:pt x="2154" y="12259"/>
                  </a:cubicBezTo>
                  <a:cubicBezTo>
                    <a:pt x="2955" y="11809"/>
                    <a:pt x="3882" y="11695"/>
                    <a:pt x="4687" y="11695"/>
                  </a:cubicBezTo>
                  <a:cubicBezTo>
                    <a:pt x="5010" y="11695"/>
                    <a:pt x="5314" y="11713"/>
                    <a:pt x="5582" y="11736"/>
                  </a:cubicBezTo>
                  <a:cubicBezTo>
                    <a:pt x="5929" y="11764"/>
                    <a:pt x="6282" y="11806"/>
                    <a:pt x="6623" y="11845"/>
                  </a:cubicBezTo>
                  <a:cubicBezTo>
                    <a:pt x="7270" y="11919"/>
                    <a:pt x="7934" y="11996"/>
                    <a:pt x="8597" y="11996"/>
                  </a:cubicBezTo>
                  <a:cubicBezTo>
                    <a:pt x="8774" y="11996"/>
                    <a:pt x="8951" y="11990"/>
                    <a:pt x="9127" y="11978"/>
                  </a:cubicBezTo>
                  <a:cubicBezTo>
                    <a:pt x="9153" y="11975"/>
                    <a:pt x="9173" y="11956"/>
                    <a:pt x="9175" y="11931"/>
                  </a:cubicBezTo>
                  <a:cubicBezTo>
                    <a:pt x="9178" y="11907"/>
                    <a:pt x="9162" y="11882"/>
                    <a:pt x="9138" y="11876"/>
                  </a:cubicBezTo>
                  <a:cubicBezTo>
                    <a:pt x="8378" y="11663"/>
                    <a:pt x="7615" y="11515"/>
                    <a:pt x="6878" y="11373"/>
                  </a:cubicBezTo>
                  <a:cubicBezTo>
                    <a:pt x="6428" y="11285"/>
                    <a:pt x="5964" y="11195"/>
                    <a:pt x="5499" y="11090"/>
                  </a:cubicBezTo>
                  <a:cubicBezTo>
                    <a:pt x="4000" y="10754"/>
                    <a:pt x="2921" y="10203"/>
                    <a:pt x="2200" y="9410"/>
                  </a:cubicBezTo>
                  <a:cubicBezTo>
                    <a:pt x="1775" y="8940"/>
                    <a:pt x="1463" y="8370"/>
                    <a:pt x="1163" y="7818"/>
                  </a:cubicBezTo>
                  <a:cubicBezTo>
                    <a:pt x="876" y="7295"/>
                    <a:pt x="581" y="6754"/>
                    <a:pt x="187" y="6295"/>
                  </a:cubicBezTo>
                  <a:lnTo>
                    <a:pt x="187" y="6295"/>
                  </a:lnTo>
                  <a:cubicBezTo>
                    <a:pt x="2197" y="6297"/>
                    <a:pt x="3755" y="6563"/>
                    <a:pt x="5080" y="7128"/>
                  </a:cubicBezTo>
                  <a:cubicBezTo>
                    <a:pt x="6976" y="7938"/>
                    <a:pt x="8483" y="9513"/>
                    <a:pt x="9812" y="10903"/>
                  </a:cubicBezTo>
                  <a:cubicBezTo>
                    <a:pt x="9821" y="10914"/>
                    <a:pt x="9835" y="10919"/>
                    <a:pt x="9849" y="10919"/>
                  </a:cubicBezTo>
                  <a:cubicBezTo>
                    <a:pt x="9860" y="10919"/>
                    <a:pt x="9871" y="10916"/>
                    <a:pt x="9880" y="10908"/>
                  </a:cubicBezTo>
                  <a:cubicBezTo>
                    <a:pt x="9902" y="10891"/>
                    <a:pt x="9907" y="10861"/>
                    <a:pt x="9892" y="10838"/>
                  </a:cubicBezTo>
                  <a:cubicBezTo>
                    <a:pt x="9317" y="9969"/>
                    <a:pt x="8627" y="9176"/>
                    <a:pt x="7959" y="8407"/>
                  </a:cubicBezTo>
                  <a:cubicBezTo>
                    <a:pt x="7720" y="8130"/>
                    <a:pt x="7472" y="7845"/>
                    <a:pt x="7233" y="7560"/>
                  </a:cubicBezTo>
                  <a:cubicBezTo>
                    <a:pt x="6099" y="6211"/>
                    <a:pt x="5505" y="5035"/>
                    <a:pt x="5365" y="3859"/>
                  </a:cubicBezTo>
                  <a:cubicBezTo>
                    <a:pt x="5212" y="2581"/>
                    <a:pt x="5613" y="1283"/>
                    <a:pt x="5978" y="132"/>
                  </a:cubicBezTo>
                  <a:close/>
                  <a:moveTo>
                    <a:pt x="5948" y="0"/>
                  </a:moveTo>
                  <a:cubicBezTo>
                    <a:pt x="5942" y="0"/>
                    <a:pt x="5936" y="1"/>
                    <a:pt x="5930" y="3"/>
                  </a:cubicBezTo>
                  <a:cubicBezTo>
                    <a:pt x="5916" y="9"/>
                    <a:pt x="5904" y="22"/>
                    <a:pt x="5898" y="37"/>
                  </a:cubicBezTo>
                  <a:cubicBezTo>
                    <a:pt x="5526" y="1214"/>
                    <a:pt x="5103" y="2547"/>
                    <a:pt x="5262" y="3871"/>
                  </a:cubicBezTo>
                  <a:cubicBezTo>
                    <a:pt x="5406" y="5067"/>
                    <a:pt x="6006" y="6260"/>
                    <a:pt x="7153" y="7627"/>
                  </a:cubicBezTo>
                  <a:cubicBezTo>
                    <a:pt x="7393" y="7912"/>
                    <a:pt x="7640" y="8199"/>
                    <a:pt x="7881" y="8475"/>
                  </a:cubicBezTo>
                  <a:cubicBezTo>
                    <a:pt x="8403" y="9075"/>
                    <a:pt x="8939" y="9692"/>
                    <a:pt x="9420" y="10346"/>
                  </a:cubicBezTo>
                  <a:cubicBezTo>
                    <a:pt x="8199" y="9081"/>
                    <a:pt x="6817" y="7756"/>
                    <a:pt x="5121" y="7033"/>
                  </a:cubicBezTo>
                  <a:cubicBezTo>
                    <a:pt x="3773" y="6457"/>
                    <a:pt x="2191" y="6192"/>
                    <a:pt x="150" y="6192"/>
                  </a:cubicBezTo>
                  <a:cubicBezTo>
                    <a:pt x="124" y="6192"/>
                    <a:pt x="99" y="6192"/>
                    <a:pt x="73" y="6192"/>
                  </a:cubicBezTo>
                  <a:cubicBezTo>
                    <a:pt x="53" y="6192"/>
                    <a:pt x="34" y="6204"/>
                    <a:pt x="26" y="6223"/>
                  </a:cubicBezTo>
                  <a:cubicBezTo>
                    <a:pt x="18" y="6241"/>
                    <a:pt x="20" y="6263"/>
                    <a:pt x="34" y="6278"/>
                  </a:cubicBezTo>
                  <a:cubicBezTo>
                    <a:pt x="459" y="6746"/>
                    <a:pt x="770" y="7316"/>
                    <a:pt x="1071" y="7868"/>
                  </a:cubicBezTo>
                  <a:cubicBezTo>
                    <a:pt x="1375" y="8425"/>
                    <a:pt x="1690" y="9001"/>
                    <a:pt x="2123" y="9478"/>
                  </a:cubicBezTo>
                  <a:cubicBezTo>
                    <a:pt x="2859" y="10290"/>
                    <a:pt x="3956" y="10849"/>
                    <a:pt x="5476" y="11191"/>
                  </a:cubicBezTo>
                  <a:cubicBezTo>
                    <a:pt x="5943" y="11296"/>
                    <a:pt x="6408" y="11386"/>
                    <a:pt x="6857" y="11473"/>
                  </a:cubicBezTo>
                  <a:cubicBezTo>
                    <a:pt x="7488" y="11597"/>
                    <a:pt x="8138" y="11722"/>
                    <a:pt x="8789" y="11889"/>
                  </a:cubicBezTo>
                  <a:cubicBezTo>
                    <a:pt x="8724" y="11891"/>
                    <a:pt x="8658" y="11891"/>
                    <a:pt x="8593" y="11891"/>
                  </a:cubicBezTo>
                  <a:cubicBezTo>
                    <a:pt x="7936" y="11891"/>
                    <a:pt x="7278" y="11816"/>
                    <a:pt x="6635" y="11741"/>
                  </a:cubicBezTo>
                  <a:cubicBezTo>
                    <a:pt x="6294" y="11702"/>
                    <a:pt x="5939" y="11660"/>
                    <a:pt x="5590" y="11632"/>
                  </a:cubicBezTo>
                  <a:cubicBezTo>
                    <a:pt x="5320" y="11610"/>
                    <a:pt x="5013" y="11591"/>
                    <a:pt x="4686" y="11591"/>
                  </a:cubicBezTo>
                  <a:cubicBezTo>
                    <a:pt x="3868" y="11591"/>
                    <a:pt x="2922" y="11708"/>
                    <a:pt x="2104" y="12169"/>
                  </a:cubicBezTo>
                  <a:cubicBezTo>
                    <a:pt x="1196" y="12680"/>
                    <a:pt x="551" y="13486"/>
                    <a:pt x="15" y="14200"/>
                  </a:cubicBezTo>
                  <a:cubicBezTo>
                    <a:pt x="2" y="14219"/>
                    <a:pt x="0" y="14243"/>
                    <a:pt x="14" y="14262"/>
                  </a:cubicBezTo>
                  <a:cubicBezTo>
                    <a:pt x="573" y="15028"/>
                    <a:pt x="1494" y="15550"/>
                    <a:pt x="2539" y="15695"/>
                  </a:cubicBezTo>
                  <a:cubicBezTo>
                    <a:pt x="2745" y="15724"/>
                    <a:pt x="2957" y="15738"/>
                    <a:pt x="3174" y="15738"/>
                  </a:cubicBezTo>
                  <a:cubicBezTo>
                    <a:pt x="3899" y="15738"/>
                    <a:pt x="4672" y="15577"/>
                    <a:pt x="5441" y="15263"/>
                  </a:cubicBezTo>
                  <a:cubicBezTo>
                    <a:pt x="6131" y="14982"/>
                    <a:pt x="6787" y="14596"/>
                    <a:pt x="7421" y="14222"/>
                  </a:cubicBezTo>
                  <a:cubicBezTo>
                    <a:pt x="8247" y="13735"/>
                    <a:pt x="9099" y="13232"/>
                    <a:pt x="10026" y="12967"/>
                  </a:cubicBezTo>
                  <a:lnTo>
                    <a:pt x="10026" y="12967"/>
                  </a:lnTo>
                  <a:cubicBezTo>
                    <a:pt x="9471" y="13360"/>
                    <a:pt x="9015" y="13880"/>
                    <a:pt x="8698" y="14484"/>
                  </a:cubicBezTo>
                  <a:cubicBezTo>
                    <a:pt x="7950" y="15914"/>
                    <a:pt x="7944" y="17667"/>
                    <a:pt x="8024" y="19035"/>
                  </a:cubicBezTo>
                  <a:cubicBezTo>
                    <a:pt x="8025" y="19052"/>
                    <a:pt x="8033" y="19066"/>
                    <a:pt x="8048" y="19076"/>
                  </a:cubicBezTo>
                  <a:cubicBezTo>
                    <a:pt x="8056" y="19081"/>
                    <a:pt x="8066" y="19084"/>
                    <a:pt x="8075" y="19084"/>
                  </a:cubicBezTo>
                  <a:cubicBezTo>
                    <a:pt x="8082" y="19084"/>
                    <a:pt x="8088" y="19083"/>
                    <a:pt x="8095" y="19080"/>
                  </a:cubicBezTo>
                  <a:cubicBezTo>
                    <a:pt x="9298" y="18604"/>
                    <a:pt x="10310" y="17661"/>
                    <a:pt x="10872" y="16494"/>
                  </a:cubicBezTo>
                  <a:cubicBezTo>
                    <a:pt x="11510" y="15168"/>
                    <a:pt x="11702" y="14024"/>
                    <a:pt x="11457" y="13011"/>
                  </a:cubicBezTo>
                  <a:lnTo>
                    <a:pt x="11457" y="13011"/>
                  </a:lnTo>
                  <a:cubicBezTo>
                    <a:pt x="12391" y="14005"/>
                    <a:pt x="13203" y="14759"/>
                    <a:pt x="14266" y="15398"/>
                  </a:cubicBezTo>
                  <a:cubicBezTo>
                    <a:pt x="15194" y="15956"/>
                    <a:pt x="16175" y="16246"/>
                    <a:pt x="17082" y="16246"/>
                  </a:cubicBezTo>
                  <a:cubicBezTo>
                    <a:pt x="17471" y="16246"/>
                    <a:pt x="17847" y="16193"/>
                    <a:pt x="18198" y="16084"/>
                  </a:cubicBezTo>
                  <a:cubicBezTo>
                    <a:pt x="18212" y="16080"/>
                    <a:pt x="18224" y="16069"/>
                    <a:pt x="18231" y="16054"/>
                  </a:cubicBezTo>
                  <a:cubicBezTo>
                    <a:pt x="18236" y="16041"/>
                    <a:pt x="18236" y="16025"/>
                    <a:pt x="18229" y="16011"/>
                  </a:cubicBezTo>
                  <a:cubicBezTo>
                    <a:pt x="17173" y="13851"/>
                    <a:pt x="14865" y="12200"/>
                    <a:pt x="12436" y="11850"/>
                  </a:cubicBezTo>
                  <a:cubicBezTo>
                    <a:pt x="13129" y="11603"/>
                    <a:pt x="13858" y="11441"/>
                    <a:pt x="14567" y="11285"/>
                  </a:cubicBezTo>
                  <a:cubicBezTo>
                    <a:pt x="14787" y="11237"/>
                    <a:pt x="15007" y="11188"/>
                    <a:pt x="15227" y="11137"/>
                  </a:cubicBezTo>
                  <a:cubicBezTo>
                    <a:pt x="16205" y="10910"/>
                    <a:pt x="17231" y="10618"/>
                    <a:pt x="18119" y="10029"/>
                  </a:cubicBezTo>
                  <a:cubicBezTo>
                    <a:pt x="18715" y="9633"/>
                    <a:pt x="19738" y="8785"/>
                    <a:pt x="19898" y="7557"/>
                  </a:cubicBezTo>
                  <a:cubicBezTo>
                    <a:pt x="19900" y="7533"/>
                    <a:pt x="19887" y="7510"/>
                    <a:pt x="19864" y="7502"/>
                  </a:cubicBezTo>
                  <a:cubicBezTo>
                    <a:pt x="19192" y="7250"/>
                    <a:pt x="18444" y="6968"/>
                    <a:pt x="17676" y="6968"/>
                  </a:cubicBezTo>
                  <a:cubicBezTo>
                    <a:pt x="17550" y="6968"/>
                    <a:pt x="17424" y="6976"/>
                    <a:pt x="17297" y="6992"/>
                  </a:cubicBezTo>
                  <a:cubicBezTo>
                    <a:pt x="16182" y="7139"/>
                    <a:pt x="15272" y="7955"/>
                    <a:pt x="14499" y="8718"/>
                  </a:cubicBezTo>
                  <a:cubicBezTo>
                    <a:pt x="13748" y="9458"/>
                    <a:pt x="12972" y="10224"/>
                    <a:pt x="12005" y="10533"/>
                  </a:cubicBezTo>
                  <a:cubicBezTo>
                    <a:pt x="12637" y="9843"/>
                    <a:pt x="13281" y="9127"/>
                    <a:pt x="13818" y="8343"/>
                  </a:cubicBezTo>
                  <a:cubicBezTo>
                    <a:pt x="14461" y="7404"/>
                    <a:pt x="14870" y="6473"/>
                    <a:pt x="15033" y="5574"/>
                  </a:cubicBezTo>
                  <a:cubicBezTo>
                    <a:pt x="15276" y="4234"/>
                    <a:pt x="15115" y="2937"/>
                    <a:pt x="14927" y="1844"/>
                  </a:cubicBezTo>
                  <a:cubicBezTo>
                    <a:pt x="14924" y="1830"/>
                    <a:pt x="14916" y="1817"/>
                    <a:pt x="14902" y="1809"/>
                  </a:cubicBezTo>
                  <a:cubicBezTo>
                    <a:pt x="14895" y="1803"/>
                    <a:pt x="14885" y="1801"/>
                    <a:pt x="14876" y="1801"/>
                  </a:cubicBezTo>
                  <a:cubicBezTo>
                    <a:pt x="14871" y="1801"/>
                    <a:pt x="14866" y="1802"/>
                    <a:pt x="14861" y="1803"/>
                  </a:cubicBezTo>
                  <a:cubicBezTo>
                    <a:pt x="13432" y="2227"/>
                    <a:pt x="12240" y="3303"/>
                    <a:pt x="11674" y="4681"/>
                  </a:cubicBezTo>
                  <a:cubicBezTo>
                    <a:pt x="11204" y="5824"/>
                    <a:pt x="11185" y="7085"/>
                    <a:pt x="11166" y="8305"/>
                  </a:cubicBezTo>
                  <a:cubicBezTo>
                    <a:pt x="11160" y="8693"/>
                    <a:pt x="11154" y="9088"/>
                    <a:pt x="11134" y="9480"/>
                  </a:cubicBezTo>
                  <a:cubicBezTo>
                    <a:pt x="11036" y="8452"/>
                    <a:pt x="10916" y="7405"/>
                    <a:pt x="10684" y="6388"/>
                  </a:cubicBezTo>
                  <a:cubicBezTo>
                    <a:pt x="10371" y="5023"/>
                    <a:pt x="9878" y="3867"/>
                    <a:pt x="9217" y="2956"/>
                  </a:cubicBezTo>
                  <a:cubicBezTo>
                    <a:pt x="8407" y="1838"/>
                    <a:pt x="7316" y="847"/>
                    <a:pt x="5976" y="9"/>
                  </a:cubicBezTo>
                  <a:cubicBezTo>
                    <a:pt x="5967" y="3"/>
                    <a:pt x="5958" y="0"/>
                    <a:pt x="594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9" name="Google Shape;10099;p32"/>
            <p:cNvSpPr/>
            <p:nvPr/>
          </p:nvSpPr>
          <p:spPr>
            <a:xfrm>
              <a:off x="4812325" y="3417150"/>
              <a:ext cx="347950" cy="290700"/>
            </a:xfrm>
            <a:custGeom>
              <a:avLst/>
              <a:gdLst/>
              <a:ahLst/>
              <a:cxnLst/>
              <a:rect l="l" t="t" r="r" b="b"/>
              <a:pathLst>
                <a:path w="13918" h="11628" extrusionOk="0">
                  <a:moveTo>
                    <a:pt x="30" y="1"/>
                  </a:moveTo>
                  <a:cubicBezTo>
                    <a:pt x="27" y="1"/>
                    <a:pt x="24" y="2"/>
                    <a:pt x="21" y="3"/>
                  </a:cubicBezTo>
                  <a:cubicBezTo>
                    <a:pt x="7" y="8"/>
                    <a:pt x="0" y="23"/>
                    <a:pt x="6" y="36"/>
                  </a:cubicBezTo>
                  <a:cubicBezTo>
                    <a:pt x="1375" y="3616"/>
                    <a:pt x="3001" y="7403"/>
                    <a:pt x="4975" y="11613"/>
                  </a:cubicBezTo>
                  <a:cubicBezTo>
                    <a:pt x="4979" y="11621"/>
                    <a:pt x="4989" y="11628"/>
                    <a:pt x="4998" y="11628"/>
                  </a:cubicBezTo>
                  <a:cubicBezTo>
                    <a:pt x="5000" y="11628"/>
                    <a:pt x="5001" y="11628"/>
                    <a:pt x="5002" y="11626"/>
                  </a:cubicBezTo>
                  <a:cubicBezTo>
                    <a:pt x="6625" y="11364"/>
                    <a:pt x="8106" y="10554"/>
                    <a:pt x="9537" y="9770"/>
                  </a:cubicBezTo>
                  <a:cubicBezTo>
                    <a:pt x="9801" y="9626"/>
                    <a:pt x="10065" y="9479"/>
                    <a:pt x="10327" y="9333"/>
                  </a:cubicBezTo>
                  <a:cubicBezTo>
                    <a:pt x="11469" y="8696"/>
                    <a:pt x="12651" y="8037"/>
                    <a:pt x="13898" y="7589"/>
                  </a:cubicBezTo>
                  <a:cubicBezTo>
                    <a:pt x="13911" y="7585"/>
                    <a:pt x="13918" y="7570"/>
                    <a:pt x="13914" y="7557"/>
                  </a:cubicBezTo>
                  <a:cubicBezTo>
                    <a:pt x="13910" y="7546"/>
                    <a:pt x="13899" y="7539"/>
                    <a:pt x="13889" y="7539"/>
                  </a:cubicBezTo>
                  <a:cubicBezTo>
                    <a:pt x="13886" y="7539"/>
                    <a:pt x="13883" y="7540"/>
                    <a:pt x="13880" y="7541"/>
                  </a:cubicBezTo>
                  <a:cubicBezTo>
                    <a:pt x="12629" y="7990"/>
                    <a:pt x="11445" y="8649"/>
                    <a:pt x="10302" y="9288"/>
                  </a:cubicBezTo>
                  <a:cubicBezTo>
                    <a:pt x="10039" y="9435"/>
                    <a:pt x="9777" y="9582"/>
                    <a:pt x="9513" y="9725"/>
                  </a:cubicBezTo>
                  <a:cubicBezTo>
                    <a:pt x="8090" y="10503"/>
                    <a:pt x="6619" y="11308"/>
                    <a:pt x="5014" y="11573"/>
                  </a:cubicBezTo>
                  <a:cubicBezTo>
                    <a:pt x="3044" y="7373"/>
                    <a:pt x="1421" y="3592"/>
                    <a:pt x="54" y="18"/>
                  </a:cubicBezTo>
                  <a:cubicBezTo>
                    <a:pt x="50" y="7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0" name="Google Shape;10100;p32"/>
            <p:cNvSpPr/>
            <p:nvPr/>
          </p:nvSpPr>
          <p:spPr>
            <a:xfrm>
              <a:off x="4864625" y="3706500"/>
              <a:ext cx="73375" cy="186000"/>
            </a:xfrm>
            <a:custGeom>
              <a:avLst/>
              <a:gdLst/>
              <a:ahLst/>
              <a:cxnLst/>
              <a:rect l="l" t="t" r="r" b="b"/>
              <a:pathLst>
                <a:path w="2935" h="7440" extrusionOk="0">
                  <a:moveTo>
                    <a:pt x="2907" y="1"/>
                  </a:moveTo>
                  <a:cubicBezTo>
                    <a:pt x="2894" y="1"/>
                    <a:pt x="2883" y="10"/>
                    <a:pt x="2881" y="23"/>
                  </a:cubicBezTo>
                  <a:cubicBezTo>
                    <a:pt x="2431" y="2626"/>
                    <a:pt x="1437" y="5177"/>
                    <a:pt x="8" y="7399"/>
                  </a:cubicBezTo>
                  <a:cubicBezTo>
                    <a:pt x="0" y="7411"/>
                    <a:pt x="4" y="7427"/>
                    <a:pt x="17" y="7436"/>
                  </a:cubicBezTo>
                  <a:cubicBezTo>
                    <a:pt x="21" y="7438"/>
                    <a:pt x="25" y="7440"/>
                    <a:pt x="30" y="7440"/>
                  </a:cubicBezTo>
                  <a:cubicBezTo>
                    <a:pt x="39" y="7440"/>
                    <a:pt x="48" y="7436"/>
                    <a:pt x="52" y="7427"/>
                  </a:cubicBezTo>
                  <a:cubicBezTo>
                    <a:pt x="1486" y="5200"/>
                    <a:pt x="2481" y="2642"/>
                    <a:pt x="2932" y="31"/>
                  </a:cubicBezTo>
                  <a:cubicBezTo>
                    <a:pt x="2935" y="17"/>
                    <a:pt x="2925" y="4"/>
                    <a:pt x="2912" y="1"/>
                  </a:cubicBezTo>
                  <a:cubicBezTo>
                    <a:pt x="2910" y="1"/>
                    <a:pt x="2908" y="1"/>
                    <a:pt x="290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1" name="Google Shape;10101;p32"/>
            <p:cNvSpPr/>
            <p:nvPr/>
          </p:nvSpPr>
          <p:spPr>
            <a:xfrm>
              <a:off x="4936575" y="3706525"/>
              <a:ext cx="182900" cy="111275"/>
            </a:xfrm>
            <a:custGeom>
              <a:avLst/>
              <a:gdLst/>
              <a:ahLst/>
              <a:cxnLst/>
              <a:rect l="l" t="t" r="r" b="b"/>
              <a:pathLst>
                <a:path w="7316" h="4451" extrusionOk="0">
                  <a:moveTo>
                    <a:pt x="29" y="1"/>
                  </a:moveTo>
                  <a:cubicBezTo>
                    <a:pt x="21" y="1"/>
                    <a:pt x="14" y="4"/>
                    <a:pt x="9" y="10"/>
                  </a:cubicBezTo>
                  <a:cubicBezTo>
                    <a:pt x="0" y="20"/>
                    <a:pt x="1" y="37"/>
                    <a:pt x="12" y="46"/>
                  </a:cubicBezTo>
                  <a:cubicBezTo>
                    <a:pt x="1144" y="976"/>
                    <a:pt x="2292" y="1833"/>
                    <a:pt x="3427" y="2591"/>
                  </a:cubicBezTo>
                  <a:cubicBezTo>
                    <a:pt x="4658" y="3416"/>
                    <a:pt x="5991" y="4059"/>
                    <a:pt x="7280" y="4449"/>
                  </a:cubicBezTo>
                  <a:cubicBezTo>
                    <a:pt x="7282" y="4451"/>
                    <a:pt x="7284" y="4451"/>
                    <a:pt x="7286" y="4451"/>
                  </a:cubicBezTo>
                  <a:cubicBezTo>
                    <a:pt x="7298" y="4451"/>
                    <a:pt x="7308" y="4444"/>
                    <a:pt x="7312" y="4433"/>
                  </a:cubicBezTo>
                  <a:cubicBezTo>
                    <a:pt x="7316" y="4418"/>
                    <a:pt x="7308" y="4405"/>
                    <a:pt x="7294" y="4401"/>
                  </a:cubicBezTo>
                  <a:cubicBezTo>
                    <a:pt x="6010" y="4011"/>
                    <a:pt x="4683" y="3370"/>
                    <a:pt x="3455" y="2548"/>
                  </a:cubicBezTo>
                  <a:cubicBezTo>
                    <a:pt x="2322" y="1791"/>
                    <a:pt x="1175" y="935"/>
                    <a:pt x="46" y="6"/>
                  </a:cubicBezTo>
                  <a:cubicBezTo>
                    <a:pt x="41" y="2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2" name="Google Shape;10102;p32"/>
            <p:cNvSpPr/>
            <p:nvPr/>
          </p:nvSpPr>
          <p:spPr>
            <a:xfrm>
              <a:off x="4936525" y="3463500"/>
              <a:ext cx="100100" cy="244350"/>
            </a:xfrm>
            <a:custGeom>
              <a:avLst/>
              <a:gdLst/>
              <a:ahLst/>
              <a:cxnLst/>
              <a:rect l="l" t="t" r="r" b="b"/>
              <a:pathLst>
                <a:path w="4004" h="9774" extrusionOk="0">
                  <a:moveTo>
                    <a:pt x="3973" y="1"/>
                  </a:moveTo>
                  <a:cubicBezTo>
                    <a:pt x="3963" y="1"/>
                    <a:pt x="3953" y="6"/>
                    <a:pt x="3949" y="16"/>
                  </a:cubicBezTo>
                  <a:cubicBezTo>
                    <a:pt x="3330" y="1414"/>
                    <a:pt x="2845" y="2711"/>
                    <a:pt x="2331" y="4086"/>
                  </a:cubicBezTo>
                  <a:cubicBezTo>
                    <a:pt x="1676" y="5833"/>
                    <a:pt x="999" y="7641"/>
                    <a:pt x="7" y="9736"/>
                  </a:cubicBezTo>
                  <a:cubicBezTo>
                    <a:pt x="1" y="9750"/>
                    <a:pt x="7" y="9764"/>
                    <a:pt x="20" y="9771"/>
                  </a:cubicBezTo>
                  <a:cubicBezTo>
                    <a:pt x="24" y="9772"/>
                    <a:pt x="28" y="9774"/>
                    <a:pt x="30" y="9774"/>
                  </a:cubicBezTo>
                  <a:cubicBezTo>
                    <a:pt x="40" y="9774"/>
                    <a:pt x="49" y="9767"/>
                    <a:pt x="55" y="9759"/>
                  </a:cubicBezTo>
                  <a:cubicBezTo>
                    <a:pt x="1047" y="7662"/>
                    <a:pt x="1724" y="5852"/>
                    <a:pt x="2379" y="4103"/>
                  </a:cubicBezTo>
                  <a:cubicBezTo>
                    <a:pt x="2893" y="2730"/>
                    <a:pt x="3379" y="1433"/>
                    <a:pt x="3996" y="36"/>
                  </a:cubicBezTo>
                  <a:cubicBezTo>
                    <a:pt x="4003" y="23"/>
                    <a:pt x="3996" y="8"/>
                    <a:pt x="3983" y="3"/>
                  </a:cubicBezTo>
                  <a:cubicBezTo>
                    <a:pt x="3980" y="1"/>
                    <a:pt x="3976" y="1"/>
                    <a:pt x="397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3" name="Google Shape;10103;p32"/>
            <p:cNvSpPr/>
            <p:nvPr/>
          </p:nvSpPr>
          <p:spPr>
            <a:xfrm>
              <a:off x="4667725" y="3571675"/>
              <a:ext cx="270275" cy="136175"/>
            </a:xfrm>
            <a:custGeom>
              <a:avLst/>
              <a:gdLst/>
              <a:ahLst/>
              <a:cxnLst/>
              <a:rect l="l" t="t" r="r" b="b"/>
              <a:pathLst>
                <a:path w="10811" h="5447" extrusionOk="0">
                  <a:moveTo>
                    <a:pt x="30" y="1"/>
                  </a:moveTo>
                  <a:cubicBezTo>
                    <a:pt x="21" y="1"/>
                    <a:pt x="11" y="6"/>
                    <a:pt x="8" y="16"/>
                  </a:cubicBezTo>
                  <a:cubicBezTo>
                    <a:pt x="1" y="28"/>
                    <a:pt x="6" y="44"/>
                    <a:pt x="20" y="49"/>
                  </a:cubicBezTo>
                  <a:cubicBezTo>
                    <a:pt x="1295" y="655"/>
                    <a:pt x="2483" y="1463"/>
                    <a:pt x="3633" y="2246"/>
                  </a:cubicBezTo>
                  <a:cubicBezTo>
                    <a:pt x="4068" y="2542"/>
                    <a:pt x="4517" y="2848"/>
                    <a:pt x="4965" y="3138"/>
                  </a:cubicBezTo>
                  <a:cubicBezTo>
                    <a:pt x="6433" y="4089"/>
                    <a:pt x="8729" y="5195"/>
                    <a:pt x="10780" y="5445"/>
                  </a:cubicBezTo>
                  <a:cubicBezTo>
                    <a:pt x="10781" y="5447"/>
                    <a:pt x="10782" y="5447"/>
                    <a:pt x="10782" y="5447"/>
                  </a:cubicBezTo>
                  <a:cubicBezTo>
                    <a:pt x="10796" y="5447"/>
                    <a:pt x="10807" y="5436"/>
                    <a:pt x="10808" y="5424"/>
                  </a:cubicBezTo>
                  <a:cubicBezTo>
                    <a:pt x="10811" y="5409"/>
                    <a:pt x="10800" y="5396"/>
                    <a:pt x="10786" y="5394"/>
                  </a:cubicBezTo>
                  <a:cubicBezTo>
                    <a:pt x="8744" y="5145"/>
                    <a:pt x="6456" y="4044"/>
                    <a:pt x="4993" y="3095"/>
                  </a:cubicBezTo>
                  <a:cubicBezTo>
                    <a:pt x="4547" y="2805"/>
                    <a:pt x="4097" y="2499"/>
                    <a:pt x="3663" y="2203"/>
                  </a:cubicBezTo>
                  <a:cubicBezTo>
                    <a:pt x="2511" y="1420"/>
                    <a:pt x="1321" y="610"/>
                    <a:pt x="41" y="4"/>
                  </a:cubicBezTo>
                  <a:cubicBezTo>
                    <a:pt x="38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4" name="Google Shape;10104;p32"/>
            <p:cNvSpPr/>
            <p:nvPr/>
          </p:nvSpPr>
          <p:spPr>
            <a:xfrm>
              <a:off x="4666125" y="3706525"/>
              <a:ext cx="271900" cy="67325"/>
            </a:xfrm>
            <a:custGeom>
              <a:avLst/>
              <a:gdLst/>
              <a:ahLst/>
              <a:cxnLst/>
              <a:rect l="l" t="t" r="r" b="b"/>
              <a:pathLst>
                <a:path w="10876" h="2693" extrusionOk="0">
                  <a:moveTo>
                    <a:pt x="10847" y="0"/>
                  </a:moveTo>
                  <a:cubicBezTo>
                    <a:pt x="10843" y="0"/>
                    <a:pt x="10838" y="2"/>
                    <a:pt x="10834" y="4"/>
                  </a:cubicBezTo>
                  <a:cubicBezTo>
                    <a:pt x="7876" y="1720"/>
                    <a:pt x="4453" y="2641"/>
                    <a:pt x="1091" y="2641"/>
                  </a:cubicBezTo>
                  <a:cubicBezTo>
                    <a:pt x="736" y="2641"/>
                    <a:pt x="382" y="2631"/>
                    <a:pt x="29" y="2610"/>
                  </a:cubicBezTo>
                  <a:cubicBezTo>
                    <a:pt x="15" y="2610"/>
                    <a:pt x="3" y="2620"/>
                    <a:pt x="2" y="2634"/>
                  </a:cubicBezTo>
                  <a:cubicBezTo>
                    <a:pt x="0" y="2649"/>
                    <a:pt x="11" y="2661"/>
                    <a:pt x="26" y="2661"/>
                  </a:cubicBezTo>
                  <a:cubicBezTo>
                    <a:pt x="380" y="2683"/>
                    <a:pt x="735" y="2692"/>
                    <a:pt x="1090" y="2692"/>
                  </a:cubicBezTo>
                  <a:cubicBezTo>
                    <a:pt x="4463" y="2692"/>
                    <a:pt x="7893" y="1769"/>
                    <a:pt x="10860" y="49"/>
                  </a:cubicBezTo>
                  <a:cubicBezTo>
                    <a:pt x="10872" y="42"/>
                    <a:pt x="10876" y="26"/>
                    <a:pt x="10869" y="14"/>
                  </a:cubicBezTo>
                  <a:cubicBezTo>
                    <a:pt x="10864" y="5"/>
                    <a:pt x="10856" y="0"/>
                    <a:pt x="1084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5" name="Google Shape;10105;p32"/>
            <p:cNvSpPr/>
            <p:nvPr/>
          </p:nvSpPr>
          <p:spPr>
            <a:xfrm>
              <a:off x="4784050" y="3589500"/>
              <a:ext cx="21700" cy="68150"/>
            </a:xfrm>
            <a:custGeom>
              <a:avLst/>
              <a:gdLst/>
              <a:ahLst/>
              <a:cxnLst/>
              <a:rect l="l" t="t" r="r" b="b"/>
              <a:pathLst>
                <a:path w="868" h="2726" extrusionOk="0">
                  <a:moveTo>
                    <a:pt x="29" y="0"/>
                  </a:moveTo>
                  <a:cubicBezTo>
                    <a:pt x="26" y="0"/>
                    <a:pt x="22" y="1"/>
                    <a:pt x="19" y="2"/>
                  </a:cubicBezTo>
                  <a:cubicBezTo>
                    <a:pt x="5" y="8"/>
                    <a:pt x="0" y="24"/>
                    <a:pt x="5" y="36"/>
                  </a:cubicBezTo>
                  <a:cubicBezTo>
                    <a:pt x="374" y="892"/>
                    <a:pt x="646" y="1789"/>
                    <a:pt x="814" y="2704"/>
                  </a:cubicBezTo>
                  <a:cubicBezTo>
                    <a:pt x="817" y="2717"/>
                    <a:pt x="827" y="2725"/>
                    <a:pt x="840" y="2725"/>
                  </a:cubicBezTo>
                  <a:lnTo>
                    <a:pt x="844" y="2725"/>
                  </a:lnTo>
                  <a:cubicBezTo>
                    <a:pt x="858" y="2723"/>
                    <a:pt x="868" y="2709"/>
                    <a:pt x="865" y="2696"/>
                  </a:cubicBezTo>
                  <a:cubicBezTo>
                    <a:pt x="696" y="1775"/>
                    <a:pt x="422" y="875"/>
                    <a:pt x="52" y="16"/>
                  </a:cubicBezTo>
                  <a:cubicBezTo>
                    <a:pt x="49" y="6"/>
                    <a:pt x="39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6" name="Google Shape;10106;p32"/>
            <p:cNvSpPr/>
            <p:nvPr/>
          </p:nvSpPr>
          <p:spPr>
            <a:xfrm>
              <a:off x="4713250" y="3639375"/>
              <a:ext cx="64350" cy="7025"/>
            </a:xfrm>
            <a:custGeom>
              <a:avLst/>
              <a:gdLst/>
              <a:ahLst/>
              <a:cxnLst/>
              <a:rect l="l" t="t" r="r" b="b"/>
              <a:pathLst>
                <a:path w="2574" h="281" extrusionOk="0">
                  <a:moveTo>
                    <a:pt x="2544" y="1"/>
                  </a:moveTo>
                  <a:cubicBezTo>
                    <a:pt x="2543" y="1"/>
                    <a:pt x="2541" y="1"/>
                    <a:pt x="2539" y="1"/>
                  </a:cubicBezTo>
                  <a:cubicBezTo>
                    <a:pt x="1897" y="152"/>
                    <a:pt x="1241" y="229"/>
                    <a:pt x="583" y="229"/>
                  </a:cubicBezTo>
                  <a:cubicBezTo>
                    <a:pt x="399" y="229"/>
                    <a:pt x="214" y="223"/>
                    <a:pt x="30" y="211"/>
                  </a:cubicBezTo>
                  <a:cubicBezTo>
                    <a:pt x="29" y="211"/>
                    <a:pt x="28" y="211"/>
                    <a:pt x="27" y="211"/>
                  </a:cubicBezTo>
                  <a:cubicBezTo>
                    <a:pt x="11" y="211"/>
                    <a:pt x="3" y="222"/>
                    <a:pt x="1" y="235"/>
                  </a:cubicBezTo>
                  <a:cubicBezTo>
                    <a:pt x="0" y="250"/>
                    <a:pt x="11" y="262"/>
                    <a:pt x="26" y="263"/>
                  </a:cubicBezTo>
                  <a:cubicBezTo>
                    <a:pt x="211" y="275"/>
                    <a:pt x="396" y="281"/>
                    <a:pt x="580" y="281"/>
                  </a:cubicBezTo>
                  <a:cubicBezTo>
                    <a:pt x="1243" y="281"/>
                    <a:pt x="1905" y="204"/>
                    <a:pt x="2551" y="51"/>
                  </a:cubicBezTo>
                  <a:cubicBezTo>
                    <a:pt x="2566" y="48"/>
                    <a:pt x="2574" y="35"/>
                    <a:pt x="2570" y="20"/>
                  </a:cubicBezTo>
                  <a:cubicBezTo>
                    <a:pt x="2567" y="8"/>
                    <a:pt x="2557" y="1"/>
                    <a:pt x="254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7" name="Google Shape;10107;p32"/>
            <p:cNvSpPr/>
            <p:nvPr/>
          </p:nvSpPr>
          <p:spPr>
            <a:xfrm>
              <a:off x="4801425" y="3680800"/>
              <a:ext cx="48550" cy="14650"/>
            </a:xfrm>
            <a:custGeom>
              <a:avLst/>
              <a:gdLst/>
              <a:ahLst/>
              <a:cxnLst/>
              <a:rect l="l" t="t" r="r" b="b"/>
              <a:pathLst>
                <a:path w="1942" h="586" extrusionOk="0">
                  <a:moveTo>
                    <a:pt x="1912" y="1"/>
                  </a:moveTo>
                  <a:cubicBezTo>
                    <a:pt x="1910" y="1"/>
                    <a:pt x="1909" y="1"/>
                    <a:pt x="1907" y="1"/>
                  </a:cubicBezTo>
                  <a:lnTo>
                    <a:pt x="23" y="536"/>
                  </a:lnTo>
                  <a:cubicBezTo>
                    <a:pt x="9" y="538"/>
                    <a:pt x="1" y="553"/>
                    <a:pt x="5" y="567"/>
                  </a:cubicBezTo>
                  <a:cubicBezTo>
                    <a:pt x="9" y="579"/>
                    <a:pt x="18" y="585"/>
                    <a:pt x="30" y="585"/>
                  </a:cubicBezTo>
                  <a:lnTo>
                    <a:pt x="37" y="585"/>
                  </a:lnTo>
                  <a:lnTo>
                    <a:pt x="1920" y="51"/>
                  </a:lnTo>
                  <a:cubicBezTo>
                    <a:pt x="1934" y="49"/>
                    <a:pt x="1942" y="34"/>
                    <a:pt x="1938" y="20"/>
                  </a:cubicBezTo>
                  <a:cubicBezTo>
                    <a:pt x="1935" y="9"/>
                    <a:pt x="1924" y="1"/>
                    <a:pt x="191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8" name="Google Shape;10108;p32"/>
            <p:cNvSpPr/>
            <p:nvPr/>
          </p:nvSpPr>
          <p:spPr>
            <a:xfrm>
              <a:off x="4858075" y="3635675"/>
              <a:ext cx="16725" cy="55875"/>
            </a:xfrm>
            <a:custGeom>
              <a:avLst/>
              <a:gdLst/>
              <a:ahLst/>
              <a:cxnLst/>
              <a:rect l="l" t="t" r="r" b="b"/>
              <a:pathLst>
                <a:path w="669" h="2235" extrusionOk="0">
                  <a:moveTo>
                    <a:pt x="29" y="1"/>
                  </a:moveTo>
                  <a:cubicBezTo>
                    <a:pt x="25" y="1"/>
                    <a:pt x="21" y="2"/>
                    <a:pt x="18" y="4"/>
                  </a:cubicBezTo>
                  <a:cubicBezTo>
                    <a:pt x="4" y="9"/>
                    <a:pt x="0" y="25"/>
                    <a:pt x="5" y="37"/>
                  </a:cubicBezTo>
                  <a:cubicBezTo>
                    <a:pt x="361" y="748"/>
                    <a:pt x="566" y="1478"/>
                    <a:pt x="616" y="2210"/>
                  </a:cubicBezTo>
                  <a:cubicBezTo>
                    <a:pt x="618" y="2224"/>
                    <a:pt x="628" y="2234"/>
                    <a:pt x="642" y="2234"/>
                  </a:cubicBezTo>
                  <a:lnTo>
                    <a:pt x="644" y="2234"/>
                  </a:lnTo>
                  <a:cubicBezTo>
                    <a:pt x="658" y="2233"/>
                    <a:pt x="669" y="2221"/>
                    <a:pt x="669" y="2206"/>
                  </a:cubicBezTo>
                  <a:cubicBezTo>
                    <a:pt x="618" y="1469"/>
                    <a:pt x="410" y="730"/>
                    <a:pt x="53" y="15"/>
                  </a:cubicBezTo>
                  <a:cubicBezTo>
                    <a:pt x="48" y="6"/>
                    <a:pt x="38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9" name="Google Shape;10109;p32"/>
            <p:cNvSpPr/>
            <p:nvPr/>
          </p:nvSpPr>
          <p:spPr>
            <a:xfrm>
              <a:off x="4796250" y="3489300"/>
              <a:ext cx="61075" cy="37400"/>
            </a:xfrm>
            <a:custGeom>
              <a:avLst/>
              <a:gdLst/>
              <a:ahLst/>
              <a:cxnLst/>
              <a:rect l="l" t="t" r="r" b="b"/>
              <a:pathLst>
                <a:path w="2443" h="1496" extrusionOk="0">
                  <a:moveTo>
                    <a:pt x="30" y="1"/>
                  </a:moveTo>
                  <a:cubicBezTo>
                    <a:pt x="22" y="1"/>
                    <a:pt x="15" y="5"/>
                    <a:pt x="10" y="12"/>
                  </a:cubicBezTo>
                  <a:cubicBezTo>
                    <a:pt x="0" y="23"/>
                    <a:pt x="3" y="39"/>
                    <a:pt x="14" y="48"/>
                  </a:cubicBezTo>
                  <a:cubicBezTo>
                    <a:pt x="754" y="613"/>
                    <a:pt x="1557" y="1100"/>
                    <a:pt x="2402" y="1493"/>
                  </a:cubicBezTo>
                  <a:cubicBezTo>
                    <a:pt x="2406" y="1495"/>
                    <a:pt x="2410" y="1496"/>
                    <a:pt x="2413" y="1496"/>
                  </a:cubicBezTo>
                  <a:cubicBezTo>
                    <a:pt x="2423" y="1496"/>
                    <a:pt x="2433" y="1490"/>
                    <a:pt x="2437" y="1481"/>
                  </a:cubicBezTo>
                  <a:cubicBezTo>
                    <a:pt x="2442" y="1468"/>
                    <a:pt x="2437" y="1451"/>
                    <a:pt x="2423" y="1446"/>
                  </a:cubicBezTo>
                  <a:cubicBezTo>
                    <a:pt x="1582" y="1055"/>
                    <a:pt x="782" y="570"/>
                    <a:pt x="46" y="7"/>
                  </a:cubicBezTo>
                  <a:cubicBezTo>
                    <a:pt x="41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0" name="Google Shape;10110;p32"/>
            <p:cNvSpPr/>
            <p:nvPr/>
          </p:nvSpPr>
          <p:spPr>
            <a:xfrm>
              <a:off x="4868150" y="3492625"/>
              <a:ext cx="27200" cy="63275"/>
            </a:xfrm>
            <a:custGeom>
              <a:avLst/>
              <a:gdLst/>
              <a:ahLst/>
              <a:cxnLst/>
              <a:rect l="l" t="t" r="r" b="b"/>
              <a:pathLst>
                <a:path w="1088" h="2531" extrusionOk="0">
                  <a:moveTo>
                    <a:pt x="1061" y="1"/>
                  </a:moveTo>
                  <a:cubicBezTo>
                    <a:pt x="1049" y="1"/>
                    <a:pt x="1037" y="9"/>
                    <a:pt x="1034" y="20"/>
                  </a:cubicBezTo>
                  <a:cubicBezTo>
                    <a:pt x="802" y="885"/>
                    <a:pt x="457" y="1717"/>
                    <a:pt x="7" y="2492"/>
                  </a:cubicBezTo>
                  <a:cubicBezTo>
                    <a:pt x="1" y="2504"/>
                    <a:pt x="5" y="2520"/>
                    <a:pt x="18" y="2527"/>
                  </a:cubicBezTo>
                  <a:cubicBezTo>
                    <a:pt x="22" y="2529"/>
                    <a:pt x="26" y="2531"/>
                    <a:pt x="30" y="2531"/>
                  </a:cubicBezTo>
                  <a:cubicBezTo>
                    <a:pt x="40" y="2531"/>
                    <a:pt x="48" y="2525"/>
                    <a:pt x="53" y="2517"/>
                  </a:cubicBezTo>
                  <a:cubicBezTo>
                    <a:pt x="504" y="1738"/>
                    <a:pt x="851" y="903"/>
                    <a:pt x="1084" y="34"/>
                  </a:cubicBezTo>
                  <a:cubicBezTo>
                    <a:pt x="1088" y="19"/>
                    <a:pt x="1080" y="5"/>
                    <a:pt x="1066" y="1"/>
                  </a:cubicBezTo>
                  <a:cubicBezTo>
                    <a:pt x="1064" y="1"/>
                    <a:pt x="1063" y="1"/>
                    <a:pt x="106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1" name="Google Shape;10111;p32"/>
            <p:cNvSpPr/>
            <p:nvPr/>
          </p:nvSpPr>
          <p:spPr>
            <a:xfrm>
              <a:off x="4813200" y="3559950"/>
              <a:ext cx="69800" cy="27700"/>
            </a:xfrm>
            <a:custGeom>
              <a:avLst/>
              <a:gdLst/>
              <a:ahLst/>
              <a:cxnLst/>
              <a:rect l="l" t="t" r="r" b="b"/>
              <a:pathLst>
                <a:path w="2792" h="1108" extrusionOk="0">
                  <a:moveTo>
                    <a:pt x="30" y="1"/>
                  </a:moveTo>
                  <a:cubicBezTo>
                    <a:pt x="21" y="1"/>
                    <a:pt x="13" y="6"/>
                    <a:pt x="7" y="14"/>
                  </a:cubicBezTo>
                  <a:cubicBezTo>
                    <a:pt x="0" y="26"/>
                    <a:pt x="6" y="42"/>
                    <a:pt x="18" y="49"/>
                  </a:cubicBezTo>
                  <a:cubicBezTo>
                    <a:pt x="879" y="525"/>
                    <a:pt x="1800" y="882"/>
                    <a:pt x="2758" y="1106"/>
                  </a:cubicBezTo>
                  <a:cubicBezTo>
                    <a:pt x="2760" y="1108"/>
                    <a:pt x="2762" y="1108"/>
                    <a:pt x="2764" y="1108"/>
                  </a:cubicBezTo>
                  <a:cubicBezTo>
                    <a:pt x="2776" y="1108"/>
                    <a:pt x="2787" y="1100"/>
                    <a:pt x="2789" y="1087"/>
                  </a:cubicBezTo>
                  <a:cubicBezTo>
                    <a:pt x="2792" y="1074"/>
                    <a:pt x="2784" y="1059"/>
                    <a:pt x="2770" y="1056"/>
                  </a:cubicBezTo>
                  <a:cubicBezTo>
                    <a:pt x="1817" y="832"/>
                    <a:pt x="899" y="478"/>
                    <a:pt x="43" y="4"/>
                  </a:cubicBezTo>
                  <a:cubicBezTo>
                    <a:pt x="39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2" name="Google Shape;10112;p32"/>
            <p:cNvSpPr/>
            <p:nvPr/>
          </p:nvSpPr>
          <p:spPr>
            <a:xfrm>
              <a:off x="4896350" y="3564800"/>
              <a:ext cx="32875" cy="54525"/>
            </a:xfrm>
            <a:custGeom>
              <a:avLst/>
              <a:gdLst/>
              <a:ahLst/>
              <a:cxnLst/>
              <a:rect l="l" t="t" r="r" b="b"/>
              <a:pathLst>
                <a:path w="1315" h="2181" extrusionOk="0">
                  <a:moveTo>
                    <a:pt x="1287" y="0"/>
                  </a:moveTo>
                  <a:cubicBezTo>
                    <a:pt x="1276" y="0"/>
                    <a:pt x="1266" y="6"/>
                    <a:pt x="1262" y="16"/>
                  </a:cubicBezTo>
                  <a:cubicBezTo>
                    <a:pt x="954" y="784"/>
                    <a:pt x="533" y="1497"/>
                    <a:pt x="8" y="2138"/>
                  </a:cubicBezTo>
                  <a:cubicBezTo>
                    <a:pt x="0" y="2150"/>
                    <a:pt x="1" y="2166"/>
                    <a:pt x="12" y="2176"/>
                  </a:cubicBezTo>
                  <a:cubicBezTo>
                    <a:pt x="18" y="2180"/>
                    <a:pt x="23" y="2181"/>
                    <a:pt x="28" y="2181"/>
                  </a:cubicBezTo>
                  <a:cubicBezTo>
                    <a:pt x="36" y="2181"/>
                    <a:pt x="43" y="2177"/>
                    <a:pt x="48" y="2171"/>
                  </a:cubicBezTo>
                  <a:cubicBezTo>
                    <a:pt x="576" y="1527"/>
                    <a:pt x="1001" y="809"/>
                    <a:pt x="1309" y="35"/>
                  </a:cubicBezTo>
                  <a:cubicBezTo>
                    <a:pt x="1314" y="23"/>
                    <a:pt x="1308" y="7"/>
                    <a:pt x="1296" y="1"/>
                  </a:cubicBezTo>
                  <a:cubicBezTo>
                    <a:pt x="1293" y="1"/>
                    <a:pt x="1290" y="0"/>
                    <a:pt x="128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3" name="Google Shape;10113;p32"/>
            <p:cNvSpPr/>
            <p:nvPr/>
          </p:nvSpPr>
          <p:spPr>
            <a:xfrm>
              <a:off x="4859275" y="3623300"/>
              <a:ext cx="52050" cy="26900"/>
            </a:xfrm>
            <a:custGeom>
              <a:avLst/>
              <a:gdLst/>
              <a:ahLst/>
              <a:cxnLst/>
              <a:rect l="l" t="t" r="r" b="b"/>
              <a:pathLst>
                <a:path w="2082" h="1076" extrusionOk="0">
                  <a:moveTo>
                    <a:pt x="30" y="0"/>
                  </a:moveTo>
                  <a:cubicBezTo>
                    <a:pt x="22" y="0"/>
                    <a:pt x="14" y="4"/>
                    <a:pt x="9" y="10"/>
                  </a:cubicBezTo>
                  <a:cubicBezTo>
                    <a:pt x="1" y="23"/>
                    <a:pt x="5" y="39"/>
                    <a:pt x="15" y="47"/>
                  </a:cubicBezTo>
                  <a:cubicBezTo>
                    <a:pt x="641" y="484"/>
                    <a:pt x="1323" y="828"/>
                    <a:pt x="2044" y="1075"/>
                  </a:cubicBezTo>
                  <a:cubicBezTo>
                    <a:pt x="2047" y="1075"/>
                    <a:pt x="2051" y="1076"/>
                    <a:pt x="2053" y="1076"/>
                  </a:cubicBezTo>
                  <a:cubicBezTo>
                    <a:pt x="2064" y="1076"/>
                    <a:pt x="2074" y="1069"/>
                    <a:pt x="2078" y="1058"/>
                  </a:cubicBezTo>
                  <a:cubicBezTo>
                    <a:pt x="2082" y="1045"/>
                    <a:pt x="2075" y="1030"/>
                    <a:pt x="2062" y="1025"/>
                  </a:cubicBezTo>
                  <a:cubicBezTo>
                    <a:pt x="1344" y="781"/>
                    <a:pt x="666" y="438"/>
                    <a:pt x="45" y="5"/>
                  </a:cubicBezTo>
                  <a:cubicBezTo>
                    <a:pt x="40" y="2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4" name="Google Shape;10114;p32"/>
            <p:cNvSpPr/>
            <p:nvPr/>
          </p:nvSpPr>
          <p:spPr>
            <a:xfrm>
              <a:off x="4981200" y="3494725"/>
              <a:ext cx="12375" cy="76550"/>
            </a:xfrm>
            <a:custGeom>
              <a:avLst/>
              <a:gdLst/>
              <a:ahLst/>
              <a:cxnLst/>
              <a:rect l="l" t="t" r="r" b="b"/>
              <a:pathLst>
                <a:path w="495" h="3062" extrusionOk="0">
                  <a:moveTo>
                    <a:pt x="51" y="1"/>
                  </a:moveTo>
                  <a:cubicBezTo>
                    <a:pt x="37" y="1"/>
                    <a:pt x="26" y="13"/>
                    <a:pt x="26" y="26"/>
                  </a:cubicBezTo>
                  <a:cubicBezTo>
                    <a:pt x="0" y="1049"/>
                    <a:pt x="140" y="2065"/>
                    <a:pt x="440" y="3043"/>
                  </a:cubicBezTo>
                  <a:cubicBezTo>
                    <a:pt x="444" y="3053"/>
                    <a:pt x="454" y="3061"/>
                    <a:pt x="466" y="3061"/>
                  </a:cubicBezTo>
                  <a:cubicBezTo>
                    <a:pt x="468" y="3061"/>
                    <a:pt x="470" y="3060"/>
                    <a:pt x="473" y="3060"/>
                  </a:cubicBezTo>
                  <a:cubicBezTo>
                    <a:pt x="486" y="3056"/>
                    <a:pt x="494" y="3041"/>
                    <a:pt x="490" y="3028"/>
                  </a:cubicBezTo>
                  <a:cubicBezTo>
                    <a:pt x="191" y="2055"/>
                    <a:pt x="53" y="1045"/>
                    <a:pt x="77" y="28"/>
                  </a:cubicBezTo>
                  <a:cubicBezTo>
                    <a:pt x="77" y="13"/>
                    <a:pt x="66" y="2"/>
                    <a:pt x="5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5" name="Google Shape;10115;p32"/>
            <p:cNvSpPr/>
            <p:nvPr/>
          </p:nvSpPr>
          <p:spPr>
            <a:xfrm>
              <a:off x="4948425" y="3562900"/>
              <a:ext cx="25500" cy="60275"/>
            </a:xfrm>
            <a:custGeom>
              <a:avLst/>
              <a:gdLst/>
              <a:ahLst/>
              <a:cxnLst/>
              <a:rect l="l" t="t" r="r" b="b"/>
              <a:pathLst>
                <a:path w="1020" h="2411" extrusionOk="0">
                  <a:moveTo>
                    <a:pt x="31" y="0"/>
                  </a:moveTo>
                  <a:cubicBezTo>
                    <a:pt x="28" y="0"/>
                    <a:pt x="25" y="1"/>
                    <a:pt x="22" y="2"/>
                  </a:cubicBezTo>
                  <a:cubicBezTo>
                    <a:pt x="8" y="6"/>
                    <a:pt x="1" y="20"/>
                    <a:pt x="5" y="33"/>
                  </a:cubicBezTo>
                  <a:cubicBezTo>
                    <a:pt x="249" y="848"/>
                    <a:pt x="573" y="1642"/>
                    <a:pt x="967" y="2397"/>
                  </a:cubicBezTo>
                  <a:cubicBezTo>
                    <a:pt x="971" y="2405"/>
                    <a:pt x="980" y="2410"/>
                    <a:pt x="990" y="2410"/>
                  </a:cubicBezTo>
                  <a:cubicBezTo>
                    <a:pt x="994" y="2410"/>
                    <a:pt x="998" y="2409"/>
                    <a:pt x="1002" y="2408"/>
                  </a:cubicBezTo>
                  <a:cubicBezTo>
                    <a:pt x="1014" y="2401"/>
                    <a:pt x="1019" y="2385"/>
                    <a:pt x="1013" y="2373"/>
                  </a:cubicBezTo>
                  <a:cubicBezTo>
                    <a:pt x="620" y="1622"/>
                    <a:pt x="297" y="830"/>
                    <a:pt x="55" y="20"/>
                  </a:cubicBezTo>
                  <a:cubicBezTo>
                    <a:pt x="52" y="8"/>
                    <a:pt x="42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6" name="Google Shape;10116;p32"/>
            <p:cNvSpPr/>
            <p:nvPr/>
          </p:nvSpPr>
          <p:spPr>
            <a:xfrm>
              <a:off x="4984625" y="3565275"/>
              <a:ext cx="52200" cy="30775"/>
            </a:xfrm>
            <a:custGeom>
              <a:avLst/>
              <a:gdLst/>
              <a:ahLst/>
              <a:cxnLst/>
              <a:rect l="l" t="t" r="r" b="b"/>
              <a:pathLst>
                <a:path w="2088" h="1231" extrusionOk="0">
                  <a:moveTo>
                    <a:pt x="2058" y="0"/>
                  </a:moveTo>
                  <a:cubicBezTo>
                    <a:pt x="2052" y="0"/>
                    <a:pt x="2046" y="2"/>
                    <a:pt x="2041" y="7"/>
                  </a:cubicBezTo>
                  <a:cubicBezTo>
                    <a:pt x="1453" y="517"/>
                    <a:pt x="754" y="923"/>
                    <a:pt x="21" y="1181"/>
                  </a:cubicBezTo>
                  <a:cubicBezTo>
                    <a:pt x="7" y="1185"/>
                    <a:pt x="1" y="1200"/>
                    <a:pt x="5" y="1213"/>
                  </a:cubicBezTo>
                  <a:cubicBezTo>
                    <a:pt x="9" y="1224"/>
                    <a:pt x="18" y="1231"/>
                    <a:pt x="29" y="1231"/>
                  </a:cubicBezTo>
                  <a:cubicBezTo>
                    <a:pt x="31" y="1231"/>
                    <a:pt x="34" y="1231"/>
                    <a:pt x="38" y="1230"/>
                  </a:cubicBezTo>
                  <a:cubicBezTo>
                    <a:pt x="778" y="969"/>
                    <a:pt x="1482" y="560"/>
                    <a:pt x="2075" y="46"/>
                  </a:cubicBezTo>
                  <a:cubicBezTo>
                    <a:pt x="2086" y="36"/>
                    <a:pt x="2087" y="20"/>
                    <a:pt x="2078" y="9"/>
                  </a:cubicBezTo>
                  <a:cubicBezTo>
                    <a:pt x="2073" y="3"/>
                    <a:pt x="2065" y="0"/>
                    <a:pt x="205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7" name="Google Shape;10117;p32"/>
            <p:cNvSpPr/>
            <p:nvPr/>
          </p:nvSpPr>
          <p:spPr>
            <a:xfrm>
              <a:off x="4962025" y="3644675"/>
              <a:ext cx="31200" cy="7175"/>
            </a:xfrm>
            <a:custGeom>
              <a:avLst/>
              <a:gdLst/>
              <a:ahLst/>
              <a:cxnLst/>
              <a:rect l="l" t="t" r="r" b="b"/>
              <a:pathLst>
                <a:path w="1248" h="287" extrusionOk="0">
                  <a:moveTo>
                    <a:pt x="1218" y="0"/>
                  </a:moveTo>
                  <a:cubicBezTo>
                    <a:pt x="1214" y="0"/>
                    <a:pt x="1211" y="1"/>
                    <a:pt x="1207" y="3"/>
                  </a:cubicBezTo>
                  <a:cubicBezTo>
                    <a:pt x="875" y="154"/>
                    <a:pt x="508" y="234"/>
                    <a:pt x="144" y="234"/>
                  </a:cubicBezTo>
                  <a:cubicBezTo>
                    <a:pt x="105" y="234"/>
                    <a:pt x="67" y="233"/>
                    <a:pt x="29" y="232"/>
                  </a:cubicBezTo>
                  <a:lnTo>
                    <a:pt x="27" y="232"/>
                  </a:lnTo>
                  <a:cubicBezTo>
                    <a:pt x="13" y="232"/>
                    <a:pt x="2" y="244"/>
                    <a:pt x="0" y="257"/>
                  </a:cubicBezTo>
                  <a:cubicBezTo>
                    <a:pt x="0" y="271"/>
                    <a:pt x="11" y="283"/>
                    <a:pt x="26" y="284"/>
                  </a:cubicBezTo>
                  <a:cubicBezTo>
                    <a:pt x="62" y="285"/>
                    <a:pt x="100" y="287"/>
                    <a:pt x="136" y="287"/>
                  </a:cubicBezTo>
                  <a:lnTo>
                    <a:pt x="138" y="287"/>
                  </a:lnTo>
                  <a:cubicBezTo>
                    <a:pt x="512" y="287"/>
                    <a:pt x="887" y="206"/>
                    <a:pt x="1229" y="50"/>
                  </a:cubicBezTo>
                  <a:cubicBezTo>
                    <a:pt x="1242" y="43"/>
                    <a:pt x="1248" y="29"/>
                    <a:pt x="1241" y="15"/>
                  </a:cubicBezTo>
                  <a:cubicBezTo>
                    <a:pt x="1237" y="6"/>
                    <a:pt x="1227" y="0"/>
                    <a:pt x="121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8" name="Google Shape;10118;p32"/>
            <p:cNvSpPr/>
            <p:nvPr/>
          </p:nvSpPr>
          <p:spPr>
            <a:xfrm>
              <a:off x="5072750" y="3592750"/>
              <a:ext cx="19100" cy="56025"/>
            </a:xfrm>
            <a:custGeom>
              <a:avLst/>
              <a:gdLst/>
              <a:ahLst/>
              <a:cxnLst/>
              <a:rect l="l" t="t" r="r" b="b"/>
              <a:pathLst>
                <a:path w="764" h="2241" extrusionOk="0">
                  <a:moveTo>
                    <a:pt x="734" y="1"/>
                  </a:moveTo>
                  <a:cubicBezTo>
                    <a:pt x="724" y="1"/>
                    <a:pt x="714" y="6"/>
                    <a:pt x="709" y="16"/>
                  </a:cubicBezTo>
                  <a:cubicBezTo>
                    <a:pt x="392" y="717"/>
                    <a:pt x="155" y="1456"/>
                    <a:pt x="3" y="2209"/>
                  </a:cubicBezTo>
                  <a:cubicBezTo>
                    <a:pt x="0" y="2224"/>
                    <a:pt x="10" y="2237"/>
                    <a:pt x="23" y="2240"/>
                  </a:cubicBezTo>
                  <a:lnTo>
                    <a:pt x="29" y="2240"/>
                  </a:lnTo>
                  <a:cubicBezTo>
                    <a:pt x="41" y="2240"/>
                    <a:pt x="51" y="2232"/>
                    <a:pt x="54" y="2220"/>
                  </a:cubicBezTo>
                  <a:cubicBezTo>
                    <a:pt x="205" y="1469"/>
                    <a:pt x="442" y="735"/>
                    <a:pt x="756" y="38"/>
                  </a:cubicBezTo>
                  <a:cubicBezTo>
                    <a:pt x="763" y="24"/>
                    <a:pt x="758" y="10"/>
                    <a:pt x="744" y="3"/>
                  </a:cubicBezTo>
                  <a:cubicBezTo>
                    <a:pt x="741" y="1"/>
                    <a:pt x="737" y="1"/>
                    <a:pt x="73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9" name="Google Shape;10119;p32"/>
            <p:cNvSpPr/>
            <p:nvPr/>
          </p:nvSpPr>
          <p:spPr>
            <a:xfrm>
              <a:off x="5024350" y="3625675"/>
              <a:ext cx="14425" cy="48875"/>
            </a:xfrm>
            <a:custGeom>
              <a:avLst/>
              <a:gdLst/>
              <a:ahLst/>
              <a:cxnLst/>
              <a:rect l="l" t="t" r="r" b="b"/>
              <a:pathLst>
                <a:path w="577" h="1955" extrusionOk="0">
                  <a:moveTo>
                    <a:pt x="547" y="0"/>
                  </a:moveTo>
                  <a:cubicBezTo>
                    <a:pt x="537" y="0"/>
                    <a:pt x="528" y="6"/>
                    <a:pt x="524" y="15"/>
                  </a:cubicBezTo>
                  <a:cubicBezTo>
                    <a:pt x="244" y="620"/>
                    <a:pt x="69" y="1263"/>
                    <a:pt x="2" y="1927"/>
                  </a:cubicBezTo>
                  <a:cubicBezTo>
                    <a:pt x="0" y="1940"/>
                    <a:pt x="10" y="1954"/>
                    <a:pt x="25" y="1955"/>
                  </a:cubicBezTo>
                  <a:lnTo>
                    <a:pt x="27" y="1955"/>
                  </a:lnTo>
                  <a:cubicBezTo>
                    <a:pt x="41" y="1955"/>
                    <a:pt x="51" y="1944"/>
                    <a:pt x="53" y="1931"/>
                  </a:cubicBezTo>
                  <a:cubicBezTo>
                    <a:pt x="119" y="1274"/>
                    <a:pt x="294" y="636"/>
                    <a:pt x="571" y="36"/>
                  </a:cubicBezTo>
                  <a:cubicBezTo>
                    <a:pt x="576" y="24"/>
                    <a:pt x="571" y="8"/>
                    <a:pt x="557" y="3"/>
                  </a:cubicBezTo>
                  <a:cubicBezTo>
                    <a:pt x="554" y="1"/>
                    <a:pt x="550" y="0"/>
                    <a:pt x="54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0" name="Google Shape;10120;p32"/>
            <p:cNvSpPr/>
            <p:nvPr/>
          </p:nvSpPr>
          <p:spPr>
            <a:xfrm>
              <a:off x="5097675" y="3633700"/>
              <a:ext cx="43525" cy="12850"/>
            </a:xfrm>
            <a:custGeom>
              <a:avLst/>
              <a:gdLst/>
              <a:ahLst/>
              <a:cxnLst/>
              <a:rect l="l" t="t" r="r" b="b"/>
              <a:pathLst>
                <a:path w="1741" h="514" extrusionOk="0">
                  <a:moveTo>
                    <a:pt x="28" y="0"/>
                  </a:moveTo>
                  <a:cubicBezTo>
                    <a:pt x="18" y="0"/>
                    <a:pt x="8" y="7"/>
                    <a:pt x="4" y="17"/>
                  </a:cubicBezTo>
                  <a:cubicBezTo>
                    <a:pt x="0" y="30"/>
                    <a:pt x="7" y="45"/>
                    <a:pt x="20" y="50"/>
                  </a:cubicBezTo>
                  <a:cubicBezTo>
                    <a:pt x="567" y="254"/>
                    <a:pt x="1134" y="410"/>
                    <a:pt x="1707" y="512"/>
                  </a:cubicBezTo>
                  <a:cubicBezTo>
                    <a:pt x="1710" y="513"/>
                    <a:pt x="1711" y="513"/>
                    <a:pt x="1713" y="513"/>
                  </a:cubicBezTo>
                  <a:cubicBezTo>
                    <a:pt x="1725" y="513"/>
                    <a:pt x="1736" y="504"/>
                    <a:pt x="1738" y="492"/>
                  </a:cubicBezTo>
                  <a:cubicBezTo>
                    <a:pt x="1741" y="477"/>
                    <a:pt x="1732" y="463"/>
                    <a:pt x="1717" y="461"/>
                  </a:cubicBezTo>
                  <a:cubicBezTo>
                    <a:pt x="1146" y="360"/>
                    <a:pt x="581" y="205"/>
                    <a:pt x="38" y="2"/>
                  </a:cubicBezTo>
                  <a:cubicBezTo>
                    <a:pt x="35" y="1"/>
                    <a:pt x="3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1" name="Google Shape;10121;p32"/>
            <p:cNvSpPr/>
            <p:nvPr/>
          </p:nvSpPr>
          <p:spPr>
            <a:xfrm>
              <a:off x="5048500" y="3661075"/>
              <a:ext cx="46325" cy="16750"/>
            </a:xfrm>
            <a:custGeom>
              <a:avLst/>
              <a:gdLst/>
              <a:ahLst/>
              <a:cxnLst/>
              <a:rect l="l" t="t" r="r" b="b"/>
              <a:pathLst>
                <a:path w="1853" h="670" extrusionOk="0">
                  <a:moveTo>
                    <a:pt x="30" y="1"/>
                  </a:moveTo>
                  <a:cubicBezTo>
                    <a:pt x="21" y="1"/>
                    <a:pt x="12" y="6"/>
                    <a:pt x="7" y="14"/>
                  </a:cubicBezTo>
                  <a:cubicBezTo>
                    <a:pt x="0" y="28"/>
                    <a:pt x="6" y="42"/>
                    <a:pt x="18" y="49"/>
                  </a:cubicBezTo>
                  <a:cubicBezTo>
                    <a:pt x="586" y="342"/>
                    <a:pt x="1192" y="551"/>
                    <a:pt x="1821" y="669"/>
                  </a:cubicBezTo>
                  <a:lnTo>
                    <a:pt x="1825" y="669"/>
                  </a:lnTo>
                  <a:cubicBezTo>
                    <a:pt x="1837" y="669"/>
                    <a:pt x="1847" y="661"/>
                    <a:pt x="1850" y="649"/>
                  </a:cubicBezTo>
                  <a:cubicBezTo>
                    <a:pt x="1853" y="634"/>
                    <a:pt x="1843" y="621"/>
                    <a:pt x="1830" y="618"/>
                  </a:cubicBezTo>
                  <a:cubicBezTo>
                    <a:pt x="1206" y="501"/>
                    <a:pt x="604" y="294"/>
                    <a:pt x="42" y="3"/>
                  </a:cubicBezTo>
                  <a:cubicBezTo>
                    <a:pt x="38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2" name="Google Shape;10122;p32"/>
            <p:cNvSpPr/>
            <p:nvPr/>
          </p:nvSpPr>
          <p:spPr>
            <a:xfrm>
              <a:off x="4725000" y="3716375"/>
              <a:ext cx="76550" cy="44150"/>
            </a:xfrm>
            <a:custGeom>
              <a:avLst/>
              <a:gdLst/>
              <a:ahLst/>
              <a:cxnLst/>
              <a:rect l="l" t="t" r="r" b="b"/>
              <a:pathLst>
                <a:path w="3062" h="1766" extrusionOk="0">
                  <a:moveTo>
                    <a:pt x="30" y="1"/>
                  </a:moveTo>
                  <a:cubicBezTo>
                    <a:pt x="21" y="1"/>
                    <a:pt x="12" y="6"/>
                    <a:pt x="8" y="15"/>
                  </a:cubicBezTo>
                  <a:cubicBezTo>
                    <a:pt x="1" y="29"/>
                    <a:pt x="6" y="44"/>
                    <a:pt x="20" y="50"/>
                  </a:cubicBezTo>
                  <a:cubicBezTo>
                    <a:pt x="1060" y="539"/>
                    <a:pt x="2069" y="1113"/>
                    <a:pt x="3017" y="1760"/>
                  </a:cubicBezTo>
                  <a:cubicBezTo>
                    <a:pt x="3023" y="1764"/>
                    <a:pt x="3027" y="1766"/>
                    <a:pt x="3032" y="1766"/>
                  </a:cubicBezTo>
                  <a:cubicBezTo>
                    <a:pt x="3040" y="1766"/>
                    <a:pt x="3048" y="1762"/>
                    <a:pt x="3054" y="1753"/>
                  </a:cubicBezTo>
                  <a:cubicBezTo>
                    <a:pt x="3062" y="1743"/>
                    <a:pt x="3059" y="1727"/>
                    <a:pt x="3047" y="1718"/>
                  </a:cubicBezTo>
                  <a:cubicBezTo>
                    <a:pt x="2096" y="1069"/>
                    <a:pt x="1084" y="493"/>
                    <a:pt x="41" y="3"/>
                  </a:cubicBezTo>
                  <a:cubicBezTo>
                    <a:pt x="38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3" name="Google Shape;10123;p32"/>
            <p:cNvSpPr/>
            <p:nvPr/>
          </p:nvSpPr>
          <p:spPr>
            <a:xfrm>
              <a:off x="4756725" y="3764700"/>
              <a:ext cx="26225" cy="43050"/>
            </a:xfrm>
            <a:custGeom>
              <a:avLst/>
              <a:gdLst/>
              <a:ahLst/>
              <a:cxnLst/>
              <a:rect l="l" t="t" r="r" b="b"/>
              <a:pathLst>
                <a:path w="1049" h="1722" extrusionOk="0">
                  <a:moveTo>
                    <a:pt x="1019" y="1"/>
                  </a:moveTo>
                  <a:cubicBezTo>
                    <a:pt x="1009" y="1"/>
                    <a:pt x="1000" y="7"/>
                    <a:pt x="995" y="17"/>
                  </a:cubicBezTo>
                  <a:cubicBezTo>
                    <a:pt x="735" y="607"/>
                    <a:pt x="403" y="1167"/>
                    <a:pt x="10" y="1680"/>
                  </a:cubicBezTo>
                  <a:cubicBezTo>
                    <a:pt x="1" y="1690"/>
                    <a:pt x="3" y="1707"/>
                    <a:pt x="14" y="1716"/>
                  </a:cubicBezTo>
                  <a:cubicBezTo>
                    <a:pt x="19" y="1719"/>
                    <a:pt x="25" y="1721"/>
                    <a:pt x="30" y="1721"/>
                  </a:cubicBezTo>
                  <a:cubicBezTo>
                    <a:pt x="38" y="1721"/>
                    <a:pt x="46" y="1717"/>
                    <a:pt x="50" y="1711"/>
                  </a:cubicBezTo>
                  <a:cubicBezTo>
                    <a:pt x="447" y="1195"/>
                    <a:pt x="781" y="632"/>
                    <a:pt x="1043" y="37"/>
                  </a:cubicBezTo>
                  <a:cubicBezTo>
                    <a:pt x="1049" y="24"/>
                    <a:pt x="1043" y="9"/>
                    <a:pt x="1030" y="3"/>
                  </a:cubicBezTo>
                  <a:cubicBezTo>
                    <a:pt x="1026" y="2"/>
                    <a:pt x="1022" y="1"/>
                    <a:pt x="101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4" name="Google Shape;10124;p32"/>
            <p:cNvSpPr/>
            <p:nvPr/>
          </p:nvSpPr>
          <p:spPr>
            <a:xfrm>
              <a:off x="4803625" y="3707125"/>
              <a:ext cx="61025" cy="35275"/>
            </a:xfrm>
            <a:custGeom>
              <a:avLst/>
              <a:gdLst/>
              <a:ahLst/>
              <a:cxnLst/>
              <a:rect l="l" t="t" r="r" b="b"/>
              <a:pathLst>
                <a:path w="2441" h="1411" extrusionOk="0">
                  <a:moveTo>
                    <a:pt x="29" y="0"/>
                  </a:moveTo>
                  <a:cubicBezTo>
                    <a:pt x="19" y="0"/>
                    <a:pt x="8" y="6"/>
                    <a:pt x="5" y="17"/>
                  </a:cubicBezTo>
                  <a:cubicBezTo>
                    <a:pt x="0" y="30"/>
                    <a:pt x="7" y="45"/>
                    <a:pt x="20" y="50"/>
                  </a:cubicBezTo>
                  <a:cubicBezTo>
                    <a:pt x="879" y="376"/>
                    <a:pt x="1678" y="832"/>
                    <a:pt x="2395" y="1405"/>
                  </a:cubicBezTo>
                  <a:cubicBezTo>
                    <a:pt x="2399" y="1409"/>
                    <a:pt x="2405" y="1410"/>
                    <a:pt x="2411" y="1410"/>
                  </a:cubicBezTo>
                  <a:cubicBezTo>
                    <a:pt x="2419" y="1410"/>
                    <a:pt x="2426" y="1408"/>
                    <a:pt x="2431" y="1401"/>
                  </a:cubicBezTo>
                  <a:cubicBezTo>
                    <a:pt x="2440" y="1390"/>
                    <a:pt x="2438" y="1374"/>
                    <a:pt x="2427" y="1365"/>
                  </a:cubicBezTo>
                  <a:cubicBezTo>
                    <a:pt x="1706" y="788"/>
                    <a:pt x="903" y="329"/>
                    <a:pt x="39" y="2"/>
                  </a:cubicBezTo>
                  <a:cubicBezTo>
                    <a:pt x="36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5" name="Google Shape;10125;p32"/>
            <p:cNvSpPr/>
            <p:nvPr/>
          </p:nvSpPr>
          <p:spPr>
            <a:xfrm>
              <a:off x="4835050" y="3745975"/>
              <a:ext cx="17150" cy="32375"/>
            </a:xfrm>
            <a:custGeom>
              <a:avLst/>
              <a:gdLst/>
              <a:ahLst/>
              <a:cxnLst/>
              <a:rect l="l" t="t" r="r" b="b"/>
              <a:pathLst>
                <a:path w="686" h="1295" extrusionOk="0">
                  <a:moveTo>
                    <a:pt x="655" y="0"/>
                  </a:moveTo>
                  <a:cubicBezTo>
                    <a:pt x="645" y="0"/>
                    <a:pt x="636" y="7"/>
                    <a:pt x="632" y="17"/>
                  </a:cubicBezTo>
                  <a:cubicBezTo>
                    <a:pt x="453" y="442"/>
                    <a:pt x="243" y="859"/>
                    <a:pt x="8" y="1256"/>
                  </a:cubicBezTo>
                  <a:cubicBezTo>
                    <a:pt x="1" y="1268"/>
                    <a:pt x="5" y="1284"/>
                    <a:pt x="17" y="1291"/>
                  </a:cubicBezTo>
                  <a:cubicBezTo>
                    <a:pt x="21" y="1293"/>
                    <a:pt x="25" y="1295"/>
                    <a:pt x="30" y="1295"/>
                  </a:cubicBezTo>
                  <a:cubicBezTo>
                    <a:pt x="39" y="1295"/>
                    <a:pt x="48" y="1291"/>
                    <a:pt x="52" y="1282"/>
                  </a:cubicBezTo>
                  <a:cubicBezTo>
                    <a:pt x="289" y="883"/>
                    <a:pt x="500" y="463"/>
                    <a:pt x="680" y="37"/>
                  </a:cubicBezTo>
                  <a:cubicBezTo>
                    <a:pt x="686" y="23"/>
                    <a:pt x="679" y="8"/>
                    <a:pt x="665" y="3"/>
                  </a:cubicBezTo>
                  <a:cubicBezTo>
                    <a:pt x="662" y="1"/>
                    <a:pt x="659" y="0"/>
                    <a:pt x="65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6" name="Google Shape;10126;p32"/>
            <p:cNvSpPr/>
            <p:nvPr/>
          </p:nvSpPr>
          <p:spPr>
            <a:xfrm>
              <a:off x="4988400" y="3744175"/>
              <a:ext cx="73075" cy="5950"/>
            </a:xfrm>
            <a:custGeom>
              <a:avLst/>
              <a:gdLst/>
              <a:ahLst/>
              <a:cxnLst/>
              <a:rect l="l" t="t" r="r" b="b"/>
              <a:pathLst>
                <a:path w="2923" h="238" extrusionOk="0">
                  <a:moveTo>
                    <a:pt x="1118" y="0"/>
                  </a:moveTo>
                  <a:cubicBezTo>
                    <a:pt x="754" y="0"/>
                    <a:pt x="389" y="23"/>
                    <a:pt x="24" y="70"/>
                  </a:cubicBezTo>
                  <a:cubicBezTo>
                    <a:pt x="10" y="72"/>
                    <a:pt x="0" y="84"/>
                    <a:pt x="2" y="99"/>
                  </a:cubicBezTo>
                  <a:cubicBezTo>
                    <a:pt x="4" y="113"/>
                    <a:pt x="16" y="122"/>
                    <a:pt x="31" y="122"/>
                  </a:cubicBezTo>
                  <a:cubicBezTo>
                    <a:pt x="393" y="75"/>
                    <a:pt x="756" y="52"/>
                    <a:pt x="1119" y="52"/>
                  </a:cubicBezTo>
                  <a:cubicBezTo>
                    <a:pt x="1712" y="52"/>
                    <a:pt x="2304" y="114"/>
                    <a:pt x="2889" y="238"/>
                  </a:cubicBezTo>
                  <a:lnTo>
                    <a:pt x="2894" y="238"/>
                  </a:lnTo>
                  <a:cubicBezTo>
                    <a:pt x="2906" y="238"/>
                    <a:pt x="2917" y="230"/>
                    <a:pt x="2918" y="218"/>
                  </a:cubicBezTo>
                  <a:cubicBezTo>
                    <a:pt x="2922" y="204"/>
                    <a:pt x="2913" y="189"/>
                    <a:pt x="2899" y="187"/>
                  </a:cubicBezTo>
                  <a:cubicBezTo>
                    <a:pt x="2311" y="62"/>
                    <a:pt x="1716" y="0"/>
                    <a:pt x="111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7" name="Google Shape;10127;p32"/>
            <p:cNvSpPr/>
            <p:nvPr/>
          </p:nvSpPr>
          <p:spPr>
            <a:xfrm>
              <a:off x="5037225" y="3779075"/>
              <a:ext cx="60625" cy="6000"/>
            </a:xfrm>
            <a:custGeom>
              <a:avLst/>
              <a:gdLst/>
              <a:ahLst/>
              <a:cxnLst/>
              <a:rect l="l" t="t" r="r" b="b"/>
              <a:pathLst>
                <a:path w="2425" h="240" extrusionOk="0">
                  <a:moveTo>
                    <a:pt x="665" y="0"/>
                  </a:moveTo>
                  <a:cubicBezTo>
                    <a:pt x="452" y="0"/>
                    <a:pt x="238" y="9"/>
                    <a:pt x="25" y="26"/>
                  </a:cubicBezTo>
                  <a:cubicBezTo>
                    <a:pt x="11" y="27"/>
                    <a:pt x="1" y="39"/>
                    <a:pt x="2" y="54"/>
                  </a:cubicBezTo>
                  <a:cubicBezTo>
                    <a:pt x="2" y="69"/>
                    <a:pt x="13" y="78"/>
                    <a:pt x="29" y="78"/>
                  </a:cubicBezTo>
                  <a:cubicBezTo>
                    <a:pt x="241" y="61"/>
                    <a:pt x="454" y="53"/>
                    <a:pt x="667" y="53"/>
                  </a:cubicBezTo>
                  <a:cubicBezTo>
                    <a:pt x="1246" y="53"/>
                    <a:pt x="1823" y="116"/>
                    <a:pt x="2391" y="240"/>
                  </a:cubicBezTo>
                  <a:lnTo>
                    <a:pt x="2397" y="240"/>
                  </a:lnTo>
                  <a:cubicBezTo>
                    <a:pt x="2409" y="240"/>
                    <a:pt x="2419" y="232"/>
                    <a:pt x="2422" y="219"/>
                  </a:cubicBezTo>
                  <a:cubicBezTo>
                    <a:pt x="2425" y="206"/>
                    <a:pt x="2415" y="191"/>
                    <a:pt x="2402" y="189"/>
                  </a:cubicBezTo>
                  <a:cubicBezTo>
                    <a:pt x="1831" y="63"/>
                    <a:pt x="1249" y="0"/>
                    <a:pt x="66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8" name="Google Shape;10128;p32"/>
            <p:cNvSpPr/>
            <p:nvPr/>
          </p:nvSpPr>
          <p:spPr>
            <a:xfrm>
              <a:off x="5019375" y="3769075"/>
              <a:ext cx="7725" cy="34800"/>
            </a:xfrm>
            <a:custGeom>
              <a:avLst/>
              <a:gdLst/>
              <a:ahLst/>
              <a:cxnLst/>
              <a:rect l="l" t="t" r="r" b="b"/>
              <a:pathLst>
                <a:path w="309" h="1392" extrusionOk="0">
                  <a:moveTo>
                    <a:pt x="26" y="1"/>
                  </a:moveTo>
                  <a:cubicBezTo>
                    <a:pt x="11" y="1"/>
                    <a:pt x="0" y="13"/>
                    <a:pt x="0" y="26"/>
                  </a:cubicBezTo>
                  <a:cubicBezTo>
                    <a:pt x="11" y="488"/>
                    <a:pt x="97" y="941"/>
                    <a:pt x="256" y="1374"/>
                  </a:cubicBezTo>
                  <a:cubicBezTo>
                    <a:pt x="259" y="1385"/>
                    <a:pt x="269" y="1392"/>
                    <a:pt x="280" y="1392"/>
                  </a:cubicBezTo>
                  <a:lnTo>
                    <a:pt x="280" y="1390"/>
                  </a:lnTo>
                  <a:cubicBezTo>
                    <a:pt x="283" y="1390"/>
                    <a:pt x="285" y="1390"/>
                    <a:pt x="288" y="1389"/>
                  </a:cubicBezTo>
                  <a:cubicBezTo>
                    <a:pt x="302" y="1385"/>
                    <a:pt x="308" y="1370"/>
                    <a:pt x="304" y="1357"/>
                  </a:cubicBezTo>
                  <a:cubicBezTo>
                    <a:pt x="148" y="929"/>
                    <a:pt x="63" y="481"/>
                    <a:pt x="53" y="25"/>
                  </a:cubicBezTo>
                  <a:cubicBezTo>
                    <a:pt x="53" y="11"/>
                    <a:pt x="41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9" name="Google Shape;10129;p32"/>
            <p:cNvSpPr/>
            <p:nvPr/>
          </p:nvSpPr>
          <p:spPr>
            <a:xfrm>
              <a:off x="5064075" y="3794825"/>
              <a:ext cx="12150" cy="25100"/>
            </a:xfrm>
            <a:custGeom>
              <a:avLst/>
              <a:gdLst/>
              <a:ahLst/>
              <a:cxnLst/>
              <a:rect l="l" t="t" r="r" b="b"/>
              <a:pathLst>
                <a:path w="486" h="1004" extrusionOk="0">
                  <a:moveTo>
                    <a:pt x="30" y="1"/>
                  </a:moveTo>
                  <a:cubicBezTo>
                    <a:pt x="27" y="1"/>
                    <a:pt x="25" y="1"/>
                    <a:pt x="22" y="2"/>
                  </a:cubicBezTo>
                  <a:cubicBezTo>
                    <a:pt x="8" y="7"/>
                    <a:pt x="0" y="21"/>
                    <a:pt x="4" y="35"/>
                  </a:cubicBezTo>
                  <a:cubicBezTo>
                    <a:pt x="105" y="371"/>
                    <a:pt x="250" y="693"/>
                    <a:pt x="435" y="991"/>
                  </a:cubicBezTo>
                  <a:cubicBezTo>
                    <a:pt x="439" y="999"/>
                    <a:pt x="447" y="1003"/>
                    <a:pt x="456" y="1003"/>
                  </a:cubicBezTo>
                  <a:cubicBezTo>
                    <a:pt x="460" y="1003"/>
                    <a:pt x="466" y="1002"/>
                    <a:pt x="470" y="999"/>
                  </a:cubicBezTo>
                  <a:cubicBezTo>
                    <a:pt x="482" y="991"/>
                    <a:pt x="486" y="975"/>
                    <a:pt x="478" y="964"/>
                  </a:cubicBezTo>
                  <a:cubicBezTo>
                    <a:pt x="296" y="668"/>
                    <a:pt x="154" y="351"/>
                    <a:pt x="54" y="20"/>
                  </a:cubicBezTo>
                  <a:cubicBezTo>
                    <a:pt x="51" y="9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0" name="Google Shape;10130;p32"/>
            <p:cNvSpPr/>
            <p:nvPr/>
          </p:nvSpPr>
          <p:spPr>
            <a:xfrm>
              <a:off x="4898400" y="3830675"/>
              <a:ext cx="6475" cy="39200"/>
            </a:xfrm>
            <a:custGeom>
              <a:avLst/>
              <a:gdLst/>
              <a:ahLst/>
              <a:cxnLst/>
              <a:rect l="l" t="t" r="r" b="b"/>
              <a:pathLst>
                <a:path w="259" h="1568" extrusionOk="0">
                  <a:moveTo>
                    <a:pt x="29" y="0"/>
                  </a:moveTo>
                  <a:cubicBezTo>
                    <a:pt x="26" y="0"/>
                    <a:pt x="24" y="1"/>
                    <a:pt x="22" y="1"/>
                  </a:cubicBezTo>
                  <a:cubicBezTo>
                    <a:pt x="8" y="5"/>
                    <a:pt x="0" y="20"/>
                    <a:pt x="6" y="34"/>
                  </a:cubicBezTo>
                  <a:cubicBezTo>
                    <a:pt x="151" y="516"/>
                    <a:pt x="206" y="1037"/>
                    <a:pt x="163" y="1540"/>
                  </a:cubicBezTo>
                  <a:cubicBezTo>
                    <a:pt x="162" y="1554"/>
                    <a:pt x="171" y="1567"/>
                    <a:pt x="186" y="1567"/>
                  </a:cubicBezTo>
                  <a:lnTo>
                    <a:pt x="188" y="1567"/>
                  </a:lnTo>
                  <a:cubicBezTo>
                    <a:pt x="202" y="1567"/>
                    <a:pt x="213" y="1558"/>
                    <a:pt x="214" y="1544"/>
                  </a:cubicBezTo>
                  <a:cubicBezTo>
                    <a:pt x="258" y="1036"/>
                    <a:pt x="203" y="507"/>
                    <a:pt x="54" y="19"/>
                  </a:cubicBezTo>
                  <a:cubicBezTo>
                    <a:pt x="51" y="8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1" name="Google Shape;10131;p32"/>
            <p:cNvSpPr/>
            <p:nvPr/>
          </p:nvSpPr>
          <p:spPr>
            <a:xfrm>
              <a:off x="4870775" y="3798850"/>
              <a:ext cx="41400" cy="11325"/>
            </a:xfrm>
            <a:custGeom>
              <a:avLst/>
              <a:gdLst/>
              <a:ahLst/>
              <a:cxnLst/>
              <a:rect l="l" t="t" r="r" b="b"/>
              <a:pathLst>
                <a:path w="1656" h="453" extrusionOk="0">
                  <a:moveTo>
                    <a:pt x="1628" y="0"/>
                  </a:moveTo>
                  <a:cubicBezTo>
                    <a:pt x="1071" y="7"/>
                    <a:pt x="515" y="147"/>
                    <a:pt x="18" y="404"/>
                  </a:cubicBezTo>
                  <a:cubicBezTo>
                    <a:pt x="6" y="411"/>
                    <a:pt x="1" y="425"/>
                    <a:pt x="7" y="439"/>
                  </a:cubicBezTo>
                  <a:cubicBezTo>
                    <a:pt x="13" y="447"/>
                    <a:pt x="21" y="452"/>
                    <a:pt x="30" y="452"/>
                  </a:cubicBezTo>
                  <a:cubicBezTo>
                    <a:pt x="34" y="452"/>
                    <a:pt x="38" y="452"/>
                    <a:pt x="42" y="450"/>
                  </a:cubicBezTo>
                  <a:cubicBezTo>
                    <a:pt x="531" y="197"/>
                    <a:pt x="1080" y="59"/>
                    <a:pt x="1630" y="51"/>
                  </a:cubicBezTo>
                  <a:cubicBezTo>
                    <a:pt x="1645" y="51"/>
                    <a:pt x="1655" y="41"/>
                    <a:pt x="1655" y="26"/>
                  </a:cubicBezTo>
                  <a:cubicBezTo>
                    <a:pt x="1655" y="11"/>
                    <a:pt x="1643" y="0"/>
                    <a:pt x="16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2" name="Google Shape;10132;p32"/>
            <p:cNvSpPr/>
            <p:nvPr/>
          </p:nvSpPr>
          <p:spPr>
            <a:xfrm>
              <a:off x="4924325" y="3759675"/>
              <a:ext cx="19350" cy="51100"/>
            </a:xfrm>
            <a:custGeom>
              <a:avLst/>
              <a:gdLst/>
              <a:ahLst/>
              <a:cxnLst/>
              <a:rect l="l" t="t" r="r" b="b"/>
              <a:pathLst>
                <a:path w="774" h="2044" extrusionOk="0">
                  <a:moveTo>
                    <a:pt x="29" y="0"/>
                  </a:moveTo>
                  <a:cubicBezTo>
                    <a:pt x="24" y="0"/>
                    <a:pt x="18" y="2"/>
                    <a:pt x="14" y="5"/>
                  </a:cubicBezTo>
                  <a:cubicBezTo>
                    <a:pt x="2" y="13"/>
                    <a:pt x="0" y="30"/>
                    <a:pt x="8" y="42"/>
                  </a:cubicBezTo>
                  <a:cubicBezTo>
                    <a:pt x="428" y="596"/>
                    <a:pt x="681" y="1298"/>
                    <a:pt x="721" y="2019"/>
                  </a:cubicBezTo>
                  <a:cubicBezTo>
                    <a:pt x="723" y="2033"/>
                    <a:pt x="734" y="2043"/>
                    <a:pt x="747" y="2043"/>
                  </a:cubicBezTo>
                  <a:lnTo>
                    <a:pt x="748" y="2043"/>
                  </a:lnTo>
                  <a:cubicBezTo>
                    <a:pt x="763" y="2042"/>
                    <a:pt x="774" y="2030"/>
                    <a:pt x="774" y="2017"/>
                  </a:cubicBezTo>
                  <a:cubicBezTo>
                    <a:pt x="734" y="1286"/>
                    <a:pt x="477" y="573"/>
                    <a:pt x="50" y="11"/>
                  </a:cubicBezTo>
                  <a:cubicBezTo>
                    <a:pt x="45" y="4"/>
                    <a:pt x="37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3" name="Google Shape;10133;p32"/>
            <p:cNvSpPr/>
            <p:nvPr/>
          </p:nvSpPr>
          <p:spPr>
            <a:xfrm>
              <a:off x="4819250" y="3573125"/>
              <a:ext cx="39300" cy="16975"/>
            </a:xfrm>
            <a:custGeom>
              <a:avLst/>
              <a:gdLst/>
              <a:ahLst/>
              <a:cxnLst/>
              <a:rect l="l" t="t" r="r" b="b"/>
              <a:pathLst>
                <a:path w="1572" h="679" extrusionOk="0">
                  <a:moveTo>
                    <a:pt x="30" y="1"/>
                  </a:moveTo>
                  <a:cubicBezTo>
                    <a:pt x="21" y="1"/>
                    <a:pt x="12" y="6"/>
                    <a:pt x="7" y="14"/>
                  </a:cubicBezTo>
                  <a:cubicBezTo>
                    <a:pt x="1" y="28"/>
                    <a:pt x="6" y="42"/>
                    <a:pt x="18" y="49"/>
                  </a:cubicBezTo>
                  <a:cubicBezTo>
                    <a:pt x="504" y="301"/>
                    <a:pt x="1014" y="512"/>
                    <a:pt x="1536" y="677"/>
                  </a:cubicBezTo>
                  <a:cubicBezTo>
                    <a:pt x="1538" y="679"/>
                    <a:pt x="1541" y="679"/>
                    <a:pt x="1544" y="679"/>
                  </a:cubicBezTo>
                  <a:cubicBezTo>
                    <a:pt x="1554" y="679"/>
                    <a:pt x="1564" y="672"/>
                    <a:pt x="1568" y="661"/>
                  </a:cubicBezTo>
                  <a:cubicBezTo>
                    <a:pt x="1572" y="648"/>
                    <a:pt x="1565" y="633"/>
                    <a:pt x="1552" y="629"/>
                  </a:cubicBezTo>
                  <a:cubicBezTo>
                    <a:pt x="1032" y="464"/>
                    <a:pt x="525" y="254"/>
                    <a:pt x="42" y="3"/>
                  </a:cubicBezTo>
                  <a:cubicBezTo>
                    <a:pt x="38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4" name="Google Shape;10134;p32"/>
            <p:cNvSpPr/>
            <p:nvPr/>
          </p:nvSpPr>
          <p:spPr>
            <a:xfrm>
              <a:off x="4862175" y="3590300"/>
              <a:ext cx="6650" cy="3025"/>
            </a:xfrm>
            <a:custGeom>
              <a:avLst/>
              <a:gdLst/>
              <a:ahLst/>
              <a:cxnLst/>
              <a:rect l="l" t="t" r="r" b="b"/>
              <a:pathLst>
                <a:path w="266" h="121" extrusionOk="0">
                  <a:moveTo>
                    <a:pt x="30" y="0"/>
                  </a:moveTo>
                  <a:cubicBezTo>
                    <a:pt x="19" y="0"/>
                    <a:pt x="9" y="7"/>
                    <a:pt x="4" y="17"/>
                  </a:cubicBezTo>
                  <a:cubicBezTo>
                    <a:pt x="0" y="31"/>
                    <a:pt x="7" y="46"/>
                    <a:pt x="22" y="51"/>
                  </a:cubicBezTo>
                  <a:lnTo>
                    <a:pt x="228" y="120"/>
                  </a:lnTo>
                  <a:cubicBezTo>
                    <a:pt x="230" y="121"/>
                    <a:pt x="233" y="121"/>
                    <a:pt x="236" y="121"/>
                  </a:cubicBezTo>
                  <a:cubicBezTo>
                    <a:pt x="246" y="121"/>
                    <a:pt x="257" y="114"/>
                    <a:pt x="260" y="103"/>
                  </a:cubicBezTo>
                  <a:cubicBezTo>
                    <a:pt x="265" y="90"/>
                    <a:pt x="257" y="75"/>
                    <a:pt x="244" y="71"/>
                  </a:cubicBezTo>
                  <a:lnTo>
                    <a:pt x="38" y="1"/>
                  </a:lnTo>
                  <a:cubicBezTo>
                    <a:pt x="35" y="0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5" name="Google Shape;10135;p32"/>
            <p:cNvSpPr/>
            <p:nvPr/>
          </p:nvSpPr>
          <p:spPr>
            <a:xfrm>
              <a:off x="4852075" y="3596600"/>
              <a:ext cx="27650" cy="9575"/>
            </a:xfrm>
            <a:custGeom>
              <a:avLst/>
              <a:gdLst/>
              <a:ahLst/>
              <a:cxnLst/>
              <a:rect l="l" t="t" r="r" b="b"/>
              <a:pathLst>
                <a:path w="1106" h="383" extrusionOk="0">
                  <a:moveTo>
                    <a:pt x="30" y="0"/>
                  </a:moveTo>
                  <a:cubicBezTo>
                    <a:pt x="20" y="0"/>
                    <a:pt x="10" y="7"/>
                    <a:pt x="6" y="17"/>
                  </a:cubicBezTo>
                  <a:cubicBezTo>
                    <a:pt x="1" y="29"/>
                    <a:pt x="6" y="45"/>
                    <a:pt x="19" y="51"/>
                  </a:cubicBezTo>
                  <a:cubicBezTo>
                    <a:pt x="360" y="189"/>
                    <a:pt x="712" y="301"/>
                    <a:pt x="1071" y="382"/>
                  </a:cubicBezTo>
                  <a:cubicBezTo>
                    <a:pt x="1073" y="383"/>
                    <a:pt x="1074" y="383"/>
                    <a:pt x="1077" y="383"/>
                  </a:cubicBezTo>
                  <a:cubicBezTo>
                    <a:pt x="1089" y="383"/>
                    <a:pt x="1100" y="375"/>
                    <a:pt x="1102" y="363"/>
                  </a:cubicBezTo>
                  <a:cubicBezTo>
                    <a:pt x="1105" y="348"/>
                    <a:pt x="1097" y="334"/>
                    <a:pt x="1082" y="332"/>
                  </a:cubicBezTo>
                  <a:cubicBezTo>
                    <a:pt x="727" y="251"/>
                    <a:pt x="376" y="139"/>
                    <a:pt x="40" y="2"/>
                  </a:cubicBezTo>
                  <a:cubicBezTo>
                    <a:pt x="36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6" name="Google Shape;10136;p32"/>
            <p:cNvSpPr/>
            <p:nvPr/>
          </p:nvSpPr>
          <p:spPr>
            <a:xfrm>
              <a:off x="4884500" y="3606650"/>
              <a:ext cx="8500" cy="2925"/>
            </a:xfrm>
            <a:custGeom>
              <a:avLst/>
              <a:gdLst/>
              <a:ahLst/>
              <a:cxnLst/>
              <a:rect l="l" t="t" r="r" b="b"/>
              <a:pathLst>
                <a:path w="340" h="117" extrusionOk="0">
                  <a:moveTo>
                    <a:pt x="29" y="0"/>
                  </a:moveTo>
                  <a:cubicBezTo>
                    <a:pt x="17" y="0"/>
                    <a:pt x="7" y="9"/>
                    <a:pt x="5" y="20"/>
                  </a:cubicBezTo>
                  <a:cubicBezTo>
                    <a:pt x="1" y="35"/>
                    <a:pt x="10" y="48"/>
                    <a:pt x="23" y="51"/>
                  </a:cubicBezTo>
                  <a:lnTo>
                    <a:pt x="306" y="117"/>
                  </a:lnTo>
                  <a:lnTo>
                    <a:pt x="311" y="117"/>
                  </a:lnTo>
                  <a:cubicBezTo>
                    <a:pt x="323" y="117"/>
                    <a:pt x="334" y="109"/>
                    <a:pt x="337" y="97"/>
                  </a:cubicBezTo>
                  <a:cubicBezTo>
                    <a:pt x="340" y="83"/>
                    <a:pt x="331" y="68"/>
                    <a:pt x="317" y="66"/>
                  </a:cubicBezTo>
                  <a:lnTo>
                    <a:pt x="35" y="1"/>
                  </a:lnTo>
                  <a:cubicBezTo>
                    <a:pt x="33" y="0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7" name="Google Shape;10137;p32"/>
            <p:cNvSpPr/>
            <p:nvPr/>
          </p:nvSpPr>
          <p:spPr>
            <a:xfrm>
              <a:off x="4874250" y="3623250"/>
              <a:ext cx="31625" cy="15125"/>
            </a:xfrm>
            <a:custGeom>
              <a:avLst/>
              <a:gdLst/>
              <a:ahLst/>
              <a:cxnLst/>
              <a:rect l="l" t="t" r="r" b="b"/>
              <a:pathLst>
                <a:path w="1265" h="605" extrusionOk="0">
                  <a:moveTo>
                    <a:pt x="31" y="0"/>
                  </a:moveTo>
                  <a:cubicBezTo>
                    <a:pt x="22" y="0"/>
                    <a:pt x="13" y="6"/>
                    <a:pt x="8" y="14"/>
                  </a:cubicBezTo>
                  <a:cubicBezTo>
                    <a:pt x="0" y="26"/>
                    <a:pt x="4" y="42"/>
                    <a:pt x="16" y="49"/>
                  </a:cubicBezTo>
                  <a:cubicBezTo>
                    <a:pt x="400" y="273"/>
                    <a:pt x="807" y="460"/>
                    <a:pt x="1227" y="603"/>
                  </a:cubicBezTo>
                  <a:cubicBezTo>
                    <a:pt x="1230" y="603"/>
                    <a:pt x="1232" y="604"/>
                    <a:pt x="1235" y="604"/>
                  </a:cubicBezTo>
                  <a:cubicBezTo>
                    <a:pt x="1246" y="604"/>
                    <a:pt x="1257" y="598"/>
                    <a:pt x="1261" y="587"/>
                  </a:cubicBezTo>
                  <a:cubicBezTo>
                    <a:pt x="1265" y="573"/>
                    <a:pt x="1258" y="559"/>
                    <a:pt x="1245" y="553"/>
                  </a:cubicBezTo>
                  <a:cubicBezTo>
                    <a:pt x="826" y="412"/>
                    <a:pt x="423" y="228"/>
                    <a:pt x="43" y="4"/>
                  </a:cubicBezTo>
                  <a:cubicBezTo>
                    <a:pt x="39" y="2"/>
                    <a:pt x="35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8" name="Google Shape;10138;p32"/>
            <p:cNvSpPr/>
            <p:nvPr/>
          </p:nvSpPr>
          <p:spPr>
            <a:xfrm>
              <a:off x="4863000" y="3616600"/>
              <a:ext cx="6500" cy="3900"/>
            </a:xfrm>
            <a:custGeom>
              <a:avLst/>
              <a:gdLst/>
              <a:ahLst/>
              <a:cxnLst/>
              <a:rect l="l" t="t" r="r" b="b"/>
              <a:pathLst>
                <a:path w="260" h="156" extrusionOk="0">
                  <a:moveTo>
                    <a:pt x="31" y="1"/>
                  </a:moveTo>
                  <a:cubicBezTo>
                    <a:pt x="23" y="1"/>
                    <a:pt x="15" y="4"/>
                    <a:pt x="9" y="11"/>
                  </a:cubicBezTo>
                  <a:cubicBezTo>
                    <a:pt x="1" y="23"/>
                    <a:pt x="4" y="39"/>
                    <a:pt x="14" y="47"/>
                  </a:cubicBezTo>
                  <a:cubicBezTo>
                    <a:pt x="78" y="94"/>
                    <a:pt x="147" y="130"/>
                    <a:pt x="221" y="155"/>
                  </a:cubicBezTo>
                  <a:cubicBezTo>
                    <a:pt x="224" y="156"/>
                    <a:pt x="227" y="156"/>
                    <a:pt x="230" y="156"/>
                  </a:cubicBezTo>
                  <a:cubicBezTo>
                    <a:pt x="240" y="156"/>
                    <a:pt x="251" y="149"/>
                    <a:pt x="255" y="138"/>
                  </a:cubicBezTo>
                  <a:cubicBezTo>
                    <a:pt x="259" y="125"/>
                    <a:pt x="251" y="110"/>
                    <a:pt x="238" y="106"/>
                  </a:cubicBezTo>
                  <a:cubicBezTo>
                    <a:pt x="169" y="83"/>
                    <a:pt x="104" y="50"/>
                    <a:pt x="45" y="5"/>
                  </a:cubicBez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9" name="Google Shape;10139;p32"/>
            <p:cNvSpPr/>
            <p:nvPr/>
          </p:nvSpPr>
          <p:spPr>
            <a:xfrm>
              <a:off x="4797950" y="3516300"/>
              <a:ext cx="28125" cy="17550"/>
            </a:xfrm>
            <a:custGeom>
              <a:avLst/>
              <a:gdLst/>
              <a:ahLst/>
              <a:cxnLst/>
              <a:rect l="l" t="t" r="r" b="b"/>
              <a:pathLst>
                <a:path w="1125" h="702" extrusionOk="0">
                  <a:moveTo>
                    <a:pt x="30" y="0"/>
                  </a:moveTo>
                  <a:cubicBezTo>
                    <a:pt x="23" y="0"/>
                    <a:pt x="16" y="3"/>
                    <a:pt x="10" y="10"/>
                  </a:cubicBezTo>
                  <a:cubicBezTo>
                    <a:pt x="1" y="20"/>
                    <a:pt x="2" y="36"/>
                    <a:pt x="13" y="46"/>
                  </a:cubicBezTo>
                  <a:cubicBezTo>
                    <a:pt x="339" y="314"/>
                    <a:pt x="698" y="533"/>
                    <a:pt x="1085" y="698"/>
                  </a:cubicBezTo>
                  <a:cubicBezTo>
                    <a:pt x="1088" y="700"/>
                    <a:pt x="1092" y="701"/>
                    <a:pt x="1095" y="701"/>
                  </a:cubicBezTo>
                  <a:cubicBezTo>
                    <a:pt x="1106" y="701"/>
                    <a:pt x="1115" y="694"/>
                    <a:pt x="1119" y="685"/>
                  </a:cubicBezTo>
                  <a:cubicBezTo>
                    <a:pt x="1124" y="671"/>
                    <a:pt x="1119" y="657"/>
                    <a:pt x="1106" y="651"/>
                  </a:cubicBezTo>
                  <a:cubicBezTo>
                    <a:pt x="723" y="487"/>
                    <a:pt x="367" y="271"/>
                    <a:pt x="47" y="6"/>
                  </a:cubicBez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0" name="Google Shape;10140;p32"/>
            <p:cNvSpPr/>
            <p:nvPr/>
          </p:nvSpPr>
          <p:spPr>
            <a:xfrm>
              <a:off x="4830550" y="3535375"/>
              <a:ext cx="7700" cy="4175"/>
            </a:xfrm>
            <a:custGeom>
              <a:avLst/>
              <a:gdLst/>
              <a:ahLst/>
              <a:cxnLst/>
              <a:rect l="l" t="t" r="r" b="b"/>
              <a:pathLst>
                <a:path w="308" h="167" extrusionOk="0">
                  <a:moveTo>
                    <a:pt x="32" y="1"/>
                  </a:moveTo>
                  <a:cubicBezTo>
                    <a:pt x="22" y="1"/>
                    <a:pt x="12" y="6"/>
                    <a:pt x="7" y="16"/>
                  </a:cubicBezTo>
                  <a:cubicBezTo>
                    <a:pt x="1" y="28"/>
                    <a:pt x="7" y="44"/>
                    <a:pt x="19" y="50"/>
                  </a:cubicBezTo>
                  <a:lnTo>
                    <a:pt x="267" y="164"/>
                  </a:lnTo>
                  <a:cubicBezTo>
                    <a:pt x="270" y="165"/>
                    <a:pt x="274" y="167"/>
                    <a:pt x="278" y="167"/>
                  </a:cubicBezTo>
                  <a:cubicBezTo>
                    <a:pt x="287" y="167"/>
                    <a:pt x="297" y="161"/>
                    <a:pt x="302" y="152"/>
                  </a:cubicBezTo>
                  <a:cubicBezTo>
                    <a:pt x="307" y="139"/>
                    <a:pt x="302" y="124"/>
                    <a:pt x="289" y="117"/>
                  </a:cubicBezTo>
                  <a:lnTo>
                    <a:pt x="42" y="3"/>
                  </a:lnTo>
                  <a:cubicBezTo>
                    <a:pt x="39" y="1"/>
                    <a:pt x="35" y="1"/>
                    <a:pt x="3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1" name="Google Shape;10141;p32"/>
            <p:cNvSpPr/>
            <p:nvPr/>
          </p:nvSpPr>
          <p:spPr>
            <a:xfrm>
              <a:off x="4827700" y="3548775"/>
              <a:ext cx="46700" cy="18675"/>
            </a:xfrm>
            <a:custGeom>
              <a:avLst/>
              <a:gdLst/>
              <a:ahLst/>
              <a:cxnLst/>
              <a:rect l="l" t="t" r="r" b="b"/>
              <a:pathLst>
                <a:path w="1868" h="747" extrusionOk="0">
                  <a:moveTo>
                    <a:pt x="30" y="1"/>
                  </a:moveTo>
                  <a:cubicBezTo>
                    <a:pt x="20" y="1"/>
                    <a:pt x="12" y="6"/>
                    <a:pt x="7" y="14"/>
                  </a:cubicBezTo>
                  <a:cubicBezTo>
                    <a:pt x="0" y="28"/>
                    <a:pt x="4" y="42"/>
                    <a:pt x="18" y="49"/>
                  </a:cubicBezTo>
                  <a:cubicBezTo>
                    <a:pt x="594" y="349"/>
                    <a:pt x="1204" y="583"/>
                    <a:pt x="1833" y="745"/>
                  </a:cubicBezTo>
                  <a:cubicBezTo>
                    <a:pt x="1835" y="746"/>
                    <a:pt x="1837" y="746"/>
                    <a:pt x="1839" y="746"/>
                  </a:cubicBezTo>
                  <a:cubicBezTo>
                    <a:pt x="1850" y="746"/>
                    <a:pt x="1861" y="738"/>
                    <a:pt x="1864" y="726"/>
                  </a:cubicBezTo>
                  <a:cubicBezTo>
                    <a:pt x="1868" y="712"/>
                    <a:pt x="1859" y="699"/>
                    <a:pt x="1845" y="695"/>
                  </a:cubicBezTo>
                  <a:cubicBezTo>
                    <a:pt x="1220" y="533"/>
                    <a:pt x="614" y="301"/>
                    <a:pt x="42" y="3"/>
                  </a:cubicBezTo>
                  <a:cubicBezTo>
                    <a:pt x="38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2" name="Google Shape;10142;p32"/>
            <p:cNvSpPr/>
            <p:nvPr/>
          </p:nvSpPr>
          <p:spPr>
            <a:xfrm>
              <a:off x="4810200" y="3539900"/>
              <a:ext cx="10500" cy="6275"/>
            </a:xfrm>
            <a:custGeom>
              <a:avLst/>
              <a:gdLst/>
              <a:ahLst/>
              <a:cxnLst/>
              <a:rect l="l" t="t" r="r" b="b"/>
              <a:pathLst>
                <a:path w="420" h="251" extrusionOk="0">
                  <a:moveTo>
                    <a:pt x="30" y="0"/>
                  </a:moveTo>
                  <a:cubicBezTo>
                    <a:pt x="23" y="0"/>
                    <a:pt x="15" y="4"/>
                    <a:pt x="10" y="11"/>
                  </a:cubicBezTo>
                  <a:cubicBezTo>
                    <a:pt x="1" y="22"/>
                    <a:pt x="3" y="38"/>
                    <a:pt x="15" y="48"/>
                  </a:cubicBezTo>
                  <a:cubicBezTo>
                    <a:pt x="127" y="130"/>
                    <a:pt x="250" y="198"/>
                    <a:pt x="380" y="249"/>
                  </a:cubicBezTo>
                  <a:cubicBezTo>
                    <a:pt x="383" y="251"/>
                    <a:pt x="387" y="251"/>
                    <a:pt x="389" y="251"/>
                  </a:cubicBezTo>
                  <a:cubicBezTo>
                    <a:pt x="400" y="251"/>
                    <a:pt x="410" y="245"/>
                    <a:pt x="414" y="235"/>
                  </a:cubicBezTo>
                  <a:cubicBezTo>
                    <a:pt x="419" y="221"/>
                    <a:pt x="412" y="206"/>
                    <a:pt x="399" y="201"/>
                  </a:cubicBezTo>
                  <a:cubicBezTo>
                    <a:pt x="272" y="151"/>
                    <a:pt x="154" y="87"/>
                    <a:pt x="46" y="6"/>
                  </a:cubicBezTo>
                  <a:cubicBezTo>
                    <a:pt x="42" y="2"/>
                    <a:pt x="36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3" name="Google Shape;10143;p32"/>
            <p:cNvSpPr/>
            <p:nvPr/>
          </p:nvSpPr>
          <p:spPr>
            <a:xfrm>
              <a:off x="4831550" y="3560450"/>
              <a:ext cx="23825" cy="10525"/>
            </a:xfrm>
            <a:custGeom>
              <a:avLst/>
              <a:gdLst/>
              <a:ahLst/>
              <a:cxnLst/>
              <a:rect l="l" t="t" r="r" b="b"/>
              <a:pathLst>
                <a:path w="953" h="421" extrusionOk="0">
                  <a:moveTo>
                    <a:pt x="31" y="0"/>
                  </a:moveTo>
                  <a:cubicBezTo>
                    <a:pt x="21" y="0"/>
                    <a:pt x="10" y="6"/>
                    <a:pt x="6" y="17"/>
                  </a:cubicBezTo>
                  <a:cubicBezTo>
                    <a:pt x="1" y="30"/>
                    <a:pt x="8" y="45"/>
                    <a:pt x="21" y="50"/>
                  </a:cubicBezTo>
                  <a:lnTo>
                    <a:pt x="913" y="418"/>
                  </a:lnTo>
                  <a:cubicBezTo>
                    <a:pt x="916" y="419"/>
                    <a:pt x="920" y="419"/>
                    <a:pt x="923" y="419"/>
                  </a:cubicBezTo>
                  <a:lnTo>
                    <a:pt x="923" y="420"/>
                  </a:lnTo>
                  <a:cubicBezTo>
                    <a:pt x="933" y="420"/>
                    <a:pt x="943" y="414"/>
                    <a:pt x="947" y="404"/>
                  </a:cubicBezTo>
                  <a:cubicBezTo>
                    <a:pt x="952" y="391"/>
                    <a:pt x="945" y="375"/>
                    <a:pt x="932" y="369"/>
                  </a:cubicBezTo>
                  <a:lnTo>
                    <a:pt x="40" y="2"/>
                  </a:lnTo>
                  <a:cubicBezTo>
                    <a:pt x="37" y="1"/>
                    <a:pt x="34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4" name="Google Shape;10144;p32"/>
            <p:cNvSpPr/>
            <p:nvPr/>
          </p:nvSpPr>
          <p:spPr>
            <a:xfrm>
              <a:off x="4859175" y="3571025"/>
              <a:ext cx="7950" cy="3400"/>
            </a:xfrm>
            <a:custGeom>
              <a:avLst/>
              <a:gdLst/>
              <a:ahLst/>
              <a:cxnLst/>
              <a:rect l="l" t="t" r="r" b="b"/>
              <a:pathLst>
                <a:path w="318" h="136" extrusionOk="0">
                  <a:moveTo>
                    <a:pt x="30" y="1"/>
                  </a:moveTo>
                  <a:cubicBezTo>
                    <a:pt x="20" y="1"/>
                    <a:pt x="10" y="6"/>
                    <a:pt x="6" y="16"/>
                  </a:cubicBezTo>
                  <a:cubicBezTo>
                    <a:pt x="0" y="30"/>
                    <a:pt x="6" y="44"/>
                    <a:pt x="19" y="50"/>
                  </a:cubicBezTo>
                  <a:cubicBezTo>
                    <a:pt x="104" y="87"/>
                    <a:pt x="193" y="117"/>
                    <a:pt x="284" y="136"/>
                  </a:cubicBezTo>
                  <a:lnTo>
                    <a:pt x="290" y="136"/>
                  </a:lnTo>
                  <a:cubicBezTo>
                    <a:pt x="302" y="136"/>
                    <a:pt x="313" y="128"/>
                    <a:pt x="315" y="116"/>
                  </a:cubicBezTo>
                  <a:cubicBezTo>
                    <a:pt x="318" y="101"/>
                    <a:pt x="309" y="87"/>
                    <a:pt x="295" y="85"/>
                  </a:cubicBezTo>
                  <a:cubicBezTo>
                    <a:pt x="208" y="66"/>
                    <a:pt x="122" y="39"/>
                    <a:pt x="41" y="3"/>
                  </a:cubicBezTo>
                  <a:cubicBezTo>
                    <a:pt x="37" y="1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5" name="Google Shape;10145;p32"/>
            <p:cNvSpPr/>
            <p:nvPr/>
          </p:nvSpPr>
          <p:spPr>
            <a:xfrm>
              <a:off x="4861550" y="3509075"/>
              <a:ext cx="15400" cy="31350"/>
            </a:xfrm>
            <a:custGeom>
              <a:avLst/>
              <a:gdLst/>
              <a:ahLst/>
              <a:cxnLst/>
              <a:rect l="l" t="t" r="r" b="b"/>
              <a:pathLst>
                <a:path w="616" h="1254" extrusionOk="0">
                  <a:moveTo>
                    <a:pt x="587" y="0"/>
                  </a:moveTo>
                  <a:cubicBezTo>
                    <a:pt x="576" y="0"/>
                    <a:pt x="565" y="8"/>
                    <a:pt x="562" y="19"/>
                  </a:cubicBezTo>
                  <a:cubicBezTo>
                    <a:pt x="431" y="444"/>
                    <a:pt x="251" y="834"/>
                    <a:pt x="9" y="1213"/>
                  </a:cubicBezTo>
                  <a:cubicBezTo>
                    <a:pt x="1" y="1226"/>
                    <a:pt x="5" y="1242"/>
                    <a:pt x="17" y="1250"/>
                  </a:cubicBezTo>
                  <a:cubicBezTo>
                    <a:pt x="21" y="1252"/>
                    <a:pt x="27" y="1254"/>
                    <a:pt x="31" y="1254"/>
                  </a:cubicBezTo>
                  <a:cubicBezTo>
                    <a:pt x="39" y="1254"/>
                    <a:pt x="48" y="1250"/>
                    <a:pt x="52" y="1242"/>
                  </a:cubicBezTo>
                  <a:cubicBezTo>
                    <a:pt x="297" y="858"/>
                    <a:pt x="480" y="463"/>
                    <a:pt x="612" y="34"/>
                  </a:cubicBezTo>
                  <a:cubicBezTo>
                    <a:pt x="616" y="20"/>
                    <a:pt x="608" y="5"/>
                    <a:pt x="594" y="1"/>
                  </a:cubicBezTo>
                  <a:cubicBezTo>
                    <a:pt x="592" y="1"/>
                    <a:pt x="590" y="0"/>
                    <a:pt x="58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6" name="Google Shape;10146;p32"/>
            <p:cNvSpPr/>
            <p:nvPr/>
          </p:nvSpPr>
          <p:spPr>
            <a:xfrm>
              <a:off x="4876875" y="3497150"/>
              <a:ext cx="2875" cy="6625"/>
            </a:xfrm>
            <a:custGeom>
              <a:avLst/>
              <a:gdLst/>
              <a:ahLst/>
              <a:cxnLst/>
              <a:rect l="l" t="t" r="r" b="b"/>
              <a:pathLst>
                <a:path w="115" h="265" extrusionOk="0">
                  <a:moveTo>
                    <a:pt x="85" y="1"/>
                  </a:moveTo>
                  <a:cubicBezTo>
                    <a:pt x="74" y="1"/>
                    <a:pt x="64" y="9"/>
                    <a:pt x="61" y="21"/>
                  </a:cubicBezTo>
                  <a:lnTo>
                    <a:pt x="4" y="232"/>
                  </a:lnTo>
                  <a:cubicBezTo>
                    <a:pt x="0" y="246"/>
                    <a:pt x="8" y="260"/>
                    <a:pt x="22" y="264"/>
                  </a:cubicBezTo>
                  <a:lnTo>
                    <a:pt x="28" y="264"/>
                  </a:lnTo>
                  <a:cubicBezTo>
                    <a:pt x="40" y="264"/>
                    <a:pt x="51" y="256"/>
                    <a:pt x="54" y="246"/>
                  </a:cubicBezTo>
                  <a:lnTo>
                    <a:pt x="110" y="33"/>
                  </a:lnTo>
                  <a:cubicBezTo>
                    <a:pt x="114" y="20"/>
                    <a:pt x="106" y="6"/>
                    <a:pt x="92" y="2"/>
                  </a:cubicBezTo>
                  <a:cubicBezTo>
                    <a:pt x="89" y="1"/>
                    <a:pt x="87" y="1"/>
                    <a:pt x="8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7" name="Google Shape;10147;p32"/>
            <p:cNvSpPr/>
            <p:nvPr/>
          </p:nvSpPr>
          <p:spPr>
            <a:xfrm>
              <a:off x="4870275" y="3470650"/>
              <a:ext cx="7350" cy="33400"/>
            </a:xfrm>
            <a:custGeom>
              <a:avLst/>
              <a:gdLst/>
              <a:ahLst/>
              <a:cxnLst/>
              <a:rect l="l" t="t" r="r" b="b"/>
              <a:pathLst>
                <a:path w="294" h="1336" extrusionOk="0">
                  <a:moveTo>
                    <a:pt x="265" y="0"/>
                  </a:moveTo>
                  <a:cubicBezTo>
                    <a:pt x="252" y="0"/>
                    <a:pt x="242" y="11"/>
                    <a:pt x="241" y="23"/>
                  </a:cubicBezTo>
                  <a:cubicBezTo>
                    <a:pt x="206" y="457"/>
                    <a:pt x="127" y="886"/>
                    <a:pt x="4" y="1301"/>
                  </a:cubicBezTo>
                  <a:cubicBezTo>
                    <a:pt x="0" y="1315"/>
                    <a:pt x="9" y="1330"/>
                    <a:pt x="22" y="1334"/>
                  </a:cubicBezTo>
                  <a:cubicBezTo>
                    <a:pt x="25" y="1335"/>
                    <a:pt x="27" y="1335"/>
                    <a:pt x="29" y="1335"/>
                  </a:cubicBezTo>
                  <a:cubicBezTo>
                    <a:pt x="41" y="1335"/>
                    <a:pt x="50" y="1327"/>
                    <a:pt x="54" y="1316"/>
                  </a:cubicBezTo>
                  <a:cubicBezTo>
                    <a:pt x="178" y="898"/>
                    <a:pt x="257" y="463"/>
                    <a:pt x="292" y="27"/>
                  </a:cubicBezTo>
                  <a:cubicBezTo>
                    <a:pt x="294" y="14"/>
                    <a:pt x="283" y="2"/>
                    <a:pt x="269" y="1"/>
                  </a:cubicBezTo>
                  <a:cubicBezTo>
                    <a:pt x="268" y="0"/>
                    <a:pt x="267" y="0"/>
                    <a:pt x="26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8" name="Google Shape;10148;p32"/>
            <p:cNvSpPr/>
            <p:nvPr/>
          </p:nvSpPr>
          <p:spPr>
            <a:xfrm>
              <a:off x="4867150" y="3509025"/>
              <a:ext cx="2975" cy="4925"/>
            </a:xfrm>
            <a:custGeom>
              <a:avLst/>
              <a:gdLst/>
              <a:ahLst/>
              <a:cxnLst/>
              <a:rect l="l" t="t" r="r" b="b"/>
              <a:pathLst>
                <a:path w="119" h="197" extrusionOk="0">
                  <a:moveTo>
                    <a:pt x="89" y="0"/>
                  </a:moveTo>
                  <a:cubicBezTo>
                    <a:pt x="79" y="0"/>
                    <a:pt x="69" y="6"/>
                    <a:pt x="65" y="17"/>
                  </a:cubicBezTo>
                  <a:lnTo>
                    <a:pt x="6" y="162"/>
                  </a:lnTo>
                  <a:cubicBezTo>
                    <a:pt x="0" y="174"/>
                    <a:pt x="7" y="190"/>
                    <a:pt x="21" y="196"/>
                  </a:cubicBezTo>
                  <a:cubicBezTo>
                    <a:pt x="23" y="196"/>
                    <a:pt x="27" y="197"/>
                    <a:pt x="30" y="197"/>
                  </a:cubicBezTo>
                  <a:cubicBezTo>
                    <a:pt x="41" y="197"/>
                    <a:pt x="50" y="190"/>
                    <a:pt x="54" y="181"/>
                  </a:cubicBezTo>
                  <a:lnTo>
                    <a:pt x="113" y="36"/>
                  </a:lnTo>
                  <a:cubicBezTo>
                    <a:pt x="119" y="23"/>
                    <a:pt x="112" y="7"/>
                    <a:pt x="99" y="2"/>
                  </a:cubicBezTo>
                  <a:cubicBezTo>
                    <a:pt x="95" y="1"/>
                    <a:pt x="92" y="0"/>
                    <a:pt x="8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9" name="Google Shape;10149;p32"/>
            <p:cNvSpPr/>
            <p:nvPr/>
          </p:nvSpPr>
          <p:spPr>
            <a:xfrm>
              <a:off x="4859350" y="3459875"/>
              <a:ext cx="6375" cy="23000"/>
            </a:xfrm>
            <a:custGeom>
              <a:avLst/>
              <a:gdLst/>
              <a:ahLst/>
              <a:cxnLst/>
              <a:rect l="l" t="t" r="r" b="b"/>
              <a:pathLst>
                <a:path w="255" h="920" extrusionOk="0">
                  <a:moveTo>
                    <a:pt x="226" y="1"/>
                  </a:moveTo>
                  <a:cubicBezTo>
                    <a:pt x="215" y="1"/>
                    <a:pt x="203" y="8"/>
                    <a:pt x="201" y="21"/>
                  </a:cubicBezTo>
                  <a:lnTo>
                    <a:pt x="3" y="888"/>
                  </a:lnTo>
                  <a:cubicBezTo>
                    <a:pt x="0" y="901"/>
                    <a:pt x="8" y="916"/>
                    <a:pt x="22" y="919"/>
                  </a:cubicBezTo>
                  <a:cubicBezTo>
                    <a:pt x="24" y="920"/>
                    <a:pt x="26" y="920"/>
                    <a:pt x="28" y="920"/>
                  </a:cubicBezTo>
                  <a:cubicBezTo>
                    <a:pt x="41" y="920"/>
                    <a:pt x="51" y="912"/>
                    <a:pt x="54" y="900"/>
                  </a:cubicBezTo>
                  <a:lnTo>
                    <a:pt x="250" y="32"/>
                  </a:lnTo>
                  <a:cubicBezTo>
                    <a:pt x="254" y="19"/>
                    <a:pt x="245" y="4"/>
                    <a:pt x="232" y="1"/>
                  </a:cubicBezTo>
                  <a:cubicBezTo>
                    <a:pt x="230" y="1"/>
                    <a:pt x="228" y="1"/>
                    <a:pt x="2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0" name="Google Shape;10150;p32"/>
            <p:cNvSpPr/>
            <p:nvPr/>
          </p:nvSpPr>
          <p:spPr>
            <a:xfrm>
              <a:off x="4856250" y="3487650"/>
              <a:ext cx="2775" cy="5350"/>
            </a:xfrm>
            <a:custGeom>
              <a:avLst/>
              <a:gdLst/>
              <a:ahLst/>
              <a:cxnLst/>
              <a:rect l="l" t="t" r="r" b="b"/>
              <a:pathLst>
                <a:path w="111" h="214" extrusionOk="0">
                  <a:moveTo>
                    <a:pt x="81" y="0"/>
                  </a:moveTo>
                  <a:cubicBezTo>
                    <a:pt x="70" y="0"/>
                    <a:pt x="60" y="7"/>
                    <a:pt x="57" y="17"/>
                  </a:cubicBezTo>
                  <a:lnTo>
                    <a:pt x="6" y="180"/>
                  </a:lnTo>
                  <a:cubicBezTo>
                    <a:pt x="0" y="194"/>
                    <a:pt x="9" y="208"/>
                    <a:pt x="22" y="213"/>
                  </a:cubicBezTo>
                  <a:cubicBezTo>
                    <a:pt x="25" y="214"/>
                    <a:pt x="27" y="214"/>
                    <a:pt x="30" y="214"/>
                  </a:cubicBezTo>
                  <a:cubicBezTo>
                    <a:pt x="41" y="214"/>
                    <a:pt x="52" y="207"/>
                    <a:pt x="54" y="196"/>
                  </a:cubicBezTo>
                  <a:lnTo>
                    <a:pt x="107" y="34"/>
                  </a:lnTo>
                  <a:cubicBezTo>
                    <a:pt x="111" y="20"/>
                    <a:pt x="103" y="5"/>
                    <a:pt x="89" y="1"/>
                  </a:cubicBezTo>
                  <a:cubicBezTo>
                    <a:pt x="87" y="1"/>
                    <a:pt x="84" y="0"/>
                    <a:pt x="8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1" name="Google Shape;10151;p32"/>
            <p:cNvSpPr/>
            <p:nvPr/>
          </p:nvSpPr>
          <p:spPr>
            <a:xfrm>
              <a:off x="4844050" y="3466675"/>
              <a:ext cx="10800" cy="32400"/>
            </a:xfrm>
            <a:custGeom>
              <a:avLst/>
              <a:gdLst/>
              <a:ahLst/>
              <a:cxnLst/>
              <a:rect l="l" t="t" r="r" b="b"/>
              <a:pathLst>
                <a:path w="432" h="1296" extrusionOk="0">
                  <a:moveTo>
                    <a:pt x="403" y="0"/>
                  </a:moveTo>
                  <a:cubicBezTo>
                    <a:pt x="391" y="0"/>
                    <a:pt x="381" y="9"/>
                    <a:pt x="378" y="22"/>
                  </a:cubicBezTo>
                  <a:cubicBezTo>
                    <a:pt x="299" y="445"/>
                    <a:pt x="174" y="862"/>
                    <a:pt x="5" y="1259"/>
                  </a:cubicBezTo>
                  <a:cubicBezTo>
                    <a:pt x="0" y="1272"/>
                    <a:pt x="7" y="1287"/>
                    <a:pt x="20" y="1292"/>
                  </a:cubicBezTo>
                  <a:cubicBezTo>
                    <a:pt x="23" y="1294"/>
                    <a:pt x="26" y="1295"/>
                    <a:pt x="30" y="1295"/>
                  </a:cubicBezTo>
                  <a:cubicBezTo>
                    <a:pt x="39" y="1295"/>
                    <a:pt x="50" y="1288"/>
                    <a:pt x="54" y="1279"/>
                  </a:cubicBezTo>
                  <a:cubicBezTo>
                    <a:pt x="222" y="878"/>
                    <a:pt x="349" y="458"/>
                    <a:pt x="429" y="32"/>
                  </a:cubicBezTo>
                  <a:cubicBezTo>
                    <a:pt x="432" y="17"/>
                    <a:pt x="423" y="4"/>
                    <a:pt x="408" y="1"/>
                  </a:cubicBezTo>
                  <a:cubicBezTo>
                    <a:pt x="406" y="1"/>
                    <a:pt x="405" y="0"/>
                    <a:pt x="40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2" name="Google Shape;10152;p32"/>
            <p:cNvSpPr/>
            <p:nvPr/>
          </p:nvSpPr>
          <p:spPr>
            <a:xfrm>
              <a:off x="4831250" y="3444750"/>
              <a:ext cx="7175" cy="21225"/>
            </a:xfrm>
            <a:custGeom>
              <a:avLst/>
              <a:gdLst/>
              <a:ahLst/>
              <a:cxnLst/>
              <a:rect l="l" t="t" r="r" b="b"/>
              <a:pathLst>
                <a:path w="287" h="849" extrusionOk="0">
                  <a:moveTo>
                    <a:pt x="259" y="0"/>
                  </a:moveTo>
                  <a:cubicBezTo>
                    <a:pt x="246" y="0"/>
                    <a:pt x="235" y="9"/>
                    <a:pt x="232" y="21"/>
                  </a:cubicBezTo>
                  <a:cubicBezTo>
                    <a:pt x="174" y="289"/>
                    <a:pt x="98" y="556"/>
                    <a:pt x="5" y="813"/>
                  </a:cubicBezTo>
                  <a:cubicBezTo>
                    <a:pt x="1" y="827"/>
                    <a:pt x="8" y="841"/>
                    <a:pt x="21" y="847"/>
                  </a:cubicBezTo>
                  <a:cubicBezTo>
                    <a:pt x="24" y="848"/>
                    <a:pt x="26" y="848"/>
                    <a:pt x="29" y="848"/>
                  </a:cubicBezTo>
                  <a:cubicBezTo>
                    <a:pt x="40" y="848"/>
                    <a:pt x="51" y="841"/>
                    <a:pt x="53" y="831"/>
                  </a:cubicBezTo>
                  <a:cubicBezTo>
                    <a:pt x="148" y="571"/>
                    <a:pt x="224" y="302"/>
                    <a:pt x="283" y="32"/>
                  </a:cubicBezTo>
                  <a:cubicBezTo>
                    <a:pt x="286" y="18"/>
                    <a:pt x="277" y="5"/>
                    <a:pt x="263" y="1"/>
                  </a:cubicBezTo>
                  <a:cubicBezTo>
                    <a:pt x="262" y="0"/>
                    <a:pt x="260" y="0"/>
                    <a:pt x="25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3" name="Google Shape;10153;p32"/>
            <p:cNvSpPr/>
            <p:nvPr/>
          </p:nvSpPr>
          <p:spPr>
            <a:xfrm>
              <a:off x="4835250" y="3455500"/>
              <a:ext cx="7025" cy="19425"/>
            </a:xfrm>
            <a:custGeom>
              <a:avLst/>
              <a:gdLst/>
              <a:ahLst/>
              <a:cxnLst/>
              <a:rect l="l" t="t" r="r" b="b"/>
              <a:pathLst>
                <a:path w="281" h="777" extrusionOk="0">
                  <a:moveTo>
                    <a:pt x="252" y="0"/>
                  </a:moveTo>
                  <a:cubicBezTo>
                    <a:pt x="240" y="0"/>
                    <a:pt x="230" y="8"/>
                    <a:pt x="227" y="19"/>
                  </a:cubicBezTo>
                  <a:lnTo>
                    <a:pt x="5" y="742"/>
                  </a:lnTo>
                  <a:cubicBezTo>
                    <a:pt x="1" y="756"/>
                    <a:pt x="8" y="771"/>
                    <a:pt x="21" y="775"/>
                  </a:cubicBezTo>
                  <a:cubicBezTo>
                    <a:pt x="24" y="776"/>
                    <a:pt x="27" y="776"/>
                    <a:pt x="29" y="776"/>
                  </a:cubicBezTo>
                  <a:cubicBezTo>
                    <a:pt x="40" y="776"/>
                    <a:pt x="51" y="769"/>
                    <a:pt x="55" y="759"/>
                  </a:cubicBezTo>
                  <a:lnTo>
                    <a:pt x="275" y="33"/>
                  </a:lnTo>
                  <a:cubicBezTo>
                    <a:pt x="281" y="20"/>
                    <a:pt x="273" y="5"/>
                    <a:pt x="259" y="1"/>
                  </a:cubicBezTo>
                  <a:cubicBezTo>
                    <a:pt x="257" y="0"/>
                    <a:pt x="254" y="0"/>
                    <a:pt x="25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4" name="Google Shape;10154;p32"/>
            <p:cNvSpPr/>
            <p:nvPr/>
          </p:nvSpPr>
          <p:spPr>
            <a:xfrm>
              <a:off x="4799150" y="3466700"/>
              <a:ext cx="18975" cy="14900"/>
            </a:xfrm>
            <a:custGeom>
              <a:avLst/>
              <a:gdLst/>
              <a:ahLst/>
              <a:cxnLst/>
              <a:rect l="l" t="t" r="r" b="b"/>
              <a:pathLst>
                <a:path w="759" h="596" extrusionOk="0">
                  <a:moveTo>
                    <a:pt x="28" y="0"/>
                  </a:moveTo>
                  <a:cubicBezTo>
                    <a:pt x="21" y="0"/>
                    <a:pt x="13" y="3"/>
                    <a:pt x="8" y="9"/>
                  </a:cubicBezTo>
                  <a:cubicBezTo>
                    <a:pt x="0" y="20"/>
                    <a:pt x="1" y="37"/>
                    <a:pt x="12" y="46"/>
                  </a:cubicBezTo>
                  <a:cubicBezTo>
                    <a:pt x="238" y="235"/>
                    <a:pt x="474" y="420"/>
                    <a:pt x="714" y="590"/>
                  </a:cubicBezTo>
                  <a:cubicBezTo>
                    <a:pt x="720" y="594"/>
                    <a:pt x="725" y="596"/>
                    <a:pt x="729" y="596"/>
                  </a:cubicBezTo>
                  <a:cubicBezTo>
                    <a:pt x="737" y="596"/>
                    <a:pt x="745" y="592"/>
                    <a:pt x="751" y="585"/>
                  </a:cubicBezTo>
                  <a:cubicBezTo>
                    <a:pt x="759" y="573"/>
                    <a:pt x="756" y="557"/>
                    <a:pt x="744" y="549"/>
                  </a:cubicBezTo>
                  <a:cubicBezTo>
                    <a:pt x="506" y="378"/>
                    <a:pt x="270" y="195"/>
                    <a:pt x="44" y="7"/>
                  </a:cubicBezTo>
                  <a:cubicBezTo>
                    <a:pt x="40" y="2"/>
                    <a:pt x="34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5" name="Google Shape;10155;p32"/>
            <p:cNvSpPr/>
            <p:nvPr/>
          </p:nvSpPr>
          <p:spPr>
            <a:xfrm>
              <a:off x="4800525" y="3458300"/>
              <a:ext cx="24225" cy="19200"/>
            </a:xfrm>
            <a:custGeom>
              <a:avLst/>
              <a:gdLst/>
              <a:ahLst/>
              <a:cxnLst/>
              <a:rect l="l" t="t" r="r" b="b"/>
              <a:pathLst>
                <a:path w="969" h="768" extrusionOk="0">
                  <a:moveTo>
                    <a:pt x="29" y="1"/>
                  </a:moveTo>
                  <a:cubicBezTo>
                    <a:pt x="22" y="1"/>
                    <a:pt x="15" y="3"/>
                    <a:pt x="10" y="9"/>
                  </a:cubicBezTo>
                  <a:cubicBezTo>
                    <a:pt x="0" y="20"/>
                    <a:pt x="2" y="36"/>
                    <a:pt x="12" y="45"/>
                  </a:cubicBezTo>
                  <a:cubicBezTo>
                    <a:pt x="299" y="304"/>
                    <a:pt x="606" y="544"/>
                    <a:pt x="924" y="764"/>
                  </a:cubicBezTo>
                  <a:cubicBezTo>
                    <a:pt x="930" y="766"/>
                    <a:pt x="934" y="768"/>
                    <a:pt x="939" y="768"/>
                  </a:cubicBezTo>
                  <a:cubicBezTo>
                    <a:pt x="947" y="768"/>
                    <a:pt x="955" y="764"/>
                    <a:pt x="961" y="757"/>
                  </a:cubicBezTo>
                  <a:cubicBezTo>
                    <a:pt x="969" y="745"/>
                    <a:pt x="966" y="729"/>
                    <a:pt x="954" y="721"/>
                  </a:cubicBezTo>
                  <a:cubicBezTo>
                    <a:pt x="638" y="504"/>
                    <a:pt x="333" y="263"/>
                    <a:pt x="47" y="8"/>
                  </a:cubicBezTo>
                  <a:cubicBezTo>
                    <a:pt x="42" y="3"/>
                    <a:pt x="36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6" name="Google Shape;10156;p32"/>
            <p:cNvSpPr/>
            <p:nvPr/>
          </p:nvSpPr>
          <p:spPr>
            <a:xfrm>
              <a:off x="4822625" y="3484125"/>
              <a:ext cx="6225" cy="4500"/>
            </a:xfrm>
            <a:custGeom>
              <a:avLst/>
              <a:gdLst/>
              <a:ahLst/>
              <a:cxnLst/>
              <a:rect l="l" t="t" r="r" b="b"/>
              <a:pathLst>
                <a:path w="249" h="180" extrusionOk="0">
                  <a:moveTo>
                    <a:pt x="29" y="0"/>
                  </a:moveTo>
                  <a:cubicBezTo>
                    <a:pt x="21" y="0"/>
                    <a:pt x="13" y="4"/>
                    <a:pt x="8" y="12"/>
                  </a:cubicBezTo>
                  <a:cubicBezTo>
                    <a:pt x="0" y="24"/>
                    <a:pt x="3" y="40"/>
                    <a:pt x="15" y="48"/>
                  </a:cubicBezTo>
                  <a:lnTo>
                    <a:pt x="205" y="176"/>
                  </a:lnTo>
                  <a:cubicBezTo>
                    <a:pt x="210" y="179"/>
                    <a:pt x="214" y="180"/>
                    <a:pt x="219" y="180"/>
                  </a:cubicBezTo>
                  <a:cubicBezTo>
                    <a:pt x="227" y="180"/>
                    <a:pt x="236" y="176"/>
                    <a:pt x="241" y="169"/>
                  </a:cubicBezTo>
                  <a:cubicBezTo>
                    <a:pt x="249" y="157"/>
                    <a:pt x="246" y="141"/>
                    <a:pt x="234" y="133"/>
                  </a:cubicBezTo>
                  <a:lnTo>
                    <a:pt x="45" y="5"/>
                  </a:lnTo>
                  <a:cubicBezTo>
                    <a:pt x="40" y="2"/>
                    <a:pt x="35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7" name="Google Shape;10157;p32"/>
            <p:cNvSpPr/>
            <p:nvPr/>
          </p:nvSpPr>
          <p:spPr>
            <a:xfrm>
              <a:off x="4902100" y="3532175"/>
              <a:ext cx="15575" cy="39975"/>
            </a:xfrm>
            <a:custGeom>
              <a:avLst/>
              <a:gdLst/>
              <a:ahLst/>
              <a:cxnLst/>
              <a:rect l="l" t="t" r="r" b="b"/>
              <a:pathLst>
                <a:path w="623" h="1599" extrusionOk="0">
                  <a:moveTo>
                    <a:pt x="594" y="0"/>
                  </a:moveTo>
                  <a:cubicBezTo>
                    <a:pt x="582" y="0"/>
                    <a:pt x="573" y="8"/>
                    <a:pt x="569" y="19"/>
                  </a:cubicBezTo>
                  <a:cubicBezTo>
                    <a:pt x="431" y="548"/>
                    <a:pt x="241" y="1067"/>
                    <a:pt x="7" y="1562"/>
                  </a:cubicBezTo>
                  <a:cubicBezTo>
                    <a:pt x="0" y="1574"/>
                    <a:pt x="5" y="1590"/>
                    <a:pt x="19" y="1596"/>
                  </a:cubicBezTo>
                  <a:cubicBezTo>
                    <a:pt x="23" y="1598"/>
                    <a:pt x="27" y="1598"/>
                    <a:pt x="30" y="1598"/>
                  </a:cubicBezTo>
                  <a:cubicBezTo>
                    <a:pt x="39" y="1598"/>
                    <a:pt x="49" y="1593"/>
                    <a:pt x="54" y="1584"/>
                  </a:cubicBezTo>
                  <a:cubicBezTo>
                    <a:pt x="289" y="1086"/>
                    <a:pt x="480" y="565"/>
                    <a:pt x="620" y="32"/>
                  </a:cubicBezTo>
                  <a:cubicBezTo>
                    <a:pt x="623" y="19"/>
                    <a:pt x="615" y="4"/>
                    <a:pt x="601" y="2"/>
                  </a:cubicBezTo>
                  <a:cubicBezTo>
                    <a:pt x="599" y="1"/>
                    <a:pt x="596" y="0"/>
                    <a:pt x="59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8" name="Google Shape;10158;p32"/>
            <p:cNvSpPr/>
            <p:nvPr/>
          </p:nvSpPr>
          <p:spPr>
            <a:xfrm>
              <a:off x="4892700" y="3523525"/>
              <a:ext cx="20725" cy="53400"/>
            </a:xfrm>
            <a:custGeom>
              <a:avLst/>
              <a:gdLst/>
              <a:ahLst/>
              <a:cxnLst/>
              <a:rect l="l" t="t" r="r" b="b"/>
              <a:pathLst>
                <a:path w="829" h="2136" extrusionOk="0">
                  <a:moveTo>
                    <a:pt x="800" y="1"/>
                  </a:moveTo>
                  <a:cubicBezTo>
                    <a:pt x="788" y="1"/>
                    <a:pt x="779" y="7"/>
                    <a:pt x="776" y="18"/>
                  </a:cubicBezTo>
                  <a:cubicBezTo>
                    <a:pt x="546" y="717"/>
                    <a:pt x="286" y="1418"/>
                    <a:pt x="6" y="2100"/>
                  </a:cubicBezTo>
                  <a:cubicBezTo>
                    <a:pt x="1" y="2113"/>
                    <a:pt x="6" y="2129"/>
                    <a:pt x="20" y="2134"/>
                  </a:cubicBezTo>
                  <a:cubicBezTo>
                    <a:pt x="22" y="2135"/>
                    <a:pt x="26" y="2135"/>
                    <a:pt x="29" y="2135"/>
                  </a:cubicBezTo>
                  <a:cubicBezTo>
                    <a:pt x="40" y="2135"/>
                    <a:pt x="49" y="2130"/>
                    <a:pt x="53" y="2119"/>
                  </a:cubicBezTo>
                  <a:cubicBezTo>
                    <a:pt x="334" y="1436"/>
                    <a:pt x="594" y="735"/>
                    <a:pt x="824" y="34"/>
                  </a:cubicBezTo>
                  <a:cubicBezTo>
                    <a:pt x="828" y="21"/>
                    <a:pt x="821" y="6"/>
                    <a:pt x="808" y="2"/>
                  </a:cubicBezTo>
                  <a:cubicBezTo>
                    <a:pt x="805" y="1"/>
                    <a:pt x="802" y="1"/>
                    <a:pt x="80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9" name="Google Shape;10159;p32"/>
            <p:cNvSpPr/>
            <p:nvPr/>
          </p:nvSpPr>
          <p:spPr>
            <a:xfrm>
              <a:off x="4892500" y="3506475"/>
              <a:ext cx="13000" cy="36725"/>
            </a:xfrm>
            <a:custGeom>
              <a:avLst/>
              <a:gdLst/>
              <a:ahLst/>
              <a:cxnLst/>
              <a:rect l="l" t="t" r="r" b="b"/>
              <a:pathLst>
                <a:path w="520" h="1469" extrusionOk="0">
                  <a:moveTo>
                    <a:pt x="493" y="0"/>
                  </a:moveTo>
                  <a:cubicBezTo>
                    <a:pt x="480" y="0"/>
                    <a:pt x="469" y="8"/>
                    <a:pt x="466" y="21"/>
                  </a:cubicBezTo>
                  <a:cubicBezTo>
                    <a:pt x="368" y="506"/>
                    <a:pt x="213" y="981"/>
                    <a:pt x="6" y="1432"/>
                  </a:cubicBezTo>
                  <a:cubicBezTo>
                    <a:pt x="1" y="1444"/>
                    <a:pt x="6" y="1460"/>
                    <a:pt x="20" y="1465"/>
                  </a:cubicBezTo>
                  <a:cubicBezTo>
                    <a:pt x="22" y="1468"/>
                    <a:pt x="26" y="1468"/>
                    <a:pt x="30" y="1468"/>
                  </a:cubicBezTo>
                  <a:cubicBezTo>
                    <a:pt x="40" y="1468"/>
                    <a:pt x="49" y="1463"/>
                    <a:pt x="53" y="1453"/>
                  </a:cubicBezTo>
                  <a:cubicBezTo>
                    <a:pt x="262" y="1000"/>
                    <a:pt x="418" y="521"/>
                    <a:pt x="516" y="31"/>
                  </a:cubicBezTo>
                  <a:cubicBezTo>
                    <a:pt x="520" y="18"/>
                    <a:pt x="511" y="4"/>
                    <a:pt x="496" y="0"/>
                  </a:cubicBezTo>
                  <a:cubicBezTo>
                    <a:pt x="495" y="0"/>
                    <a:pt x="494" y="0"/>
                    <a:pt x="49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0" name="Google Shape;10160;p32"/>
            <p:cNvSpPr/>
            <p:nvPr/>
          </p:nvSpPr>
          <p:spPr>
            <a:xfrm>
              <a:off x="4887525" y="3547025"/>
              <a:ext cx="4400" cy="8475"/>
            </a:xfrm>
            <a:custGeom>
              <a:avLst/>
              <a:gdLst/>
              <a:ahLst/>
              <a:cxnLst/>
              <a:rect l="l" t="t" r="r" b="b"/>
              <a:pathLst>
                <a:path w="176" h="339" extrusionOk="0">
                  <a:moveTo>
                    <a:pt x="146" y="0"/>
                  </a:moveTo>
                  <a:cubicBezTo>
                    <a:pt x="136" y="0"/>
                    <a:pt x="127" y="6"/>
                    <a:pt x="123" y="16"/>
                  </a:cubicBezTo>
                  <a:lnTo>
                    <a:pt x="6" y="302"/>
                  </a:lnTo>
                  <a:cubicBezTo>
                    <a:pt x="1" y="316"/>
                    <a:pt x="7" y="330"/>
                    <a:pt x="21" y="336"/>
                  </a:cubicBezTo>
                  <a:cubicBezTo>
                    <a:pt x="23" y="337"/>
                    <a:pt x="27" y="338"/>
                    <a:pt x="30" y="338"/>
                  </a:cubicBezTo>
                  <a:cubicBezTo>
                    <a:pt x="41" y="338"/>
                    <a:pt x="50" y="332"/>
                    <a:pt x="54" y="322"/>
                  </a:cubicBezTo>
                  <a:lnTo>
                    <a:pt x="170" y="36"/>
                  </a:lnTo>
                  <a:cubicBezTo>
                    <a:pt x="175" y="22"/>
                    <a:pt x="170" y="8"/>
                    <a:pt x="157" y="2"/>
                  </a:cubicBezTo>
                  <a:cubicBezTo>
                    <a:pt x="153" y="1"/>
                    <a:pt x="150" y="0"/>
                    <a:pt x="14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1" name="Google Shape;10161;p32"/>
            <p:cNvSpPr/>
            <p:nvPr/>
          </p:nvSpPr>
          <p:spPr>
            <a:xfrm>
              <a:off x="4892600" y="3584550"/>
              <a:ext cx="14750" cy="26475"/>
            </a:xfrm>
            <a:custGeom>
              <a:avLst/>
              <a:gdLst/>
              <a:ahLst/>
              <a:cxnLst/>
              <a:rect l="l" t="t" r="r" b="b"/>
              <a:pathLst>
                <a:path w="590" h="1059" extrusionOk="0">
                  <a:moveTo>
                    <a:pt x="560" y="0"/>
                  </a:moveTo>
                  <a:cubicBezTo>
                    <a:pt x="550" y="0"/>
                    <a:pt x="541" y="6"/>
                    <a:pt x="536" y="15"/>
                  </a:cubicBezTo>
                  <a:cubicBezTo>
                    <a:pt x="379" y="358"/>
                    <a:pt x="201" y="695"/>
                    <a:pt x="7" y="1020"/>
                  </a:cubicBezTo>
                  <a:cubicBezTo>
                    <a:pt x="1" y="1032"/>
                    <a:pt x="5" y="1048"/>
                    <a:pt x="17" y="1055"/>
                  </a:cubicBezTo>
                  <a:cubicBezTo>
                    <a:pt x="21" y="1057"/>
                    <a:pt x="26" y="1059"/>
                    <a:pt x="30" y="1059"/>
                  </a:cubicBezTo>
                  <a:cubicBezTo>
                    <a:pt x="40" y="1059"/>
                    <a:pt x="48" y="1055"/>
                    <a:pt x="53" y="1046"/>
                  </a:cubicBezTo>
                  <a:cubicBezTo>
                    <a:pt x="247" y="721"/>
                    <a:pt x="425" y="381"/>
                    <a:pt x="583" y="36"/>
                  </a:cubicBezTo>
                  <a:cubicBezTo>
                    <a:pt x="590" y="24"/>
                    <a:pt x="585" y="8"/>
                    <a:pt x="571" y="3"/>
                  </a:cubicBezTo>
                  <a:cubicBezTo>
                    <a:pt x="568" y="1"/>
                    <a:pt x="564" y="0"/>
                    <a:pt x="56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2" name="Google Shape;10162;p32"/>
            <p:cNvSpPr/>
            <p:nvPr/>
          </p:nvSpPr>
          <p:spPr>
            <a:xfrm>
              <a:off x="4908150" y="3573400"/>
              <a:ext cx="4100" cy="7650"/>
            </a:xfrm>
            <a:custGeom>
              <a:avLst/>
              <a:gdLst/>
              <a:ahLst/>
              <a:cxnLst/>
              <a:rect l="l" t="t" r="r" b="b"/>
              <a:pathLst>
                <a:path w="164" h="306" extrusionOk="0">
                  <a:moveTo>
                    <a:pt x="133" y="0"/>
                  </a:moveTo>
                  <a:cubicBezTo>
                    <a:pt x="123" y="0"/>
                    <a:pt x="113" y="6"/>
                    <a:pt x="109" y="17"/>
                  </a:cubicBezTo>
                  <a:lnTo>
                    <a:pt x="6" y="271"/>
                  </a:lnTo>
                  <a:cubicBezTo>
                    <a:pt x="0" y="284"/>
                    <a:pt x="7" y="299"/>
                    <a:pt x="20" y="305"/>
                  </a:cubicBezTo>
                  <a:cubicBezTo>
                    <a:pt x="23" y="306"/>
                    <a:pt x="27" y="306"/>
                    <a:pt x="30" y="306"/>
                  </a:cubicBezTo>
                  <a:cubicBezTo>
                    <a:pt x="41" y="306"/>
                    <a:pt x="50" y="301"/>
                    <a:pt x="54" y="290"/>
                  </a:cubicBezTo>
                  <a:lnTo>
                    <a:pt x="158" y="36"/>
                  </a:lnTo>
                  <a:cubicBezTo>
                    <a:pt x="163" y="23"/>
                    <a:pt x="156" y="7"/>
                    <a:pt x="143" y="2"/>
                  </a:cubicBezTo>
                  <a:cubicBezTo>
                    <a:pt x="140" y="1"/>
                    <a:pt x="136" y="0"/>
                    <a:pt x="13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3" name="Google Shape;10163;p32"/>
            <p:cNvSpPr/>
            <p:nvPr/>
          </p:nvSpPr>
          <p:spPr>
            <a:xfrm>
              <a:off x="4919250" y="3590625"/>
              <a:ext cx="13650" cy="23575"/>
            </a:xfrm>
            <a:custGeom>
              <a:avLst/>
              <a:gdLst/>
              <a:ahLst/>
              <a:cxnLst/>
              <a:rect l="l" t="t" r="r" b="b"/>
              <a:pathLst>
                <a:path w="546" h="943" extrusionOk="0">
                  <a:moveTo>
                    <a:pt x="516" y="1"/>
                  </a:moveTo>
                  <a:cubicBezTo>
                    <a:pt x="505" y="1"/>
                    <a:pt x="496" y="7"/>
                    <a:pt x="491" y="18"/>
                  </a:cubicBezTo>
                  <a:cubicBezTo>
                    <a:pt x="382" y="339"/>
                    <a:pt x="220" y="635"/>
                    <a:pt x="8" y="900"/>
                  </a:cubicBezTo>
                  <a:cubicBezTo>
                    <a:pt x="0" y="911"/>
                    <a:pt x="2" y="929"/>
                    <a:pt x="12" y="937"/>
                  </a:cubicBezTo>
                  <a:cubicBezTo>
                    <a:pt x="18" y="941"/>
                    <a:pt x="23" y="942"/>
                    <a:pt x="28" y="942"/>
                  </a:cubicBezTo>
                  <a:cubicBezTo>
                    <a:pt x="37" y="942"/>
                    <a:pt x="45" y="939"/>
                    <a:pt x="49" y="933"/>
                  </a:cubicBezTo>
                  <a:cubicBezTo>
                    <a:pt x="264" y="664"/>
                    <a:pt x="429" y="361"/>
                    <a:pt x="540" y="35"/>
                  </a:cubicBezTo>
                  <a:cubicBezTo>
                    <a:pt x="545" y="22"/>
                    <a:pt x="537" y="7"/>
                    <a:pt x="524" y="2"/>
                  </a:cubicBezTo>
                  <a:cubicBezTo>
                    <a:pt x="521" y="1"/>
                    <a:pt x="518" y="1"/>
                    <a:pt x="51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4" name="Google Shape;10164;p32"/>
            <p:cNvSpPr/>
            <p:nvPr/>
          </p:nvSpPr>
          <p:spPr>
            <a:xfrm>
              <a:off x="4911700" y="3618825"/>
              <a:ext cx="4250" cy="5700"/>
            </a:xfrm>
            <a:custGeom>
              <a:avLst/>
              <a:gdLst/>
              <a:ahLst/>
              <a:cxnLst/>
              <a:rect l="l" t="t" r="r" b="b"/>
              <a:pathLst>
                <a:path w="170" h="228" extrusionOk="0">
                  <a:moveTo>
                    <a:pt x="140" y="1"/>
                  </a:moveTo>
                  <a:cubicBezTo>
                    <a:pt x="132" y="1"/>
                    <a:pt x="123" y="5"/>
                    <a:pt x="118" y="13"/>
                  </a:cubicBezTo>
                  <a:lnTo>
                    <a:pt x="9" y="188"/>
                  </a:lnTo>
                  <a:cubicBezTo>
                    <a:pt x="1" y="200"/>
                    <a:pt x="5" y="216"/>
                    <a:pt x="17" y="224"/>
                  </a:cubicBezTo>
                  <a:cubicBezTo>
                    <a:pt x="21" y="226"/>
                    <a:pt x="25" y="227"/>
                    <a:pt x="30" y="227"/>
                  </a:cubicBezTo>
                  <a:cubicBezTo>
                    <a:pt x="39" y="227"/>
                    <a:pt x="48" y="223"/>
                    <a:pt x="52" y="215"/>
                  </a:cubicBezTo>
                  <a:lnTo>
                    <a:pt x="162" y="40"/>
                  </a:lnTo>
                  <a:cubicBezTo>
                    <a:pt x="169" y="28"/>
                    <a:pt x="165" y="12"/>
                    <a:pt x="153" y="5"/>
                  </a:cubicBezTo>
                  <a:cubicBezTo>
                    <a:pt x="149" y="2"/>
                    <a:pt x="145" y="1"/>
                    <a:pt x="14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5" name="Google Shape;10165;p32"/>
            <p:cNvSpPr/>
            <p:nvPr/>
          </p:nvSpPr>
          <p:spPr>
            <a:xfrm>
              <a:off x="4923775" y="3602475"/>
              <a:ext cx="11200" cy="18850"/>
            </a:xfrm>
            <a:custGeom>
              <a:avLst/>
              <a:gdLst/>
              <a:ahLst/>
              <a:cxnLst/>
              <a:rect l="l" t="t" r="r" b="b"/>
              <a:pathLst>
                <a:path w="448" h="754" extrusionOk="0">
                  <a:moveTo>
                    <a:pt x="420" y="0"/>
                  </a:moveTo>
                  <a:cubicBezTo>
                    <a:pt x="409" y="0"/>
                    <a:pt x="398" y="8"/>
                    <a:pt x="394" y="19"/>
                  </a:cubicBezTo>
                  <a:cubicBezTo>
                    <a:pt x="313" y="269"/>
                    <a:pt x="180" y="508"/>
                    <a:pt x="9" y="710"/>
                  </a:cubicBezTo>
                  <a:cubicBezTo>
                    <a:pt x="1" y="721"/>
                    <a:pt x="2" y="737"/>
                    <a:pt x="13" y="747"/>
                  </a:cubicBezTo>
                  <a:cubicBezTo>
                    <a:pt x="17" y="751"/>
                    <a:pt x="24" y="753"/>
                    <a:pt x="29" y="753"/>
                  </a:cubicBezTo>
                  <a:cubicBezTo>
                    <a:pt x="36" y="753"/>
                    <a:pt x="44" y="749"/>
                    <a:pt x="49" y="744"/>
                  </a:cubicBezTo>
                  <a:cubicBezTo>
                    <a:pt x="223" y="537"/>
                    <a:pt x="360" y="292"/>
                    <a:pt x="443" y="35"/>
                  </a:cubicBezTo>
                  <a:cubicBezTo>
                    <a:pt x="447" y="20"/>
                    <a:pt x="441" y="7"/>
                    <a:pt x="427" y="1"/>
                  </a:cubicBezTo>
                  <a:cubicBezTo>
                    <a:pt x="425" y="1"/>
                    <a:pt x="423" y="0"/>
                    <a:pt x="42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6" name="Google Shape;10166;p32"/>
            <p:cNvSpPr/>
            <p:nvPr/>
          </p:nvSpPr>
          <p:spPr>
            <a:xfrm>
              <a:off x="4992700" y="3513900"/>
              <a:ext cx="7400" cy="39750"/>
            </a:xfrm>
            <a:custGeom>
              <a:avLst/>
              <a:gdLst/>
              <a:ahLst/>
              <a:cxnLst/>
              <a:rect l="l" t="t" r="r" b="b"/>
              <a:pathLst>
                <a:path w="296" h="1590" extrusionOk="0">
                  <a:moveTo>
                    <a:pt x="26" y="1"/>
                  </a:moveTo>
                  <a:cubicBezTo>
                    <a:pt x="13" y="1"/>
                    <a:pt x="0" y="13"/>
                    <a:pt x="2" y="28"/>
                  </a:cubicBezTo>
                  <a:cubicBezTo>
                    <a:pt x="17" y="550"/>
                    <a:pt x="97" y="1069"/>
                    <a:pt x="241" y="1571"/>
                  </a:cubicBezTo>
                  <a:cubicBezTo>
                    <a:pt x="244" y="1581"/>
                    <a:pt x="255" y="1588"/>
                    <a:pt x="267" y="1588"/>
                  </a:cubicBezTo>
                  <a:lnTo>
                    <a:pt x="265" y="1589"/>
                  </a:lnTo>
                  <a:cubicBezTo>
                    <a:pt x="268" y="1589"/>
                    <a:pt x="271" y="1588"/>
                    <a:pt x="274" y="1588"/>
                  </a:cubicBezTo>
                  <a:cubicBezTo>
                    <a:pt x="287" y="1584"/>
                    <a:pt x="295" y="1569"/>
                    <a:pt x="291" y="1556"/>
                  </a:cubicBezTo>
                  <a:cubicBezTo>
                    <a:pt x="147" y="1058"/>
                    <a:pt x="68" y="544"/>
                    <a:pt x="53" y="26"/>
                  </a:cubicBezTo>
                  <a:cubicBezTo>
                    <a:pt x="53" y="11"/>
                    <a:pt x="41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7" name="Google Shape;10167;p32"/>
            <p:cNvSpPr/>
            <p:nvPr/>
          </p:nvSpPr>
          <p:spPr>
            <a:xfrm>
              <a:off x="4991850" y="3500375"/>
              <a:ext cx="1550" cy="6450"/>
            </a:xfrm>
            <a:custGeom>
              <a:avLst/>
              <a:gdLst/>
              <a:ahLst/>
              <a:cxnLst/>
              <a:rect l="l" t="t" r="r" b="b"/>
              <a:pathLst>
                <a:path w="62" h="258" extrusionOk="0">
                  <a:moveTo>
                    <a:pt x="26" y="1"/>
                  </a:moveTo>
                  <a:cubicBezTo>
                    <a:pt x="12" y="2"/>
                    <a:pt x="1" y="14"/>
                    <a:pt x="1" y="28"/>
                  </a:cubicBezTo>
                  <a:lnTo>
                    <a:pt x="9" y="234"/>
                  </a:lnTo>
                  <a:cubicBezTo>
                    <a:pt x="10" y="247"/>
                    <a:pt x="21" y="258"/>
                    <a:pt x="36" y="258"/>
                  </a:cubicBezTo>
                  <a:cubicBezTo>
                    <a:pt x="51" y="258"/>
                    <a:pt x="61" y="246"/>
                    <a:pt x="61" y="231"/>
                  </a:cubicBezTo>
                  <a:lnTo>
                    <a:pt x="53" y="26"/>
                  </a:lnTo>
                  <a:cubicBezTo>
                    <a:pt x="52" y="12"/>
                    <a:pt x="42" y="2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8" name="Google Shape;10168;p32"/>
            <p:cNvSpPr/>
            <p:nvPr/>
          </p:nvSpPr>
          <p:spPr>
            <a:xfrm>
              <a:off x="4998750" y="3479250"/>
              <a:ext cx="3550" cy="34825"/>
            </a:xfrm>
            <a:custGeom>
              <a:avLst/>
              <a:gdLst/>
              <a:ahLst/>
              <a:cxnLst/>
              <a:rect l="l" t="t" r="r" b="b"/>
              <a:pathLst>
                <a:path w="142" h="1393" extrusionOk="0">
                  <a:moveTo>
                    <a:pt x="115" y="1"/>
                  </a:moveTo>
                  <a:cubicBezTo>
                    <a:pt x="102" y="1"/>
                    <a:pt x="91" y="10"/>
                    <a:pt x="89" y="24"/>
                  </a:cubicBezTo>
                  <a:cubicBezTo>
                    <a:pt x="32" y="466"/>
                    <a:pt x="1" y="918"/>
                    <a:pt x="1" y="1366"/>
                  </a:cubicBezTo>
                  <a:cubicBezTo>
                    <a:pt x="1" y="1381"/>
                    <a:pt x="11" y="1392"/>
                    <a:pt x="26" y="1392"/>
                  </a:cubicBezTo>
                  <a:cubicBezTo>
                    <a:pt x="40" y="1392"/>
                    <a:pt x="52" y="1381"/>
                    <a:pt x="52" y="1366"/>
                  </a:cubicBezTo>
                  <a:cubicBezTo>
                    <a:pt x="53" y="921"/>
                    <a:pt x="83" y="472"/>
                    <a:pt x="140" y="31"/>
                  </a:cubicBezTo>
                  <a:cubicBezTo>
                    <a:pt x="142" y="16"/>
                    <a:pt x="132" y="4"/>
                    <a:pt x="118" y="1"/>
                  </a:cubicBezTo>
                  <a:cubicBezTo>
                    <a:pt x="117" y="1"/>
                    <a:pt x="116" y="1"/>
                    <a:pt x="11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9" name="Google Shape;10169;p32"/>
            <p:cNvSpPr/>
            <p:nvPr/>
          </p:nvSpPr>
          <p:spPr>
            <a:xfrm>
              <a:off x="5010625" y="3485050"/>
              <a:ext cx="3325" cy="32000"/>
            </a:xfrm>
            <a:custGeom>
              <a:avLst/>
              <a:gdLst/>
              <a:ahLst/>
              <a:cxnLst/>
              <a:rect l="l" t="t" r="r" b="b"/>
              <a:pathLst>
                <a:path w="133" h="1280" extrusionOk="0">
                  <a:moveTo>
                    <a:pt x="44" y="0"/>
                  </a:moveTo>
                  <a:cubicBezTo>
                    <a:pt x="27" y="2"/>
                    <a:pt x="18" y="10"/>
                    <a:pt x="17" y="25"/>
                  </a:cubicBezTo>
                  <a:cubicBezTo>
                    <a:pt x="0" y="436"/>
                    <a:pt x="21" y="851"/>
                    <a:pt x="78" y="1258"/>
                  </a:cubicBezTo>
                  <a:cubicBezTo>
                    <a:pt x="81" y="1270"/>
                    <a:pt x="92" y="1280"/>
                    <a:pt x="104" y="1280"/>
                  </a:cubicBezTo>
                  <a:lnTo>
                    <a:pt x="108" y="1280"/>
                  </a:lnTo>
                  <a:cubicBezTo>
                    <a:pt x="123" y="1278"/>
                    <a:pt x="132" y="1265"/>
                    <a:pt x="130" y="1250"/>
                  </a:cubicBezTo>
                  <a:cubicBezTo>
                    <a:pt x="73" y="847"/>
                    <a:pt x="53" y="435"/>
                    <a:pt x="69" y="27"/>
                  </a:cubicBezTo>
                  <a:cubicBezTo>
                    <a:pt x="69" y="12"/>
                    <a:pt x="58" y="0"/>
                    <a:pt x="4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0" name="Google Shape;10170;p32"/>
            <p:cNvSpPr/>
            <p:nvPr/>
          </p:nvSpPr>
          <p:spPr>
            <a:xfrm>
              <a:off x="4961275" y="3559525"/>
              <a:ext cx="19875" cy="45350"/>
            </a:xfrm>
            <a:custGeom>
              <a:avLst/>
              <a:gdLst/>
              <a:ahLst/>
              <a:cxnLst/>
              <a:rect l="l" t="t" r="r" b="b"/>
              <a:pathLst>
                <a:path w="795" h="1814" extrusionOk="0">
                  <a:moveTo>
                    <a:pt x="31" y="0"/>
                  </a:moveTo>
                  <a:cubicBezTo>
                    <a:pt x="28" y="0"/>
                    <a:pt x="26" y="1"/>
                    <a:pt x="24" y="1"/>
                  </a:cubicBezTo>
                  <a:cubicBezTo>
                    <a:pt x="9" y="5"/>
                    <a:pt x="1" y="19"/>
                    <a:pt x="5" y="34"/>
                  </a:cubicBezTo>
                  <a:cubicBezTo>
                    <a:pt x="172" y="652"/>
                    <a:pt x="421" y="1247"/>
                    <a:pt x="743" y="1800"/>
                  </a:cubicBezTo>
                  <a:cubicBezTo>
                    <a:pt x="748" y="1808"/>
                    <a:pt x="757" y="1813"/>
                    <a:pt x="765" y="1813"/>
                  </a:cubicBezTo>
                  <a:cubicBezTo>
                    <a:pt x="770" y="1813"/>
                    <a:pt x="774" y="1812"/>
                    <a:pt x="778" y="1809"/>
                  </a:cubicBezTo>
                  <a:cubicBezTo>
                    <a:pt x="791" y="1803"/>
                    <a:pt x="795" y="1786"/>
                    <a:pt x="788" y="1774"/>
                  </a:cubicBezTo>
                  <a:cubicBezTo>
                    <a:pt x="466" y="1224"/>
                    <a:pt x="220" y="634"/>
                    <a:pt x="55" y="20"/>
                  </a:cubicBezTo>
                  <a:cubicBezTo>
                    <a:pt x="52" y="8"/>
                    <a:pt x="42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1" name="Google Shape;10171;p32"/>
            <p:cNvSpPr/>
            <p:nvPr/>
          </p:nvSpPr>
          <p:spPr>
            <a:xfrm>
              <a:off x="4971375" y="3569400"/>
              <a:ext cx="12325" cy="27800"/>
            </a:xfrm>
            <a:custGeom>
              <a:avLst/>
              <a:gdLst/>
              <a:ahLst/>
              <a:cxnLst/>
              <a:rect l="l" t="t" r="r" b="b"/>
              <a:pathLst>
                <a:path w="493" h="1112" extrusionOk="0">
                  <a:moveTo>
                    <a:pt x="30" y="1"/>
                  </a:moveTo>
                  <a:cubicBezTo>
                    <a:pt x="27" y="1"/>
                    <a:pt x="25" y="1"/>
                    <a:pt x="22" y="2"/>
                  </a:cubicBezTo>
                  <a:cubicBezTo>
                    <a:pt x="9" y="6"/>
                    <a:pt x="0" y="21"/>
                    <a:pt x="5" y="34"/>
                  </a:cubicBezTo>
                  <a:cubicBezTo>
                    <a:pt x="123" y="399"/>
                    <a:pt x="268" y="755"/>
                    <a:pt x="440" y="1097"/>
                  </a:cubicBezTo>
                  <a:cubicBezTo>
                    <a:pt x="444" y="1106"/>
                    <a:pt x="454" y="1112"/>
                    <a:pt x="463" y="1112"/>
                  </a:cubicBezTo>
                  <a:cubicBezTo>
                    <a:pt x="467" y="1112"/>
                    <a:pt x="471" y="1110"/>
                    <a:pt x="475" y="1109"/>
                  </a:cubicBezTo>
                  <a:cubicBezTo>
                    <a:pt x="487" y="1102"/>
                    <a:pt x="493" y="1086"/>
                    <a:pt x="486" y="1074"/>
                  </a:cubicBezTo>
                  <a:cubicBezTo>
                    <a:pt x="317" y="735"/>
                    <a:pt x="171" y="380"/>
                    <a:pt x="54" y="18"/>
                  </a:cubicBezTo>
                  <a:cubicBezTo>
                    <a:pt x="51" y="7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2" name="Google Shape;10172;p32"/>
            <p:cNvSpPr/>
            <p:nvPr/>
          </p:nvSpPr>
          <p:spPr>
            <a:xfrm>
              <a:off x="4965450" y="3547950"/>
              <a:ext cx="4075" cy="11925"/>
            </a:xfrm>
            <a:custGeom>
              <a:avLst/>
              <a:gdLst/>
              <a:ahLst/>
              <a:cxnLst/>
              <a:rect l="l" t="t" r="r" b="b"/>
              <a:pathLst>
                <a:path w="163" h="477" extrusionOk="0">
                  <a:moveTo>
                    <a:pt x="29" y="1"/>
                  </a:moveTo>
                  <a:cubicBezTo>
                    <a:pt x="27" y="1"/>
                    <a:pt x="25" y="1"/>
                    <a:pt x="22" y="1"/>
                  </a:cubicBezTo>
                  <a:cubicBezTo>
                    <a:pt x="9" y="5"/>
                    <a:pt x="1" y="19"/>
                    <a:pt x="3" y="32"/>
                  </a:cubicBezTo>
                  <a:lnTo>
                    <a:pt x="108" y="458"/>
                  </a:lnTo>
                  <a:cubicBezTo>
                    <a:pt x="111" y="468"/>
                    <a:pt x="122" y="476"/>
                    <a:pt x="134" y="476"/>
                  </a:cubicBezTo>
                  <a:lnTo>
                    <a:pt x="139" y="476"/>
                  </a:lnTo>
                  <a:cubicBezTo>
                    <a:pt x="153" y="472"/>
                    <a:pt x="162" y="459"/>
                    <a:pt x="158" y="445"/>
                  </a:cubicBezTo>
                  <a:lnTo>
                    <a:pt x="55" y="20"/>
                  </a:lnTo>
                  <a:cubicBezTo>
                    <a:pt x="51" y="9"/>
                    <a:pt x="4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3" name="Google Shape;10173;p32"/>
            <p:cNvSpPr/>
            <p:nvPr/>
          </p:nvSpPr>
          <p:spPr>
            <a:xfrm>
              <a:off x="4972025" y="3506125"/>
              <a:ext cx="5100" cy="35475"/>
            </a:xfrm>
            <a:custGeom>
              <a:avLst/>
              <a:gdLst/>
              <a:ahLst/>
              <a:cxnLst/>
              <a:rect l="l" t="t" r="r" b="b"/>
              <a:pathLst>
                <a:path w="204" h="1419" extrusionOk="0">
                  <a:moveTo>
                    <a:pt x="42" y="1"/>
                  </a:moveTo>
                  <a:cubicBezTo>
                    <a:pt x="28" y="4"/>
                    <a:pt x="15" y="12"/>
                    <a:pt x="15" y="26"/>
                  </a:cubicBezTo>
                  <a:cubicBezTo>
                    <a:pt x="0" y="488"/>
                    <a:pt x="46" y="949"/>
                    <a:pt x="149" y="1399"/>
                  </a:cubicBezTo>
                  <a:cubicBezTo>
                    <a:pt x="152" y="1411"/>
                    <a:pt x="163" y="1419"/>
                    <a:pt x="175" y="1419"/>
                  </a:cubicBezTo>
                  <a:lnTo>
                    <a:pt x="180" y="1419"/>
                  </a:lnTo>
                  <a:cubicBezTo>
                    <a:pt x="194" y="1415"/>
                    <a:pt x="203" y="1401"/>
                    <a:pt x="199" y="1388"/>
                  </a:cubicBezTo>
                  <a:cubicBezTo>
                    <a:pt x="97" y="943"/>
                    <a:pt x="51" y="485"/>
                    <a:pt x="66" y="28"/>
                  </a:cubicBezTo>
                  <a:cubicBezTo>
                    <a:pt x="67" y="13"/>
                    <a:pt x="55" y="2"/>
                    <a:pt x="4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4" name="Google Shape;10174;p32"/>
            <p:cNvSpPr/>
            <p:nvPr/>
          </p:nvSpPr>
          <p:spPr>
            <a:xfrm>
              <a:off x="4976350" y="3545925"/>
              <a:ext cx="3525" cy="9075"/>
            </a:xfrm>
            <a:custGeom>
              <a:avLst/>
              <a:gdLst/>
              <a:ahLst/>
              <a:cxnLst/>
              <a:rect l="l" t="t" r="r" b="b"/>
              <a:pathLst>
                <a:path w="141" h="363" extrusionOk="0">
                  <a:moveTo>
                    <a:pt x="29" y="1"/>
                  </a:moveTo>
                  <a:cubicBezTo>
                    <a:pt x="27" y="1"/>
                    <a:pt x="24" y="1"/>
                    <a:pt x="22" y="2"/>
                  </a:cubicBezTo>
                  <a:cubicBezTo>
                    <a:pt x="9" y="4"/>
                    <a:pt x="1" y="19"/>
                    <a:pt x="5" y="33"/>
                  </a:cubicBezTo>
                  <a:lnTo>
                    <a:pt x="88" y="343"/>
                  </a:lnTo>
                  <a:cubicBezTo>
                    <a:pt x="91" y="356"/>
                    <a:pt x="101" y="362"/>
                    <a:pt x="112" y="362"/>
                  </a:cubicBezTo>
                  <a:lnTo>
                    <a:pt x="119" y="362"/>
                  </a:lnTo>
                  <a:cubicBezTo>
                    <a:pt x="132" y="358"/>
                    <a:pt x="140" y="345"/>
                    <a:pt x="138" y="330"/>
                  </a:cubicBezTo>
                  <a:lnTo>
                    <a:pt x="54" y="19"/>
                  </a:lnTo>
                  <a:cubicBezTo>
                    <a:pt x="51" y="8"/>
                    <a:pt x="40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5" name="Google Shape;10175;p32"/>
            <p:cNvSpPr/>
            <p:nvPr/>
          </p:nvSpPr>
          <p:spPr>
            <a:xfrm>
              <a:off x="4989025" y="3570925"/>
              <a:ext cx="22100" cy="11625"/>
            </a:xfrm>
            <a:custGeom>
              <a:avLst/>
              <a:gdLst/>
              <a:ahLst/>
              <a:cxnLst/>
              <a:rect l="l" t="t" r="r" b="b"/>
              <a:pathLst>
                <a:path w="884" h="465" extrusionOk="0">
                  <a:moveTo>
                    <a:pt x="853" y="0"/>
                  </a:moveTo>
                  <a:cubicBezTo>
                    <a:pt x="849" y="0"/>
                    <a:pt x="844" y="2"/>
                    <a:pt x="840" y="4"/>
                  </a:cubicBezTo>
                  <a:cubicBezTo>
                    <a:pt x="583" y="171"/>
                    <a:pt x="309" y="309"/>
                    <a:pt x="21" y="414"/>
                  </a:cubicBezTo>
                  <a:cubicBezTo>
                    <a:pt x="7" y="418"/>
                    <a:pt x="1" y="433"/>
                    <a:pt x="6" y="447"/>
                  </a:cubicBezTo>
                  <a:cubicBezTo>
                    <a:pt x="10" y="457"/>
                    <a:pt x="20" y="464"/>
                    <a:pt x="30" y="464"/>
                  </a:cubicBezTo>
                  <a:cubicBezTo>
                    <a:pt x="33" y="464"/>
                    <a:pt x="36" y="464"/>
                    <a:pt x="40" y="463"/>
                  </a:cubicBezTo>
                  <a:cubicBezTo>
                    <a:pt x="330" y="356"/>
                    <a:pt x="609" y="217"/>
                    <a:pt x="868" y="48"/>
                  </a:cubicBezTo>
                  <a:cubicBezTo>
                    <a:pt x="881" y="40"/>
                    <a:pt x="883" y="24"/>
                    <a:pt x="875" y="12"/>
                  </a:cubicBezTo>
                  <a:cubicBezTo>
                    <a:pt x="870" y="4"/>
                    <a:pt x="862" y="0"/>
                    <a:pt x="85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6" name="Google Shape;10176;p32"/>
            <p:cNvSpPr/>
            <p:nvPr/>
          </p:nvSpPr>
          <p:spPr>
            <a:xfrm>
              <a:off x="5014925" y="3565025"/>
              <a:ext cx="4575" cy="3650"/>
            </a:xfrm>
            <a:custGeom>
              <a:avLst/>
              <a:gdLst/>
              <a:ahLst/>
              <a:cxnLst/>
              <a:rect l="l" t="t" r="r" b="b"/>
              <a:pathLst>
                <a:path w="183" h="146" extrusionOk="0">
                  <a:moveTo>
                    <a:pt x="153" y="1"/>
                  </a:moveTo>
                  <a:cubicBezTo>
                    <a:pt x="148" y="1"/>
                    <a:pt x="142" y="3"/>
                    <a:pt x="138" y="6"/>
                  </a:cubicBezTo>
                  <a:lnTo>
                    <a:pt x="14" y="100"/>
                  </a:lnTo>
                  <a:cubicBezTo>
                    <a:pt x="3" y="108"/>
                    <a:pt x="1" y="124"/>
                    <a:pt x="9" y="135"/>
                  </a:cubicBezTo>
                  <a:cubicBezTo>
                    <a:pt x="14" y="142"/>
                    <a:pt x="22" y="146"/>
                    <a:pt x="30" y="146"/>
                  </a:cubicBezTo>
                  <a:cubicBezTo>
                    <a:pt x="36" y="146"/>
                    <a:pt x="41" y="144"/>
                    <a:pt x="45" y="140"/>
                  </a:cubicBezTo>
                  <a:lnTo>
                    <a:pt x="169" y="48"/>
                  </a:lnTo>
                  <a:cubicBezTo>
                    <a:pt x="180" y="38"/>
                    <a:pt x="182" y="22"/>
                    <a:pt x="174" y="11"/>
                  </a:cubicBezTo>
                  <a:cubicBezTo>
                    <a:pt x="169" y="4"/>
                    <a:pt x="161" y="1"/>
                    <a:pt x="15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7" name="Google Shape;10177;p32"/>
            <p:cNvSpPr/>
            <p:nvPr/>
          </p:nvSpPr>
          <p:spPr>
            <a:xfrm>
              <a:off x="4994075" y="3547950"/>
              <a:ext cx="31575" cy="20800"/>
            </a:xfrm>
            <a:custGeom>
              <a:avLst/>
              <a:gdLst/>
              <a:ahLst/>
              <a:cxnLst/>
              <a:rect l="l" t="t" r="r" b="b"/>
              <a:pathLst>
                <a:path w="1263" h="832" extrusionOk="0">
                  <a:moveTo>
                    <a:pt x="1235" y="0"/>
                  </a:moveTo>
                  <a:cubicBezTo>
                    <a:pt x="1228" y="0"/>
                    <a:pt x="1221" y="3"/>
                    <a:pt x="1217" y="8"/>
                  </a:cubicBezTo>
                  <a:cubicBezTo>
                    <a:pt x="874" y="336"/>
                    <a:pt x="461" y="604"/>
                    <a:pt x="21" y="782"/>
                  </a:cubicBezTo>
                  <a:cubicBezTo>
                    <a:pt x="7" y="787"/>
                    <a:pt x="1" y="803"/>
                    <a:pt x="6" y="815"/>
                  </a:cubicBezTo>
                  <a:cubicBezTo>
                    <a:pt x="10" y="826"/>
                    <a:pt x="19" y="832"/>
                    <a:pt x="30" y="832"/>
                  </a:cubicBezTo>
                  <a:cubicBezTo>
                    <a:pt x="33" y="832"/>
                    <a:pt x="37" y="832"/>
                    <a:pt x="40" y="830"/>
                  </a:cubicBezTo>
                  <a:cubicBezTo>
                    <a:pt x="486" y="650"/>
                    <a:pt x="905" y="378"/>
                    <a:pt x="1252" y="45"/>
                  </a:cubicBezTo>
                  <a:cubicBezTo>
                    <a:pt x="1262" y="35"/>
                    <a:pt x="1262" y="19"/>
                    <a:pt x="1253" y="8"/>
                  </a:cubicBezTo>
                  <a:cubicBezTo>
                    <a:pt x="1248" y="3"/>
                    <a:pt x="1242" y="0"/>
                    <a:pt x="123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8" name="Google Shape;10178;p32"/>
            <p:cNvSpPr/>
            <p:nvPr/>
          </p:nvSpPr>
          <p:spPr>
            <a:xfrm>
              <a:off x="5015975" y="3520200"/>
              <a:ext cx="25350" cy="20875"/>
            </a:xfrm>
            <a:custGeom>
              <a:avLst/>
              <a:gdLst/>
              <a:ahLst/>
              <a:cxnLst/>
              <a:rect l="l" t="t" r="r" b="b"/>
              <a:pathLst>
                <a:path w="1014" h="835" extrusionOk="0">
                  <a:moveTo>
                    <a:pt x="985" y="1"/>
                  </a:moveTo>
                  <a:cubicBezTo>
                    <a:pt x="978" y="1"/>
                    <a:pt x="970" y="4"/>
                    <a:pt x="965" y="11"/>
                  </a:cubicBezTo>
                  <a:cubicBezTo>
                    <a:pt x="697" y="324"/>
                    <a:pt x="378" y="585"/>
                    <a:pt x="17" y="786"/>
                  </a:cubicBezTo>
                  <a:cubicBezTo>
                    <a:pt x="4" y="793"/>
                    <a:pt x="0" y="807"/>
                    <a:pt x="7" y="821"/>
                  </a:cubicBezTo>
                  <a:cubicBezTo>
                    <a:pt x="12" y="829"/>
                    <a:pt x="21" y="834"/>
                    <a:pt x="30" y="834"/>
                  </a:cubicBezTo>
                  <a:cubicBezTo>
                    <a:pt x="34" y="834"/>
                    <a:pt x="38" y="833"/>
                    <a:pt x="42" y="830"/>
                  </a:cubicBezTo>
                  <a:cubicBezTo>
                    <a:pt x="409" y="628"/>
                    <a:pt x="732" y="363"/>
                    <a:pt x="1004" y="43"/>
                  </a:cubicBezTo>
                  <a:cubicBezTo>
                    <a:pt x="1013" y="33"/>
                    <a:pt x="1012" y="16"/>
                    <a:pt x="1001" y="7"/>
                  </a:cubicBezTo>
                  <a:cubicBezTo>
                    <a:pt x="997" y="3"/>
                    <a:pt x="991" y="1"/>
                    <a:pt x="98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9" name="Google Shape;10179;p32"/>
            <p:cNvSpPr/>
            <p:nvPr/>
          </p:nvSpPr>
          <p:spPr>
            <a:xfrm>
              <a:off x="5025175" y="3506250"/>
              <a:ext cx="15875" cy="15250"/>
            </a:xfrm>
            <a:custGeom>
              <a:avLst/>
              <a:gdLst/>
              <a:ahLst/>
              <a:cxnLst/>
              <a:rect l="l" t="t" r="r" b="b"/>
              <a:pathLst>
                <a:path w="635" h="610" extrusionOk="0">
                  <a:moveTo>
                    <a:pt x="605" y="1"/>
                  </a:moveTo>
                  <a:cubicBezTo>
                    <a:pt x="597" y="1"/>
                    <a:pt x="589" y="4"/>
                    <a:pt x="584" y="11"/>
                  </a:cubicBezTo>
                  <a:cubicBezTo>
                    <a:pt x="427" y="226"/>
                    <a:pt x="236" y="412"/>
                    <a:pt x="16" y="562"/>
                  </a:cubicBezTo>
                  <a:cubicBezTo>
                    <a:pt x="4" y="570"/>
                    <a:pt x="1" y="586"/>
                    <a:pt x="9" y="597"/>
                  </a:cubicBezTo>
                  <a:cubicBezTo>
                    <a:pt x="14" y="605"/>
                    <a:pt x="23" y="609"/>
                    <a:pt x="31" y="609"/>
                  </a:cubicBezTo>
                  <a:cubicBezTo>
                    <a:pt x="36" y="609"/>
                    <a:pt x="41" y="608"/>
                    <a:pt x="45" y="604"/>
                  </a:cubicBezTo>
                  <a:cubicBezTo>
                    <a:pt x="270" y="451"/>
                    <a:pt x="466" y="262"/>
                    <a:pt x="627" y="42"/>
                  </a:cubicBezTo>
                  <a:cubicBezTo>
                    <a:pt x="635" y="30"/>
                    <a:pt x="632" y="13"/>
                    <a:pt x="620" y="5"/>
                  </a:cubicBezTo>
                  <a:cubicBezTo>
                    <a:pt x="616" y="2"/>
                    <a:pt x="611" y="1"/>
                    <a:pt x="60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0" name="Google Shape;10180;p32"/>
            <p:cNvSpPr/>
            <p:nvPr/>
          </p:nvSpPr>
          <p:spPr>
            <a:xfrm>
              <a:off x="5014550" y="3524200"/>
              <a:ext cx="6725" cy="5400"/>
            </a:xfrm>
            <a:custGeom>
              <a:avLst/>
              <a:gdLst/>
              <a:ahLst/>
              <a:cxnLst/>
              <a:rect l="l" t="t" r="r" b="b"/>
              <a:pathLst>
                <a:path w="269" h="216" extrusionOk="0">
                  <a:moveTo>
                    <a:pt x="240" y="1"/>
                  </a:moveTo>
                  <a:cubicBezTo>
                    <a:pt x="234" y="1"/>
                    <a:pt x="228" y="2"/>
                    <a:pt x="223" y="6"/>
                  </a:cubicBezTo>
                  <a:lnTo>
                    <a:pt x="13" y="168"/>
                  </a:lnTo>
                  <a:cubicBezTo>
                    <a:pt x="2" y="178"/>
                    <a:pt x="1" y="194"/>
                    <a:pt x="9" y="205"/>
                  </a:cubicBezTo>
                  <a:cubicBezTo>
                    <a:pt x="14" y="212"/>
                    <a:pt x="22" y="216"/>
                    <a:pt x="29" y="216"/>
                  </a:cubicBezTo>
                  <a:cubicBezTo>
                    <a:pt x="34" y="216"/>
                    <a:pt x="41" y="213"/>
                    <a:pt x="45" y="210"/>
                  </a:cubicBezTo>
                  <a:lnTo>
                    <a:pt x="255" y="46"/>
                  </a:lnTo>
                  <a:cubicBezTo>
                    <a:pt x="266" y="38"/>
                    <a:pt x="269" y="22"/>
                    <a:pt x="259" y="10"/>
                  </a:cubicBezTo>
                  <a:cubicBezTo>
                    <a:pt x="255" y="4"/>
                    <a:pt x="247" y="1"/>
                    <a:pt x="24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1" name="Google Shape;10181;p32"/>
            <p:cNvSpPr/>
            <p:nvPr/>
          </p:nvSpPr>
          <p:spPr>
            <a:xfrm>
              <a:off x="5023650" y="3492000"/>
              <a:ext cx="17000" cy="17650"/>
            </a:xfrm>
            <a:custGeom>
              <a:avLst/>
              <a:gdLst/>
              <a:ahLst/>
              <a:cxnLst/>
              <a:rect l="l" t="t" r="r" b="b"/>
              <a:pathLst>
                <a:path w="680" h="706" extrusionOk="0">
                  <a:moveTo>
                    <a:pt x="650" y="0"/>
                  </a:moveTo>
                  <a:cubicBezTo>
                    <a:pt x="642" y="0"/>
                    <a:pt x="634" y="4"/>
                    <a:pt x="630" y="10"/>
                  </a:cubicBezTo>
                  <a:cubicBezTo>
                    <a:pt x="448" y="248"/>
                    <a:pt x="240" y="468"/>
                    <a:pt x="12" y="660"/>
                  </a:cubicBezTo>
                  <a:cubicBezTo>
                    <a:pt x="1" y="669"/>
                    <a:pt x="0" y="686"/>
                    <a:pt x="10" y="698"/>
                  </a:cubicBezTo>
                  <a:cubicBezTo>
                    <a:pt x="14" y="703"/>
                    <a:pt x="22" y="706"/>
                    <a:pt x="28" y="706"/>
                  </a:cubicBezTo>
                  <a:cubicBezTo>
                    <a:pt x="35" y="706"/>
                    <a:pt x="40" y="704"/>
                    <a:pt x="46" y="700"/>
                  </a:cubicBezTo>
                  <a:cubicBezTo>
                    <a:pt x="276" y="504"/>
                    <a:pt x="487" y="283"/>
                    <a:pt x="670" y="43"/>
                  </a:cubicBezTo>
                  <a:cubicBezTo>
                    <a:pt x="679" y="30"/>
                    <a:pt x="677" y="14"/>
                    <a:pt x="666" y="6"/>
                  </a:cubicBezTo>
                  <a:cubicBezTo>
                    <a:pt x="661" y="2"/>
                    <a:pt x="655" y="0"/>
                    <a:pt x="65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2" name="Google Shape;10182;p32"/>
            <p:cNvSpPr/>
            <p:nvPr/>
          </p:nvSpPr>
          <p:spPr>
            <a:xfrm>
              <a:off x="4970425" y="3621825"/>
              <a:ext cx="27375" cy="8475"/>
            </a:xfrm>
            <a:custGeom>
              <a:avLst/>
              <a:gdLst/>
              <a:ahLst/>
              <a:cxnLst/>
              <a:rect l="l" t="t" r="r" b="b"/>
              <a:pathLst>
                <a:path w="1095" h="339" extrusionOk="0">
                  <a:moveTo>
                    <a:pt x="1065" y="1"/>
                  </a:moveTo>
                  <a:cubicBezTo>
                    <a:pt x="1061" y="1"/>
                    <a:pt x="1057" y="2"/>
                    <a:pt x="1053" y="3"/>
                  </a:cubicBezTo>
                  <a:cubicBezTo>
                    <a:pt x="735" y="164"/>
                    <a:pt x="380" y="260"/>
                    <a:pt x="26" y="286"/>
                  </a:cubicBezTo>
                  <a:cubicBezTo>
                    <a:pt x="12" y="287"/>
                    <a:pt x="1" y="299"/>
                    <a:pt x="2" y="314"/>
                  </a:cubicBezTo>
                  <a:cubicBezTo>
                    <a:pt x="3" y="328"/>
                    <a:pt x="14" y="338"/>
                    <a:pt x="28" y="338"/>
                  </a:cubicBezTo>
                  <a:lnTo>
                    <a:pt x="29" y="338"/>
                  </a:lnTo>
                  <a:cubicBezTo>
                    <a:pt x="391" y="312"/>
                    <a:pt x="753" y="212"/>
                    <a:pt x="1076" y="49"/>
                  </a:cubicBezTo>
                  <a:cubicBezTo>
                    <a:pt x="1089" y="44"/>
                    <a:pt x="1095" y="28"/>
                    <a:pt x="1088" y="16"/>
                  </a:cubicBezTo>
                  <a:cubicBezTo>
                    <a:pt x="1083" y="6"/>
                    <a:pt x="1074" y="1"/>
                    <a:pt x="106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3" name="Google Shape;10183;p32"/>
            <p:cNvSpPr/>
            <p:nvPr/>
          </p:nvSpPr>
          <p:spPr>
            <a:xfrm>
              <a:off x="5000675" y="3609200"/>
              <a:ext cx="17075" cy="11000"/>
            </a:xfrm>
            <a:custGeom>
              <a:avLst/>
              <a:gdLst/>
              <a:ahLst/>
              <a:cxnLst/>
              <a:rect l="l" t="t" r="r" b="b"/>
              <a:pathLst>
                <a:path w="683" h="440" extrusionOk="0">
                  <a:moveTo>
                    <a:pt x="652" y="0"/>
                  </a:moveTo>
                  <a:cubicBezTo>
                    <a:pt x="647" y="0"/>
                    <a:pt x="642" y="2"/>
                    <a:pt x="638" y="5"/>
                  </a:cubicBezTo>
                  <a:cubicBezTo>
                    <a:pt x="442" y="148"/>
                    <a:pt x="232" y="278"/>
                    <a:pt x="18" y="391"/>
                  </a:cubicBezTo>
                  <a:cubicBezTo>
                    <a:pt x="4" y="398"/>
                    <a:pt x="0" y="413"/>
                    <a:pt x="7" y="426"/>
                  </a:cubicBezTo>
                  <a:cubicBezTo>
                    <a:pt x="11" y="434"/>
                    <a:pt x="20" y="440"/>
                    <a:pt x="29" y="440"/>
                  </a:cubicBezTo>
                  <a:lnTo>
                    <a:pt x="29" y="440"/>
                  </a:lnTo>
                  <a:cubicBezTo>
                    <a:pt x="33" y="440"/>
                    <a:pt x="37" y="438"/>
                    <a:pt x="41" y="437"/>
                  </a:cubicBezTo>
                  <a:cubicBezTo>
                    <a:pt x="259" y="323"/>
                    <a:pt x="470" y="191"/>
                    <a:pt x="668" y="47"/>
                  </a:cubicBezTo>
                  <a:cubicBezTo>
                    <a:pt x="680" y="39"/>
                    <a:pt x="682" y="23"/>
                    <a:pt x="674" y="11"/>
                  </a:cubicBezTo>
                  <a:cubicBezTo>
                    <a:pt x="668" y="4"/>
                    <a:pt x="660" y="0"/>
                    <a:pt x="652" y="0"/>
                  </a:cubicBezTo>
                  <a:close/>
                  <a:moveTo>
                    <a:pt x="29" y="440"/>
                  </a:moveTo>
                  <a:lnTo>
                    <a:pt x="29" y="440"/>
                  </a:lnTo>
                  <a:cubicBezTo>
                    <a:pt x="29" y="440"/>
                    <a:pt x="29" y="440"/>
                    <a:pt x="28" y="440"/>
                  </a:cubicBezTo>
                  <a:lnTo>
                    <a:pt x="30" y="440"/>
                  </a:lnTo>
                  <a:cubicBezTo>
                    <a:pt x="30" y="440"/>
                    <a:pt x="29" y="440"/>
                    <a:pt x="29" y="44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4" name="Google Shape;10184;p32"/>
            <p:cNvSpPr/>
            <p:nvPr/>
          </p:nvSpPr>
          <p:spPr>
            <a:xfrm>
              <a:off x="4992500" y="3591250"/>
              <a:ext cx="34050" cy="22425"/>
            </a:xfrm>
            <a:custGeom>
              <a:avLst/>
              <a:gdLst/>
              <a:ahLst/>
              <a:cxnLst/>
              <a:rect l="l" t="t" r="r" b="b"/>
              <a:pathLst>
                <a:path w="1362" h="897" extrusionOk="0">
                  <a:moveTo>
                    <a:pt x="1334" y="1"/>
                  </a:moveTo>
                  <a:cubicBezTo>
                    <a:pt x="1327" y="1"/>
                    <a:pt x="1321" y="3"/>
                    <a:pt x="1316" y="8"/>
                  </a:cubicBezTo>
                  <a:cubicBezTo>
                    <a:pt x="945" y="364"/>
                    <a:pt x="497" y="655"/>
                    <a:pt x="19" y="847"/>
                  </a:cubicBezTo>
                  <a:cubicBezTo>
                    <a:pt x="6" y="852"/>
                    <a:pt x="0" y="867"/>
                    <a:pt x="6" y="881"/>
                  </a:cubicBezTo>
                  <a:cubicBezTo>
                    <a:pt x="10" y="891"/>
                    <a:pt x="19" y="897"/>
                    <a:pt x="30" y="897"/>
                  </a:cubicBezTo>
                  <a:cubicBezTo>
                    <a:pt x="33" y="897"/>
                    <a:pt x="35" y="897"/>
                    <a:pt x="39" y="896"/>
                  </a:cubicBezTo>
                  <a:cubicBezTo>
                    <a:pt x="522" y="700"/>
                    <a:pt x="976" y="406"/>
                    <a:pt x="1351" y="45"/>
                  </a:cubicBezTo>
                  <a:cubicBezTo>
                    <a:pt x="1362" y="35"/>
                    <a:pt x="1362" y="18"/>
                    <a:pt x="1352" y="8"/>
                  </a:cubicBezTo>
                  <a:cubicBezTo>
                    <a:pt x="1348" y="3"/>
                    <a:pt x="1341" y="1"/>
                    <a:pt x="133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5" name="Google Shape;10185;p32"/>
            <p:cNvSpPr/>
            <p:nvPr/>
          </p:nvSpPr>
          <p:spPr>
            <a:xfrm>
              <a:off x="5013550" y="3582075"/>
              <a:ext cx="18425" cy="12450"/>
            </a:xfrm>
            <a:custGeom>
              <a:avLst/>
              <a:gdLst/>
              <a:ahLst/>
              <a:cxnLst/>
              <a:rect l="l" t="t" r="r" b="b"/>
              <a:pathLst>
                <a:path w="737" h="498" extrusionOk="0">
                  <a:moveTo>
                    <a:pt x="706" y="0"/>
                  </a:moveTo>
                  <a:cubicBezTo>
                    <a:pt x="701" y="0"/>
                    <a:pt x="695" y="2"/>
                    <a:pt x="691" y="6"/>
                  </a:cubicBezTo>
                  <a:cubicBezTo>
                    <a:pt x="481" y="174"/>
                    <a:pt x="255" y="322"/>
                    <a:pt x="18" y="447"/>
                  </a:cubicBezTo>
                  <a:cubicBezTo>
                    <a:pt x="6" y="454"/>
                    <a:pt x="1" y="470"/>
                    <a:pt x="7" y="482"/>
                  </a:cubicBezTo>
                  <a:cubicBezTo>
                    <a:pt x="13" y="492"/>
                    <a:pt x="21" y="497"/>
                    <a:pt x="30" y="497"/>
                  </a:cubicBezTo>
                  <a:cubicBezTo>
                    <a:pt x="34" y="497"/>
                    <a:pt x="38" y="496"/>
                    <a:pt x="42" y="493"/>
                  </a:cubicBezTo>
                  <a:cubicBezTo>
                    <a:pt x="282" y="367"/>
                    <a:pt x="512" y="216"/>
                    <a:pt x="723" y="46"/>
                  </a:cubicBezTo>
                  <a:cubicBezTo>
                    <a:pt x="734" y="37"/>
                    <a:pt x="736" y="21"/>
                    <a:pt x="727" y="10"/>
                  </a:cubicBezTo>
                  <a:cubicBezTo>
                    <a:pt x="721" y="4"/>
                    <a:pt x="714" y="0"/>
                    <a:pt x="70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6" name="Google Shape;10186;p32"/>
            <p:cNvSpPr/>
            <p:nvPr/>
          </p:nvSpPr>
          <p:spPr>
            <a:xfrm>
              <a:off x="4980800" y="3614050"/>
              <a:ext cx="6100" cy="2725"/>
            </a:xfrm>
            <a:custGeom>
              <a:avLst/>
              <a:gdLst/>
              <a:ahLst/>
              <a:cxnLst/>
              <a:rect l="l" t="t" r="r" b="b"/>
              <a:pathLst>
                <a:path w="244" h="109" extrusionOk="0">
                  <a:moveTo>
                    <a:pt x="213" y="0"/>
                  </a:moveTo>
                  <a:cubicBezTo>
                    <a:pt x="209" y="0"/>
                    <a:pt x="205" y="2"/>
                    <a:pt x="201" y="4"/>
                  </a:cubicBezTo>
                  <a:cubicBezTo>
                    <a:pt x="148" y="36"/>
                    <a:pt x="88" y="53"/>
                    <a:pt x="26" y="58"/>
                  </a:cubicBezTo>
                  <a:cubicBezTo>
                    <a:pt x="11" y="58"/>
                    <a:pt x="0" y="70"/>
                    <a:pt x="2" y="84"/>
                  </a:cubicBezTo>
                  <a:cubicBezTo>
                    <a:pt x="2" y="98"/>
                    <a:pt x="14" y="109"/>
                    <a:pt x="27" y="109"/>
                  </a:cubicBezTo>
                  <a:lnTo>
                    <a:pt x="28" y="109"/>
                  </a:lnTo>
                  <a:cubicBezTo>
                    <a:pt x="98" y="105"/>
                    <a:pt x="167" y="84"/>
                    <a:pt x="226" y="48"/>
                  </a:cubicBezTo>
                  <a:cubicBezTo>
                    <a:pt x="240" y="41"/>
                    <a:pt x="244" y="25"/>
                    <a:pt x="236" y="13"/>
                  </a:cubicBezTo>
                  <a:cubicBezTo>
                    <a:pt x="231" y="5"/>
                    <a:pt x="222" y="0"/>
                    <a:pt x="21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7" name="Google Shape;10187;p32"/>
            <p:cNvSpPr/>
            <p:nvPr/>
          </p:nvSpPr>
          <p:spPr>
            <a:xfrm>
              <a:off x="4951775" y="3609725"/>
              <a:ext cx="15275" cy="30300"/>
            </a:xfrm>
            <a:custGeom>
              <a:avLst/>
              <a:gdLst/>
              <a:ahLst/>
              <a:cxnLst/>
              <a:rect l="l" t="t" r="r" b="b"/>
              <a:pathLst>
                <a:path w="611" h="1212" extrusionOk="0">
                  <a:moveTo>
                    <a:pt x="31" y="0"/>
                  </a:moveTo>
                  <a:cubicBezTo>
                    <a:pt x="28" y="0"/>
                    <a:pt x="25" y="1"/>
                    <a:pt x="22" y="2"/>
                  </a:cubicBezTo>
                  <a:cubicBezTo>
                    <a:pt x="8" y="6"/>
                    <a:pt x="0" y="21"/>
                    <a:pt x="6" y="34"/>
                  </a:cubicBezTo>
                  <a:cubicBezTo>
                    <a:pt x="135" y="446"/>
                    <a:pt x="320" y="839"/>
                    <a:pt x="558" y="1199"/>
                  </a:cubicBezTo>
                  <a:cubicBezTo>
                    <a:pt x="564" y="1207"/>
                    <a:pt x="572" y="1211"/>
                    <a:pt x="581" y="1211"/>
                  </a:cubicBezTo>
                  <a:cubicBezTo>
                    <a:pt x="585" y="1211"/>
                    <a:pt x="591" y="1210"/>
                    <a:pt x="595" y="1207"/>
                  </a:cubicBezTo>
                  <a:cubicBezTo>
                    <a:pt x="607" y="1199"/>
                    <a:pt x="611" y="1183"/>
                    <a:pt x="603" y="1171"/>
                  </a:cubicBezTo>
                  <a:cubicBezTo>
                    <a:pt x="367" y="814"/>
                    <a:pt x="183" y="427"/>
                    <a:pt x="54" y="18"/>
                  </a:cubicBezTo>
                  <a:cubicBezTo>
                    <a:pt x="51" y="7"/>
                    <a:pt x="42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8" name="Google Shape;10188;p32"/>
            <p:cNvSpPr/>
            <p:nvPr/>
          </p:nvSpPr>
          <p:spPr>
            <a:xfrm>
              <a:off x="4958700" y="3657625"/>
              <a:ext cx="8775" cy="1800"/>
            </a:xfrm>
            <a:custGeom>
              <a:avLst/>
              <a:gdLst/>
              <a:ahLst/>
              <a:cxnLst/>
              <a:rect l="l" t="t" r="r" b="b"/>
              <a:pathLst>
                <a:path w="351" h="72" extrusionOk="0">
                  <a:moveTo>
                    <a:pt x="322" y="0"/>
                  </a:moveTo>
                  <a:lnTo>
                    <a:pt x="26" y="20"/>
                  </a:lnTo>
                  <a:cubicBezTo>
                    <a:pt x="11" y="20"/>
                    <a:pt x="0" y="34"/>
                    <a:pt x="2" y="47"/>
                  </a:cubicBezTo>
                  <a:cubicBezTo>
                    <a:pt x="3" y="61"/>
                    <a:pt x="14" y="72"/>
                    <a:pt x="27" y="72"/>
                  </a:cubicBezTo>
                  <a:lnTo>
                    <a:pt x="29" y="72"/>
                  </a:lnTo>
                  <a:lnTo>
                    <a:pt x="325" y="53"/>
                  </a:lnTo>
                  <a:cubicBezTo>
                    <a:pt x="339" y="51"/>
                    <a:pt x="350" y="39"/>
                    <a:pt x="349" y="24"/>
                  </a:cubicBezTo>
                  <a:cubicBezTo>
                    <a:pt x="349" y="11"/>
                    <a:pt x="337" y="0"/>
                    <a:pt x="32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9" name="Google Shape;10189;p32"/>
            <p:cNvSpPr/>
            <p:nvPr/>
          </p:nvSpPr>
          <p:spPr>
            <a:xfrm>
              <a:off x="5062800" y="3618150"/>
              <a:ext cx="8500" cy="36000"/>
            </a:xfrm>
            <a:custGeom>
              <a:avLst/>
              <a:gdLst/>
              <a:ahLst/>
              <a:cxnLst/>
              <a:rect l="l" t="t" r="r" b="b"/>
              <a:pathLst>
                <a:path w="340" h="1440" extrusionOk="0">
                  <a:moveTo>
                    <a:pt x="312" y="1"/>
                  </a:moveTo>
                  <a:cubicBezTo>
                    <a:pt x="300" y="1"/>
                    <a:pt x="289" y="8"/>
                    <a:pt x="285" y="20"/>
                  </a:cubicBezTo>
                  <a:cubicBezTo>
                    <a:pt x="163" y="475"/>
                    <a:pt x="67" y="942"/>
                    <a:pt x="1" y="1410"/>
                  </a:cubicBezTo>
                  <a:cubicBezTo>
                    <a:pt x="0" y="1424"/>
                    <a:pt x="9" y="1437"/>
                    <a:pt x="24" y="1439"/>
                  </a:cubicBezTo>
                  <a:lnTo>
                    <a:pt x="27" y="1439"/>
                  </a:lnTo>
                  <a:cubicBezTo>
                    <a:pt x="40" y="1439"/>
                    <a:pt x="51" y="1430"/>
                    <a:pt x="53" y="1416"/>
                  </a:cubicBezTo>
                  <a:cubicBezTo>
                    <a:pt x="118" y="952"/>
                    <a:pt x="214" y="487"/>
                    <a:pt x="335" y="33"/>
                  </a:cubicBezTo>
                  <a:cubicBezTo>
                    <a:pt x="339" y="20"/>
                    <a:pt x="331" y="5"/>
                    <a:pt x="318" y="1"/>
                  </a:cubicBezTo>
                  <a:cubicBezTo>
                    <a:pt x="316" y="1"/>
                    <a:pt x="314" y="1"/>
                    <a:pt x="31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0" name="Google Shape;10190;p32"/>
            <p:cNvSpPr/>
            <p:nvPr/>
          </p:nvSpPr>
          <p:spPr>
            <a:xfrm>
              <a:off x="5054325" y="3631000"/>
              <a:ext cx="5600" cy="27650"/>
            </a:xfrm>
            <a:custGeom>
              <a:avLst/>
              <a:gdLst/>
              <a:ahLst/>
              <a:cxnLst/>
              <a:rect l="l" t="t" r="r" b="b"/>
              <a:pathLst>
                <a:path w="224" h="1106" extrusionOk="0">
                  <a:moveTo>
                    <a:pt x="195" y="0"/>
                  </a:moveTo>
                  <a:cubicBezTo>
                    <a:pt x="184" y="0"/>
                    <a:pt x="173" y="7"/>
                    <a:pt x="170" y="19"/>
                  </a:cubicBezTo>
                  <a:cubicBezTo>
                    <a:pt x="69" y="364"/>
                    <a:pt x="12" y="721"/>
                    <a:pt x="1" y="1080"/>
                  </a:cubicBezTo>
                  <a:cubicBezTo>
                    <a:pt x="0" y="1093"/>
                    <a:pt x="12" y="1106"/>
                    <a:pt x="26" y="1106"/>
                  </a:cubicBezTo>
                  <a:lnTo>
                    <a:pt x="27" y="1106"/>
                  </a:lnTo>
                  <a:cubicBezTo>
                    <a:pt x="40" y="1106"/>
                    <a:pt x="53" y="1095"/>
                    <a:pt x="53" y="1081"/>
                  </a:cubicBezTo>
                  <a:cubicBezTo>
                    <a:pt x="63" y="726"/>
                    <a:pt x="120" y="374"/>
                    <a:pt x="219" y="33"/>
                  </a:cubicBezTo>
                  <a:cubicBezTo>
                    <a:pt x="223" y="20"/>
                    <a:pt x="215" y="5"/>
                    <a:pt x="202" y="1"/>
                  </a:cubicBezTo>
                  <a:cubicBezTo>
                    <a:pt x="199" y="0"/>
                    <a:pt x="197" y="0"/>
                    <a:pt x="19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1" name="Google Shape;10191;p32"/>
            <p:cNvSpPr/>
            <p:nvPr/>
          </p:nvSpPr>
          <p:spPr>
            <a:xfrm>
              <a:off x="5046975" y="3642525"/>
              <a:ext cx="4125" cy="20300"/>
            </a:xfrm>
            <a:custGeom>
              <a:avLst/>
              <a:gdLst/>
              <a:ahLst/>
              <a:cxnLst/>
              <a:rect l="l" t="t" r="r" b="b"/>
              <a:pathLst>
                <a:path w="165" h="812" extrusionOk="0">
                  <a:moveTo>
                    <a:pt x="136" y="1"/>
                  </a:moveTo>
                  <a:cubicBezTo>
                    <a:pt x="124" y="1"/>
                    <a:pt x="113" y="9"/>
                    <a:pt x="111" y="20"/>
                  </a:cubicBezTo>
                  <a:cubicBezTo>
                    <a:pt x="52" y="271"/>
                    <a:pt x="16" y="528"/>
                    <a:pt x="2" y="784"/>
                  </a:cubicBezTo>
                  <a:cubicBezTo>
                    <a:pt x="1" y="798"/>
                    <a:pt x="12" y="810"/>
                    <a:pt x="26" y="811"/>
                  </a:cubicBezTo>
                  <a:lnTo>
                    <a:pt x="28" y="811"/>
                  </a:lnTo>
                  <a:cubicBezTo>
                    <a:pt x="41" y="811"/>
                    <a:pt x="52" y="801"/>
                    <a:pt x="53" y="787"/>
                  </a:cubicBezTo>
                  <a:cubicBezTo>
                    <a:pt x="67" y="533"/>
                    <a:pt x="103" y="280"/>
                    <a:pt x="161" y="32"/>
                  </a:cubicBezTo>
                  <a:cubicBezTo>
                    <a:pt x="165" y="19"/>
                    <a:pt x="155" y="4"/>
                    <a:pt x="142" y="2"/>
                  </a:cubicBezTo>
                  <a:cubicBezTo>
                    <a:pt x="140" y="1"/>
                    <a:pt x="138" y="1"/>
                    <a:pt x="13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2" name="Google Shape;10192;p32"/>
            <p:cNvSpPr/>
            <p:nvPr/>
          </p:nvSpPr>
          <p:spPr>
            <a:xfrm>
              <a:off x="5071625" y="3606300"/>
              <a:ext cx="3500" cy="5275"/>
            </a:xfrm>
            <a:custGeom>
              <a:avLst/>
              <a:gdLst/>
              <a:ahLst/>
              <a:cxnLst/>
              <a:rect l="l" t="t" r="r" b="b"/>
              <a:pathLst>
                <a:path w="140" h="211" extrusionOk="0">
                  <a:moveTo>
                    <a:pt x="110" y="1"/>
                  </a:moveTo>
                  <a:cubicBezTo>
                    <a:pt x="100" y="1"/>
                    <a:pt x="91" y="5"/>
                    <a:pt x="87" y="15"/>
                  </a:cubicBezTo>
                  <a:lnTo>
                    <a:pt x="8" y="172"/>
                  </a:lnTo>
                  <a:cubicBezTo>
                    <a:pt x="1" y="186"/>
                    <a:pt x="6" y="201"/>
                    <a:pt x="18" y="207"/>
                  </a:cubicBezTo>
                  <a:cubicBezTo>
                    <a:pt x="22" y="209"/>
                    <a:pt x="26" y="210"/>
                    <a:pt x="30" y="210"/>
                  </a:cubicBezTo>
                  <a:cubicBezTo>
                    <a:pt x="40" y="210"/>
                    <a:pt x="49" y="205"/>
                    <a:pt x="53" y="195"/>
                  </a:cubicBezTo>
                  <a:lnTo>
                    <a:pt x="133" y="38"/>
                  </a:lnTo>
                  <a:cubicBezTo>
                    <a:pt x="139" y="24"/>
                    <a:pt x="134" y="10"/>
                    <a:pt x="121" y="3"/>
                  </a:cubicBezTo>
                  <a:cubicBezTo>
                    <a:pt x="117" y="1"/>
                    <a:pt x="113" y="1"/>
                    <a:pt x="11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3" name="Google Shape;10193;p32"/>
            <p:cNvSpPr/>
            <p:nvPr/>
          </p:nvSpPr>
          <p:spPr>
            <a:xfrm>
              <a:off x="5107525" y="3592325"/>
              <a:ext cx="8600" cy="19150"/>
            </a:xfrm>
            <a:custGeom>
              <a:avLst/>
              <a:gdLst/>
              <a:ahLst/>
              <a:cxnLst/>
              <a:rect l="l" t="t" r="r" b="b"/>
              <a:pathLst>
                <a:path w="344" h="766" extrusionOk="0">
                  <a:moveTo>
                    <a:pt x="314" y="1"/>
                  </a:moveTo>
                  <a:cubicBezTo>
                    <a:pt x="304" y="1"/>
                    <a:pt x="295" y="6"/>
                    <a:pt x="291" y="14"/>
                  </a:cubicBezTo>
                  <a:cubicBezTo>
                    <a:pt x="173" y="243"/>
                    <a:pt x="76" y="485"/>
                    <a:pt x="4" y="733"/>
                  </a:cubicBezTo>
                  <a:cubicBezTo>
                    <a:pt x="0" y="746"/>
                    <a:pt x="8" y="761"/>
                    <a:pt x="22" y="765"/>
                  </a:cubicBezTo>
                  <a:lnTo>
                    <a:pt x="29" y="765"/>
                  </a:lnTo>
                  <a:cubicBezTo>
                    <a:pt x="41" y="765"/>
                    <a:pt x="50" y="758"/>
                    <a:pt x="54" y="746"/>
                  </a:cubicBezTo>
                  <a:cubicBezTo>
                    <a:pt x="124" y="503"/>
                    <a:pt x="220" y="265"/>
                    <a:pt x="337" y="39"/>
                  </a:cubicBezTo>
                  <a:cubicBezTo>
                    <a:pt x="343" y="25"/>
                    <a:pt x="338" y="10"/>
                    <a:pt x="326" y="4"/>
                  </a:cubicBezTo>
                  <a:cubicBezTo>
                    <a:pt x="322" y="2"/>
                    <a:pt x="318" y="1"/>
                    <a:pt x="31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4" name="Google Shape;10194;p32"/>
            <p:cNvSpPr/>
            <p:nvPr/>
          </p:nvSpPr>
          <p:spPr>
            <a:xfrm>
              <a:off x="5104100" y="3614800"/>
              <a:ext cx="3000" cy="5650"/>
            </a:xfrm>
            <a:custGeom>
              <a:avLst/>
              <a:gdLst/>
              <a:ahLst/>
              <a:cxnLst/>
              <a:rect l="l" t="t" r="r" b="b"/>
              <a:pathLst>
                <a:path w="120" h="226" extrusionOk="0">
                  <a:moveTo>
                    <a:pt x="91" y="1"/>
                  </a:moveTo>
                  <a:cubicBezTo>
                    <a:pt x="80" y="1"/>
                    <a:pt x="70" y="6"/>
                    <a:pt x="66" y="17"/>
                  </a:cubicBezTo>
                  <a:lnTo>
                    <a:pt x="4" y="190"/>
                  </a:lnTo>
                  <a:cubicBezTo>
                    <a:pt x="0" y="204"/>
                    <a:pt x="7" y="219"/>
                    <a:pt x="20" y="224"/>
                  </a:cubicBezTo>
                  <a:cubicBezTo>
                    <a:pt x="23" y="225"/>
                    <a:pt x="26" y="225"/>
                    <a:pt x="28" y="225"/>
                  </a:cubicBezTo>
                  <a:cubicBezTo>
                    <a:pt x="39" y="225"/>
                    <a:pt x="49" y="219"/>
                    <a:pt x="53" y="208"/>
                  </a:cubicBezTo>
                  <a:lnTo>
                    <a:pt x="116" y="34"/>
                  </a:lnTo>
                  <a:cubicBezTo>
                    <a:pt x="120" y="21"/>
                    <a:pt x="113" y="6"/>
                    <a:pt x="100" y="2"/>
                  </a:cubicBezTo>
                  <a:cubicBezTo>
                    <a:pt x="97" y="1"/>
                    <a:pt x="94" y="1"/>
                    <a:pt x="9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5" name="Google Shape;10195;p32"/>
            <p:cNvSpPr/>
            <p:nvPr/>
          </p:nvSpPr>
          <p:spPr>
            <a:xfrm>
              <a:off x="5092550" y="3591950"/>
              <a:ext cx="13625" cy="35450"/>
            </a:xfrm>
            <a:custGeom>
              <a:avLst/>
              <a:gdLst/>
              <a:ahLst/>
              <a:cxnLst/>
              <a:rect l="l" t="t" r="r" b="b"/>
              <a:pathLst>
                <a:path w="545" h="1418" extrusionOk="0">
                  <a:moveTo>
                    <a:pt x="515" y="0"/>
                  </a:moveTo>
                  <a:cubicBezTo>
                    <a:pt x="505" y="0"/>
                    <a:pt x="495" y="6"/>
                    <a:pt x="490" y="16"/>
                  </a:cubicBezTo>
                  <a:cubicBezTo>
                    <a:pt x="287" y="455"/>
                    <a:pt x="123" y="916"/>
                    <a:pt x="3" y="1385"/>
                  </a:cubicBezTo>
                  <a:cubicBezTo>
                    <a:pt x="1" y="1399"/>
                    <a:pt x="9" y="1414"/>
                    <a:pt x="22" y="1418"/>
                  </a:cubicBezTo>
                  <a:lnTo>
                    <a:pt x="29" y="1418"/>
                  </a:lnTo>
                  <a:cubicBezTo>
                    <a:pt x="40" y="1418"/>
                    <a:pt x="50" y="1411"/>
                    <a:pt x="54" y="1399"/>
                  </a:cubicBezTo>
                  <a:cubicBezTo>
                    <a:pt x="173" y="932"/>
                    <a:pt x="336" y="473"/>
                    <a:pt x="537" y="37"/>
                  </a:cubicBezTo>
                  <a:cubicBezTo>
                    <a:pt x="544" y="24"/>
                    <a:pt x="537" y="9"/>
                    <a:pt x="525" y="2"/>
                  </a:cubicBezTo>
                  <a:cubicBezTo>
                    <a:pt x="522" y="1"/>
                    <a:pt x="518" y="0"/>
                    <a:pt x="51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6" name="Google Shape;10196;p32"/>
            <p:cNvSpPr/>
            <p:nvPr/>
          </p:nvSpPr>
          <p:spPr>
            <a:xfrm>
              <a:off x="5126950" y="3595375"/>
              <a:ext cx="5150" cy="11925"/>
            </a:xfrm>
            <a:custGeom>
              <a:avLst/>
              <a:gdLst/>
              <a:ahLst/>
              <a:cxnLst/>
              <a:rect l="l" t="t" r="r" b="b"/>
              <a:pathLst>
                <a:path w="206" h="477" extrusionOk="0">
                  <a:moveTo>
                    <a:pt x="176" y="1"/>
                  </a:moveTo>
                  <a:cubicBezTo>
                    <a:pt x="166" y="1"/>
                    <a:pt x="157" y="6"/>
                    <a:pt x="152" y="16"/>
                  </a:cubicBezTo>
                  <a:cubicBezTo>
                    <a:pt x="91" y="153"/>
                    <a:pt x="41" y="297"/>
                    <a:pt x="4" y="444"/>
                  </a:cubicBezTo>
                  <a:cubicBezTo>
                    <a:pt x="1" y="457"/>
                    <a:pt x="9" y="472"/>
                    <a:pt x="22" y="475"/>
                  </a:cubicBezTo>
                  <a:cubicBezTo>
                    <a:pt x="25" y="476"/>
                    <a:pt x="26" y="476"/>
                    <a:pt x="29" y="476"/>
                  </a:cubicBezTo>
                  <a:cubicBezTo>
                    <a:pt x="41" y="476"/>
                    <a:pt x="52" y="468"/>
                    <a:pt x="55" y="456"/>
                  </a:cubicBezTo>
                  <a:cubicBezTo>
                    <a:pt x="91" y="313"/>
                    <a:pt x="139" y="172"/>
                    <a:pt x="200" y="36"/>
                  </a:cubicBezTo>
                  <a:cubicBezTo>
                    <a:pt x="205" y="24"/>
                    <a:pt x="200" y="8"/>
                    <a:pt x="187" y="3"/>
                  </a:cubicBezTo>
                  <a:cubicBezTo>
                    <a:pt x="183" y="1"/>
                    <a:pt x="180" y="1"/>
                    <a:pt x="17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7" name="Google Shape;10197;p32"/>
            <p:cNvSpPr/>
            <p:nvPr/>
          </p:nvSpPr>
          <p:spPr>
            <a:xfrm>
              <a:off x="5123150" y="3611000"/>
              <a:ext cx="3725" cy="10750"/>
            </a:xfrm>
            <a:custGeom>
              <a:avLst/>
              <a:gdLst/>
              <a:ahLst/>
              <a:cxnLst/>
              <a:rect l="l" t="t" r="r" b="b"/>
              <a:pathLst>
                <a:path w="149" h="430" extrusionOk="0">
                  <a:moveTo>
                    <a:pt x="121" y="0"/>
                  </a:moveTo>
                  <a:cubicBezTo>
                    <a:pt x="109" y="0"/>
                    <a:pt x="97" y="8"/>
                    <a:pt x="95" y="19"/>
                  </a:cubicBezTo>
                  <a:lnTo>
                    <a:pt x="4" y="397"/>
                  </a:lnTo>
                  <a:cubicBezTo>
                    <a:pt x="1" y="411"/>
                    <a:pt x="9" y="426"/>
                    <a:pt x="24" y="428"/>
                  </a:cubicBezTo>
                  <a:cubicBezTo>
                    <a:pt x="25" y="428"/>
                    <a:pt x="28" y="430"/>
                    <a:pt x="29" y="430"/>
                  </a:cubicBezTo>
                  <a:cubicBezTo>
                    <a:pt x="41" y="430"/>
                    <a:pt x="52" y="420"/>
                    <a:pt x="55" y="410"/>
                  </a:cubicBezTo>
                  <a:lnTo>
                    <a:pt x="145" y="32"/>
                  </a:lnTo>
                  <a:cubicBezTo>
                    <a:pt x="149" y="18"/>
                    <a:pt x="139" y="5"/>
                    <a:pt x="126" y="1"/>
                  </a:cubicBezTo>
                  <a:cubicBezTo>
                    <a:pt x="124" y="0"/>
                    <a:pt x="123" y="0"/>
                    <a:pt x="12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8" name="Google Shape;10198;p32"/>
            <p:cNvSpPr/>
            <p:nvPr/>
          </p:nvSpPr>
          <p:spPr>
            <a:xfrm>
              <a:off x="5107450" y="3629475"/>
              <a:ext cx="19425" cy="7075"/>
            </a:xfrm>
            <a:custGeom>
              <a:avLst/>
              <a:gdLst/>
              <a:ahLst/>
              <a:cxnLst/>
              <a:rect l="l" t="t" r="r" b="b"/>
              <a:pathLst>
                <a:path w="777" h="283" extrusionOk="0">
                  <a:moveTo>
                    <a:pt x="30" y="0"/>
                  </a:moveTo>
                  <a:cubicBezTo>
                    <a:pt x="19" y="0"/>
                    <a:pt x="8" y="8"/>
                    <a:pt x="5" y="19"/>
                  </a:cubicBezTo>
                  <a:cubicBezTo>
                    <a:pt x="1" y="32"/>
                    <a:pt x="7" y="47"/>
                    <a:pt x="21" y="51"/>
                  </a:cubicBezTo>
                  <a:lnTo>
                    <a:pt x="739" y="281"/>
                  </a:lnTo>
                  <a:cubicBezTo>
                    <a:pt x="742" y="283"/>
                    <a:pt x="745" y="283"/>
                    <a:pt x="747" y="283"/>
                  </a:cubicBezTo>
                  <a:cubicBezTo>
                    <a:pt x="758" y="283"/>
                    <a:pt x="769" y="276"/>
                    <a:pt x="773" y="265"/>
                  </a:cubicBezTo>
                  <a:cubicBezTo>
                    <a:pt x="777" y="252"/>
                    <a:pt x="769" y="237"/>
                    <a:pt x="755" y="232"/>
                  </a:cubicBezTo>
                  <a:lnTo>
                    <a:pt x="37" y="2"/>
                  </a:lnTo>
                  <a:cubicBezTo>
                    <a:pt x="35" y="1"/>
                    <a:pt x="32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9" name="Google Shape;10199;p32"/>
            <p:cNvSpPr/>
            <p:nvPr/>
          </p:nvSpPr>
          <p:spPr>
            <a:xfrm>
              <a:off x="5131225" y="3636850"/>
              <a:ext cx="5375" cy="2300"/>
            </a:xfrm>
            <a:custGeom>
              <a:avLst/>
              <a:gdLst/>
              <a:ahLst/>
              <a:cxnLst/>
              <a:rect l="l" t="t" r="r" b="b"/>
              <a:pathLst>
                <a:path w="215" h="92" extrusionOk="0">
                  <a:moveTo>
                    <a:pt x="30" y="1"/>
                  </a:moveTo>
                  <a:cubicBezTo>
                    <a:pt x="18" y="1"/>
                    <a:pt x="7" y="8"/>
                    <a:pt x="3" y="20"/>
                  </a:cubicBezTo>
                  <a:cubicBezTo>
                    <a:pt x="1" y="35"/>
                    <a:pt x="9" y="48"/>
                    <a:pt x="22" y="52"/>
                  </a:cubicBezTo>
                  <a:lnTo>
                    <a:pt x="180" y="90"/>
                  </a:lnTo>
                  <a:cubicBezTo>
                    <a:pt x="182" y="90"/>
                    <a:pt x="184" y="91"/>
                    <a:pt x="186" y="91"/>
                  </a:cubicBezTo>
                  <a:cubicBezTo>
                    <a:pt x="199" y="91"/>
                    <a:pt x="208" y="83"/>
                    <a:pt x="212" y="71"/>
                  </a:cubicBezTo>
                  <a:cubicBezTo>
                    <a:pt x="215" y="56"/>
                    <a:pt x="207" y="43"/>
                    <a:pt x="193" y="40"/>
                  </a:cubicBezTo>
                  <a:lnTo>
                    <a:pt x="36" y="1"/>
                  </a:lnTo>
                  <a:cubicBezTo>
                    <a:pt x="34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0" name="Google Shape;10200;p32"/>
            <p:cNvSpPr/>
            <p:nvPr/>
          </p:nvSpPr>
          <p:spPr>
            <a:xfrm>
              <a:off x="5135475" y="3628025"/>
              <a:ext cx="15525" cy="4200"/>
            </a:xfrm>
            <a:custGeom>
              <a:avLst/>
              <a:gdLst/>
              <a:ahLst/>
              <a:cxnLst/>
              <a:rect l="l" t="t" r="r" b="b"/>
              <a:pathLst>
                <a:path w="621" h="168" extrusionOk="0">
                  <a:moveTo>
                    <a:pt x="29" y="1"/>
                  </a:moveTo>
                  <a:cubicBezTo>
                    <a:pt x="17" y="1"/>
                    <a:pt x="8" y="8"/>
                    <a:pt x="4" y="19"/>
                  </a:cubicBezTo>
                  <a:cubicBezTo>
                    <a:pt x="0" y="33"/>
                    <a:pt x="7" y="47"/>
                    <a:pt x="20" y="51"/>
                  </a:cubicBezTo>
                  <a:cubicBezTo>
                    <a:pt x="206" y="109"/>
                    <a:pt x="399" y="148"/>
                    <a:pt x="592" y="167"/>
                  </a:cubicBezTo>
                  <a:lnTo>
                    <a:pt x="594" y="167"/>
                  </a:lnTo>
                  <a:cubicBezTo>
                    <a:pt x="607" y="167"/>
                    <a:pt x="618" y="158"/>
                    <a:pt x="619" y="144"/>
                  </a:cubicBezTo>
                  <a:cubicBezTo>
                    <a:pt x="620" y="129"/>
                    <a:pt x="611" y="117"/>
                    <a:pt x="596" y="116"/>
                  </a:cubicBezTo>
                  <a:cubicBezTo>
                    <a:pt x="407" y="97"/>
                    <a:pt x="218" y="60"/>
                    <a:pt x="37" y="2"/>
                  </a:cubicBezTo>
                  <a:cubicBezTo>
                    <a:pt x="34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1" name="Google Shape;10201;p32"/>
            <p:cNvSpPr/>
            <p:nvPr/>
          </p:nvSpPr>
          <p:spPr>
            <a:xfrm>
              <a:off x="5142775" y="3618625"/>
              <a:ext cx="13575" cy="2725"/>
            </a:xfrm>
            <a:custGeom>
              <a:avLst/>
              <a:gdLst/>
              <a:ahLst/>
              <a:cxnLst/>
              <a:rect l="l" t="t" r="r" b="b"/>
              <a:pathLst>
                <a:path w="543" h="109" extrusionOk="0">
                  <a:moveTo>
                    <a:pt x="27" y="1"/>
                  </a:moveTo>
                  <a:cubicBezTo>
                    <a:pt x="12" y="1"/>
                    <a:pt x="3" y="11"/>
                    <a:pt x="2" y="24"/>
                  </a:cubicBezTo>
                  <a:cubicBezTo>
                    <a:pt x="0" y="39"/>
                    <a:pt x="10" y="51"/>
                    <a:pt x="24" y="52"/>
                  </a:cubicBezTo>
                  <a:lnTo>
                    <a:pt x="513" y="109"/>
                  </a:lnTo>
                  <a:lnTo>
                    <a:pt x="515" y="109"/>
                  </a:lnTo>
                  <a:cubicBezTo>
                    <a:pt x="529" y="109"/>
                    <a:pt x="540" y="99"/>
                    <a:pt x="541" y="86"/>
                  </a:cubicBezTo>
                  <a:cubicBezTo>
                    <a:pt x="542" y="71"/>
                    <a:pt x="533" y="59"/>
                    <a:pt x="518" y="57"/>
                  </a:cubicBezTo>
                  <a:lnTo>
                    <a:pt x="30" y="1"/>
                  </a:lnTo>
                  <a:cubicBezTo>
                    <a:pt x="29" y="1"/>
                    <a:pt x="28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2" name="Google Shape;10202;p32"/>
            <p:cNvSpPr/>
            <p:nvPr/>
          </p:nvSpPr>
          <p:spPr>
            <a:xfrm>
              <a:off x="5093700" y="3650475"/>
              <a:ext cx="31100" cy="11300"/>
            </a:xfrm>
            <a:custGeom>
              <a:avLst/>
              <a:gdLst/>
              <a:ahLst/>
              <a:cxnLst/>
              <a:rect l="l" t="t" r="r" b="b"/>
              <a:pathLst>
                <a:path w="1244" h="452" extrusionOk="0">
                  <a:moveTo>
                    <a:pt x="29" y="1"/>
                  </a:moveTo>
                  <a:cubicBezTo>
                    <a:pt x="20" y="1"/>
                    <a:pt x="11" y="6"/>
                    <a:pt x="7" y="16"/>
                  </a:cubicBezTo>
                  <a:cubicBezTo>
                    <a:pt x="0" y="29"/>
                    <a:pt x="6" y="44"/>
                    <a:pt x="19" y="51"/>
                  </a:cubicBezTo>
                  <a:cubicBezTo>
                    <a:pt x="400" y="224"/>
                    <a:pt x="801" y="359"/>
                    <a:pt x="1210" y="452"/>
                  </a:cubicBezTo>
                  <a:lnTo>
                    <a:pt x="1215" y="452"/>
                  </a:lnTo>
                  <a:cubicBezTo>
                    <a:pt x="1227" y="452"/>
                    <a:pt x="1238" y="444"/>
                    <a:pt x="1241" y="432"/>
                  </a:cubicBezTo>
                  <a:cubicBezTo>
                    <a:pt x="1243" y="418"/>
                    <a:pt x="1234" y="403"/>
                    <a:pt x="1221" y="401"/>
                  </a:cubicBezTo>
                  <a:cubicBezTo>
                    <a:pt x="816" y="309"/>
                    <a:pt x="419" y="176"/>
                    <a:pt x="41" y="4"/>
                  </a:cubicBezTo>
                  <a:cubicBezTo>
                    <a:pt x="37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3" name="Google Shape;10203;p32"/>
            <p:cNvSpPr/>
            <p:nvPr/>
          </p:nvSpPr>
          <p:spPr>
            <a:xfrm>
              <a:off x="5096750" y="3657800"/>
              <a:ext cx="20775" cy="7500"/>
            </a:xfrm>
            <a:custGeom>
              <a:avLst/>
              <a:gdLst/>
              <a:ahLst/>
              <a:cxnLst/>
              <a:rect l="l" t="t" r="r" b="b"/>
              <a:pathLst>
                <a:path w="831" h="300" extrusionOk="0">
                  <a:moveTo>
                    <a:pt x="31" y="1"/>
                  </a:moveTo>
                  <a:cubicBezTo>
                    <a:pt x="21" y="1"/>
                    <a:pt x="12" y="6"/>
                    <a:pt x="8" y="16"/>
                  </a:cubicBezTo>
                  <a:cubicBezTo>
                    <a:pt x="1" y="30"/>
                    <a:pt x="8" y="44"/>
                    <a:pt x="21" y="51"/>
                  </a:cubicBezTo>
                  <a:cubicBezTo>
                    <a:pt x="270" y="159"/>
                    <a:pt x="531" y="242"/>
                    <a:pt x="797" y="299"/>
                  </a:cubicBezTo>
                  <a:cubicBezTo>
                    <a:pt x="800" y="299"/>
                    <a:pt x="801" y="300"/>
                    <a:pt x="803" y="300"/>
                  </a:cubicBezTo>
                  <a:lnTo>
                    <a:pt x="803" y="299"/>
                  </a:lnTo>
                  <a:cubicBezTo>
                    <a:pt x="815" y="299"/>
                    <a:pt x="826" y="291"/>
                    <a:pt x="828" y="278"/>
                  </a:cubicBezTo>
                  <a:cubicBezTo>
                    <a:pt x="831" y="265"/>
                    <a:pt x="823" y="252"/>
                    <a:pt x="808" y="247"/>
                  </a:cubicBezTo>
                  <a:cubicBezTo>
                    <a:pt x="546" y="192"/>
                    <a:pt x="287" y="110"/>
                    <a:pt x="41" y="3"/>
                  </a:cubicBezTo>
                  <a:cubicBezTo>
                    <a:pt x="38" y="1"/>
                    <a:pt x="34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4" name="Google Shape;10204;p32"/>
            <p:cNvSpPr/>
            <p:nvPr/>
          </p:nvSpPr>
          <p:spPr>
            <a:xfrm>
              <a:off x="5076300" y="3662525"/>
              <a:ext cx="30225" cy="9675"/>
            </a:xfrm>
            <a:custGeom>
              <a:avLst/>
              <a:gdLst/>
              <a:ahLst/>
              <a:cxnLst/>
              <a:rect l="l" t="t" r="r" b="b"/>
              <a:pathLst>
                <a:path w="1209" h="387" extrusionOk="0">
                  <a:moveTo>
                    <a:pt x="29" y="0"/>
                  </a:moveTo>
                  <a:cubicBezTo>
                    <a:pt x="19" y="0"/>
                    <a:pt x="9" y="6"/>
                    <a:pt x="5" y="17"/>
                  </a:cubicBezTo>
                  <a:cubicBezTo>
                    <a:pt x="1" y="30"/>
                    <a:pt x="8" y="45"/>
                    <a:pt x="21" y="50"/>
                  </a:cubicBezTo>
                  <a:cubicBezTo>
                    <a:pt x="395" y="190"/>
                    <a:pt x="784" y="303"/>
                    <a:pt x="1174" y="385"/>
                  </a:cubicBezTo>
                  <a:cubicBezTo>
                    <a:pt x="1177" y="385"/>
                    <a:pt x="1178" y="387"/>
                    <a:pt x="1179" y="387"/>
                  </a:cubicBezTo>
                  <a:lnTo>
                    <a:pt x="1181" y="385"/>
                  </a:lnTo>
                  <a:cubicBezTo>
                    <a:pt x="1191" y="385"/>
                    <a:pt x="1202" y="377"/>
                    <a:pt x="1205" y="365"/>
                  </a:cubicBezTo>
                  <a:cubicBezTo>
                    <a:pt x="1209" y="352"/>
                    <a:pt x="1200" y="338"/>
                    <a:pt x="1185" y="334"/>
                  </a:cubicBezTo>
                  <a:cubicBezTo>
                    <a:pt x="796" y="252"/>
                    <a:pt x="411" y="141"/>
                    <a:pt x="39" y="2"/>
                  </a:cubicBezTo>
                  <a:cubicBezTo>
                    <a:pt x="35" y="1"/>
                    <a:pt x="3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5" name="Google Shape;10205;p32"/>
            <p:cNvSpPr/>
            <p:nvPr/>
          </p:nvSpPr>
          <p:spPr>
            <a:xfrm>
              <a:off x="5064575" y="3657900"/>
              <a:ext cx="5700" cy="2600"/>
            </a:xfrm>
            <a:custGeom>
              <a:avLst/>
              <a:gdLst/>
              <a:ahLst/>
              <a:cxnLst/>
              <a:rect l="l" t="t" r="r" b="b"/>
              <a:pathLst>
                <a:path w="228" h="104" extrusionOk="0">
                  <a:moveTo>
                    <a:pt x="31" y="0"/>
                  </a:moveTo>
                  <a:cubicBezTo>
                    <a:pt x="20" y="0"/>
                    <a:pt x="9" y="8"/>
                    <a:pt x="6" y="19"/>
                  </a:cubicBezTo>
                  <a:cubicBezTo>
                    <a:pt x="0" y="32"/>
                    <a:pt x="8" y="47"/>
                    <a:pt x="22" y="51"/>
                  </a:cubicBezTo>
                  <a:lnTo>
                    <a:pt x="191" y="102"/>
                  </a:lnTo>
                  <a:cubicBezTo>
                    <a:pt x="194" y="104"/>
                    <a:pt x="197" y="104"/>
                    <a:pt x="199" y="104"/>
                  </a:cubicBezTo>
                  <a:cubicBezTo>
                    <a:pt x="210" y="104"/>
                    <a:pt x="220" y="97"/>
                    <a:pt x="224" y="85"/>
                  </a:cubicBezTo>
                  <a:cubicBezTo>
                    <a:pt x="228" y="71"/>
                    <a:pt x="220" y="56"/>
                    <a:pt x="206" y="52"/>
                  </a:cubicBezTo>
                  <a:lnTo>
                    <a:pt x="38" y="1"/>
                  </a:lnTo>
                  <a:cubicBezTo>
                    <a:pt x="36" y="1"/>
                    <a:pt x="33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6" name="Google Shape;10206;p32"/>
            <p:cNvSpPr/>
            <p:nvPr/>
          </p:nvSpPr>
          <p:spPr>
            <a:xfrm>
              <a:off x="5087600" y="3639500"/>
              <a:ext cx="23475" cy="9900"/>
            </a:xfrm>
            <a:custGeom>
              <a:avLst/>
              <a:gdLst/>
              <a:ahLst/>
              <a:cxnLst/>
              <a:rect l="l" t="t" r="r" b="b"/>
              <a:pathLst>
                <a:path w="939" h="396" extrusionOk="0">
                  <a:moveTo>
                    <a:pt x="30" y="1"/>
                  </a:moveTo>
                  <a:cubicBezTo>
                    <a:pt x="20" y="1"/>
                    <a:pt x="10" y="7"/>
                    <a:pt x="6" y="18"/>
                  </a:cubicBezTo>
                  <a:cubicBezTo>
                    <a:pt x="1" y="30"/>
                    <a:pt x="8" y="46"/>
                    <a:pt x="21" y="50"/>
                  </a:cubicBezTo>
                  <a:lnTo>
                    <a:pt x="900" y="394"/>
                  </a:lnTo>
                  <a:cubicBezTo>
                    <a:pt x="902" y="396"/>
                    <a:pt x="906" y="396"/>
                    <a:pt x="909" y="396"/>
                  </a:cubicBezTo>
                  <a:cubicBezTo>
                    <a:pt x="920" y="396"/>
                    <a:pt x="929" y="390"/>
                    <a:pt x="933" y="379"/>
                  </a:cubicBezTo>
                  <a:cubicBezTo>
                    <a:pt x="939" y="366"/>
                    <a:pt x="932" y="351"/>
                    <a:pt x="918" y="346"/>
                  </a:cubicBezTo>
                  <a:lnTo>
                    <a:pt x="40" y="3"/>
                  </a:lnTo>
                  <a:cubicBezTo>
                    <a:pt x="37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7" name="Google Shape;10207;p32"/>
            <p:cNvSpPr/>
            <p:nvPr/>
          </p:nvSpPr>
          <p:spPr>
            <a:xfrm>
              <a:off x="5115800" y="3649875"/>
              <a:ext cx="5950" cy="2525"/>
            </a:xfrm>
            <a:custGeom>
              <a:avLst/>
              <a:gdLst/>
              <a:ahLst/>
              <a:cxnLst/>
              <a:rect l="l" t="t" r="r" b="b"/>
              <a:pathLst>
                <a:path w="238" h="101" extrusionOk="0">
                  <a:moveTo>
                    <a:pt x="29" y="0"/>
                  </a:moveTo>
                  <a:cubicBezTo>
                    <a:pt x="18" y="0"/>
                    <a:pt x="8" y="7"/>
                    <a:pt x="4" y="20"/>
                  </a:cubicBezTo>
                  <a:cubicBezTo>
                    <a:pt x="0" y="33"/>
                    <a:pt x="8" y="48"/>
                    <a:pt x="22" y="51"/>
                  </a:cubicBezTo>
                  <a:lnTo>
                    <a:pt x="201" y="99"/>
                  </a:lnTo>
                  <a:cubicBezTo>
                    <a:pt x="203" y="100"/>
                    <a:pt x="206" y="100"/>
                    <a:pt x="207" y="100"/>
                  </a:cubicBezTo>
                  <a:cubicBezTo>
                    <a:pt x="220" y="100"/>
                    <a:pt x="230" y="92"/>
                    <a:pt x="233" y="82"/>
                  </a:cubicBezTo>
                  <a:cubicBezTo>
                    <a:pt x="237" y="67"/>
                    <a:pt x="229" y="53"/>
                    <a:pt x="216" y="49"/>
                  </a:cubicBezTo>
                  <a:lnTo>
                    <a:pt x="35" y="1"/>
                  </a:lnTo>
                  <a:cubicBezTo>
                    <a:pt x="33" y="0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8" name="Google Shape;10208;p32"/>
            <p:cNvSpPr/>
            <p:nvPr/>
          </p:nvSpPr>
          <p:spPr>
            <a:xfrm>
              <a:off x="5040800" y="3614675"/>
              <a:ext cx="10300" cy="29050"/>
            </a:xfrm>
            <a:custGeom>
              <a:avLst/>
              <a:gdLst/>
              <a:ahLst/>
              <a:cxnLst/>
              <a:rect l="l" t="t" r="r" b="b"/>
              <a:pathLst>
                <a:path w="412" h="1162" extrusionOk="0">
                  <a:moveTo>
                    <a:pt x="383" y="1"/>
                  </a:moveTo>
                  <a:cubicBezTo>
                    <a:pt x="373" y="1"/>
                    <a:pt x="363" y="6"/>
                    <a:pt x="359" y="16"/>
                  </a:cubicBezTo>
                  <a:cubicBezTo>
                    <a:pt x="206" y="374"/>
                    <a:pt x="86" y="750"/>
                    <a:pt x="3" y="1129"/>
                  </a:cubicBezTo>
                  <a:cubicBezTo>
                    <a:pt x="0" y="1144"/>
                    <a:pt x="10" y="1157"/>
                    <a:pt x="23" y="1160"/>
                  </a:cubicBezTo>
                  <a:cubicBezTo>
                    <a:pt x="24" y="1161"/>
                    <a:pt x="27" y="1161"/>
                    <a:pt x="28" y="1161"/>
                  </a:cubicBezTo>
                  <a:cubicBezTo>
                    <a:pt x="41" y="1161"/>
                    <a:pt x="51" y="1153"/>
                    <a:pt x="54" y="1141"/>
                  </a:cubicBezTo>
                  <a:cubicBezTo>
                    <a:pt x="136" y="763"/>
                    <a:pt x="254" y="392"/>
                    <a:pt x="407" y="37"/>
                  </a:cubicBezTo>
                  <a:cubicBezTo>
                    <a:pt x="412" y="23"/>
                    <a:pt x="407" y="8"/>
                    <a:pt x="393" y="3"/>
                  </a:cubicBezTo>
                  <a:cubicBezTo>
                    <a:pt x="390" y="2"/>
                    <a:pt x="386" y="1"/>
                    <a:pt x="38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9" name="Google Shape;10209;p32"/>
            <p:cNvSpPr/>
            <p:nvPr/>
          </p:nvSpPr>
          <p:spPr>
            <a:xfrm>
              <a:off x="5039000" y="3648150"/>
              <a:ext cx="1950" cy="6025"/>
            </a:xfrm>
            <a:custGeom>
              <a:avLst/>
              <a:gdLst/>
              <a:ahLst/>
              <a:cxnLst/>
              <a:rect l="l" t="t" r="r" b="b"/>
              <a:pathLst>
                <a:path w="78" h="241" extrusionOk="0">
                  <a:moveTo>
                    <a:pt x="49" y="1"/>
                  </a:moveTo>
                  <a:cubicBezTo>
                    <a:pt x="36" y="1"/>
                    <a:pt x="26" y="11"/>
                    <a:pt x="25" y="23"/>
                  </a:cubicBezTo>
                  <a:lnTo>
                    <a:pt x="2" y="212"/>
                  </a:lnTo>
                  <a:cubicBezTo>
                    <a:pt x="1" y="226"/>
                    <a:pt x="10" y="239"/>
                    <a:pt x="25" y="241"/>
                  </a:cubicBezTo>
                  <a:lnTo>
                    <a:pt x="28" y="241"/>
                  </a:lnTo>
                  <a:cubicBezTo>
                    <a:pt x="41" y="241"/>
                    <a:pt x="52" y="231"/>
                    <a:pt x="53" y="218"/>
                  </a:cubicBezTo>
                  <a:lnTo>
                    <a:pt x="76" y="29"/>
                  </a:lnTo>
                  <a:cubicBezTo>
                    <a:pt x="78" y="15"/>
                    <a:pt x="68" y="3"/>
                    <a:pt x="53" y="1"/>
                  </a:cubicBezTo>
                  <a:cubicBezTo>
                    <a:pt x="52" y="1"/>
                    <a:pt x="50" y="1"/>
                    <a:pt x="4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0" name="Google Shape;10210;p32"/>
            <p:cNvSpPr/>
            <p:nvPr/>
          </p:nvSpPr>
          <p:spPr>
            <a:xfrm>
              <a:off x="5038450" y="3666950"/>
              <a:ext cx="20800" cy="9550"/>
            </a:xfrm>
            <a:custGeom>
              <a:avLst/>
              <a:gdLst/>
              <a:ahLst/>
              <a:cxnLst/>
              <a:rect l="l" t="t" r="r" b="b"/>
              <a:pathLst>
                <a:path w="832" h="382" extrusionOk="0">
                  <a:moveTo>
                    <a:pt x="29" y="0"/>
                  </a:moveTo>
                  <a:cubicBezTo>
                    <a:pt x="19" y="0"/>
                    <a:pt x="9" y="6"/>
                    <a:pt x="5" y="16"/>
                  </a:cubicBezTo>
                  <a:cubicBezTo>
                    <a:pt x="0" y="29"/>
                    <a:pt x="5" y="44"/>
                    <a:pt x="19" y="50"/>
                  </a:cubicBezTo>
                  <a:lnTo>
                    <a:pt x="791" y="379"/>
                  </a:lnTo>
                  <a:cubicBezTo>
                    <a:pt x="795" y="382"/>
                    <a:pt x="798" y="382"/>
                    <a:pt x="802" y="382"/>
                  </a:cubicBezTo>
                  <a:cubicBezTo>
                    <a:pt x="811" y="382"/>
                    <a:pt x="822" y="377"/>
                    <a:pt x="826" y="366"/>
                  </a:cubicBezTo>
                  <a:cubicBezTo>
                    <a:pt x="831" y="352"/>
                    <a:pt x="825" y="338"/>
                    <a:pt x="813" y="332"/>
                  </a:cubicBezTo>
                  <a:lnTo>
                    <a:pt x="39" y="3"/>
                  </a:lnTo>
                  <a:cubicBezTo>
                    <a:pt x="36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1" name="Google Shape;10211;p32"/>
            <p:cNvSpPr/>
            <p:nvPr/>
          </p:nvSpPr>
          <p:spPr>
            <a:xfrm>
              <a:off x="5064500" y="3677725"/>
              <a:ext cx="4875" cy="2475"/>
            </a:xfrm>
            <a:custGeom>
              <a:avLst/>
              <a:gdLst/>
              <a:ahLst/>
              <a:cxnLst/>
              <a:rect l="l" t="t" r="r" b="b"/>
              <a:pathLst>
                <a:path w="195" h="99" extrusionOk="0">
                  <a:moveTo>
                    <a:pt x="29" y="0"/>
                  </a:moveTo>
                  <a:cubicBezTo>
                    <a:pt x="19" y="0"/>
                    <a:pt x="9" y="7"/>
                    <a:pt x="5" y="18"/>
                  </a:cubicBezTo>
                  <a:cubicBezTo>
                    <a:pt x="1" y="32"/>
                    <a:pt x="7" y="46"/>
                    <a:pt x="21" y="50"/>
                  </a:cubicBezTo>
                  <a:lnTo>
                    <a:pt x="158" y="98"/>
                  </a:lnTo>
                  <a:cubicBezTo>
                    <a:pt x="161" y="99"/>
                    <a:pt x="163" y="99"/>
                    <a:pt x="166" y="99"/>
                  </a:cubicBezTo>
                  <a:cubicBezTo>
                    <a:pt x="177" y="99"/>
                    <a:pt x="186" y="92"/>
                    <a:pt x="190" y="81"/>
                  </a:cubicBezTo>
                  <a:cubicBezTo>
                    <a:pt x="194" y="68"/>
                    <a:pt x="188" y="53"/>
                    <a:pt x="174" y="48"/>
                  </a:cubicBezTo>
                  <a:lnTo>
                    <a:pt x="38" y="2"/>
                  </a:lnTo>
                  <a:cubicBezTo>
                    <a:pt x="35" y="1"/>
                    <a:pt x="32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2" name="Google Shape;10212;p32"/>
            <p:cNvSpPr/>
            <p:nvPr/>
          </p:nvSpPr>
          <p:spPr>
            <a:xfrm>
              <a:off x="5017375" y="3656100"/>
              <a:ext cx="3425" cy="22000"/>
            </a:xfrm>
            <a:custGeom>
              <a:avLst/>
              <a:gdLst/>
              <a:ahLst/>
              <a:cxnLst/>
              <a:rect l="l" t="t" r="r" b="b"/>
              <a:pathLst>
                <a:path w="137" h="880" extrusionOk="0">
                  <a:moveTo>
                    <a:pt x="109" y="1"/>
                  </a:moveTo>
                  <a:cubicBezTo>
                    <a:pt x="96" y="1"/>
                    <a:pt x="85" y="8"/>
                    <a:pt x="83" y="21"/>
                  </a:cubicBezTo>
                  <a:cubicBezTo>
                    <a:pt x="25" y="294"/>
                    <a:pt x="1" y="575"/>
                    <a:pt x="12" y="854"/>
                  </a:cubicBezTo>
                  <a:cubicBezTo>
                    <a:pt x="13" y="868"/>
                    <a:pt x="24" y="879"/>
                    <a:pt x="39" y="879"/>
                  </a:cubicBezTo>
                  <a:cubicBezTo>
                    <a:pt x="53" y="878"/>
                    <a:pt x="64" y="867"/>
                    <a:pt x="64" y="852"/>
                  </a:cubicBezTo>
                  <a:cubicBezTo>
                    <a:pt x="53" y="576"/>
                    <a:pt x="76" y="301"/>
                    <a:pt x="133" y="32"/>
                  </a:cubicBezTo>
                  <a:cubicBezTo>
                    <a:pt x="137" y="17"/>
                    <a:pt x="127" y="3"/>
                    <a:pt x="113" y="1"/>
                  </a:cubicBezTo>
                  <a:cubicBezTo>
                    <a:pt x="111" y="1"/>
                    <a:pt x="110" y="1"/>
                    <a:pt x="10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3" name="Google Shape;10213;p32"/>
            <p:cNvSpPr/>
            <p:nvPr/>
          </p:nvSpPr>
          <p:spPr>
            <a:xfrm>
              <a:off x="5043375" y="3677100"/>
              <a:ext cx="27400" cy="9700"/>
            </a:xfrm>
            <a:custGeom>
              <a:avLst/>
              <a:gdLst/>
              <a:ahLst/>
              <a:cxnLst/>
              <a:rect l="l" t="t" r="r" b="b"/>
              <a:pathLst>
                <a:path w="1096" h="388" extrusionOk="0">
                  <a:moveTo>
                    <a:pt x="30" y="1"/>
                  </a:moveTo>
                  <a:cubicBezTo>
                    <a:pt x="20" y="1"/>
                    <a:pt x="10" y="6"/>
                    <a:pt x="6" y="16"/>
                  </a:cubicBezTo>
                  <a:cubicBezTo>
                    <a:pt x="1" y="28"/>
                    <a:pt x="6" y="45"/>
                    <a:pt x="20" y="50"/>
                  </a:cubicBezTo>
                  <a:cubicBezTo>
                    <a:pt x="353" y="198"/>
                    <a:pt x="704" y="312"/>
                    <a:pt x="1062" y="388"/>
                  </a:cubicBezTo>
                  <a:lnTo>
                    <a:pt x="1068" y="388"/>
                  </a:lnTo>
                  <a:cubicBezTo>
                    <a:pt x="1080" y="388"/>
                    <a:pt x="1091" y="380"/>
                    <a:pt x="1093" y="367"/>
                  </a:cubicBezTo>
                  <a:cubicBezTo>
                    <a:pt x="1096" y="354"/>
                    <a:pt x="1086" y="339"/>
                    <a:pt x="1073" y="336"/>
                  </a:cubicBezTo>
                  <a:cubicBezTo>
                    <a:pt x="719" y="262"/>
                    <a:pt x="371" y="149"/>
                    <a:pt x="40" y="3"/>
                  </a:cubicBezTo>
                  <a:cubicBezTo>
                    <a:pt x="37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4" name="Google Shape;10214;p32"/>
            <p:cNvSpPr/>
            <p:nvPr/>
          </p:nvSpPr>
          <p:spPr>
            <a:xfrm>
              <a:off x="5039925" y="3684500"/>
              <a:ext cx="17250" cy="6025"/>
            </a:xfrm>
            <a:custGeom>
              <a:avLst/>
              <a:gdLst/>
              <a:ahLst/>
              <a:cxnLst/>
              <a:rect l="l" t="t" r="r" b="b"/>
              <a:pathLst>
                <a:path w="690" h="241" extrusionOk="0">
                  <a:moveTo>
                    <a:pt x="30" y="1"/>
                  </a:moveTo>
                  <a:cubicBezTo>
                    <a:pt x="19" y="1"/>
                    <a:pt x="10" y="7"/>
                    <a:pt x="6" y="18"/>
                  </a:cubicBezTo>
                  <a:cubicBezTo>
                    <a:pt x="0" y="31"/>
                    <a:pt x="7" y="46"/>
                    <a:pt x="20" y="51"/>
                  </a:cubicBezTo>
                  <a:cubicBezTo>
                    <a:pt x="225" y="133"/>
                    <a:pt x="439" y="197"/>
                    <a:pt x="657" y="241"/>
                  </a:cubicBezTo>
                  <a:lnTo>
                    <a:pt x="661" y="241"/>
                  </a:lnTo>
                  <a:cubicBezTo>
                    <a:pt x="673" y="241"/>
                    <a:pt x="684" y="233"/>
                    <a:pt x="686" y="221"/>
                  </a:cubicBezTo>
                  <a:cubicBezTo>
                    <a:pt x="689" y="206"/>
                    <a:pt x="681" y="193"/>
                    <a:pt x="666" y="190"/>
                  </a:cubicBezTo>
                  <a:cubicBezTo>
                    <a:pt x="452" y="147"/>
                    <a:pt x="241" y="84"/>
                    <a:pt x="39" y="3"/>
                  </a:cubicBezTo>
                  <a:cubicBezTo>
                    <a:pt x="36" y="2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5" name="Google Shape;10215;p32"/>
            <p:cNvSpPr/>
            <p:nvPr/>
          </p:nvSpPr>
          <p:spPr>
            <a:xfrm>
              <a:off x="4871775" y="3649850"/>
              <a:ext cx="9350" cy="26425"/>
            </a:xfrm>
            <a:custGeom>
              <a:avLst/>
              <a:gdLst/>
              <a:ahLst/>
              <a:cxnLst/>
              <a:rect l="l" t="t" r="r" b="b"/>
              <a:pathLst>
                <a:path w="374" h="1057" extrusionOk="0">
                  <a:moveTo>
                    <a:pt x="32" y="0"/>
                  </a:moveTo>
                  <a:cubicBezTo>
                    <a:pt x="28" y="0"/>
                    <a:pt x="24" y="1"/>
                    <a:pt x="21" y="3"/>
                  </a:cubicBezTo>
                  <a:cubicBezTo>
                    <a:pt x="8" y="9"/>
                    <a:pt x="1" y="23"/>
                    <a:pt x="8" y="37"/>
                  </a:cubicBezTo>
                  <a:cubicBezTo>
                    <a:pt x="149" y="357"/>
                    <a:pt x="254" y="692"/>
                    <a:pt x="320" y="1035"/>
                  </a:cubicBezTo>
                  <a:cubicBezTo>
                    <a:pt x="323" y="1047"/>
                    <a:pt x="333" y="1057"/>
                    <a:pt x="345" y="1057"/>
                  </a:cubicBezTo>
                  <a:cubicBezTo>
                    <a:pt x="347" y="1057"/>
                    <a:pt x="349" y="1057"/>
                    <a:pt x="351" y="1055"/>
                  </a:cubicBezTo>
                  <a:cubicBezTo>
                    <a:pt x="364" y="1052"/>
                    <a:pt x="374" y="1039"/>
                    <a:pt x="371" y="1026"/>
                  </a:cubicBezTo>
                  <a:cubicBezTo>
                    <a:pt x="304" y="678"/>
                    <a:pt x="197" y="339"/>
                    <a:pt x="55" y="15"/>
                  </a:cubicBezTo>
                  <a:cubicBezTo>
                    <a:pt x="51" y="6"/>
                    <a:pt x="41" y="0"/>
                    <a:pt x="3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6" name="Google Shape;10216;p32"/>
            <p:cNvSpPr/>
            <p:nvPr/>
          </p:nvSpPr>
          <p:spPr>
            <a:xfrm>
              <a:off x="4880500" y="3680250"/>
              <a:ext cx="1950" cy="4300"/>
            </a:xfrm>
            <a:custGeom>
              <a:avLst/>
              <a:gdLst/>
              <a:ahLst/>
              <a:cxnLst/>
              <a:rect l="l" t="t" r="r" b="b"/>
              <a:pathLst>
                <a:path w="78" h="172" extrusionOk="0">
                  <a:moveTo>
                    <a:pt x="28" y="0"/>
                  </a:moveTo>
                  <a:cubicBezTo>
                    <a:pt x="27" y="0"/>
                    <a:pt x="25" y="0"/>
                    <a:pt x="23" y="1"/>
                  </a:cubicBezTo>
                  <a:cubicBezTo>
                    <a:pt x="10" y="3"/>
                    <a:pt x="0" y="17"/>
                    <a:pt x="3" y="30"/>
                  </a:cubicBezTo>
                  <a:lnTo>
                    <a:pt x="23" y="150"/>
                  </a:lnTo>
                  <a:cubicBezTo>
                    <a:pt x="26" y="162"/>
                    <a:pt x="37" y="171"/>
                    <a:pt x="49" y="171"/>
                  </a:cubicBezTo>
                  <a:cubicBezTo>
                    <a:pt x="50" y="171"/>
                    <a:pt x="52" y="171"/>
                    <a:pt x="53" y="170"/>
                  </a:cubicBezTo>
                  <a:cubicBezTo>
                    <a:pt x="68" y="167"/>
                    <a:pt x="77" y="154"/>
                    <a:pt x="74" y="141"/>
                  </a:cubicBezTo>
                  <a:lnTo>
                    <a:pt x="53" y="22"/>
                  </a:lnTo>
                  <a:cubicBezTo>
                    <a:pt x="52" y="9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7" name="Google Shape;10217;p32"/>
            <p:cNvSpPr/>
            <p:nvPr/>
          </p:nvSpPr>
          <p:spPr>
            <a:xfrm>
              <a:off x="4880925" y="3659100"/>
              <a:ext cx="7975" cy="18800"/>
            </a:xfrm>
            <a:custGeom>
              <a:avLst/>
              <a:gdLst/>
              <a:ahLst/>
              <a:cxnLst/>
              <a:rect l="l" t="t" r="r" b="b"/>
              <a:pathLst>
                <a:path w="319" h="752" extrusionOk="0">
                  <a:moveTo>
                    <a:pt x="30" y="0"/>
                  </a:moveTo>
                  <a:cubicBezTo>
                    <a:pt x="26" y="0"/>
                    <a:pt x="22" y="1"/>
                    <a:pt x="18" y="3"/>
                  </a:cubicBezTo>
                  <a:cubicBezTo>
                    <a:pt x="6" y="10"/>
                    <a:pt x="1" y="26"/>
                    <a:pt x="9" y="38"/>
                  </a:cubicBezTo>
                  <a:cubicBezTo>
                    <a:pt x="129" y="255"/>
                    <a:pt x="215" y="487"/>
                    <a:pt x="265" y="731"/>
                  </a:cubicBezTo>
                  <a:cubicBezTo>
                    <a:pt x="267" y="743"/>
                    <a:pt x="278" y="751"/>
                    <a:pt x="290" y="751"/>
                  </a:cubicBezTo>
                  <a:cubicBezTo>
                    <a:pt x="291" y="751"/>
                    <a:pt x="293" y="751"/>
                    <a:pt x="294" y="750"/>
                  </a:cubicBezTo>
                  <a:cubicBezTo>
                    <a:pt x="309" y="747"/>
                    <a:pt x="318" y="734"/>
                    <a:pt x="314" y="720"/>
                  </a:cubicBezTo>
                  <a:cubicBezTo>
                    <a:pt x="265" y="473"/>
                    <a:pt x="176" y="234"/>
                    <a:pt x="53" y="14"/>
                  </a:cubicBezTo>
                  <a:cubicBezTo>
                    <a:pt x="49" y="5"/>
                    <a:pt x="39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8" name="Google Shape;10218;p32"/>
            <p:cNvSpPr/>
            <p:nvPr/>
          </p:nvSpPr>
          <p:spPr>
            <a:xfrm>
              <a:off x="4844075" y="3626500"/>
              <a:ext cx="11325" cy="29125"/>
            </a:xfrm>
            <a:custGeom>
              <a:avLst/>
              <a:gdLst/>
              <a:ahLst/>
              <a:cxnLst/>
              <a:rect l="l" t="t" r="r" b="b"/>
              <a:pathLst>
                <a:path w="453" h="1165" extrusionOk="0">
                  <a:moveTo>
                    <a:pt x="30" y="1"/>
                  </a:moveTo>
                  <a:cubicBezTo>
                    <a:pt x="26" y="1"/>
                    <a:pt x="22" y="2"/>
                    <a:pt x="18" y="3"/>
                  </a:cubicBezTo>
                  <a:cubicBezTo>
                    <a:pt x="6" y="9"/>
                    <a:pt x="0" y="25"/>
                    <a:pt x="6" y="37"/>
                  </a:cubicBezTo>
                  <a:cubicBezTo>
                    <a:pt x="177" y="391"/>
                    <a:pt x="309" y="764"/>
                    <a:pt x="399" y="1144"/>
                  </a:cubicBezTo>
                  <a:cubicBezTo>
                    <a:pt x="403" y="1156"/>
                    <a:pt x="412" y="1164"/>
                    <a:pt x="424" y="1164"/>
                  </a:cubicBezTo>
                  <a:lnTo>
                    <a:pt x="430" y="1164"/>
                  </a:lnTo>
                  <a:cubicBezTo>
                    <a:pt x="444" y="1160"/>
                    <a:pt x="452" y="1147"/>
                    <a:pt x="450" y="1132"/>
                  </a:cubicBezTo>
                  <a:cubicBezTo>
                    <a:pt x="358" y="747"/>
                    <a:pt x="224" y="372"/>
                    <a:pt x="53" y="16"/>
                  </a:cubicBezTo>
                  <a:cubicBezTo>
                    <a:pt x="49" y="6"/>
                    <a:pt x="40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9" name="Google Shape;10219;p32"/>
            <p:cNvSpPr/>
            <p:nvPr/>
          </p:nvSpPr>
          <p:spPr>
            <a:xfrm>
              <a:off x="4855150" y="3659075"/>
              <a:ext cx="2500" cy="4700"/>
            </a:xfrm>
            <a:custGeom>
              <a:avLst/>
              <a:gdLst/>
              <a:ahLst/>
              <a:cxnLst/>
              <a:rect l="l" t="t" r="r" b="b"/>
              <a:pathLst>
                <a:path w="100" h="188" extrusionOk="0">
                  <a:moveTo>
                    <a:pt x="28" y="1"/>
                  </a:moveTo>
                  <a:cubicBezTo>
                    <a:pt x="26" y="1"/>
                    <a:pt x="24" y="1"/>
                    <a:pt x="22" y="1"/>
                  </a:cubicBezTo>
                  <a:cubicBezTo>
                    <a:pt x="8" y="7"/>
                    <a:pt x="0" y="20"/>
                    <a:pt x="4" y="35"/>
                  </a:cubicBezTo>
                  <a:lnTo>
                    <a:pt x="46" y="168"/>
                  </a:lnTo>
                  <a:cubicBezTo>
                    <a:pt x="50" y="180"/>
                    <a:pt x="59" y="187"/>
                    <a:pt x="71" y="187"/>
                  </a:cubicBezTo>
                  <a:cubicBezTo>
                    <a:pt x="73" y="187"/>
                    <a:pt x="75" y="187"/>
                    <a:pt x="78" y="186"/>
                  </a:cubicBezTo>
                  <a:cubicBezTo>
                    <a:pt x="92" y="182"/>
                    <a:pt x="100" y="167"/>
                    <a:pt x="96" y="153"/>
                  </a:cubicBezTo>
                  <a:lnTo>
                    <a:pt x="54" y="19"/>
                  </a:lnTo>
                  <a:cubicBezTo>
                    <a:pt x="50" y="7"/>
                    <a:pt x="3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0" name="Google Shape;10220;p32"/>
            <p:cNvSpPr/>
            <p:nvPr/>
          </p:nvSpPr>
          <p:spPr>
            <a:xfrm>
              <a:off x="4831875" y="3617075"/>
              <a:ext cx="12325" cy="30175"/>
            </a:xfrm>
            <a:custGeom>
              <a:avLst/>
              <a:gdLst/>
              <a:ahLst/>
              <a:cxnLst/>
              <a:rect l="l" t="t" r="r" b="b"/>
              <a:pathLst>
                <a:path w="493" h="1207" extrusionOk="0">
                  <a:moveTo>
                    <a:pt x="30" y="0"/>
                  </a:moveTo>
                  <a:cubicBezTo>
                    <a:pt x="26" y="0"/>
                    <a:pt x="22" y="1"/>
                    <a:pt x="19" y="2"/>
                  </a:cubicBezTo>
                  <a:cubicBezTo>
                    <a:pt x="5" y="9"/>
                    <a:pt x="0" y="24"/>
                    <a:pt x="7" y="37"/>
                  </a:cubicBezTo>
                  <a:cubicBezTo>
                    <a:pt x="183" y="406"/>
                    <a:pt x="328" y="793"/>
                    <a:pt x="439" y="1188"/>
                  </a:cubicBezTo>
                  <a:cubicBezTo>
                    <a:pt x="441" y="1200"/>
                    <a:pt x="452" y="1206"/>
                    <a:pt x="464" y="1207"/>
                  </a:cubicBezTo>
                  <a:lnTo>
                    <a:pt x="464" y="1207"/>
                  </a:lnTo>
                  <a:cubicBezTo>
                    <a:pt x="466" y="1206"/>
                    <a:pt x="469" y="1206"/>
                    <a:pt x="471" y="1205"/>
                  </a:cubicBezTo>
                  <a:cubicBezTo>
                    <a:pt x="484" y="1202"/>
                    <a:pt x="492" y="1188"/>
                    <a:pt x="488" y="1174"/>
                  </a:cubicBezTo>
                  <a:cubicBezTo>
                    <a:pt x="378" y="776"/>
                    <a:pt x="231" y="386"/>
                    <a:pt x="53" y="15"/>
                  </a:cubicBezTo>
                  <a:cubicBezTo>
                    <a:pt x="49" y="6"/>
                    <a:pt x="39" y="0"/>
                    <a:pt x="30" y="0"/>
                  </a:cubicBezTo>
                  <a:close/>
                  <a:moveTo>
                    <a:pt x="464" y="1207"/>
                  </a:moveTo>
                  <a:lnTo>
                    <a:pt x="464" y="1207"/>
                  </a:lnTo>
                  <a:cubicBezTo>
                    <a:pt x="464" y="1207"/>
                    <a:pt x="463" y="1207"/>
                    <a:pt x="463" y="1207"/>
                  </a:cubicBezTo>
                  <a:lnTo>
                    <a:pt x="464" y="1207"/>
                  </a:lnTo>
                  <a:cubicBezTo>
                    <a:pt x="464" y="1207"/>
                    <a:pt x="464" y="1207"/>
                    <a:pt x="464" y="1207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1" name="Google Shape;10221;p32"/>
            <p:cNvSpPr/>
            <p:nvPr/>
          </p:nvSpPr>
          <p:spPr>
            <a:xfrm>
              <a:off x="4825000" y="3630500"/>
              <a:ext cx="9300" cy="43150"/>
            </a:xfrm>
            <a:custGeom>
              <a:avLst/>
              <a:gdLst/>
              <a:ahLst/>
              <a:cxnLst/>
              <a:rect l="l" t="t" r="r" b="b"/>
              <a:pathLst>
                <a:path w="372" h="1726" extrusionOk="0">
                  <a:moveTo>
                    <a:pt x="31" y="1"/>
                  </a:moveTo>
                  <a:cubicBezTo>
                    <a:pt x="28" y="1"/>
                    <a:pt x="25" y="1"/>
                    <a:pt x="22" y="2"/>
                  </a:cubicBezTo>
                  <a:cubicBezTo>
                    <a:pt x="9" y="6"/>
                    <a:pt x="1" y="21"/>
                    <a:pt x="6" y="35"/>
                  </a:cubicBezTo>
                  <a:cubicBezTo>
                    <a:pt x="188" y="573"/>
                    <a:pt x="294" y="1134"/>
                    <a:pt x="319" y="1700"/>
                  </a:cubicBezTo>
                  <a:cubicBezTo>
                    <a:pt x="321" y="1715"/>
                    <a:pt x="332" y="1726"/>
                    <a:pt x="345" y="1726"/>
                  </a:cubicBezTo>
                  <a:lnTo>
                    <a:pt x="346" y="1726"/>
                  </a:lnTo>
                  <a:cubicBezTo>
                    <a:pt x="361" y="1724"/>
                    <a:pt x="372" y="1712"/>
                    <a:pt x="372" y="1699"/>
                  </a:cubicBezTo>
                  <a:cubicBezTo>
                    <a:pt x="345" y="1126"/>
                    <a:pt x="239" y="561"/>
                    <a:pt x="54" y="18"/>
                  </a:cubicBezTo>
                  <a:cubicBezTo>
                    <a:pt x="51" y="8"/>
                    <a:pt x="41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2" name="Google Shape;10222;p32"/>
            <p:cNvSpPr/>
            <p:nvPr/>
          </p:nvSpPr>
          <p:spPr>
            <a:xfrm>
              <a:off x="4821700" y="3619425"/>
              <a:ext cx="2825" cy="6500"/>
            </a:xfrm>
            <a:custGeom>
              <a:avLst/>
              <a:gdLst/>
              <a:ahLst/>
              <a:cxnLst/>
              <a:rect l="l" t="t" r="r" b="b"/>
              <a:pathLst>
                <a:path w="113" h="260" extrusionOk="0">
                  <a:moveTo>
                    <a:pt x="29" y="0"/>
                  </a:moveTo>
                  <a:cubicBezTo>
                    <a:pt x="27" y="0"/>
                    <a:pt x="25" y="1"/>
                    <a:pt x="22" y="1"/>
                  </a:cubicBezTo>
                  <a:cubicBezTo>
                    <a:pt x="9" y="5"/>
                    <a:pt x="1" y="19"/>
                    <a:pt x="3" y="32"/>
                  </a:cubicBezTo>
                  <a:lnTo>
                    <a:pt x="60" y="239"/>
                  </a:lnTo>
                  <a:cubicBezTo>
                    <a:pt x="63" y="252"/>
                    <a:pt x="73" y="260"/>
                    <a:pt x="84" y="260"/>
                  </a:cubicBezTo>
                  <a:cubicBezTo>
                    <a:pt x="87" y="260"/>
                    <a:pt x="88" y="260"/>
                    <a:pt x="91" y="258"/>
                  </a:cubicBezTo>
                  <a:cubicBezTo>
                    <a:pt x="104" y="254"/>
                    <a:pt x="112" y="241"/>
                    <a:pt x="110" y="227"/>
                  </a:cubicBezTo>
                  <a:lnTo>
                    <a:pt x="53" y="20"/>
                  </a:lnTo>
                  <a:cubicBezTo>
                    <a:pt x="51" y="8"/>
                    <a:pt x="4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3" name="Google Shape;10223;p32"/>
            <p:cNvSpPr/>
            <p:nvPr/>
          </p:nvSpPr>
          <p:spPr>
            <a:xfrm>
              <a:off x="4817075" y="3624425"/>
              <a:ext cx="9625" cy="45600"/>
            </a:xfrm>
            <a:custGeom>
              <a:avLst/>
              <a:gdLst/>
              <a:ahLst/>
              <a:cxnLst/>
              <a:rect l="l" t="t" r="r" b="b"/>
              <a:pathLst>
                <a:path w="385" h="1824" extrusionOk="0">
                  <a:moveTo>
                    <a:pt x="29" y="1"/>
                  </a:moveTo>
                  <a:cubicBezTo>
                    <a:pt x="26" y="1"/>
                    <a:pt x="23" y="1"/>
                    <a:pt x="20" y="2"/>
                  </a:cubicBezTo>
                  <a:cubicBezTo>
                    <a:pt x="7" y="6"/>
                    <a:pt x="0" y="21"/>
                    <a:pt x="4" y="34"/>
                  </a:cubicBezTo>
                  <a:cubicBezTo>
                    <a:pt x="193" y="604"/>
                    <a:pt x="303" y="1199"/>
                    <a:pt x="332" y="1799"/>
                  </a:cubicBezTo>
                  <a:cubicBezTo>
                    <a:pt x="332" y="1813"/>
                    <a:pt x="345" y="1823"/>
                    <a:pt x="358" y="1823"/>
                  </a:cubicBezTo>
                  <a:lnTo>
                    <a:pt x="359" y="1823"/>
                  </a:lnTo>
                  <a:cubicBezTo>
                    <a:pt x="374" y="1822"/>
                    <a:pt x="385" y="1810"/>
                    <a:pt x="384" y="1796"/>
                  </a:cubicBezTo>
                  <a:cubicBezTo>
                    <a:pt x="354" y="1191"/>
                    <a:pt x="242" y="594"/>
                    <a:pt x="54" y="18"/>
                  </a:cubicBezTo>
                  <a:cubicBezTo>
                    <a:pt x="50" y="7"/>
                    <a:pt x="40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4" name="Google Shape;10224;p32"/>
            <p:cNvSpPr/>
            <p:nvPr/>
          </p:nvSpPr>
          <p:spPr>
            <a:xfrm>
              <a:off x="4792575" y="3593700"/>
              <a:ext cx="12650" cy="35075"/>
            </a:xfrm>
            <a:custGeom>
              <a:avLst/>
              <a:gdLst/>
              <a:ahLst/>
              <a:cxnLst/>
              <a:rect l="l" t="t" r="r" b="b"/>
              <a:pathLst>
                <a:path w="506" h="1403" extrusionOk="0">
                  <a:moveTo>
                    <a:pt x="30" y="0"/>
                  </a:moveTo>
                  <a:cubicBezTo>
                    <a:pt x="26" y="0"/>
                    <a:pt x="23" y="1"/>
                    <a:pt x="20" y="2"/>
                  </a:cubicBezTo>
                  <a:cubicBezTo>
                    <a:pt x="6" y="9"/>
                    <a:pt x="1" y="24"/>
                    <a:pt x="6" y="37"/>
                  </a:cubicBezTo>
                  <a:cubicBezTo>
                    <a:pt x="197" y="469"/>
                    <a:pt x="346" y="921"/>
                    <a:pt x="451" y="1383"/>
                  </a:cubicBezTo>
                  <a:cubicBezTo>
                    <a:pt x="454" y="1395"/>
                    <a:pt x="465" y="1403"/>
                    <a:pt x="476" y="1403"/>
                  </a:cubicBezTo>
                  <a:lnTo>
                    <a:pt x="482" y="1403"/>
                  </a:lnTo>
                  <a:cubicBezTo>
                    <a:pt x="496" y="1399"/>
                    <a:pt x="505" y="1385"/>
                    <a:pt x="501" y="1371"/>
                  </a:cubicBezTo>
                  <a:cubicBezTo>
                    <a:pt x="396" y="908"/>
                    <a:pt x="246" y="452"/>
                    <a:pt x="53" y="16"/>
                  </a:cubicBezTo>
                  <a:cubicBezTo>
                    <a:pt x="49" y="6"/>
                    <a:pt x="39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5" name="Google Shape;10225;p32"/>
            <p:cNvSpPr/>
            <p:nvPr/>
          </p:nvSpPr>
          <p:spPr>
            <a:xfrm>
              <a:off x="4804825" y="3632425"/>
              <a:ext cx="2250" cy="4400"/>
            </a:xfrm>
            <a:custGeom>
              <a:avLst/>
              <a:gdLst/>
              <a:ahLst/>
              <a:cxnLst/>
              <a:rect l="l" t="t" r="r" b="b"/>
              <a:pathLst>
                <a:path w="90" h="176" extrusionOk="0">
                  <a:moveTo>
                    <a:pt x="28" y="0"/>
                  </a:moveTo>
                  <a:cubicBezTo>
                    <a:pt x="26" y="0"/>
                    <a:pt x="24" y="0"/>
                    <a:pt x="22" y="1"/>
                  </a:cubicBezTo>
                  <a:cubicBezTo>
                    <a:pt x="9" y="5"/>
                    <a:pt x="0" y="18"/>
                    <a:pt x="3" y="33"/>
                  </a:cubicBezTo>
                  <a:lnTo>
                    <a:pt x="37" y="155"/>
                  </a:lnTo>
                  <a:cubicBezTo>
                    <a:pt x="39" y="167"/>
                    <a:pt x="49" y="175"/>
                    <a:pt x="61" y="175"/>
                  </a:cubicBezTo>
                  <a:cubicBezTo>
                    <a:pt x="64" y="175"/>
                    <a:pt x="65" y="174"/>
                    <a:pt x="68" y="174"/>
                  </a:cubicBezTo>
                  <a:cubicBezTo>
                    <a:pt x="81" y="170"/>
                    <a:pt x="89" y="157"/>
                    <a:pt x="87" y="143"/>
                  </a:cubicBezTo>
                  <a:lnTo>
                    <a:pt x="54" y="19"/>
                  </a:lnTo>
                  <a:cubicBezTo>
                    <a:pt x="51" y="8"/>
                    <a:pt x="4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6" name="Google Shape;10226;p32"/>
            <p:cNvSpPr/>
            <p:nvPr/>
          </p:nvSpPr>
          <p:spPr>
            <a:xfrm>
              <a:off x="4800425" y="3597750"/>
              <a:ext cx="13075" cy="46775"/>
            </a:xfrm>
            <a:custGeom>
              <a:avLst/>
              <a:gdLst/>
              <a:ahLst/>
              <a:cxnLst/>
              <a:rect l="l" t="t" r="r" b="b"/>
              <a:pathLst>
                <a:path w="523" h="1871" extrusionOk="0">
                  <a:moveTo>
                    <a:pt x="28" y="1"/>
                  </a:moveTo>
                  <a:cubicBezTo>
                    <a:pt x="26" y="1"/>
                    <a:pt x="23" y="1"/>
                    <a:pt x="20" y="2"/>
                  </a:cubicBezTo>
                  <a:cubicBezTo>
                    <a:pt x="7" y="7"/>
                    <a:pt x="0" y="22"/>
                    <a:pt x="4" y="36"/>
                  </a:cubicBezTo>
                  <a:cubicBezTo>
                    <a:pt x="214" y="622"/>
                    <a:pt x="372" y="1233"/>
                    <a:pt x="468" y="1849"/>
                  </a:cubicBezTo>
                  <a:cubicBezTo>
                    <a:pt x="471" y="1862"/>
                    <a:pt x="482" y="1871"/>
                    <a:pt x="494" y="1871"/>
                  </a:cubicBezTo>
                  <a:lnTo>
                    <a:pt x="498" y="1871"/>
                  </a:lnTo>
                  <a:cubicBezTo>
                    <a:pt x="513" y="1869"/>
                    <a:pt x="522" y="1856"/>
                    <a:pt x="519" y="1841"/>
                  </a:cubicBezTo>
                  <a:cubicBezTo>
                    <a:pt x="421" y="1222"/>
                    <a:pt x="265" y="607"/>
                    <a:pt x="54" y="18"/>
                  </a:cubicBezTo>
                  <a:cubicBezTo>
                    <a:pt x="50" y="7"/>
                    <a:pt x="3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7" name="Google Shape;10227;p32"/>
            <p:cNvSpPr/>
            <p:nvPr/>
          </p:nvSpPr>
          <p:spPr>
            <a:xfrm>
              <a:off x="4844100" y="3655400"/>
              <a:ext cx="4075" cy="10150"/>
            </a:xfrm>
            <a:custGeom>
              <a:avLst/>
              <a:gdLst/>
              <a:ahLst/>
              <a:cxnLst/>
              <a:rect l="l" t="t" r="r" b="b"/>
              <a:pathLst>
                <a:path w="163" h="406" extrusionOk="0">
                  <a:moveTo>
                    <a:pt x="30" y="1"/>
                  </a:moveTo>
                  <a:cubicBezTo>
                    <a:pt x="27" y="1"/>
                    <a:pt x="25" y="1"/>
                    <a:pt x="22" y="2"/>
                  </a:cubicBezTo>
                  <a:cubicBezTo>
                    <a:pt x="9" y="6"/>
                    <a:pt x="1" y="21"/>
                    <a:pt x="5" y="34"/>
                  </a:cubicBezTo>
                  <a:lnTo>
                    <a:pt x="108" y="387"/>
                  </a:lnTo>
                  <a:cubicBezTo>
                    <a:pt x="111" y="399"/>
                    <a:pt x="122" y="405"/>
                    <a:pt x="133" y="405"/>
                  </a:cubicBezTo>
                  <a:lnTo>
                    <a:pt x="141" y="405"/>
                  </a:lnTo>
                  <a:cubicBezTo>
                    <a:pt x="154" y="401"/>
                    <a:pt x="162" y="387"/>
                    <a:pt x="158" y="373"/>
                  </a:cubicBezTo>
                  <a:lnTo>
                    <a:pt x="55" y="19"/>
                  </a:lnTo>
                  <a:cubicBezTo>
                    <a:pt x="51" y="8"/>
                    <a:pt x="4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8" name="Google Shape;10228;p32"/>
            <p:cNvSpPr/>
            <p:nvPr/>
          </p:nvSpPr>
          <p:spPr>
            <a:xfrm>
              <a:off x="4770950" y="3586400"/>
              <a:ext cx="12200" cy="24500"/>
            </a:xfrm>
            <a:custGeom>
              <a:avLst/>
              <a:gdLst/>
              <a:ahLst/>
              <a:cxnLst/>
              <a:rect l="l" t="t" r="r" b="b"/>
              <a:pathLst>
                <a:path w="488" h="980" extrusionOk="0">
                  <a:moveTo>
                    <a:pt x="31" y="0"/>
                  </a:moveTo>
                  <a:cubicBezTo>
                    <a:pt x="26" y="0"/>
                    <a:pt x="21" y="1"/>
                    <a:pt x="17" y="4"/>
                  </a:cubicBezTo>
                  <a:cubicBezTo>
                    <a:pt x="5" y="12"/>
                    <a:pt x="1" y="28"/>
                    <a:pt x="9" y="40"/>
                  </a:cubicBezTo>
                  <a:cubicBezTo>
                    <a:pt x="193" y="325"/>
                    <a:pt x="336" y="636"/>
                    <a:pt x="434" y="960"/>
                  </a:cubicBezTo>
                  <a:cubicBezTo>
                    <a:pt x="437" y="971"/>
                    <a:pt x="447" y="979"/>
                    <a:pt x="458" y="979"/>
                  </a:cubicBezTo>
                  <a:cubicBezTo>
                    <a:pt x="461" y="979"/>
                    <a:pt x="463" y="979"/>
                    <a:pt x="466" y="978"/>
                  </a:cubicBezTo>
                  <a:cubicBezTo>
                    <a:pt x="480" y="974"/>
                    <a:pt x="488" y="959"/>
                    <a:pt x="484" y="946"/>
                  </a:cubicBezTo>
                  <a:cubicBezTo>
                    <a:pt x="384" y="616"/>
                    <a:pt x="239" y="303"/>
                    <a:pt x="52" y="12"/>
                  </a:cubicBezTo>
                  <a:cubicBezTo>
                    <a:pt x="47" y="4"/>
                    <a:pt x="39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9" name="Google Shape;10229;p32"/>
            <p:cNvSpPr/>
            <p:nvPr/>
          </p:nvSpPr>
          <p:spPr>
            <a:xfrm>
              <a:off x="4783625" y="3615100"/>
              <a:ext cx="3825" cy="8675"/>
            </a:xfrm>
            <a:custGeom>
              <a:avLst/>
              <a:gdLst/>
              <a:ahLst/>
              <a:cxnLst/>
              <a:rect l="l" t="t" r="r" b="b"/>
              <a:pathLst>
                <a:path w="153" h="347" extrusionOk="0">
                  <a:moveTo>
                    <a:pt x="30" y="1"/>
                  </a:moveTo>
                  <a:cubicBezTo>
                    <a:pt x="28" y="1"/>
                    <a:pt x="25" y="1"/>
                    <a:pt x="22" y="2"/>
                  </a:cubicBezTo>
                  <a:cubicBezTo>
                    <a:pt x="9" y="6"/>
                    <a:pt x="1" y="21"/>
                    <a:pt x="5" y="34"/>
                  </a:cubicBezTo>
                  <a:lnTo>
                    <a:pt x="99" y="329"/>
                  </a:lnTo>
                  <a:cubicBezTo>
                    <a:pt x="102" y="340"/>
                    <a:pt x="113" y="346"/>
                    <a:pt x="123" y="346"/>
                  </a:cubicBezTo>
                  <a:cubicBezTo>
                    <a:pt x="126" y="346"/>
                    <a:pt x="129" y="346"/>
                    <a:pt x="131" y="345"/>
                  </a:cubicBezTo>
                  <a:cubicBezTo>
                    <a:pt x="145" y="341"/>
                    <a:pt x="153" y="326"/>
                    <a:pt x="148" y="313"/>
                  </a:cubicBezTo>
                  <a:lnTo>
                    <a:pt x="55" y="18"/>
                  </a:lnTo>
                  <a:cubicBezTo>
                    <a:pt x="51" y="7"/>
                    <a:pt x="41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0" name="Google Shape;10230;p32"/>
            <p:cNvSpPr/>
            <p:nvPr/>
          </p:nvSpPr>
          <p:spPr>
            <a:xfrm>
              <a:off x="4757575" y="3582500"/>
              <a:ext cx="16900" cy="36975"/>
            </a:xfrm>
            <a:custGeom>
              <a:avLst/>
              <a:gdLst/>
              <a:ahLst/>
              <a:cxnLst/>
              <a:rect l="l" t="t" r="r" b="b"/>
              <a:pathLst>
                <a:path w="676" h="1479" extrusionOk="0">
                  <a:moveTo>
                    <a:pt x="31" y="1"/>
                  </a:moveTo>
                  <a:cubicBezTo>
                    <a:pt x="27" y="1"/>
                    <a:pt x="23" y="2"/>
                    <a:pt x="19" y="4"/>
                  </a:cubicBezTo>
                  <a:cubicBezTo>
                    <a:pt x="6" y="9"/>
                    <a:pt x="0" y="25"/>
                    <a:pt x="7" y="39"/>
                  </a:cubicBezTo>
                  <a:cubicBezTo>
                    <a:pt x="242" y="496"/>
                    <a:pt x="450" y="975"/>
                    <a:pt x="622" y="1461"/>
                  </a:cubicBezTo>
                  <a:cubicBezTo>
                    <a:pt x="626" y="1472"/>
                    <a:pt x="637" y="1478"/>
                    <a:pt x="646" y="1478"/>
                  </a:cubicBezTo>
                  <a:cubicBezTo>
                    <a:pt x="650" y="1478"/>
                    <a:pt x="653" y="1477"/>
                    <a:pt x="655" y="1477"/>
                  </a:cubicBezTo>
                  <a:cubicBezTo>
                    <a:pt x="669" y="1472"/>
                    <a:pt x="676" y="1457"/>
                    <a:pt x="672" y="1443"/>
                  </a:cubicBezTo>
                  <a:cubicBezTo>
                    <a:pt x="497" y="955"/>
                    <a:pt x="290" y="475"/>
                    <a:pt x="54" y="15"/>
                  </a:cubicBezTo>
                  <a:cubicBezTo>
                    <a:pt x="49" y="5"/>
                    <a:pt x="41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1" name="Google Shape;10231;p32"/>
            <p:cNvSpPr/>
            <p:nvPr/>
          </p:nvSpPr>
          <p:spPr>
            <a:xfrm>
              <a:off x="4773975" y="3622625"/>
              <a:ext cx="2700" cy="5075"/>
            </a:xfrm>
            <a:custGeom>
              <a:avLst/>
              <a:gdLst/>
              <a:ahLst/>
              <a:cxnLst/>
              <a:rect l="l" t="t" r="r" b="b"/>
              <a:pathLst>
                <a:path w="108" h="203" extrusionOk="0">
                  <a:moveTo>
                    <a:pt x="29" y="0"/>
                  </a:moveTo>
                  <a:cubicBezTo>
                    <a:pt x="26" y="0"/>
                    <a:pt x="24" y="0"/>
                    <a:pt x="21" y="1"/>
                  </a:cubicBezTo>
                  <a:cubicBezTo>
                    <a:pt x="8" y="6"/>
                    <a:pt x="1" y="20"/>
                    <a:pt x="5" y="35"/>
                  </a:cubicBezTo>
                  <a:lnTo>
                    <a:pt x="53" y="185"/>
                  </a:lnTo>
                  <a:cubicBezTo>
                    <a:pt x="57" y="196"/>
                    <a:pt x="68" y="203"/>
                    <a:pt x="79" y="203"/>
                  </a:cubicBezTo>
                  <a:cubicBezTo>
                    <a:pt x="81" y="203"/>
                    <a:pt x="84" y="203"/>
                    <a:pt x="87" y="202"/>
                  </a:cubicBezTo>
                  <a:cubicBezTo>
                    <a:pt x="100" y="197"/>
                    <a:pt x="107" y="183"/>
                    <a:pt x="103" y="169"/>
                  </a:cubicBezTo>
                  <a:lnTo>
                    <a:pt x="55" y="19"/>
                  </a:lnTo>
                  <a:cubicBezTo>
                    <a:pt x="50" y="7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2" name="Google Shape;10232;p32"/>
            <p:cNvSpPr/>
            <p:nvPr/>
          </p:nvSpPr>
          <p:spPr>
            <a:xfrm>
              <a:off x="4733325" y="3576700"/>
              <a:ext cx="15750" cy="27500"/>
            </a:xfrm>
            <a:custGeom>
              <a:avLst/>
              <a:gdLst/>
              <a:ahLst/>
              <a:cxnLst/>
              <a:rect l="l" t="t" r="r" b="b"/>
              <a:pathLst>
                <a:path w="630" h="1100" extrusionOk="0">
                  <a:moveTo>
                    <a:pt x="29" y="0"/>
                  </a:moveTo>
                  <a:cubicBezTo>
                    <a:pt x="24" y="0"/>
                    <a:pt x="18" y="2"/>
                    <a:pt x="14" y="6"/>
                  </a:cubicBezTo>
                  <a:cubicBezTo>
                    <a:pt x="3" y="14"/>
                    <a:pt x="0" y="30"/>
                    <a:pt x="8" y="41"/>
                  </a:cubicBezTo>
                  <a:cubicBezTo>
                    <a:pt x="237" y="365"/>
                    <a:pt x="429" y="715"/>
                    <a:pt x="577" y="1083"/>
                  </a:cubicBezTo>
                  <a:cubicBezTo>
                    <a:pt x="581" y="1093"/>
                    <a:pt x="591" y="1099"/>
                    <a:pt x="600" y="1099"/>
                  </a:cubicBezTo>
                  <a:cubicBezTo>
                    <a:pt x="604" y="1099"/>
                    <a:pt x="607" y="1098"/>
                    <a:pt x="611" y="1097"/>
                  </a:cubicBezTo>
                  <a:cubicBezTo>
                    <a:pt x="623" y="1091"/>
                    <a:pt x="630" y="1077"/>
                    <a:pt x="625" y="1063"/>
                  </a:cubicBezTo>
                  <a:cubicBezTo>
                    <a:pt x="475" y="692"/>
                    <a:pt x="283" y="338"/>
                    <a:pt x="50" y="11"/>
                  </a:cubicBezTo>
                  <a:cubicBezTo>
                    <a:pt x="45" y="5"/>
                    <a:pt x="37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3" name="Google Shape;10233;p32"/>
            <p:cNvSpPr/>
            <p:nvPr/>
          </p:nvSpPr>
          <p:spPr>
            <a:xfrm>
              <a:off x="4749200" y="3606850"/>
              <a:ext cx="2100" cy="2775"/>
            </a:xfrm>
            <a:custGeom>
              <a:avLst/>
              <a:gdLst/>
              <a:ahLst/>
              <a:cxnLst/>
              <a:rect l="l" t="t" r="r" b="b"/>
              <a:pathLst>
                <a:path w="84" h="111" extrusionOk="0">
                  <a:moveTo>
                    <a:pt x="30" y="0"/>
                  </a:moveTo>
                  <a:cubicBezTo>
                    <a:pt x="26" y="0"/>
                    <a:pt x="23" y="1"/>
                    <a:pt x="19" y="2"/>
                  </a:cubicBezTo>
                  <a:cubicBezTo>
                    <a:pt x="7" y="8"/>
                    <a:pt x="0" y="23"/>
                    <a:pt x="6" y="36"/>
                  </a:cubicBezTo>
                  <a:lnTo>
                    <a:pt x="30" y="95"/>
                  </a:lnTo>
                  <a:cubicBezTo>
                    <a:pt x="34" y="105"/>
                    <a:pt x="45" y="110"/>
                    <a:pt x="54" y="110"/>
                  </a:cubicBezTo>
                  <a:cubicBezTo>
                    <a:pt x="58" y="110"/>
                    <a:pt x="61" y="110"/>
                    <a:pt x="65" y="109"/>
                  </a:cubicBezTo>
                  <a:cubicBezTo>
                    <a:pt x="77" y="103"/>
                    <a:pt x="84" y="87"/>
                    <a:pt x="78" y="75"/>
                  </a:cubicBezTo>
                  <a:lnTo>
                    <a:pt x="54" y="16"/>
                  </a:lnTo>
                  <a:cubicBezTo>
                    <a:pt x="50" y="6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4" name="Google Shape;10234;p32"/>
            <p:cNvSpPr/>
            <p:nvPr/>
          </p:nvSpPr>
          <p:spPr>
            <a:xfrm>
              <a:off x="4734425" y="3588925"/>
              <a:ext cx="12600" cy="29850"/>
            </a:xfrm>
            <a:custGeom>
              <a:avLst/>
              <a:gdLst/>
              <a:ahLst/>
              <a:cxnLst/>
              <a:rect l="l" t="t" r="r" b="b"/>
              <a:pathLst>
                <a:path w="504" h="1194" extrusionOk="0">
                  <a:moveTo>
                    <a:pt x="29" y="1"/>
                  </a:moveTo>
                  <a:cubicBezTo>
                    <a:pt x="25" y="1"/>
                    <a:pt x="21" y="2"/>
                    <a:pt x="17" y="4"/>
                  </a:cubicBezTo>
                  <a:cubicBezTo>
                    <a:pt x="5" y="10"/>
                    <a:pt x="1" y="27"/>
                    <a:pt x="7" y="40"/>
                  </a:cubicBezTo>
                  <a:cubicBezTo>
                    <a:pt x="201" y="397"/>
                    <a:pt x="350" y="779"/>
                    <a:pt x="450" y="1173"/>
                  </a:cubicBezTo>
                  <a:cubicBezTo>
                    <a:pt x="453" y="1185"/>
                    <a:pt x="463" y="1193"/>
                    <a:pt x="476" y="1193"/>
                  </a:cubicBezTo>
                  <a:cubicBezTo>
                    <a:pt x="478" y="1193"/>
                    <a:pt x="480" y="1193"/>
                    <a:pt x="482" y="1192"/>
                  </a:cubicBezTo>
                  <a:cubicBezTo>
                    <a:pt x="496" y="1189"/>
                    <a:pt x="504" y="1174"/>
                    <a:pt x="501" y="1161"/>
                  </a:cubicBezTo>
                  <a:cubicBezTo>
                    <a:pt x="400" y="761"/>
                    <a:pt x="250" y="376"/>
                    <a:pt x="53" y="15"/>
                  </a:cubicBezTo>
                  <a:cubicBezTo>
                    <a:pt x="47" y="6"/>
                    <a:pt x="38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5" name="Google Shape;10235;p32"/>
            <p:cNvSpPr/>
            <p:nvPr/>
          </p:nvSpPr>
          <p:spPr>
            <a:xfrm>
              <a:off x="4698675" y="3623050"/>
              <a:ext cx="21325" cy="3225"/>
            </a:xfrm>
            <a:custGeom>
              <a:avLst/>
              <a:gdLst/>
              <a:ahLst/>
              <a:cxnLst/>
              <a:rect l="l" t="t" r="r" b="b"/>
              <a:pathLst>
                <a:path w="853" h="129" extrusionOk="0">
                  <a:moveTo>
                    <a:pt x="29" y="0"/>
                  </a:moveTo>
                  <a:cubicBezTo>
                    <a:pt x="14" y="0"/>
                    <a:pt x="4" y="9"/>
                    <a:pt x="2" y="23"/>
                  </a:cubicBezTo>
                  <a:cubicBezTo>
                    <a:pt x="1" y="37"/>
                    <a:pt x="10" y="50"/>
                    <a:pt x="23" y="53"/>
                  </a:cubicBezTo>
                  <a:cubicBezTo>
                    <a:pt x="289" y="89"/>
                    <a:pt x="558" y="115"/>
                    <a:pt x="824" y="128"/>
                  </a:cubicBezTo>
                  <a:lnTo>
                    <a:pt x="825" y="128"/>
                  </a:lnTo>
                  <a:cubicBezTo>
                    <a:pt x="840" y="128"/>
                    <a:pt x="851" y="117"/>
                    <a:pt x="852" y="104"/>
                  </a:cubicBezTo>
                  <a:cubicBezTo>
                    <a:pt x="852" y="89"/>
                    <a:pt x="841" y="77"/>
                    <a:pt x="827" y="76"/>
                  </a:cubicBezTo>
                  <a:cubicBezTo>
                    <a:pt x="562" y="63"/>
                    <a:pt x="294" y="38"/>
                    <a:pt x="32" y="0"/>
                  </a:cubicBezTo>
                  <a:cubicBezTo>
                    <a:pt x="31" y="0"/>
                    <a:pt x="3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6" name="Google Shape;10236;p32"/>
            <p:cNvSpPr/>
            <p:nvPr/>
          </p:nvSpPr>
          <p:spPr>
            <a:xfrm>
              <a:off x="4723775" y="3624800"/>
              <a:ext cx="4450" cy="1325"/>
            </a:xfrm>
            <a:custGeom>
              <a:avLst/>
              <a:gdLst/>
              <a:ahLst/>
              <a:cxnLst/>
              <a:rect l="l" t="t" r="r" b="b"/>
              <a:pathLst>
                <a:path w="178" h="53" extrusionOk="0">
                  <a:moveTo>
                    <a:pt x="26" y="0"/>
                  </a:moveTo>
                  <a:cubicBezTo>
                    <a:pt x="11" y="0"/>
                    <a:pt x="0" y="12"/>
                    <a:pt x="0" y="26"/>
                  </a:cubicBezTo>
                  <a:cubicBezTo>
                    <a:pt x="0" y="41"/>
                    <a:pt x="11" y="53"/>
                    <a:pt x="26" y="53"/>
                  </a:cubicBezTo>
                  <a:lnTo>
                    <a:pt x="151" y="53"/>
                  </a:lnTo>
                  <a:cubicBezTo>
                    <a:pt x="166" y="53"/>
                    <a:pt x="176" y="42"/>
                    <a:pt x="176" y="27"/>
                  </a:cubicBezTo>
                  <a:cubicBezTo>
                    <a:pt x="178" y="14"/>
                    <a:pt x="166" y="2"/>
                    <a:pt x="151" y="2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7" name="Google Shape;10237;p32"/>
            <p:cNvSpPr/>
            <p:nvPr/>
          </p:nvSpPr>
          <p:spPr>
            <a:xfrm>
              <a:off x="4691525" y="3610275"/>
              <a:ext cx="28600" cy="4450"/>
            </a:xfrm>
            <a:custGeom>
              <a:avLst/>
              <a:gdLst/>
              <a:ahLst/>
              <a:cxnLst/>
              <a:rect l="l" t="t" r="r" b="b"/>
              <a:pathLst>
                <a:path w="1144" h="178" extrusionOk="0">
                  <a:moveTo>
                    <a:pt x="29" y="0"/>
                  </a:moveTo>
                  <a:cubicBezTo>
                    <a:pt x="17" y="0"/>
                    <a:pt x="7" y="8"/>
                    <a:pt x="4" y="20"/>
                  </a:cubicBezTo>
                  <a:cubicBezTo>
                    <a:pt x="0" y="34"/>
                    <a:pt x="9" y="47"/>
                    <a:pt x="23" y="51"/>
                  </a:cubicBezTo>
                  <a:cubicBezTo>
                    <a:pt x="335" y="136"/>
                    <a:pt x="657" y="178"/>
                    <a:pt x="979" y="178"/>
                  </a:cubicBezTo>
                  <a:cubicBezTo>
                    <a:pt x="1025" y="178"/>
                    <a:pt x="1072" y="178"/>
                    <a:pt x="1118" y="175"/>
                  </a:cubicBezTo>
                  <a:cubicBezTo>
                    <a:pt x="1133" y="175"/>
                    <a:pt x="1144" y="163"/>
                    <a:pt x="1144" y="148"/>
                  </a:cubicBezTo>
                  <a:cubicBezTo>
                    <a:pt x="1142" y="135"/>
                    <a:pt x="1131" y="124"/>
                    <a:pt x="1117" y="124"/>
                  </a:cubicBezTo>
                  <a:cubicBezTo>
                    <a:pt x="1071" y="125"/>
                    <a:pt x="1026" y="126"/>
                    <a:pt x="980" y="126"/>
                  </a:cubicBezTo>
                  <a:cubicBezTo>
                    <a:pt x="662" y="126"/>
                    <a:pt x="345" y="85"/>
                    <a:pt x="36" y="1"/>
                  </a:cubicBezTo>
                  <a:cubicBezTo>
                    <a:pt x="34" y="1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8" name="Google Shape;10238;p32"/>
            <p:cNvSpPr/>
            <p:nvPr/>
          </p:nvSpPr>
          <p:spPr>
            <a:xfrm>
              <a:off x="4697675" y="3600850"/>
              <a:ext cx="28025" cy="4150"/>
            </a:xfrm>
            <a:custGeom>
              <a:avLst/>
              <a:gdLst/>
              <a:ahLst/>
              <a:cxnLst/>
              <a:rect l="l" t="t" r="r" b="b"/>
              <a:pathLst>
                <a:path w="1121" h="166" extrusionOk="0">
                  <a:moveTo>
                    <a:pt x="31" y="0"/>
                  </a:moveTo>
                  <a:cubicBezTo>
                    <a:pt x="19" y="0"/>
                    <a:pt x="7" y="8"/>
                    <a:pt x="3" y="20"/>
                  </a:cubicBezTo>
                  <a:cubicBezTo>
                    <a:pt x="0" y="35"/>
                    <a:pt x="10" y="49"/>
                    <a:pt x="23" y="51"/>
                  </a:cubicBezTo>
                  <a:cubicBezTo>
                    <a:pt x="376" y="123"/>
                    <a:pt x="736" y="160"/>
                    <a:pt x="1095" y="166"/>
                  </a:cubicBezTo>
                  <a:cubicBezTo>
                    <a:pt x="1109" y="166"/>
                    <a:pt x="1121" y="154"/>
                    <a:pt x="1121" y="140"/>
                  </a:cubicBezTo>
                  <a:cubicBezTo>
                    <a:pt x="1121" y="125"/>
                    <a:pt x="1110" y="113"/>
                    <a:pt x="1095" y="113"/>
                  </a:cubicBezTo>
                  <a:cubicBezTo>
                    <a:pt x="740" y="109"/>
                    <a:pt x="382" y="72"/>
                    <a:pt x="34" y="0"/>
                  </a:cubicBezTo>
                  <a:cubicBezTo>
                    <a:pt x="33" y="0"/>
                    <a:pt x="32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9" name="Google Shape;10239;p32"/>
            <p:cNvSpPr/>
            <p:nvPr/>
          </p:nvSpPr>
          <p:spPr>
            <a:xfrm>
              <a:off x="4722825" y="3634075"/>
              <a:ext cx="47100" cy="3825"/>
            </a:xfrm>
            <a:custGeom>
              <a:avLst/>
              <a:gdLst/>
              <a:ahLst/>
              <a:cxnLst/>
              <a:rect l="l" t="t" r="r" b="b"/>
              <a:pathLst>
                <a:path w="1884" h="153" extrusionOk="0">
                  <a:moveTo>
                    <a:pt x="1857" y="0"/>
                  </a:moveTo>
                  <a:cubicBezTo>
                    <a:pt x="1855" y="0"/>
                    <a:pt x="1853" y="0"/>
                    <a:pt x="1852" y="0"/>
                  </a:cubicBezTo>
                  <a:cubicBezTo>
                    <a:pt x="1454" y="67"/>
                    <a:pt x="1050" y="101"/>
                    <a:pt x="647" y="101"/>
                  </a:cubicBezTo>
                  <a:cubicBezTo>
                    <a:pt x="441" y="101"/>
                    <a:pt x="235" y="92"/>
                    <a:pt x="30" y="74"/>
                  </a:cubicBezTo>
                  <a:cubicBezTo>
                    <a:pt x="29" y="74"/>
                    <a:pt x="29" y="74"/>
                    <a:pt x="28" y="74"/>
                  </a:cubicBezTo>
                  <a:cubicBezTo>
                    <a:pt x="15" y="74"/>
                    <a:pt x="3" y="85"/>
                    <a:pt x="2" y="97"/>
                  </a:cubicBezTo>
                  <a:cubicBezTo>
                    <a:pt x="1" y="112"/>
                    <a:pt x="11" y="124"/>
                    <a:pt x="26" y="126"/>
                  </a:cubicBezTo>
                  <a:cubicBezTo>
                    <a:pt x="233" y="143"/>
                    <a:pt x="442" y="153"/>
                    <a:pt x="649" y="153"/>
                  </a:cubicBezTo>
                  <a:cubicBezTo>
                    <a:pt x="1055" y="153"/>
                    <a:pt x="1460" y="119"/>
                    <a:pt x="1860" y="52"/>
                  </a:cubicBezTo>
                  <a:cubicBezTo>
                    <a:pt x="1875" y="49"/>
                    <a:pt x="1884" y="35"/>
                    <a:pt x="1881" y="21"/>
                  </a:cubicBezTo>
                  <a:cubicBezTo>
                    <a:pt x="1879" y="9"/>
                    <a:pt x="1869" y="0"/>
                    <a:pt x="185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0" name="Google Shape;10240;p32"/>
            <p:cNvSpPr/>
            <p:nvPr/>
          </p:nvSpPr>
          <p:spPr>
            <a:xfrm>
              <a:off x="4759075" y="3651650"/>
              <a:ext cx="36900" cy="11975"/>
            </a:xfrm>
            <a:custGeom>
              <a:avLst/>
              <a:gdLst/>
              <a:ahLst/>
              <a:cxnLst/>
              <a:rect l="l" t="t" r="r" b="b"/>
              <a:pathLst>
                <a:path w="1476" h="479" extrusionOk="0">
                  <a:moveTo>
                    <a:pt x="1446" y="1"/>
                  </a:moveTo>
                  <a:cubicBezTo>
                    <a:pt x="1443" y="1"/>
                    <a:pt x="1439" y="1"/>
                    <a:pt x="1436" y="2"/>
                  </a:cubicBezTo>
                  <a:cubicBezTo>
                    <a:pt x="980" y="185"/>
                    <a:pt x="505" y="328"/>
                    <a:pt x="24" y="428"/>
                  </a:cubicBezTo>
                  <a:cubicBezTo>
                    <a:pt x="10" y="430"/>
                    <a:pt x="1" y="444"/>
                    <a:pt x="3" y="458"/>
                  </a:cubicBezTo>
                  <a:cubicBezTo>
                    <a:pt x="6" y="471"/>
                    <a:pt x="17" y="479"/>
                    <a:pt x="29" y="479"/>
                  </a:cubicBezTo>
                  <a:lnTo>
                    <a:pt x="33" y="479"/>
                  </a:lnTo>
                  <a:cubicBezTo>
                    <a:pt x="519" y="379"/>
                    <a:pt x="996" y="235"/>
                    <a:pt x="1455" y="50"/>
                  </a:cubicBezTo>
                  <a:cubicBezTo>
                    <a:pt x="1469" y="45"/>
                    <a:pt x="1475" y="29"/>
                    <a:pt x="1470" y="16"/>
                  </a:cubicBezTo>
                  <a:cubicBezTo>
                    <a:pt x="1466" y="7"/>
                    <a:pt x="1456" y="1"/>
                    <a:pt x="144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1" name="Google Shape;10241;p32"/>
            <p:cNvSpPr/>
            <p:nvPr/>
          </p:nvSpPr>
          <p:spPr>
            <a:xfrm>
              <a:off x="4748375" y="3663075"/>
              <a:ext cx="5525" cy="1725"/>
            </a:xfrm>
            <a:custGeom>
              <a:avLst/>
              <a:gdLst/>
              <a:ahLst/>
              <a:cxnLst/>
              <a:rect l="l" t="t" r="r" b="b"/>
              <a:pathLst>
                <a:path w="221" h="69" extrusionOk="0">
                  <a:moveTo>
                    <a:pt x="191" y="0"/>
                  </a:moveTo>
                  <a:lnTo>
                    <a:pt x="25" y="18"/>
                  </a:lnTo>
                  <a:cubicBezTo>
                    <a:pt x="10" y="19"/>
                    <a:pt x="1" y="31"/>
                    <a:pt x="2" y="46"/>
                  </a:cubicBezTo>
                  <a:cubicBezTo>
                    <a:pt x="2" y="59"/>
                    <a:pt x="14" y="69"/>
                    <a:pt x="28" y="69"/>
                  </a:cubicBezTo>
                  <a:lnTo>
                    <a:pt x="31" y="69"/>
                  </a:lnTo>
                  <a:lnTo>
                    <a:pt x="196" y="53"/>
                  </a:lnTo>
                  <a:cubicBezTo>
                    <a:pt x="210" y="51"/>
                    <a:pt x="220" y="38"/>
                    <a:pt x="219" y="24"/>
                  </a:cubicBezTo>
                  <a:cubicBezTo>
                    <a:pt x="218" y="10"/>
                    <a:pt x="204" y="0"/>
                    <a:pt x="19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2" name="Google Shape;10242;p32"/>
            <p:cNvSpPr/>
            <p:nvPr/>
          </p:nvSpPr>
          <p:spPr>
            <a:xfrm>
              <a:off x="4785950" y="3664450"/>
              <a:ext cx="32425" cy="13300"/>
            </a:xfrm>
            <a:custGeom>
              <a:avLst/>
              <a:gdLst/>
              <a:ahLst/>
              <a:cxnLst/>
              <a:rect l="l" t="t" r="r" b="b"/>
              <a:pathLst>
                <a:path w="1297" h="532" extrusionOk="0">
                  <a:moveTo>
                    <a:pt x="1267" y="0"/>
                  </a:moveTo>
                  <a:cubicBezTo>
                    <a:pt x="1262" y="0"/>
                    <a:pt x="1257" y="1"/>
                    <a:pt x="1253" y="4"/>
                  </a:cubicBezTo>
                  <a:cubicBezTo>
                    <a:pt x="872" y="236"/>
                    <a:pt x="459" y="396"/>
                    <a:pt x="24" y="481"/>
                  </a:cubicBezTo>
                  <a:cubicBezTo>
                    <a:pt x="9" y="483"/>
                    <a:pt x="1" y="497"/>
                    <a:pt x="3" y="510"/>
                  </a:cubicBezTo>
                  <a:cubicBezTo>
                    <a:pt x="5" y="524"/>
                    <a:pt x="17" y="532"/>
                    <a:pt x="28" y="532"/>
                  </a:cubicBezTo>
                  <a:lnTo>
                    <a:pt x="33" y="532"/>
                  </a:lnTo>
                  <a:cubicBezTo>
                    <a:pt x="476" y="446"/>
                    <a:pt x="895" y="283"/>
                    <a:pt x="1280" y="49"/>
                  </a:cubicBezTo>
                  <a:cubicBezTo>
                    <a:pt x="1292" y="41"/>
                    <a:pt x="1296" y="25"/>
                    <a:pt x="1288" y="12"/>
                  </a:cubicBezTo>
                  <a:cubicBezTo>
                    <a:pt x="1283" y="5"/>
                    <a:pt x="1275" y="0"/>
                    <a:pt x="126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3" name="Google Shape;10243;p32"/>
            <p:cNvSpPr/>
            <p:nvPr/>
          </p:nvSpPr>
          <p:spPr>
            <a:xfrm>
              <a:off x="4801350" y="3668975"/>
              <a:ext cx="24900" cy="13325"/>
            </a:xfrm>
            <a:custGeom>
              <a:avLst/>
              <a:gdLst/>
              <a:ahLst/>
              <a:cxnLst/>
              <a:rect l="l" t="t" r="r" b="b"/>
              <a:pathLst>
                <a:path w="996" h="533" extrusionOk="0">
                  <a:moveTo>
                    <a:pt x="965" y="0"/>
                  </a:moveTo>
                  <a:cubicBezTo>
                    <a:pt x="960" y="0"/>
                    <a:pt x="955" y="2"/>
                    <a:pt x="951" y="5"/>
                  </a:cubicBezTo>
                  <a:cubicBezTo>
                    <a:pt x="669" y="216"/>
                    <a:pt x="357" y="376"/>
                    <a:pt x="22" y="481"/>
                  </a:cubicBezTo>
                  <a:cubicBezTo>
                    <a:pt x="9" y="485"/>
                    <a:pt x="1" y="500"/>
                    <a:pt x="5" y="513"/>
                  </a:cubicBezTo>
                  <a:cubicBezTo>
                    <a:pt x="9" y="524"/>
                    <a:pt x="20" y="532"/>
                    <a:pt x="30" y="532"/>
                  </a:cubicBezTo>
                  <a:cubicBezTo>
                    <a:pt x="33" y="532"/>
                    <a:pt x="36" y="531"/>
                    <a:pt x="39" y="531"/>
                  </a:cubicBezTo>
                  <a:cubicBezTo>
                    <a:pt x="379" y="423"/>
                    <a:pt x="695" y="261"/>
                    <a:pt x="982" y="47"/>
                  </a:cubicBezTo>
                  <a:cubicBezTo>
                    <a:pt x="992" y="39"/>
                    <a:pt x="995" y="22"/>
                    <a:pt x="987" y="10"/>
                  </a:cubicBezTo>
                  <a:cubicBezTo>
                    <a:pt x="981" y="4"/>
                    <a:pt x="973" y="0"/>
                    <a:pt x="96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4" name="Google Shape;10244;p32"/>
            <p:cNvSpPr/>
            <p:nvPr/>
          </p:nvSpPr>
          <p:spPr>
            <a:xfrm>
              <a:off x="4793050" y="3683000"/>
              <a:ext cx="25225" cy="9225"/>
            </a:xfrm>
            <a:custGeom>
              <a:avLst/>
              <a:gdLst/>
              <a:ahLst/>
              <a:cxnLst/>
              <a:rect l="l" t="t" r="r" b="b"/>
              <a:pathLst>
                <a:path w="1009" h="369" extrusionOk="0">
                  <a:moveTo>
                    <a:pt x="979" y="0"/>
                  </a:moveTo>
                  <a:cubicBezTo>
                    <a:pt x="976" y="0"/>
                    <a:pt x="972" y="1"/>
                    <a:pt x="969" y="2"/>
                  </a:cubicBezTo>
                  <a:cubicBezTo>
                    <a:pt x="662" y="127"/>
                    <a:pt x="345" y="234"/>
                    <a:pt x="23" y="317"/>
                  </a:cubicBezTo>
                  <a:cubicBezTo>
                    <a:pt x="9" y="321"/>
                    <a:pt x="1" y="336"/>
                    <a:pt x="5" y="349"/>
                  </a:cubicBezTo>
                  <a:cubicBezTo>
                    <a:pt x="7" y="361"/>
                    <a:pt x="18" y="368"/>
                    <a:pt x="29" y="368"/>
                  </a:cubicBezTo>
                  <a:lnTo>
                    <a:pt x="36" y="368"/>
                  </a:lnTo>
                  <a:cubicBezTo>
                    <a:pt x="360" y="283"/>
                    <a:pt x="680" y="177"/>
                    <a:pt x="988" y="49"/>
                  </a:cubicBezTo>
                  <a:cubicBezTo>
                    <a:pt x="1001" y="44"/>
                    <a:pt x="1008" y="29"/>
                    <a:pt x="1003" y="16"/>
                  </a:cubicBezTo>
                  <a:cubicBezTo>
                    <a:pt x="999" y="6"/>
                    <a:pt x="989" y="0"/>
                    <a:pt x="97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5" name="Google Shape;10245;p32"/>
            <p:cNvSpPr/>
            <p:nvPr/>
          </p:nvSpPr>
          <p:spPr>
            <a:xfrm>
              <a:off x="4820775" y="3679175"/>
              <a:ext cx="7050" cy="3700"/>
            </a:xfrm>
            <a:custGeom>
              <a:avLst/>
              <a:gdLst/>
              <a:ahLst/>
              <a:cxnLst/>
              <a:rect l="l" t="t" r="r" b="b"/>
              <a:pathLst>
                <a:path w="282" h="148" extrusionOk="0">
                  <a:moveTo>
                    <a:pt x="251" y="0"/>
                  </a:moveTo>
                  <a:cubicBezTo>
                    <a:pt x="247" y="0"/>
                    <a:pt x="244" y="1"/>
                    <a:pt x="241" y="2"/>
                  </a:cubicBezTo>
                  <a:lnTo>
                    <a:pt x="19" y="97"/>
                  </a:lnTo>
                  <a:cubicBezTo>
                    <a:pt x="7" y="103"/>
                    <a:pt x="0" y="119"/>
                    <a:pt x="6" y="131"/>
                  </a:cubicBezTo>
                  <a:cubicBezTo>
                    <a:pt x="11" y="142"/>
                    <a:pt x="19" y="147"/>
                    <a:pt x="30" y="147"/>
                  </a:cubicBezTo>
                  <a:cubicBezTo>
                    <a:pt x="34" y="147"/>
                    <a:pt x="36" y="146"/>
                    <a:pt x="40" y="145"/>
                  </a:cubicBezTo>
                  <a:lnTo>
                    <a:pt x="261" y="50"/>
                  </a:lnTo>
                  <a:cubicBezTo>
                    <a:pt x="275" y="45"/>
                    <a:pt x="281" y="29"/>
                    <a:pt x="276" y="15"/>
                  </a:cubicBezTo>
                  <a:cubicBezTo>
                    <a:pt x="271" y="6"/>
                    <a:pt x="261" y="0"/>
                    <a:pt x="25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6" name="Google Shape;10246;p32"/>
            <p:cNvSpPr/>
            <p:nvPr/>
          </p:nvSpPr>
          <p:spPr>
            <a:xfrm>
              <a:off x="4820000" y="3692075"/>
              <a:ext cx="20675" cy="6325"/>
            </a:xfrm>
            <a:custGeom>
              <a:avLst/>
              <a:gdLst/>
              <a:ahLst/>
              <a:cxnLst/>
              <a:rect l="l" t="t" r="r" b="b"/>
              <a:pathLst>
                <a:path w="827" h="253" extrusionOk="0">
                  <a:moveTo>
                    <a:pt x="796" y="1"/>
                  </a:moveTo>
                  <a:cubicBezTo>
                    <a:pt x="795" y="1"/>
                    <a:pt x="793" y="1"/>
                    <a:pt x="791" y="1"/>
                  </a:cubicBezTo>
                  <a:lnTo>
                    <a:pt x="22" y="203"/>
                  </a:lnTo>
                  <a:cubicBezTo>
                    <a:pt x="8" y="206"/>
                    <a:pt x="0" y="220"/>
                    <a:pt x="4" y="234"/>
                  </a:cubicBezTo>
                  <a:cubicBezTo>
                    <a:pt x="7" y="246"/>
                    <a:pt x="16" y="253"/>
                    <a:pt x="28" y="253"/>
                  </a:cubicBezTo>
                  <a:lnTo>
                    <a:pt x="35" y="253"/>
                  </a:lnTo>
                  <a:lnTo>
                    <a:pt x="803" y="51"/>
                  </a:lnTo>
                  <a:cubicBezTo>
                    <a:pt x="818" y="48"/>
                    <a:pt x="826" y="33"/>
                    <a:pt x="822" y="20"/>
                  </a:cubicBezTo>
                  <a:cubicBezTo>
                    <a:pt x="819" y="8"/>
                    <a:pt x="808" y="1"/>
                    <a:pt x="79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7" name="Google Shape;10247;p32"/>
            <p:cNvSpPr/>
            <p:nvPr/>
          </p:nvSpPr>
          <p:spPr>
            <a:xfrm>
              <a:off x="4843200" y="3690275"/>
              <a:ext cx="5325" cy="2300"/>
            </a:xfrm>
            <a:custGeom>
              <a:avLst/>
              <a:gdLst/>
              <a:ahLst/>
              <a:cxnLst/>
              <a:rect l="l" t="t" r="r" b="b"/>
              <a:pathLst>
                <a:path w="213" h="92" extrusionOk="0">
                  <a:moveTo>
                    <a:pt x="186" y="0"/>
                  </a:moveTo>
                  <a:cubicBezTo>
                    <a:pt x="184" y="0"/>
                    <a:pt x="181" y="1"/>
                    <a:pt x="178" y="2"/>
                  </a:cubicBezTo>
                  <a:lnTo>
                    <a:pt x="22" y="41"/>
                  </a:lnTo>
                  <a:cubicBezTo>
                    <a:pt x="9" y="44"/>
                    <a:pt x="0" y="58"/>
                    <a:pt x="3" y="72"/>
                  </a:cubicBezTo>
                  <a:cubicBezTo>
                    <a:pt x="6" y="84"/>
                    <a:pt x="17" y="92"/>
                    <a:pt x="29" y="92"/>
                  </a:cubicBezTo>
                  <a:cubicBezTo>
                    <a:pt x="30" y="92"/>
                    <a:pt x="33" y="92"/>
                    <a:pt x="35" y="91"/>
                  </a:cubicBezTo>
                  <a:lnTo>
                    <a:pt x="190" y="52"/>
                  </a:lnTo>
                  <a:cubicBezTo>
                    <a:pt x="205" y="48"/>
                    <a:pt x="213" y="34"/>
                    <a:pt x="209" y="21"/>
                  </a:cubicBezTo>
                  <a:cubicBezTo>
                    <a:pt x="207" y="9"/>
                    <a:pt x="198" y="0"/>
                    <a:pt x="18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8" name="Google Shape;10248;p32"/>
            <p:cNvSpPr/>
            <p:nvPr/>
          </p:nvSpPr>
          <p:spPr>
            <a:xfrm>
              <a:off x="4846150" y="3692625"/>
              <a:ext cx="12000" cy="5075"/>
            </a:xfrm>
            <a:custGeom>
              <a:avLst/>
              <a:gdLst/>
              <a:ahLst/>
              <a:cxnLst/>
              <a:rect l="l" t="t" r="r" b="b"/>
              <a:pathLst>
                <a:path w="480" h="203" extrusionOk="0">
                  <a:moveTo>
                    <a:pt x="452" y="0"/>
                  </a:moveTo>
                  <a:cubicBezTo>
                    <a:pt x="448" y="0"/>
                    <a:pt x="445" y="1"/>
                    <a:pt x="442" y="2"/>
                  </a:cubicBezTo>
                  <a:lnTo>
                    <a:pt x="22" y="151"/>
                  </a:lnTo>
                  <a:cubicBezTo>
                    <a:pt x="9" y="157"/>
                    <a:pt x="1" y="172"/>
                    <a:pt x="6" y="185"/>
                  </a:cubicBezTo>
                  <a:cubicBezTo>
                    <a:pt x="10" y="196"/>
                    <a:pt x="20" y="202"/>
                    <a:pt x="30" y="202"/>
                  </a:cubicBezTo>
                  <a:cubicBezTo>
                    <a:pt x="33" y="202"/>
                    <a:pt x="36" y="201"/>
                    <a:pt x="40" y="201"/>
                  </a:cubicBezTo>
                  <a:lnTo>
                    <a:pt x="460" y="50"/>
                  </a:lnTo>
                  <a:cubicBezTo>
                    <a:pt x="473" y="46"/>
                    <a:pt x="480" y="30"/>
                    <a:pt x="476" y="17"/>
                  </a:cubicBezTo>
                  <a:cubicBezTo>
                    <a:pt x="472" y="7"/>
                    <a:pt x="462" y="0"/>
                    <a:pt x="45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9" name="Google Shape;10249;p32"/>
            <p:cNvSpPr/>
            <p:nvPr/>
          </p:nvSpPr>
          <p:spPr>
            <a:xfrm>
              <a:off x="4861025" y="3688775"/>
              <a:ext cx="8600" cy="3775"/>
            </a:xfrm>
            <a:custGeom>
              <a:avLst/>
              <a:gdLst/>
              <a:ahLst/>
              <a:cxnLst/>
              <a:rect l="l" t="t" r="r" b="b"/>
              <a:pathLst>
                <a:path w="344" h="151" extrusionOk="0">
                  <a:moveTo>
                    <a:pt x="315" y="0"/>
                  </a:moveTo>
                  <a:cubicBezTo>
                    <a:pt x="312" y="0"/>
                    <a:pt x="309" y="0"/>
                    <a:pt x="306" y="1"/>
                  </a:cubicBezTo>
                  <a:lnTo>
                    <a:pt x="22" y="100"/>
                  </a:lnTo>
                  <a:cubicBezTo>
                    <a:pt x="9" y="105"/>
                    <a:pt x="0" y="120"/>
                    <a:pt x="6" y="133"/>
                  </a:cubicBezTo>
                  <a:cubicBezTo>
                    <a:pt x="10" y="144"/>
                    <a:pt x="19" y="151"/>
                    <a:pt x="30" y="151"/>
                  </a:cubicBezTo>
                  <a:cubicBezTo>
                    <a:pt x="33" y="151"/>
                    <a:pt x="35" y="149"/>
                    <a:pt x="38" y="149"/>
                  </a:cubicBezTo>
                  <a:lnTo>
                    <a:pt x="322" y="50"/>
                  </a:lnTo>
                  <a:cubicBezTo>
                    <a:pt x="337" y="46"/>
                    <a:pt x="344" y="31"/>
                    <a:pt x="338" y="17"/>
                  </a:cubicBezTo>
                  <a:cubicBezTo>
                    <a:pt x="335" y="6"/>
                    <a:pt x="325" y="0"/>
                    <a:pt x="31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0" name="Google Shape;10250;p32"/>
            <p:cNvSpPr/>
            <p:nvPr/>
          </p:nvSpPr>
          <p:spPr>
            <a:xfrm>
              <a:off x="4717350" y="3721575"/>
              <a:ext cx="34125" cy="17975"/>
            </a:xfrm>
            <a:custGeom>
              <a:avLst/>
              <a:gdLst/>
              <a:ahLst/>
              <a:cxnLst/>
              <a:rect l="l" t="t" r="r" b="b"/>
              <a:pathLst>
                <a:path w="1365" h="719" extrusionOk="0">
                  <a:moveTo>
                    <a:pt x="31" y="1"/>
                  </a:moveTo>
                  <a:cubicBezTo>
                    <a:pt x="21" y="1"/>
                    <a:pt x="11" y="7"/>
                    <a:pt x="6" y="17"/>
                  </a:cubicBezTo>
                  <a:cubicBezTo>
                    <a:pt x="0" y="29"/>
                    <a:pt x="7" y="45"/>
                    <a:pt x="19" y="51"/>
                  </a:cubicBezTo>
                  <a:cubicBezTo>
                    <a:pt x="467" y="242"/>
                    <a:pt x="904" y="465"/>
                    <a:pt x="1323" y="715"/>
                  </a:cubicBezTo>
                  <a:cubicBezTo>
                    <a:pt x="1327" y="717"/>
                    <a:pt x="1331" y="718"/>
                    <a:pt x="1335" y="718"/>
                  </a:cubicBezTo>
                  <a:cubicBezTo>
                    <a:pt x="1344" y="718"/>
                    <a:pt x="1352" y="714"/>
                    <a:pt x="1358" y="706"/>
                  </a:cubicBezTo>
                  <a:cubicBezTo>
                    <a:pt x="1364" y="694"/>
                    <a:pt x="1360" y="678"/>
                    <a:pt x="1348" y="670"/>
                  </a:cubicBezTo>
                  <a:cubicBezTo>
                    <a:pt x="930" y="419"/>
                    <a:pt x="489" y="195"/>
                    <a:pt x="41" y="2"/>
                  </a:cubicBezTo>
                  <a:cubicBezTo>
                    <a:pt x="37" y="1"/>
                    <a:pt x="34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1" name="Google Shape;10251;p32"/>
            <p:cNvSpPr/>
            <p:nvPr/>
          </p:nvSpPr>
          <p:spPr>
            <a:xfrm>
              <a:off x="4756200" y="3742575"/>
              <a:ext cx="7250" cy="5075"/>
            </a:xfrm>
            <a:custGeom>
              <a:avLst/>
              <a:gdLst/>
              <a:ahLst/>
              <a:cxnLst/>
              <a:rect l="l" t="t" r="r" b="b"/>
              <a:pathLst>
                <a:path w="290" h="203" extrusionOk="0">
                  <a:moveTo>
                    <a:pt x="31" y="1"/>
                  </a:moveTo>
                  <a:cubicBezTo>
                    <a:pt x="22" y="1"/>
                    <a:pt x="13" y="5"/>
                    <a:pt x="8" y="13"/>
                  </a:cubicBezTo>
                  <a:cubicBezTo>
                    <a:pt x="0" y="25"/>
                    <a:pt x="4" y="41"/>
                    <a:pt x="16" y="49"/>
                  </a:cubicBezTo>
                  <a:lnTo>
                    <a:pt x="246" y="198"/>
                  </a:lnTo>
                  <a:cubicBezTo>
                    <a:pt x="250" y="201"/>
                    <a:pt x="256" y="202"/>
                    <a:pt x="260" y="202"/>
                  </a:cubicBezTo>
                  <a:cubicBezTo>
                    <a:pt x="269" y="202"/>
                    <a:pt x="277" y="198"/>
                    <a:pt x="281" y="190"/>
                  </a:cubicBezTo>
                  <a:cubicBezTo>
                    <a:pt x="289" y="178"/>
                    <a:pt x="287" y="162"/>
                    <a:pt x="275" y="154"/>
                  </a:cubicBezTo>
                  <a:lnTo>
                    <a:pt x="45" y="5"/>
                  </a:lnTo>
                  <a:cubicBezTo>
                    <a:pt x="40" y="2"/>
                    <a:pt x="35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2" name="Google Shape;10252;p32"/>
            <p:cNvSpPr/>
            <p:nvPr/>
          </p:nvSpPr>
          <p:spPr>
            <a:xfrm>
              <a:off x="4710125" y="3726100"/>
              <a:ext cx="38275" cy="20500"/>
            </a:xfrm>
            <a:custGeom>
              <a:avLst/>
              <a:gdLst/>
              <a:ahLst/>
              <a:cxnLst/>
              <a:rect l="l" t="t" r="r" b="b"/>
              <a:pathLst>
                <a:path w="1531" h="820" extrusionOk="0">
                  <a:moveTo>
                    <a:pt x="30" y="1"/>
                  </a:moveTo>
                  <a:cubicBezTo>
                    <a:pt x="19" y="1"/>
                    <a:pt x="9" y="6"/>
                    <a:pt x="5" y="16"/>
                  </a:cubicBezTo>
                  <a:cubicBezTo>
                    <a:pt x="0" y="30"/>
                    <a:pt x="5" y="45"/>
                    <a:pt x="19" y="50"/>
                  </a:cubicBezTo>
                  <a:cubicBezTo>
                    <a:pt x="525" y="271"/>
                    <a:pt x="1018" y="528"/>
                    <a:pt x="1487" y="817"/>
                  </a:cubicBezTo>
                  <a:cubicBezTo>
                    <a:pt x="1492" y="820"/>
                    <a:pt x="1496" y="820"/>
                    <a:pt x="1501" y="820"/>
                  </a:cubicBezTo>
                  <a:cubicBezTo>
                    <a:pt x="1509" y="820"/>
                    <a:pt x="1518" y="816"/>
                    <a:pt x="1523" y="807"/>
                  </a:cubicBezTo>
                  <a:cubicBezTo>
                    <a:pt x="1531" y="795"/>
                    <a:pt x="1527" y="779"/>
                    <a:pt x="1515" y="773"/>
                  </a:cubicBezTo>
                  <a:cubicBezTo>
                    <a:pt x="1044" y="483"/>
                    <a:pt x="548" y="224"/>
                    <a:pt x="40" y="3"/>
                  </a:cubicBezTo>
                  <a:cubicBezTo>
                    <a:pt x="37" y="2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3" name="Google Shape;10253;p32"/>
            <p:cNvSpPr/>
            <p:nvPr/>
          </p:nvSpPr>
          <p:spPr>
            <a:xfrm>
              <a:off x="4755650" y="3751450"/>
              <a:ext cx="8225" cy="5500"/>
            </a:xfrm>
            <a:custGeom>
              <a:avLst/>
              <a:gdLst/>
              <a:ahLst/>
              <a:cxnLst/>
              <a:rect l="l" t="t" r="r" b="b"/>
              <a:pathLst>
                <a:path w="329" h="220" extrusionOk="0">
                  <a:moveTo>
                    <a:pt x="31" y="0"/>
                  </a:moveTo>
                  <a:cubicBezTo>
                    <a:pt x="23" y="0"/>
                    <a:pt x="14" y="5"/>
                    <a:pt x="9" y="13"/>
                  </a:cubicBezTo>
                  <a:cubicBezTo>
                    <a:pt x="1" y="25"/>
                    <a:pt x="5" y="40"/>
                    <a:pt x="17" y="48"/>
                  </a:cubicBezTo>
                  <a:lnTo>
                    <a:pt x="286" y="216"/>
                  </a:lnTo>
                  <a:cubicBezTo>
                    <a:pt x="290" y="219"/>
                    <a:pt x="295" y="220"/>
                    <a:pt x="299" y="220"/>
                  </a:cubicBezTo>
                  <a:cubicBezTo>
                    <a:pt x="307" y="220"/>
                    <a:pt x="317" y="216"/>
                    <a:pt x="321" y="208"/>
                  </a:cubicBezTo>
                  <a:cubicBezTo>
                    <a:pt x="329" y="196"/>
                    <a:pt x="325" y="180"/>
                    <a:pt x="313" y="173"/>
                  </a:cubicBezTo>
                  <a:lnTo>
                    <a:pt x="44" y="3"/>
                  </a:lnTo>
                  <a:cubicBezTo>
                    <a:pt x="40" y="1"/>
                    <a:pt x="35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4" name="Google Shape;10254;p32"/>
            <p:cNvSpPr/>
            <p:nvPr/>
          </p:nvSpPr>
          <p:spPr>
            <a:xfrm>
              <a:off x="4719700" y="3745250"/>
              <a:ext cx="42875" cy="22950"/>
            </a:xfrm>
            <a:custGeom>
              <a:avLst/>
              <a:gdLst/>
              <a:ahLst/>
              <a:cxnLst/>
              <a:rect l="l" t="t" r="r" b="b"/>
              <a:pathLst>
                <a:path w="1715" h="918" extrusionOk="0">
                  <a:moveTo>
                    <a:pt x="30" y="1"/>
                  </a:moveTo>
                  <a:cubicBezTo>
                    <a:pt x="19" y="1"/>
                    <a:pt x="10" y="7"/>
                    <a:pt x="6" y="16"/>
                  </a:cubicBezTo>
                  <a:cubicBezTo>
                    <a:pt x="0" y="29"/>
                    <a:pt x="6" y="46"/>
                    <a:pt x="19" y="51"/>
                  </a:cubicBezTo>
                  <a:cubicBezTo>
                    <a:pt x="594" y="285"/>
                    <a:pt x="1151" y="576"/>
                    <a:pt x="1671" y="913"/>
                  </a:cubicBezTo>
                  <a:cubicBezTo>
                    <a:pt x="1675" y="916"/>
                    <a:pt x="1681" y="917"/>
                    <a:pt x="1685" y="917"/>
                  </a:cubicBezTo>
                  <a:cubicBezTo>
                    <a:pt x="1694" y="917"/>
                    <a:pt x="1702" y="913"/>
                    <a:pt x="1706" y="907"/>
                  </a:cubicBezTo>
                  <a:cubicBezTo>
                    <a:pt x="1714" y="894"/>
                    <a:pt x="1712" y="878"/>
                    <a:pt x="1700" y="870"/>
                  </a:cubicBezTo>
                  <a:cubicBezTo>
                    <a:pt x="1176" y="530"/>
                    <a:pt x="617" y="238"/>
                    <a:pt x="39" y="2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5" name="Google Shape;10255;p32"/>
            <p:cNvSpPr/>
            <p:nvPr/>
          </p:nvSpPr>
          <p:spPr>
            <a:xfrm>
              <a:off x="4690200" y="3742150"/>
              <a:ext cx="25600" cy="14150"/>
            </a:xfrm>
            <a:custGeom>
              <a:avLst/>
              <a:gdLst/>
              <a:ahLst/>
              <a:cxnLst/>
              <a:rect l="l" t="t" r="r" b="b"/>
              <a:pathLst>
                <a:path w="1024" h="566" extrusionOk="0">
                  <a:moveTo>
                    <a:pt x="32" y="1"/>
                  </a:moveTo>
                  <a:cubicBezTo>
                    <a:pt x="22" y="1"/>
                    <a:pt x="12" y="6"/>
                    <a:pt x="7" y="15"/>
                  </a:cubicBezTo>
                  <a:cubicBezTo>
                    <a:pt x="1" y="28"/>
                    <a:pt x="6" y="43"/>
                    <a:pt x="19" y="50"/>
                  </a:cubicBezTo>
                  <a:cubicBezTo>
                    <a:pt x="346" y="206"/>
                    <a:pt x="669" y="377"/>
                    <a:pt x="981" y="561"/>
                  </a:cubicBezTo>
                  <a:cubicBezTo>
                    <a:pt x="985" y="564"/>
                    <a:pt x="989" y="565"/>
                    <a:pt x="995" y="565"/>
                  </a:cubicBezTo>
                  <a:cubicBezTo>
                    <a:pt x="1003" y="565"/>
                    <a:pt x="1012" y="561"/>
                    <a:pt x="1016" y="553"/>
                  </a:cubicBezTo>
                  <a:cubicBezTo>
                    <a:pt x="1023" y="539"/>
                    <a:pt x="1019" y="525"/>
                    <a:pt x="1007" y="517"/>
                  </a:cubicBezTo>
                  <a:cubicBezTo>
                    <a:pt x="695" y="332"/>
                    <a:pt x="369" y="159"/>
                    <a:pt x="42" y="3"/>
                  </a:cubicBezTo>
                  <a:cubicBezTo>
                    <a:pt x="39" y="1"/>
                    <a:pt x="35" y="1"/>
                    <a:pt x="3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6" name="Google Shape;10256;p32"/>
            <p:cNvSpPr/>
            <p:nvPr/>
          </p:nvSpPr>
          <p:spPr>
            <a:xfrm>
              <a:off x="4718750" y="3758500"/>
              <a:ext cx="5275" cy="3575"/>
            </a:xfrm>
            <a:custGeom>
              <a:avLst/>
              <a:gdLst/>
              <a:ahLst/>
              <a:cxnLst/>
              <a:rect l="l" t="t" r="r" b="b"/>
              <a:pathLst>
                <a:path w="211" h="143" extrusionOk="0">
                  <a:moveTo>
                    <a:pt x="30" y="0"/>
                  </a:moveTo>
                  <a:cubicBezTo>
                    <a:pt x="21" y="0"/>
                    <a:pt x="13" y="4"/>
                    <a:pt x="9" y="12"/>
                  </a:cubicBezTo>
                  <a:cubicBezTo>
                    <a:pt x="1" y="25"/>
                    <a:pt x="5" y="40"/>
                    <a:pt x="17" y="48"/>
                  </a:cubicBezTo>
                  <a:lnTo>
                    <a:pt x="168" y="138"/>
                  </a:lnTo>
                  <a:cubicBezTo>
                    <a:pt x="173" y="141"/>
                    <a:pt x="177" y="142"/>
                    <a:pt x="181" y="142"/>
                  </a:cubicBezTo>
                  <a:lnTo>
                    <a:pt x="182" y="142"/>
                  </a:lnTo>
                  <a:cubicBezTo>
                    <a:pt x="190" y="142"/>
                    <a:pt x="199" y="137"/>
                    <a:pt x="204" y="130"/>
                  </a:cubicBezTo>
                  <a:cubicBezTo>
                    <a:pt x="211" y="117"/>
                    <a:pt x="207" y="102"/>
                    <a:pt x="194" y="94"/>
                  </a:cubicBezTo>
                  <a:lnTo>
                    <a:pt x="44" y="4"/>
                  </a:lnTo>
                  <a:cubicBezTo>
                    <a:pt x="39" y="1"/>
                    <a:pt x="35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7" name="Google Shape;10257;p32"/>
            <p:cNvSpPr/>
            <p:nvPr/>
          </p:nvSpPr>
          <p:spPr>
            <a:xfrm>
              <a:off x="4702050" y="3756925"/>
              <a:ext cx="27125" cy="15000"/>
            </a:xfrm>
            <a:custGeom>
              <a:avLst/>
              <a:gdLst/>
              <a:ahLst/>
              <a:cxnLst/>
              <a:rect l="l" t="t" r="r" b="b"/>
              <a:pathLst>
                <a:path w="1085" h="600" extrusionOk="0">
                  <a:moveTo>
                    <a:pt x="30" y="0"/>
                  </a:moveTo>
                  <a:cubicBezTo>
                    <a:pt x="20" y="0"/>
                    <a:pt x="11" y="6"/>
                    <a:pt x="6" y="16"/>
                  </a:cubicBezTo>
                  <a:cubicBezTo>
                    <a:pt x="0" y="28"/>
                    <a:pt x="6" y="44"/>
                    <a:pt x="19" y="49"/>
                  </a:cubicBezTo>
                  <a:cubicBezTo>
                    <a:pt x="367" y="212"/>
                    <a:pt x="712" y="396"/>
                    <a:pt x="1041" y="597"/>
                  </a:cubicBezTo>
                  <a:cubicBezTo>
                    <a:pt x="1045" y="598"/>
                    <a:pt x="1049" y="600"/>
                    <a:pt x="1055" y="600"/>
                  </a:cubicBezTo>
                  <a:cubicBezTo>
                    <a:pt x="1063" y="600"/>
                    <a:pt x="1072" y="596"/>
                    <a:pt x="1076" y="588"/>
                  </a:cubicBezTo>
                  <a:cubicBezTo>
                    <a:pt x="1084" y="575"/>
                    <a:pt x="1080" y="559"/>
                    <a:pt x="1068" y="551"/>
                  </a:cubicBezTo>
                  <a:cubicBezTo>
                    <a:pt x="737" y="351"/>
                    <a:pt x="392" y="165"/>
                    <a:pt x="40" y="2"/>
                  </a:cubicBezTo>
                  <a:cubicBezTo>
                    <a:pt x="37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8" name="Google Shape;10258;p32"/>
            <p:cNvSpPr/>
            <p:nvPr/>
          </p:nvSpPr>
          <p:spPr>
            <a:xfrm>
              <a:off x="4755825" y="3708900"/>
              <a:ext cx="37250" cy="21700"/>
            </a:xfrm>
            <a:custGeom>
              <a:avLst/>
              <a:gdLst/>
              <a:ahLst/>
              <a:cxnLst/>
              <a:rect l="l" t="t" r="r" b="b"/>
              <a:pathLst>
                <a:path w="1490" h="868" extrusionOk="0">
                  <a:moveTo>
                    <a:pt x="30" y="0"/>
                  </a:moveTo>
                  <a:cubicBezTo>
                    <a:pt x="20" y="0"/>
                    <a:pt x="11" y="6"/>
                    <a:pt x="7" y="16"/>
                  </a:cubicBezTo>
                  <a:cubicBezTo>
                    <a:pt x="0" y="29"/>
                    <a:pt x="7" y="44"/>
                    <a:pt x="20" y="49"/>
                  </a:cubicBezTo>
                  <a:cubicBezTo>
                    <a:pt x="526" y="260"/>
                    <a:pt x="1007" y="534"/>
                    <a:pt x="1445" y="862"/>
                  </a:cubicBezTo>
                  <a:cubicBezTo>
                    <a:pt x="1449" y="866"/>
                    <a:pt x="1455" y="867"/>
                    <a:pt x="1460" y="867"/>
                  </a:cubicBezTo>
                  <a:cubicBezTo>
                    <a:pt x="1468" y="867"/>
                    <a:pt x="1476" y="865"/>
                    <a:pt x="1482" y="858"/>
                  </a:cubicBezTo>
                  <a:cubicBezTo>
                    <a:pt x="1490" y="846"/>
                    <a:pt x="1487" y="830"/>
                    <a:pt x="1476" y="821"/>
                  </a:cubicBezTo>
                  <a:cubicBezTo>
                    <a:pt x="1034" y="489"/>
                    <a:pt x="551" y="213"/>
                    <a:pt x="41" y="2"/>
                  </a:cubicBezTo>
                  <a:cubicBezTo>
                    <a:pt x="37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9" name="Google Shape;10259;p32"/>
            <p:cNvSpPr/>
            <p:nvPr/>
          </p:nvSpPr>
          <p:spPr>
            <a:xfrm>
              <a:off x="4797025" y="3733375"/>
              <a:ext cx="11225" cy="7375"/>
            </a:xfrm>
            <a:custGeom>
              <a:avLst/>
              <a:gdLst/>
              <a:ahLst/>
              <a:cxnLst/>
              <a:rect l="l" t="t" r="r" b="b"/>
              <a:pathLst>
                <a:path w="449" h="295" extrusionOk="0">
                  <a:moveTo>
                    <a:pt x="29" y="0"/>
                  </a:moveTo>
                  <a:cubicBezTo>
                    <a:pt x="21" y="0"/>
                    <a:pt x="13" y="4"/>
                    <a:pt x="8" y="12"/>
                  </a:cubicBezTo>
                  <a:cubicBezTo>
                    <a:pt x="0" y="24"/>
                    <a:pt x="4" y="40"/>
                    <a:pt x="16" y="48"/>
                  </a:cubicBezTo>
                  <a:lnTo>
                    <a:pt x="405" y="290"/>
                  </a:lnTo>
                  <a:cubicBezTo>
                    <a:pt x="409" y="293"/>
                    <a:pt x="415" y="295"/>
                    <a:pt x="419" y="295"/>
                  </a:cubicBezTo>
                  <a:cubicBezTo>
                    <a:pt x="428" y="295"/>
                    <a:pt x="436" y="290"/>
                    <a:pt x="440" y="282"/>
                  </a:cubicBezTo>
                  <a:cubicBezTo>
                    <a:pt x="448" y="270"/>
                    <a:pt x="444" y="254"/>
                    <a:pt x="432" y="247"/>
                  </a:cubicBezTo>
                  <a:lnTo>
                    <a:pt x="43" y="4"/>
                  </a:lnTo>
                  <a:cubicBezTo>
                    <a:pt x="39" y="2"/>
                    <a:pt x="34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0" name="Google Shape;10260;p32"/>
            <p:cNvSpPr/>
            <p:nvPr/>
          </p:nvSpPr>
          <p:spPr>
            <a:xfrm>
              <a:off x="4802500" y="3724600"/>
              <a:ext cx="39850" cy="25325"/>
            </a:xfrm>
            <a:custGeom>
              <a:avLst/>
              <a:gdLst/>
              <a:ahLst/>
              <a:cxnLst/>
              <a:rect l="l" t="t" r="r" b="b"/>
              <a:pathLst>
                <a:path w="1594" h="1013" extrusionOk="0">
                  <a:moveTo>
                    <a:pt x="30" y="1"/>
                  </a:moveTo>
                  <a:cubicBezTo>
                    <a:pt x="21" y="1"/>
                    <a:pt x="13" y="5"/>
                    <a:pt x="7" y="13"/>
                  </a:cubicBezTo>
                  <a:cubicBezTo>
                    <a:pt x="1" y="25"/>
                    <a:pt x="3" y="41"/>
                    <a:pt x="15" y="48"/>
                  </a:cubicBezTo>
                  <a:lnTo>
                    <a:pt x="1549" y="1009"/>
                  </a:lnTo>
                  <a:cubicBezTo>
                    <a:pt x="1554" y="1011"/>
                    <a:pt x="1558" y="1013"/>
                    <a:pt x="1564" y="1013"/>
                  </a:cubicBezTo>
                  <a:cubicBezTo>
                    <a:pt x="1572" y="1013"/>
                    <a:pt x="1580" y="1007"/>
                    <a:pt x="1585" y="1001"/>
                  </a:cubicBezTo>
                  <a:cubicBezTo>
                    <a:pt x="1593" y="987"/>
                    <a:pt x="1589" y="972"/>
                    <a:pt x="1577" y="964"/>
                  </a:cubicBezTo>
                  <a:lnTo>
                    <a:pt x="44" y="5"/>
                  </a:lnTo>
                  <a:cubicBezTo>
                    <a:pt x="39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1" name="Google Shape;10261;p32"/>
            <p:cNvSpPr/>
            <p:nvPr/>
          </p:nvSpPr>
          <p:spPr>
            <a:xfrm>
              <a:off x="4790000" y="3717150"/>
              <a:ext cx="6550" cy="4575"/>
            </a:xfrm>
            <a:custGeom>
              <a:avLst/>
              <a:gdLst/>
              <a:ahLst/>
              <a:cxnLst/>
              <a:rect l="l" t="t" r="r" b="b"/>
              <a:pathLst>
                <a:path w="262" h="183" extrusionOk="0">
                  <a:moveTo>
                    <a:pt x="30" y="1"/>
                  </a:moveTo>
                  <a:cubicBezTo>
                    <a:pt x="22" y="1"/>
                    <a:pt x="13" y="5"/>
                    <a:pt x="8" y="13"/>
                  </a:cubicBezTo>
                  <a:cubicBezTo>
                    <a:pt x="0" y="25"/>
                    <a:pt x="4" y="41"/>
                    <a:pt x="16" y="49"/>
                  </a:cubicBezTo>
                  <a:lnTo>
                    <a:pt x="217" y="178"/>
                  </a:lnTo>
                  <a:cubicBezTo>
                    <a:pt x="221" y="181"/>
                    <a:pt x="226" y="182"/>
                    <a:pt x="232" y="182"/>
                  </a:cubicBezTo>
                  <a:cubicBezTo>
                    <a:pt x="240" y="182"/>
                    <a:pt x="248" y="177"/>
                    <a:pt x="253" y="170"/>
                  </a:cubicBezTo>
                  <a:cubicBezTo>
                    <a:pt x="261" y="158"/>
                    <a:pt x="257" y="142"/>
                    <a:pt x="245" y="134"/>
                  </a:cubicBezTo>
                  <a:lnTo>
                    <a:pt x="43" y="4"/>
                  </a:lnTo>
                  <a:cubicBezTo>
                    <a:pt x="39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2" name="Google Shape;10262;p32"/>
            <p:cNvSpPr/>
            <p:nvPr/>
          </p:nvSpPr>
          <p:spPr>
            <a:xfrm>
              <a:off x="4790250" y="3707875"/>
              <a:ext cx="30900" cy="19625"/>
            </a:xfrm>
            <a:custGeom>
              <a:avLst/>
              <a:gdLst/>
              <a:ahLst/>
              <a:cxnLst/>
              <a:rect l="l" t="t" r="r" b="b"/>
              <a:pathLst>
                <a:path w="1236" h="785" extrusionOk="0">
                  <a:moveTo>
                    <a:pt x="30" y="1"/>
                  </a:moveTo>
                  <a:cubicBezTo>
                    <a:pt x="21" y="1"/>
                    <a:pt x="12" y="6"/>
                    <a:pt x="8" y="15"/>
                  </a:cubicBezTo>
                  <a:cubicBezTo>
                    <a:pt x="1" y="27"/>
                    <a:pt x="5" y="43"/>
                    <a:pt x="18" y="50"/>
                  </a:cubicBezTo>
                  <a:cubicBezTo>
                    <a:pt x="422" y="266"/>
                    <a:pt x="818" y="513"/>
                    <a:pt x="1192" y="779"/>
                  </a:cubicBezTo>
                  <a:cubicBezTo>
                    <a:pt x="1196" y="782"/>
                    <a:pt x="1201" y="784"/>
                    <a:pt x="1206" y="784"/>
                  </a:cubicBezTo>
                  <a:lnTo>
                    <a:pt x="1206" y="783"/>
                  </a:lnTo>
                  <a:cubicBezTo>
                    <a:pt x="1214" y="783"/>
                    <a:pt x="1222" y="780"/>
                    <a:pt x="1227" y="772"/>
                  </a:cubicBezTo>
                  <a:cubicBezTo>
                    <a:pt x="1236" y="762"/>
                    <a:pt x="1233" y="745"/>
                    <a:pt x="1221" y="737"/>
                  </a:cubicBezTo>
                  <a:cubicBezTo>
                    <a:pt x="846" y="468"/>
                    <a:pt x="449" y="222"/>
                    <a:pt x="43" y="4"/>
                  </a:cubicBezTo>
                  <a:cubicBezTo>
                    <a:pt x="39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3" name="Google Shape;10263;p32"/>
            <p:cNvSpPr/>
            <p:nvPr/>
          </p:nvSpPr>
          <p:spPr>
            <a:xfrm>
              <a:off x="4823925" y="3729525"/>
              <a:ext cx="5200" cy="3750"/>
            </a:xfrm>
            <a:custGeom>
              <a:avLst/>
              <a:gdLst/>
              <a:ahLst/>
              <a:cxnLst/>
              <a:rect l="l" t="t" r="r" b="b"/>
              <a:pathLst>
                <a:path w="208" h="150" extrusionOk="0">
                  <a:moveTo>
                    <a:pt x="30" y="1"/>
                  </a:moveTo>
                  <a:cubicBezTo>
                    <a:pt x="21" y="1"/>
                    <a:pt x="12" y="5"/>
                    <a:pt x="7" y="13"/>
                  </a:cubicBezTo>
                  <a:cubicBezTo>
                    <a:pt x="1" y="25"/>
                    <a:pt x="3" y="41"/>
                    <a:pt x="15" y="49"/>
                  </a:cubicBezTo>
                  <a:lnTo>
                    <a:pt x="163" y="146"/>
                  </a:lnTo>
                  <a:cubicBezTo>
                    <a:pt x="169" y="148"/>
                    <a:pt x="173" y="150"/>
                    <a:pt x="178" y="150"/>
                  </a:cubicBezTo>
                  <a:cubicBezTo>
                    <a:pt x="186" y="150"/>
                    <a:pt x="194" y="146"/>
                    <a:pt x="200" y="138"/>
                  </a:cubicBezTo>
                  <a:cubicBezTo>
                    <a:pt x="208" y="126"/>
                    <a:pt x="204" y="109"/>
                    <a:pt x="192" y="103"/>
                  </a:cubicBezTo>
                  <a:lnTo>
                    <a:pt x="44" y="5"/>
                  </a:lnTo>
                  <a:cubicBezTo>
                    <a:pt x="39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4" name="Google Shape;10264;p32"/>
            <p:cNvSpPr/>
            <p:nvPr/>
          </p:nvSpPr>
          <p:spPr>
            <a:xfrm>
              <a:off x="4741025" y="3710675"/>
              <a:ext cx="43975" cy="23275"/>
            </a:xfrm>
            <a:custGeom>
              <a:avLst/>
              <a:gdLst/>
              <a:ahLst/>
              <a:cxnLst/>
              <a:rect l="l" t="t" r="r" b="b"/>
              <a:pathLst>
                <a:path w="1759" h="931" extrusionOk="0">
                  <a:moveTo>
                    <a:pt x="30" y="0"/>
                  </a:moveTo>
                  <a:cubicBezTo>
                    <a:pt x="20" y="0"/>
                    <a:pt x="11" y="6"/>
                    <a:pt x="6" y="16"/>
                  </a:cubicBezTo>
                  <a:cubicBezTo>
                    <a:pt x="0" y="29"/>
                    <a:pt x="7" y="44"/>
                    <a:pt x="21" y="50"/>
                  </a:cubicBezTo>
                  <a:cubicBezTo>
                    <a:pt x="604" y="298"/>
                    <a:pt x="1175" y="593"/>
                    <a:pt x="1716" y="927"/>
                  </a:cubicBezTo>
                  <a:cubicBezTo>
                    <a:pt x="1720" y="929"/>
                    <a:pt x="1724" y="931"/>
                    <a:pt x="1729" y="931"/>
                  </a:cubicBezTo>
                  <a:cubicBezTo>
                    <a:pt x="1737" y="931"/>
                    <a:pt x="1747" y="927"/>
                    <a:pt x="1751" y="919"/>
                  </a:cubicBezTo>
                  <a:cubicBezTo>
                    <a:pt x="1759" y="907"/>
                    <a:pt x="1755" y="890"/>
                    <a:pt x="1743" y="884"/>
                  </a:cubicBezTo>
                  <a:cubicBezTo>
                    <a:pt x="1200" y="547"/>
                    <a:pt x="627" y="251"/>
                    <a:pt x="41" y="2"/>
                  </a:cubicBezTo>
                  <a:cubicBezTo>
                    <a:pt x="37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5" name="Google Shape;10265;p32"/>
            <p:cNvSpPr/>
            <p:nvPr/>
          </p:nvSpPr>
          <p:spPr>
            <a:xfrm>
              <a:off x="4790725" y="3737875"/>
              <a:ext cx="14500" cy="8650"/>
            </a:xfrm>
            <a:custGeom>
              <a:avLst/>
              <a:gdLst/>
              <a:ahLst/>
              <a:cxnLst/>
              <a:rect l="l" t="t" r="r" b="b"/>
              <a:pathLst>
                <a:path w="580" h="346" extrusionOk="0">
                  <a:moveTo>
                    <a:pt x="30" y="1"/>
                  </a:moveTo>
                  <a:cubicBezTo>
                    <a:pt x="20" y="1"/>
                    <a:pt x="10" y="6"/>
                    <a:pt x="6" y="16"/>
                  </a:cubicBezTo>
                  <a:cubicBezTo>
                    <a:pt x="1" y="30"/>
                    <a:pt x="6" y="45"/>
                    <a:pt x="20" y="51"/>
                  </a:cubicBezTo>
                  <a:cubicBezTo>
                    <a:pt x="200" y="131"/>
                    <a:pt x="373" y="228"/>
                    <a:pt x="535" y="342"/>
                  </a:cubicBezTo>
                  <a:cubicBezTo>
                    <a:pt x="539" y="345"/>
                    <a:pt x="544" y="346"/>
                    <a:pt x="550" y="346"/>
                  </a:cubicBezTo>
                  <a:cubicBezTo>
                    <a:pt x="558" y="346"/>
                    <a:pt x="566" y="342"/>
                    <a:pt x="570" y="335"/>
                  </a:cubicBezTo>
                  <a:cubicBezTo>
                    <a:pt x="579" y="323"/>
                    <a:pt x="575" y="307"/>
                    <a:pt x="564" y="299"/>
                  </a:cubicBezTo>
                  <a:cubicBezTo>
                    <a:pt x="400" y="183"/>
                    <a:pt x="224" y="84"/>
                    <a:pt x="40" y="3"/>
                  </a:cubicBezTo>
                  <a:cubicBezTo>
                    <a:pt x="37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6" name="Google Shape;10266;p32"/>
            <p:cNvSpPr/>
            <p:nvPr/>
          </p:nvSpPr>
          <p:spPr>
            <a:xfrm>
              <a:off x="4807475" y="3747450"/>
              <a:ext cx="13325" cy="9175"/>
            </a:xfrm>
            <a:custGeom>
              <a:avLst/>
              <a:gdLst/>
              <a:ahLst/>
              <a:cxnLst/>
              <a:rect l="l" t="t" r="r" b="b"/>
              <a:pathLst>
                <a:path w="533" h="367" extrusionOk="0">
                  <a:moveTo>
                    <a:pt x="31" y="0"/>
                  </a:moveTo>
                  <a:cubicBezTo>
                    <a:pt x="23" y="0"/>
                    <a:pt x="14" y="5"/>
                    <a:pt x="9" y="13"/>
                  </a:cubicBezTo>
                  <a:cubicBezTo>
                    <a:pt x="1" y="23"/>
                    <a:pt x="3" y="40"/>
                    <a:pt x="16" y="48"/>
                  </a:cubicBezTo>
                  <a:lnTo>
                    <a:pt x="489" y="361"/>
                  </a:lnTo>
                  <a:cubicBezTo>
                    <a:pt x="493" y="365"/>
                    <a:pt x="498" y="366"/>
                    <a:pt x="504" y="366"/>
                  </a:cubicBezTo>
                  <a:cubicBezTo>
                    <a:pt x="512" y="366"/>
                    <a:pt x="520" y="362"/>
                    <a:pt x="525" y="354"/>
                  </a:cubicBezTo>
                  <a:cubicBezTo>
                    <a:pt x="532" y="342"/>
                    <a:pt x="529" y="326"/>
                    <a:pt x="517" y="318"/>
                  </a:cubicBezTo>
                  <a:lnTo>
                    <a:pt x="44" y="5"/>
                  </a:lnTo>
                  <a:cubicBezTo>
                    <a:pt x="40" y="2"/>
                    <a:pt x="35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7" name="Google Shape;10267;p32"/>
            <p:cNvSpPr/>
            <p:nvPr/>
          </p:nvSpPr>
          <p:spPr>
            <a:xfrm>
              <a:off x="4782325" y="3761825"/>
              <a:ext cx="11100" cy="22525"/>
            </a:xfrm>
            <a:custGeom>
              <a:avLst/>
              <a:gdLst/>
              <a:ahLst/>
              <a:cxnLst/>
              <a:rect l="l" t="t" r="r" b="b"/>
              <a:pathLst>
                <a:path w="444" h="901" extrusionOk="0">
                  <a:moveTo>
                    <a:pt x="413" y="0"/>
                  </a:moveTo>
                  <a:cubicBezTo>
                    <a:pt x="403" y="0"/>
                    <a:pt x="393" y="6"/>
                    <a:pt x="389" y="15"/>
                  </a:cubicBezTo>
                  <a:lnTo>
                    <a:pt x="7" y="864"/>
                  </a:lnTo>
                  <a:cubicBezTo>
                    <a:pt x="0" y="877"/>
                    <a:pt x="6" y="892"/>
                    <a:pt x="19" y="897"/>
                  </a:cubicBezTo>
                  <a:cubicBezTo>
                    <a:pt x="23" y="900"/>
                    <a:pt x="26" y="900"/>
                    <a:pt x="30" y="900"/>
                  </a:cubicBezTo>
                  <a:cubicBezTo>
                    <a:pt x="39" y="900"/>
                    <a:pt x="49" y="895"/>
                    <a:pt x="54" y="885"/>
                  </a:cubicBezTo>
                  <a:lnTo>
                    <a:pt x="436" y="36"/>
                  </a:lnTo>
                  <a:cubicBezTo>
                    <a:pt x="443" y="23"/>
                    <a:pt x="436" y="8"/>
                    <a:pt x="424" y="3"/>
                  </a:cubicBezTo>
                  <a:cubicBezTo>
                    <a:pt x="421" y="1"/>
                    <a:pt x="417" y="0"/>
                    <a:pt x="41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8" name="Google Shape;10268;p32"/>
            <p:cNvSpPr/>
            <p:nvPr/>
          </p:nvSpPr>
          <p:spPr>
            <a:xfrm>
              <a:off x="4776700" y="3789075"/>
              <a:ext cx="3600" cy="4725"/>
            </a:xfrm>
            <a:custGeom>
              <a:avLst/>
              <a:gdLst/>
              <a:ahLst/>
              <a:cxnLst/>
              <a:rect l="l" t="t" r="r" b="b"/>
              <a:pathLst>
                <a:path w="144" h="189" extrusionOk="0">
                  <a:moveTo>
                    <a:pt x="115" y="1"/>
                  </a:moveTo>
                  <a:cubicBezTo>
                    <a:pt x="105" y="1"/>
                    <a:pt x="96" y="5"/>
                    <a:pt x="91" y="13"/>
                  </a:cubicBezTo>
                  <a:lnTo>
                    <a:pt x="7" y="148"/>
                  </a:lnTo>
                  <a:cubicBezTo>
                    <a:pt x="1" y="160"/>
                    <a:pt x="5" y="176"/>
                    <a:pt x="17" y="184"/>
                  </a:cubicBezTo>
                  <a:cubicBezTo>
                    <a:pt x="21" y="187"/>
                    <a:pt x="25" y="188"/>
                    <a:pt x="30" y="188"/>
                  </a:cubicBezTo>
                  <a:cubicBezTo>
                    <a:pt x="38" y="188"/>
                    <a:pt x="48" y="183"/>
                    <a:pt x="52" y="175"/>
                  </a:cubicBezTo>
                  <a:lnTo>
                    <a:pt x="135" y="40"/>
                  </a:lnTo>
                  <a:cubicBezTo>
                    <a:pt x="143" y="28"/>
                    <a:pt x="139" y="12"/>
                    <a:pt x="127" y="4"/>
                  </a:cubicBezTo>
                  <a:cubicBezTo>
                    <a:pt x="123" y="2"/>
                    <a:pt x="119" y="1"/>
                    <a:pt x="11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9" name="Google Shape;10269;p32"/>
            <p:cNvSpPr/>
            <p:nvPr/>
          </p:nvSpPr>
          <p:spPr>
            <a:xfrm>
              <a:off x="4803650" y="3757050"/>
              <a:ext cx="11450" cy="23050"/>
            </a:xfrm>
            <a:custGeom>
              <a:avLst/>
              <a:gdLst/>
              <a:ahLst/>
              <a:cxnLst/>
              <a:rect l="l" t="t" r="r" b="b"/>
              <a:pathLst>
                <a:path w="458" h="922" extrusionOk="0">
                  <a:moveTo>
                    <a:pt x="430" y="0"/>
                  </a:moveTo>
                  <a:cubicBezTo>
                    <a:pt x="419" y="0"/>
                    <a:pt x="408" y="7"/>
                    <a:pt x="404" y="17"/>
                  </a:cubicBezTo>
                  <a:cubicBezTo>
                    <a:pt x="296" y="316"/>
                    <a:pt x="163" y="607"/>
                    <a:pt x="7" y="883"/>
                  </a:cubicBezTo>
                  <a:cubicBezTo>
                    <a:pt x="0" y="896"/>
                    <a:pt x="4" y="911"/>
                    <a:pt x="16" y="919"/>
                  </a:cubicBezTo>
                  <a:cubicBezTo>
                    <a:pt x="21" y="920"/>
                    <a:pt x="25" y="922"/>
                    <a:pt x="30" y="922"/>
                  </a:cubicBezTo>
                  <a:cubicBezTo>
                    <a:pt x="38" y="922"/>
                    <a:pt x="47" y="917"/>
                    <a:pt x="53" y="908"/>
                  </a:cubicBezTo>
                  <a:cubicBezTo>
                    <a:pt x="209" y="630"/>
                    <a:pt x="343" y="336"/>
                    <a:pt x="454" y="35"/>
                  </a:cubicBezTo>
                  <a:cubicBezTo>
                    <a:pt x="458" y="22"/>
                    <a:pt x="451" y="7"/>
                    <a:pt x="438" y="1"/>
                  </a:cubicBezTo>
                  <a:cubicBezTo>
                    <a:pt x="435" y="1"/>
                    <a:pt x="432" y="0"/>
                    <a:pt x="4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0" name="Google Shape;10270;p32"/>
            <p:cNvSpPr/>
            <p:nvPr/>
          </p:nvSpPr>
          <p:spPr>
            <a:xfrm>
              <a:off x="4800375" y="3765925"/>
              <a:ext cx="18675" cy="30650"/>
            </a:xfrm>
            <a:custGeom>
              <a:avLst/>
              <a:gdLst/>
              <a:ahLst/>
              <a:cxnLst/>
              <a:rect l="l" t="t" r="r" b="b"/>
              <a:pathLst>
                <a:path w="747" h="1226" extrusionOk="0">
                  <a:moveTo>
                    <a:pt x="716" y="0"/>
                  </a:moveTo>
                  <a:cubicBezTo>
                    <a:pt x="707" y="0"/>
                    <a:pt x="698" y="6"/>
                    <a:pt x="694" y="16"/>
                  </a:cubicBezTo>
                  <a:cubicBezTo>
                    <a:pt x="521" y="436"/>
                    <a:pt x="291" y="829"/>
                    <a:pt x="10" y="1184"/>
                  </a:cubicBezTo>
                  <a:cubicBezTo>
                    <a:pt x="1" y="1195"/>
                    <a:pt x="4" y="1212"/>
                    <a:pt x="14" y="1220"/>
                  </a:cubicBezTo>
                  <a:cubicBezTo>
                    <a:pt x="20" y="1224"/>
                    <a:pt x="25" y="1226"/>
                    <a:pt x="30" y="1226"/>
                  </a:cubicBezTo>
                  <a:cubicBezTo>
                    <a:pt x="39" y="1226"/>
                    <a:pt x="45" y="1223"/>
                    <a:pt x="51" y="1216"/>
                  </a:cubicBezTo>
                  <a:cubicBezTo>
                    <a:pt x="336" y="858"/>
                    <a:pt x="569" y="460"/>
                    <a:pt x="741" y="36"/>
                  </a:cubicBezTo>
                  <a:cubicBezTo>
                    <a:pt x="746" y="23"/>
                    <a:pt x="741" y="7"/>
                    <a:pt x="727" y="3"/>
                  </a:cubicBezTo>
                  <a:cubicBezTo>
                    <a:pt x="724" y="1"/>
                    <a:pt x="720" y="0"/>
                    <a:pt x="71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1" name="Google Shape;10271;p32"/>
            <p:cNvSpPr/>
            <p:nvPr/>
          </p:nvSpPr>
          <p:spPr>
            <a:xfrm>
              <a:off x="4831550" y="3750475"/>
              <a:ext cx="7225" cy="14250"/>
            </a:xfrm>
            <a:custGeom>
              <a:avLst/>
              <a:gdLst/>
              <a:ahLst/>
              <a:cxnLst/>
              <a:rect l="l" t="t" r="r" b="b"/>
              <a:pathLst>
                <a:path w="289" h="570" extrusionOk="0">
                  <a:moveTo>
                    <a:pt x="259" y="1"/>
                  </a:moveTo>
                  <a:cubicBezTo>
                    <a:pt x="249" y="1"/>
                    <a:pt x="239" y="7"/>
                    <a:pt x="235" y="17"/>
                  </a:cubicBezTo>
                  <a:lnTo>
                    <a:pt x="6" y="533"/>
                  </a:lnTo>
                  <a:cubicBezTo>
                    <a:pt x="1" y="547"/>
                    <a:pt x="8" y="562"/>
                    <a:pt x="20" y="567"/>
                  </a:cubicBezTo>
                  <a:cubicBezTo>
                    <a:pt x="24" y="568"/>
                    <a:pt x="28" y="570"/>
                    <a:pt x="31" y="570"/>
                  </a:cubicBezTo>
                  <a:cubicBezTo>
                    <a:pt x="41" y="570"/>
                    <a:pt x="51" y="564"/>
                    <a:pt x="55" y="554"/>
                  </a:cubicBezTo>
                  <a:lnTo>
                    <a:pt x="283" y="37"/>
                  </a:lnTo>
                  <a:cubicBezTo>
                    <a:pt x="289" y="24"/>
                    <a:pt x="282" y="9"/>
                    <a:pt x="270" y="3"/>
                  </a:cubicBezTo>
                  <a:cubicBezTo>
                    <a:pt x="266" y="2"/>
                    <a:pt x="263" y="1"/>
                    <a:pt x="25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2" name="Google Shape;10272;p32"/>
            <p:cNvSpPr/>
            <p:nvPr/>
          </p:nvSpPr>
          <p:spPr>
            <a:xfrm>
              <a:off x="4825100" y="3768150"/>
              <a:ext cx="5200" cy="7775"/>
            </a:xfrm>
            <a:custGeom>
              <a:avLst/>
              <a:gdLst/>
              <a:ahLst/>
              <a:cxnLst/>
              <a:rect l="l" t="t" r="r" b="b"/>
              <a:pathLst>
                <a:path w="208" h="311" extrusionOk="0">
                  <a:moveTo>
                    <a:pt x="178" y="1"/>
                  </a:moveTo>
                  <a:cubicBezTo>
                    <a:pt x="168" y="1"/>
                    <a:pt x="158" y="6"/>
                    <a:pt x="154" y="16"/>
                  </a:cubicBezTo>
                  <a:cubicBezTo>
                    <a:pt x="118" y="108"/>
                    <a:pt x="69" y="192"/>
                    <a:pt x="9" y="269"/>
                  </a:cubicBezTo>
                  <a:cubicBezTo>
                    <a:pt x="1" y="281"/>
                    <a:pt x="2" y="297"/>
                    <a:pt x="14" y="305"/>
                  </a:cubicBezTo>
                  <a:cubicBezTo>
                    <a:pt x="18" y="309"/>
                    <a:pt x="24" y="311"/>
                    <a:pt x="29" y="311"/>
                  </a:cubicBezTo>
                  <a:cubicBezTo>
                    <a:pt x="37" y="311"/>
                    <a:pt x="45" y="308"/>
                    <a:pt x="50" y="301"/>
                  </a:cubicBezTo>
                  <a:cubicBezTo>
                    <a:pt x="112" y="221"/>
                    <a:pt x="163" y="130"/>
                    <a:pt x="202" y="36"/>
                  </a:cubicBezTo>
                  <a:cubicBezTo>
                    <a:pt x="208" y="23"/>
                    <a:pt x="201" y="8"/>
                    <a:pt x="188" y="3"/>
                  </a:cubicBezTo>
                  <a:cubicBezTo>
                    <a:pt x="185" y="1"/>
                    <a:pt x="181" y="1"/>
                    <a:pt x="17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3" name="Google Shape;10273;p32"/>
            <p:cNvSpPr/>
            <p:nvPr/>
          </p:nvSpPr>
          <p:spPr>
            <a:xfrm>
              <a:off x="4739100" y="3768975"/>
              <a:ext cx="13725" cy="21725"/>
            </a:xfrm>
            <a:custGeom>
              <a:avLst/>
              <a:gdLst/>
              <a:ahLst/>
              <a:cxnLst/>
              <a:rect l="l" t="t" r="r" b="b"/>
              <a:pathLst>
                <a:path w="549" h="869" extrusionOk="0">
                  <a:moveTo>
                    <a:pt x="518" y="0"/>
                  </a:moveTo>
                  <a:cubicBezTo>
                    <a:pt x="509" y="0"/>
                    <a:pt x="500" y="6"/>
                    <a:pt x="496" y="15"/>
                  </a:cubicBezTo>
                  <a:cubicBezTo>
                    <a:pt x="357" y="299"/>
                    <a:pt x="193" y="571"/>
                    <a:pt x="9" y="827"/>
                  </a:cubicBezTo>
                  <a:cubicBezTo>
                    <a:pt x="1" y="839"/>
                    <a:pt x="2" y="855"/>
                    <a:pt x="14" y="863"/>
                  </a:cubicBezTo>
                  <a:cubicBezTo>
                    <a:pt x="18" y="866"/>
                    <a:pt x="24" y="868"/>
                    <a:pt x="29" y="868"/>
                  </a:cubicBezTo>
                  <a:cubicBezTo>
                    <a:pt x="37" y="868"/>
                    <a:pt x="45" y="864"/>
                    <a:pt x="50" y="858"/>
                  </a:cubicBezTo>
                  <a:cubicBezTo>
                    <a:pt x="237" y="599"/>
                    <a:pt x="403" y="325"/>
                    <a:pt x="542" y="38"/>
                  </a:cubicBezTo>
                  <a:cubicBezTo>
                    <a:pt x="548" y="25"/>
                    <a:pt x="543" y="10"/>
                    <a:pt x="529" y="3"/>
                  </a:cubicBezTo>
                  <a:cubicBezTo>
                    <a:pt x="526" y="1"/>
                    <a:pt x="522" y="0"/>
                    <a:pt x="51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4" name="Google Shape;10274;p32"/>
            <p:cNvSpPr/>
            <p:nvPr/>
          </p:nvSpPr>
          <p:spPr>
            <a:xfrm>
              <a:off x="4732875" y="3795000"/>
              <a:ext cx="3700" cy="3925"/>
            </a:xfrm>
            <a:custGeom>
              <a:avLst/>
              <a:gdLst/>
              <a:ahLst/>
              <a:cxnLst/>
              <a:rect l="l" t="t" r="r" b="b"/>
              <a:pathLst>
                <a:path w="148" h="157" extrusionOk="0">
                  <a:moveTo>
                    <a:pt x="119" y="1"/>
                  </a:moveTo>
                  <a:cubicBezTo>
                    <a:pt x="111" y="1"/>
                    <a:pt x="104" y="4"/>
                    <a:pt x="99" y="10"/>
                  </a:cubicBezTo>
                  <a:lnTo>
                    <a:pt x="10" y="114"/>
                  </a:lnTo>
                  <a:cubicBezTo>
                    <a:pt x="1" y="125"/>
                    <a:pt x="2" y="141"/>
                    <a:pt x="13" y="150"/>
                  </a:cubicBezTo>
                  <a:cubicBezTo>
                    <a:pt x="18" y="154"/>
                    <a:pt x="23" y="157"/>
                    <a:pt x="30" y="157"/>
                  </a:cubicBezTo>
                  <a:lnTo>
                    <a:pt x="30" y="157"/>
                  </a:lnTo>
                  <a:cubicBezTo>
                    <a:pt x="38" y="157"/>
                    <a:pt x="44" y="154"/>
                    <a:pt x="49" y="147"/>
                  </a:cubicBezTo>
                  <a:lnTo>
                    <a:pt x="138" y="44"/>
                  </a:lnTo>
                  <a:cubicBezTo>
                    <a:pt x="147" y="33"/>
                    <a:pt x="146" y="16"/>
                    <a:pt x="135" y="6"/>
                  </a:cubicBezTo>
                  <a:cubicBezTo>
                    <a:pt x="130" y="3"/>
                    <a:pt x="125" y="1"/>
                    <a:pt x="119" y="1"/>
                  </a:cubicBezTo>
                  <a:close/>
                  <a:moveTo>
                    <a:pt x="30" y="157"/>
                  </a:moveTo>
                  <a:lnTo>
                    <a:pt x="30" y="157"/>
                  </a:lnTo>
                  <a:cubicBezTo>
                    <a:pt x="30" y="157"/>
                    <a:pt x="29" y="157"/>
                    <a:pt x="29" y="157"/>
                  </a:cubicBezTo>
                  <a:lnTo>
                    <a:pt x="30" y="157"/>
                  </a:lnTo>
                  <a:cubicBezTo>
                    <a:pt x="30" y="157"/>
                    <a:pt x="30" y="157"/>
                    <a:pt x="30" y="157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5" name="Google Shape;10275;p32"/>
            <p:cNvSpPr/>
            <p:nvPr/>
          </p:nvSpPr>
          <p:spPr>
            <a:xfrm>
              <a:off x="4716325" y="3781350"/>
              <a:ext cx="22475" cy="24100"/>
            </a:xfrm>
            <a:custGeom>
              <a:avLst/>
              <a:gdLst/>
              <a:ahLst/>
              <a:cxnLst/>
              <a:rect l="l" t="t" r="r" b="b"/>
              <a:pathLst>
                <a:path w="899" h="964" extrusionOk="0">
                  <a:moveTo>
                    <a:pt x="868" y="0"/>
                  </a:moveTo>
                  <a:cubicBezTo>
                    <a:pt x="860" y="0"/>
                    <a:pt x="852" y="4"/>
                    <a:pt x="847" y="11"/>
                  </a:cubicBezTo>
                  <a:cubicBezTo>
                    <a:pt x="617" y="354"/>
                    <a:pt x="337" y="660"/>
                    <a:pt x="14" y="917"/>
                  </a:cubicBezTo>
                  <a:cubicBezTo>
                    <a:pt x="4" y="926"/>
                    <a:pt x="1" y="942"/>
                    <a:pt x="10" y="954"/>
                  </a:cubicBezTo>
                  <a:cubicBezTo>
                    <a:pt x="16" y="960"/>
                    <a:pt x="22" y="964"/>
                    <a:pt x="30" y="964"/>
                  </a:cubicBezTo>
                  <a:cubicBezTo>
                    <a:pt x="36" y="964"/>
                    <a:pt x="41" y="961"/>
                    <a:pt x="47" y="957"/>
                  </a:cubicBezTo>
                  <a:cubicBezTo>
                    <a:pt x="374" y="698"/>
                    <a:pt x="657" y="388"/>
                    <a:pt x="890" y="40"/>
                  </a:cubicBezTo>
                  <a:cubicBezTo>
                    <a:pt x="898" y="29"/>
                    <a:pt x="896" y="13"/>
                    <a:pt x="883" y="5"/>
                  </a:cubicBezTo>
                  <a:cubicBezTo>
                    <a:pt x="879" y="2"/>
                    <a:pt x="874" y="0"/>
                    <a:pt x="86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6" name="Google Shape;10276;p32"/>
            <p:cNvSpPr/>
            <p:nvPr/>
          </p:nvSpPr>
          <p:spPr>
            <a:xfrm>
              <a:off x="4699225" y="3784300"/>
              <a:ext cx="17975" cy="15500"/>
            </a:xfrm>
            <a:custGeom>
              <a:avLst/>
              <a:gdLst/>
              <a:ahLst/>
              <a:cxnLst/>
              <a:rect l="l" t="t" r="r" b="b"/>
              <a:pathLst>
                <a:path w="719" h="620" extrusionOk="0">
                  <a:moveTo>
                    <a:pt x="690" y="0"/>
                  </a:moveTo>
                  <a:cubicBezTo>
                    <a:pt x="682" y="0"/>
                    <a:pt x="674" y="4"/>
                    <a:pt x="669" y="10"/>
                  </a:cubicBezTo>
                  <a:cubicBezTo>
                    <a:pt x="497" y="242"/>
                    <a:pt x="272" y="436"/>
                    <a:pt x="18" y="571"/>
                  </a:cubicBezTo>
                  <a:cubicBezTo>
                    <a:pt x="6" y="578"/>
                    <a:pt x="0" y="594"/>
                    <a:pt x="7" y="606"/>
                  </a:cubicBezTo>
                  <a:cubicBezTo>
                    <a:pt x="12" y="616"/>
                    <a:pt x="20" y="620"/>
                    <a:pt x="30" y="620"/>
                  </a:cubicBezTo>
                  <a:cubicBezTo>
                    <a:pt x="34" y="620"/>
                    <a:pt x="38" y="619"/>
                    <a:pt x="42" y="617"/>
                  </a:cubicBezTo>
                  <a:cubicBezTo>
                    <a:pt x="303" y="477"/>
                    <a:pt x="533" y="278"/>
                    <a:pt x="710" y="41"/>
                  </a:cubicBezTo>
                  <a:cubicBezTo>
                    <a:pt x="719" y="29"/>
                    <a:pt x="716" y="13"/>
                    <a:pt x="705" y="5"/>
                  </a:cubicBezTo>
                  <a:cubicBezTo>
                    <a:pt x="701" y="2"/>
                    <a:pt x="696" y="0"/>
                    <a:pt x="69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7" name="Google Shape;10277;p32"/>
            <p:cNvSpPr/>
            <p:nvPr/>
          </p:nvSpPr>
          <p:spPr>
            <a:xfrm>
              <a:off x="4717850" y="3778300"/>
              <a:ext cx="3600" cy="3975"/>
            </a:xfrm>
            <a:custGeom>
              <a:avLst/>
              <a:gdLst/>
              <a:ahLst/>
              <a:cxnLst/>
              <a:rect l="l" t="t" r="r" b="b"/>
              <a:pathLst>
                <a:path w="144" h="159" extrusionOk="0">
                  <a:moveTo>
                    <a:pt x="114" y="1"/>
                  </a:moveTo>
                  <a:cubicBezTo>
                    <a:pt x="106" y="1"/>
                    <a:pt x="98" y="4"/>
                    <a:pt x="93" y="11"/>
                  </a:cubicBezTo>
                  <a:lnTo>
                    <a:pt x="10" y="117"/>
                  </a:lnTo>
                  <a:cubicBezTo>
                    <a:pt x="0" y="128"/>
                    <a:pt x="3" y="144"/>
                    <a:pt x="14" y="154"/>
                  </a:cubicBezTo>
                  <a:cubicBezTo>
                    <a:pt x="19" y="156"/>
                    <a:pt x="25" y="159"/>
                    <a:pt x="30" y="159"/>
                  </a:cubicBezTo>
                  <a:cubicBezTo>
                    <a:pt x="38" y="159"/>
                    <a:pt x="46" y="155"/>
                    <a:pt x="50" y="148"/>
                  </a:cubicBezTo>
                  <a:lnTo>
                    <a:pt x="134" y="43"/>
                  </a:lnTo>
                  <a:cubicBezTo>
                    <a:pt x="143" y="31"/>
                    <a:pt x="140" y="15"/>
                    <a:pt x="130" y="6"/>
                  </a:cubicBezTo>
                  <a:cubicBezTo>
                    <a:pt x="125" y="2"/>
                    <a:pt x="119" y="1"/>
                    <a:pt x="11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8" name="Google Shape;10278;p32"/>
            <p:cNvSpPr/>
            <p:nvPr/>
          </p:nvSpPr>
          <p:spPr>
            <a:xfrm>
              <a:off x="4703600" y="3772275"/>
              <a:ext cx="14075" cy="15700"/>
            </a:xfrm>
            <a:custGeom>
              <a:avLst/>
              <a:gdLst/>
              <a:ahLst/>
              <a:cxnLst/>
              <a:rect l="l" t="t" r="r" b="b"/>
              <a:pathLst>
                <a:path w="563" h="628" extrusionOk="0">
                  <a:moveTo>
                    <a:pt x="533" y="1"/>
                  </a:moveTo>
                  <a:cubicBezTo>
                    <a:pt x="524" y="1"/>
                    <a:pt x="516" y="5"/>
                    <a:pt x="511" y="13"/>
                  </a:cubicBezTo>
                  <a:cubicBezTo>
                    <a:pt x="374" y="226"/>
                    <a:pt x="206" y="417"/>
                    <a:pt x="12" y="582"/>
                  </a:cubicBezTo>
                  <a:cubicBezTo>
                    <a:pt x="1" y="591"/>
                    <a:pt x="0" y="607"/>
                    <a:pt x="9" y="618"/>
                  </a:cubicBezTo>
                  <a:cubicBezTo>
                    <a:pt x="15" y="623"/>
                    <a:pt x="22" y="627"/>
                    <a:pt x="28" y="627"/>
                  </a:cubicBezTo>
                  <a:cubicBezTo>
                    <a:pt x="35" y="627"/>
                    <a:pt x="40" y="625"/>
                    <a:pt x="46" y="621"/>
                  </a:cubicBezTo>
                  <a:cubicBezTo>
                    <a:pt x="244" y="454"/>
                    <a:pt x="416" y="259"/>
                    <a:pt x="554" y="41"/>
                  </a:cubicBezTo>
                  <a:cubicBezTo>
                    <a:pt x="562" y="29"/>
                    <a:pt x="558" y="13"/>
                    <a:pt x="546" y="4"/>
                  </a:cubicBezTo>
                  <a:cubicBezTo>
                    <a:pt x="542" y="2"/>
                    <a:pt x="537" y="1"/>
                    <a:pt x="53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9" name="Google Shape;10279;p32"/>
            <p:cNvSpPr/>
            <p:nvPr/>
          </p:nvSpPr>
          <p:spPr>
            <a:xfrm>
              <a:off x="4829000" y="3711025"/>
              <a:ext cx="27275" cy="15125"/>
            </a:xfrm>
            <a:custGeom>
              <a:avLst/>
              <a:gdLst/>
              <a:ahLst/>
              <a:cxnLst/>
              <a:rect l="l" t="t" r="r" b="b"/>
              <a:pathLst>
                <a:path w="1091" h="605" extrusionOk="0">
                  <a:moveTo>
                    <a:pt x="31" y="1"/>
                  </a:moveTo>
                  <a:cubicBezTo>
                    <a:pt x="21" y="1"/>
                    <a:pt x="11" y="7"/>
                    <a:pt x="7" y="15"/>
                  </a:cubicBezTo>
                  <a:cubicBezTo>
                    <a:pt x="1" y="29"/>
                    <a:pt x="6" y="44"/>
                    <a:pt x="20" y="50"/>
                  </a:cubicBezTo>
                  <a:cubicBezTo>
                    <a:pt x="371" y="214"/>
                    <a:pt x="716" y="400"/>
                    <a:pt x="1047" y="602"/>
                  </a:cubicBezTo>
                  <a:cubicBezTo>
                    <a:pt x="1051" y="603"/>
                    <a:pt x="1055" y="605"/>
                    <a:pt x="1061" y="605"/>
                  </a:cubicBezTo>
                  <a:cubicBezTo>
                    <a:pt x="1069" y="605"/>
                    <a:pt x="1078" y="601"/>
                    <a:pt x="1082" y="593"/>
                  </a:cubicBezTo>
                  <a:cubicBezTo>
                    <a:pt x="1090" y="580"/>
                    <a:pt x="1086" y="564"/>
                    <a:pt x="1074" y="558"/>
                  </a:cubicBezTo>
                  <a:cubicBezTo>
                    <a:pt x="742" y="354"/>
                    <a:pt x="395" y="167"/>
                    <a:pt x="41" y="3"/>
                  </a:cubicBezTo>
                  <a:cubicBezTo>
                    <a:pt x="38" y="1"/>
                    <a:pt x="34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0" name="Google Shape;10280;p32"/>
            <p:cNvSpPr/>
            <p:nvPr/>
          </p:nvSpPr>
          <p:spPr>
            <a:xfrm>
              <a:off x="4860850" y="3729300"/>
              <a:ext cx="5950" cy="4350"/>
            </a:xfrm>
            <a:custGeom>
              <a:avLst/>
              <a:gdLst/>
              <a:ahLst/>
              <a:cxnLst/>
              <a:rect l="l" t="t" r="r" b="b"/>
              <a:pathLst>
                <a:path w="238" h="174" extrusionOk="0">
                  <a:moveTo>
                    <a:pt x="30" y="0"/>
                  </a:moveTo>
                  <a:cubicBezTo>
                    <a:pt x="20" y="0"/>
                    <a:pt x="10" y="6"/>
                    <a:pt x="6" y="15"/>
                  </a:cubicBezTo>
                  <a:cubicBezTo>
                    <a:pt x="1" y="28"/>
                    <a:pt x="6" y="44"/>
                    <a:pt x="20" y="50"/>
                  </a:cubicBezTo>
                  <a:cubicBezTo>
                    <a:pt x="83" y="78"/>
                    <a:pt x="141" y="118"/>
                    <a:pt x="190" y="167"/>
                  </a:cubicBezTo>
                  <a:cubicBezTo>
                    <a:pt x="196" y="172"/>
                    <a:pt x="203" y="174"/>
                    <a:pt x="209" y="174"/>
                  </a:cubicBezTo>
                  <a:cubicBezTo>
                    <a:pt x="216" y="174"/>
                    <a:pt x="223" y="171"/>
                    <a:pt x="227" y="166"/>
                  </a:cubicBezTo>
                  <a:cubicBezTo>
                    <a:pt x="238" y="156"/>
                    <a:pt x="238" y="140"/>
                    <a:pt x="227" y="129"/>
                  </a:cubicBezTo>
                  <a:cubicBezTo>
                    <a:pt x="172" y="77"/>
                    <a:pt x="110" y="34"/>
                    <a:pt x="41" y="3"/>
                  </a:cubicBezTo>
                  <a:cubicBezTo>
                    <a:pt x="37" y="1"/>
                    <a:pt x="34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1" name="Google Shape;10281;p32"/>
            <p:cNvSpPr/>
            <p:nvPr/>
          </p:nvSpPr>
          <p:spPr>
            <a:xfrm>
              <a:off x="4921575" y="3768750"/>
              <a:ext cx="11850" cy="26150"/>
            </a:xfrm>
            <a:custGeom>
              <a:avLst/>
              <a:gdLst/>
              <a:ahLst/>
              <a:cxnLst/>
              <a:rect l="l" t="t" r="r" b="b"/>
              <a:pathLst>
                <a:path w="474" h="1046" extrusionOk="0">
                  <a:moveTo>
                    <a:pt x="30" y="1"/>
                  </a:moveTo>
                  <a:cubicBezTo>
                    <a:pt x="27" y="1"/>
                    <a:pt x="23" y="2"/>
                    <a:pt x="20" y="3"/>
                  </a:cubicBezTo>
                  <a:cubicBezTo>
                    <a:pt x="7" y="8"/>
                    <a:pt x="0" y="24"/>
                    <a:pt x="5" y="38"/>
                  </a:cubicBezTo>
                  <a:lnTo>
                    <a:pt x="420" y="1029"/>
                  </a:lnTo>
                  <a:cubicBezTo>
                    <a:pt x="424" y="1039"/>
                    <a:pt x="435" y="1045"/>
                    <a:pt x="444" y="1045"/>
                  </a:cubicBezTo>
                  <a:cubicBezTo>
                    <a:pt x="448" y="1045"/>
                    <a:pt x="451" y="1044"/>
                    <a:pt x="455" y="1043"/>
                  </a:cubicBezTo>
                  <a:cubicBezTo>
                    <a:pt x="467" y="1037"/>
                    <a:pt x="474" y="1023"/>
                    <a:pt x="468" y="1009"/>
                  </a:cubicBezTo>
                  <a:lnTo>
                    <a:pt x="54" y="18"/>
                  </a:lnTo>
                  <a:cubicBezTo>
                    <a:pt x="50" y="7"/>
                    <a:pt x="40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2" name="Google Shape;10282;p32"/>
            <p:cNvSpPr/>
            <p:nvPr/>
          </p:nvSpPr>
          <p:spPr>
            <a:xfrm>
              <a:off x="4933075" y="3799150"/>
              <a:ext cx="2475" cy="6475"/>
            </a:xfrm>
            <a:custGeom>
              <a:avLst/>
              <a:gdLst/>
              <a:ahLst/>
              <a:cxnLst/>
              <a:rect l="l" t="t" r="r" b="b"/>
              <a:pathLst>
                <a:path w="99" h="259" extrusionOk="0">
                  <a:moveTo>
                    <a:pt x="26" y="0"/>
                  </a:moveTo>
                  <a:cubicBezTo>
                    <a:pt x="25" y="0"/>
                    <a:pt x="24" y="0"/>
                    <a:pt x="23" y="0"/>
                  </a:cubicBezTo>
                  <a:cubicBezTo>
                    <a:pt x="10" y="3"/>
                    <a:pt x="0" y="18"/>
                    <a:pt x="3" y="31"/>
                  </a:cubicBezTo>
                  <a:lnTo>
                    <a:pt x="45" y="238"/>
                  </a:lnTo>
                  <a:cubicBezTo>
                    <a:pt x="47" y="251"/>
                    <a:pt x="58" y="259"/>
                    <a:pt x="70" y="259"/>
                  </a:cubicBezTo>
                  <a:lnTo>
                    <a:pt x="75" y="259"/>
                  </a:lnTo>
                  <a:cubicBezTo>
                    <a:pt x="89" y="255"/>
                    <a:pt x="98" y="241"/>
                    <a:pt x="96" y="228"/>
                  </a:cubicBezTo>
                  <a:lnTo>
                    <a:pt x="54" y="21"/>
                  </a:lnTo>
                  <a:cubicBezTo>
                    <a:pt x="50" y="8"/>
                    <a:pt x="38" y="0"/>
                    <a:pt x="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3" name="Google Shape;10283;p32"/>
            <p:cNvSpPr/>
            <p:nvPr/>
          </p:nvSpPr>
          <p:spPr>
            <a:xfrm>
              <a:off x="4918425" y="3778225"/>
              <a:ext cx="11750" cy="31350"/>
            </a:xfrm>
            <a:custGeom>
              <a:avLst/>
              <a:gdLst/>
              <a:ahLst/>
              <a:cxnLst/>
              <a:rect l="l" t="t" r="r" b="b"/>
              <a:pathLst>
                <a:path w="470" h="1254" extrusionOk="0">
                  <a:moveTo>
                    <a:pt x="30" y="0"/>
                  </a:moveTo>
                  <a:cubicBezTo>
                    <a:pt x="26" y="0"/>
                    <a:pt x="22" y="1"/>
                    <a:pt x="18" y="3"/>
                  </a:cubicBezTo>
                  <a:cubicBezTo>
                    <a:pt x="6" y="10"/>
                    <a:pt x="1" y="26"/>
                    <a:pt x="8" y="38"/>
                  </a:cubicBezTo>
                  <a:cubicBezTo>
                    <a:pt x="201" y="415"/>
                    <a:pt x="339" y="816"/>
                    <a:pt x="415" y="1232"/>
                  </a:cubicBezTo>
                  <a:cubicBezTo>
                    <a:pt x="418" y="1245"/>
                    <a:pt x="429" y="1253"/>
                    <a:pt x="441" y="1253"/>
                  </a:cubicBezTo>
                  <a:lnTo>
                    <a:pt x="445" y="1253"/>
                  </a:lnTo>
                  <a:cubicBezTo>
                    <a:pt x="460" y="1250"/>
                    <a:pt x="469" y="1237"/>
                    <a:pt x="466" y="1222"/>
                  </a:cubicBezTo>
                  <a:cubicBezTo>
                    <a:pt x="388" y="801"/>
                    <a:pt x="250" y="395"/>
                    <a:pt x="53" y="15"/>
                  </a:cubicBezTo>
                  <a:cubicBezTo>
                    <a:pt x="49" y="6"/>
                    <a:pt x="39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4" name="Google Shape;10284;p32"/>
            <p:cNvSpPr/>
            <p:nvPr/>
          </p:nvSpPr>
          <p:spPr>
            <a:xfrm>
              <a:off x="4919000" y="3814300"/>
              <a:ext cx="6350" cy="34850"/>
            </a:xfrm>
            <a:custGeom>
              <a:avLst/>
              <a:gdLst/>
              <a:ahLst/>
              <a:cxnLst/>
              <a:rect l="l" t="t" r="r" b="b"/>
              <a:pathLst>
                <a:path w="254" h="1394" extrusionOk="0">
                  <a:moveTo>
                    <a:pt x="30" y="1"/>
                  </a:moveTo>
                  <a:cubicBezTo>
                    <a:pt x="27" y="1"/>
                    <a:pt x="24" y="1"/>
                    <a:pt x="21" y="2"/>
                  </a:cubicBezTo>
                  <a:cubicBezTo>
                    <a:pt x="8" y="8"/>
                    <a:pt x="1" y="23"/>
                    <a:pt x="6" y="36"/>
                  </a:cubicBezTo>
                  <a:cubicBezTo>
                    <a:pt x="169" y="454"/>
                    <a:pt x="201" y="925"/>
                    <a:pt x="96" y="1361"/>
                  </a:cubicBezTo>
                  <a:cubicBezTo>
                    <a:pt x="92" y="1375"/>
                    <a:pt x="102" y="1389"/>
                    <a:pt x="115" y="1392"/>
                  </a:cubicBezTo>
                  <a:cubicBezTo>
                    <a:pt x="117" y="1393"/>
                    <a:pt x="119" y="1393"/>
                    <a:pt x="121" y="1393"/>
                  </a:cubicBezTo>
                  <a:cubicBezTo>
                    <a:pt x="133" y="1393"/>
                    <a:pt x="143" y="1385"/>
                    <a:pt x="146" y="1373"/>
                  </a:cubicBezTo>
                  <a:cubicBezTo>
                    <a:pt x="254" y="927"/>
                    <a:pt x="221" y="445"/>
                    <a:pt x="53" y="17"/>
                  </a:cubicBezTo>
                  <a:cubicBezTo>
                    <a:pt x="50" y="7"/>
                    <a:pt x="40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5" name="Google Shape;10285;p32"/>
            <p:cNvSpPr/>
            <p:nvPr/>
          </p:nvSpPr>
          <p:spPr>
            <a:xfrm>
              <a:off x="4913750" y="3826875"/>
              <a:ext cx="4475" cy="32025"/>
            </a:xfrm>
            <a:custGeom>
              <a:avLst/>
              <a:gdLst/>
              <a:ahLst/>
              <a:cxnLst/>
              <a:rect l="l" t="t" r="r" b="b"/>
              <a:pathLst>
                <a:path w="179" h="1281" extrusionOk="0">
                  <a:moveTo>
                    <a:pt x="99" y="1"/>
                  </a:moveTo>
                  <a:cubicBezTo>
                    <a:pt x="98" y="1"/>
                    <a:pt x="97" y="1"/>
                    <a:pt x="95" y="1"/>
                  </a:cubicBezTo>
                  <a:cubicBezTo>
                    <a:pt x="82" y="3"/>
                    <a:pt x="71" y="16"/>
                    <a:pt x="74" y="29"/>
                  </a:cubicBezTo>
                  <a:cubicBezTo>
                    <a:pt x="127" y="438"/>
                    <a:pt x="103" y="849"/>
                    <a:pt x="5" y="1248"/>
                  </a:cubicBezTo>
                  <a:cubicBezTo>
                    <a:pt x="1" y="1262"/>
                    <a:pt x="10" y="1277"/>
                    <a:pt x="24" y="1279"/>
                  </a:cubicBezTo>
                  <a:cubicBezTo>
                    <a:pt x="25" y="1281"/>
                    <a:pt x="28" y="1281"/>
                    <a:pt x="29" y="1281"/>
                  </a:cubicBezTo>
                  <a:lnTo>
                    <a:pt x="31" y="1281"/>
                  </a:lnTo>
                  <a:cubicBezTo>
                    <a:pt x="41" y="1281"/>
                    <a:pt x="52" y="1273"/>
                    <a:pt x="55" y="1260"/>
                  </a:cubicBezTo>
                  <a:cubicBezTo>
                    <a:pt x="156" y="854"/>
                    <a:pt x="179" y="438"/>
                    <a:pt x="125" y="23"/>
                  </a:cubicBezTo>
                  <a:cubicBezTo>
                    <a:pt x="122" y="11"/>
                    <a:pt x="111" y="1"/>
                    <a:pt x="9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6" name="Google Shape;10286;p32"/>
            <p:cNvSpPr/>
            <p:nvPr/>
          </p:nvSpPr>
          <p:spPr>
            <a:xfrm>
              <a:off x="4913525" y="3812875"/>
              <a:ext cx="2150" cy="7725"/>
            </a:xfrm>
            <a:custGeom>
              <a:avLst/>
              <a:gdLst/>
              <a:ahLst/>
              <a:cxnLst/>
              <a:rect l="l" t="t" r="r" b="b"/>
              <a:pathLst>
                <a:path w="86" h="309" extrusionOk="0">
                  <a:moveTo>
                    <a:pt x="27" y="0"/>
                  </a:moveTo>
                  <a:cubicBezTo>
                    <a:pt x="26" y="0"/>
                    <a:pt x="26" y="0"/>
                    <a:pt x="25" y="0"/>
                  </a:cubicBezTo>
                  <a:cubicBezTo>
                    <a:pt x="10" y="2"/>
                    <a:pt x="1" y="15"/>
                    <a:pt x="2" y="28"/>
                  </a:cubicBezTo>
                  <a:lnTo>
                    <a:pt x="31" y="285"/>
                  </a:lnTo>
                  <a:cubicBezTo>
                    <a:pt x="34" y="299"/>
                    <a:pt x="45" y="308"/>
                    <a:pt x="58" y="308"/>
                  </a:cubicBezTo>
                  <a:lnTo>
                    <a:pt x="61" y="308"/>
                  </a:lnTo>
                  <a:cubicBezTo>
                    <a:pt x="75" y="307"/>
                    <a:pt x="85" y="293"/>
                    <a:pt x="84" y="280"/>
                  </a:cubicBezTo>
                  <a:lnTo>
                    <a:pt x="53" y="23"/>
                  </a:lnTo>
                  <a:cubicBezTo>
                    <a:pt x="52" y="9"/>
                    <a:pt x="40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7" name="Google Shape;10287;p32"/>
            <p:cNvSpPr/>
            <p:nvPr/>
          </p:nvSpPr>
          <p:spPr>
            <a:xfrm>
              <a:off x="4868125" y="3817375"/>
              <a:ext cx="15325" cy="10475"/>
            </a:xfrm>
            <a:custGeom>
              <a:avLst/>
              <a:gdLst/>
              <a:ahLst/>
              <a:cxnLst/>
              <a:rect l="l" t="t" r="r" b="b"/>
              <a:pathLst>
                <a:path w="613" h="419" extrusionOk="0">
                  <a:moveTo>
                    <a:pt x="582" y="1"/>
                  </a:moveTo>
                  <a:cubicBezTo>
                    <a:pt x="579" y="1"/>
                    <a:pt x="576" y="1"/>
                    <a:pt x="573" y="2"/>
                  </a:cubicBezTo>
                  <a:cubicBezTo>
                    <a:pt x="364" y="85"/>
                    <a:pt x="168" y="213"/>
                    <a:pt x="11" y="374"/>
                  </a:cubicBezTo>
                  <a:cubicBezTo>
                    <a:pt x="0" y="384"/>
                    <a:pt x="0" y="401"/>
                    <a:pt x="11" y="411"/>
                  </a:cubicBezTo>
                  <a:cubicBezTo>
                    <a:pt x="15" y="416"/>
                    <a:pt x="22" y="419"/>
                    <a:pt x="29" y="419"/>
                  </a:cubicBezTo>
                  <a:cubicBezTo>
                    <a:pt x="35" y="419"/>
                    <a:pt x="42" y="416"/>
                    <a:pt x="47" y="411"/>
                  </a:cubicBezTo>
                  <a:cubicBezTo>
                    <a:pt x="201" y="255"/>
                    <a:pt x="389" y="131"/>
                    <a:pt x="592" y="50"/>
                  </a:cubicBezTo>
                  <a:cubicBezTo>
                    <a:pt x="606" y="45"/>
                    <a:pt x="612" y="30"/>
                    <a:pt x="607" y="17"/>
                  </a:cubicBezTo>
                  <a:cubicBezTo>
                    <a:pt x="603" y="6"/>
                    <a:pt x="593" y="1"/>
                    <a:pt x="58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8" name="Google Shape;10288;p32"/>
            <p:cNvSpPr/>
            <p:nvPr/>
          </p:nvSpPr>
          <p:spPr>
            <a:xfrm>
              <a:off x="4885550" y="3814200"/>
              <a:ext cx="7075" cy="2975"/>
            </a:xfrm>
            <a:custGeom>
              <a:avLst/>
              <a:gdLst/>
              <a:ahLst/>
              <a:cxnLst/>
              <a:rect l="l" t="t" r="r" b="b"/>
              <a:pathLst>
                <a:path w="283" h="119" extrusionOk="0">
                  <a:moveTo>
                    <a:pt x="256" y="1"/>
                  </a:moveTo>
                  <a:cubicBezTo>
                    <a:pt x="253" y="1"/>
                    <a:pt x="250" y="1"/>
                    <a:pt x="246" y="2"/>
                  </a:cubicBezTo>
                  <a:lnTo>
                    <a:pt x="22" y="67"/>
                  </a:lnTo>
                  <a:cubicBezTo>
                    <a:pt x="8" y="71"/>
                    <a:pt x="0" y="86"/>
                    <a:pt x="4" y="99"/>
                  </a:cubicBezTo>
                  <a:cubicBezTo>
                    <a:pt x="8" y="111"/>
                    <a:pt x="18" y="118"/>
                    <a:pt x="30" y="118"/>
                  </a:cubicBezTo>
                  <a:cubicBezTo>
                    <a:pt x="32" y="118"/>
                    <a:pt x="34" y="118"/>
                    <a:pt x="37" y="117"/>
                  </a:cubicBezTo>
                  <a:lnTo>
                    <a:pt x="261" y="52"/>
                  </a:lnTo>
                  <a:cubicBezTo>
                    <a:pt x="275" y="48"/>
                    <a:pt x="283" y="33"/>
                    <a:pt x="279" y="20"/>
                  </a:cubicBezTo>
                  <a:cubicBezTo>
                    <a:pt x="276" y="8"/>
                    <a:pt x="266" y="1"/>
                    <a:pt x="25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9" name="Google Shape;10289;p32"/>
            <p:cNvSpPr/>
            <p:nvPr/>
          </p:nvSpPr>
          <p:spPr>
            <a:xfrm>
              <a:off x="4879125" y="3818400"/>
              <a:ext cx="18775" cy="9200"/>
            </a:xfrm>
            <a:custGeom>
              <a:avLst/>
              <a:gdLst/>
              <a:ahLst/>
              <a:cxnLst/>
              <a:rect l="l" t="t" r="r" b="b"/>
              <a:pathLst>
                <a:path w="751" h="368" extrusionOk="0">
                  <a:moveTo>
                    <a:pt x="720" y="0"/>
                  </a:moveTo>
                  <a:cubicBezTo>
                    <a:pt x="718" y="0"/>
                    <a:pt x="715" y="0"/>
                    <a:pt x="712" y="1"/>
                  </a:cubicBezTo>
                  <a:cubicBezTo>
                    <a:pt x="474" y="90"/>
                    <a:pt x="240" y="196"/>
                    <a:pt x="18" y="319"/>
                  </a:cubicBezTo>
                  <a:cubicBezTo>
                    <a:pt x="6" y="327"/>
                    <a:pt x="0" y="342"/>
                    <a:pt x="7" y="355"/>
                  </a:cubicBezTo>
                  <a:cubicBezTo>
                    <a:pt x="12" y="363"/>
                    <a:pt x="20" y="367"/>
                    <a:pt x="30" y="367"/>
                  </a:cubicBezTo>
                  <a:cubicBezTo>
                    <a:pt x="34" y="367"/>
                    <a:pt x="39" y="367"/>
                    <a:pt x="42" y="364"/>
                  </a:cubicBezTo>
                  <a:cubicBezTo>
                    <a:pt x="263" y="243"/>
                    <a:pt x="494" y="137"/>
                    <a:pt x="731" y="51"/>
                  </a:cubicBezTo>
                  <a:cubicBezTo>
                    <a:pt x="744" y="46"/>
                    <a:pt x="751" y="31"/>
                    <a:pt x="746" y="17"/>
                  </a:cubicBezTo>
                  <a:cubicBezTo>
                    <a:pt x="741" y="7"/>
                    <a:pt x="732" y="0"/>
                    <a:pt x="72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0" name="Google Shape;10290;p32"/>
            <p:cNvSpPr/>
            <p:nvPr/>
          </p:nvSpPr>
          <p:spPr>
            <a:xfrm>
              <a:off x="4863650" y="3841075"/>
              <a:ext cx="20000" cy="13500"/>
            </a:xfrm>
            <a:custGeom>
              <a:avLst/>
              <a:gdLst/>
              <a:ahLst/>
              <a:cxnLst/>
              <a:rect l="l" t="t" r="r" b="b"/>
              <a:pathLst>
                <a:path w="800" h="540" extrusionOk="0">
                  <a:moveTo>
                    <a:pt x="770" y="0"/>
                  </a:moveTo>
                  <a:cubicBezTo>
                    <a:pt x="766" y="0"/>
                    <a:pt x="763" y="1"/>
                    <a:pt x="759" y="2"/>
                  </a:cubicBezTo>
                  <a:cubicBezTo>
                    <a:pt x="489" y="130"/>
                    <a:pt x="237" y="296"/>
                    <a:pt x="11" y="493"/>
                  </a:cubicBezTo>
                  <a:cubicBezTo>
                    <a:pt x="2" y="503"/>
                    <a:pt x="0" y="519"/>
                    <a:pt x="10" y="530"/>
                  </a:cubicBezTo>
                  <a:cubicBezTo>
                    <a:pt x="14" y="535"/>
                    <a:pt x="22" y="539"/>
                    <a:pt x="29" y="539"/>
                  </a:cubicBezTo>
                  <a:cubicBezTo>
                    <a:pt x="35" y="539"/>
                    <a:pt x="41" y="536"/>
                    <a:pt x="46" y="532"/>
                  </a:cubicBezTo>
                  <a:cubicBezTo>
                    <a:pt x="268" y="339"/>
                    <a:pt x="514" y="176"/>
                    <a:pt x="781" y="49"/>
                  </a:cubicBezTo>
                  <a:cubicBezTo>
                    <a:pt x="794" y="44"/>
                    <a:pt x="800" y="28"/>
                    <a:pt x="793" y="14"/>
                  </a:cubicBezTo>
                  <a:cubicBezTo>
                    <a:pt x="789" y="5"/>
                    <a:pt x="780" y="0"/>
                    <a:pt x="77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1" name="Google Shape;10291;p32"/>
            <p:cNvSpPr/>
            <p:nvPr/>
          </p:nvSpPr>
          <p:spPr>
            <a:xfrm>
              <a:off x="4863725" y="3850025"/>
              <a:ext cx="14000" cy="12550"/>
            </a:xfrm>
            <a:custGeom>
              <a:avLst/>
              <a:gdLst/>
              <a:ahLst/>
              <a:cxnLst/>
              <a:rect l="l" t="t" r="r" b="b"/>
              <a:pathLst>
                <a:path w="560" h="502" extrusionOk="0">
                  <a:moveTo>
                    <a:pt x="531" y="1"/>
                  </a:moveTo>
                  <a:cubicBezTo>
                    <a:pt x="526" y="1"/>
                    <a:pt x="521" y="2"/>
                    <a:pt x="517" y="5"/>
                  </a:cubicBezTo>
                  <a:cubicBezTo>
                    <a:pt x="322" y="126"/>
                    <a:pt x="151" y="279"/>
                    <a:pt x="8" y="460"/>
                  </a:cubicBezTo>
                  <a:cubicBezTo>
                    <a:pt x="0" y="472"/>
                    <a:pt x="1" y="488"/>
                    <a:pt x="14" y="496"/>
                  </a:cubicBezTo>
                  <a:cubicBezTo>
                    <a:pt x="18" y="500"/>
                    <a:pt x="23" y="501"/>
                    <a:pt x="30" y="501"/>
                  </a:cubicBezTo>
                  <a:cubicBezTo>
                    <a:pt x="36" y="501"/>
                    <a:pt x="44" y="499"/>
                    <a:pt x="50" y="492"/>
                  </a:cubicBezTo>
                  <a:cubicBezTo>
                    <a:pt x="187" y="316"/>
                    <a:pt x="354" y="166"/>
                    <a:pt x="545" y="48"/>
                  </a:cubicBezTo>
                  <a:cubicBezTo>
                    <a:pt x="556" y="41"/>
                    <a:pt x="560" y="25"/>
                    <a:pt x="553" y="13"/>
                  </a:cubicBezTo>
                  <a:cubicBezTo>
                    <a:pt x="548" y="5"/>
                    <a:pt x="539" y="1"/>
                    <a:pt x="5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2" name="Google Shape;10292;p32"/>
            <p:cNvSpPr/>
            <p:nvPr/>
          </p:nvSpPr>
          <p:spPr>
            <a:xfrm>
              <a:off x="4886625" y="3838100"/>
              <a:ext cx="3625" cy="2225"/>
            </a:xfrm>
            <a:custGeom>
              <a:avLst/>
              <a:gdLst/>
              <a:ahLst/>
              <a:cxnLst/>
              <a:rect l="l" t="t" r="r" b="b"/>
              <a:pathLst>
                <a:path w="145" h="89" extrusionOk="0">
                  <a:moveTo>
                    <a:pt x="115" y="1"/>
                  </a:moveTo>
                  <a:cubicBezTo>
                    <a:pt x="111" y="1"/>
                    <a:pt x="107" y="2"/>
                    <a:pt x="104" y="3"/>
                  </a:cubicBezTo>
                  <a:lnTo>
                    <a:pt x="19" y="39"/>
                  </a:lnTo>
                  <a:cubicBezTo>
                    <a:pt x="6" y="45"/>
                    <a:pt x="0" y="61"/>
                    <a:pt x="6" y="74"/>
                  </a:cubicBezTo>
                  <a:cubicBezTo>
                    <a:pt x="10" y="84"/>
                    <a:pt x="19" y="89"/>
                    <a:pt x="29" y="89"/>
                  </a:cubicBezTo>
                  <a:cubicBezTo>
                    <a:pt x="33" y="89"/>
                    <a:pt x="35" y="89"/>
                    <a:pt x="39" y="88"/>
                  </a:cubicBezTo>
                  <a:lnTo>
                    <a:pt x="125" y="50"/>
                  </a:lnTo>
                  <a:cubicBezTo>
                    <a:pt x="137" y="45"/>
                    <a:pt x="144" y="30"/>
                    <a:pt x="139" y="16"/>
                  </a:cubicBezTo>
                  <a:cubicBezTo>
                    <a:pt x="135" y="6"/>
                    <a:pt x="125" y="1"/>
                    <a:pt x="11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3" name="Google Shape;10293;p32"/>
            <p:cNvSpPr/>
            <p:nvPr/>
          </p:nvSpPr>
          <p:spPr>
            <a:xfrm>
              <a:off x="4890150" y="3787600"/>
              <a:ext cx="26000" cy="5225"/>
            </a:xfrm>
            <a:custGeom>
              <a:avLst/>
              <a:gdLst/>
              <a:ahLst/>
              <a:cxnLst/>
              <a:rect l="l" t="t" r="r" b="b"/>
              <a:pathLst>
                <a:path w="1040" h="209" extrusionOk="0">
                  <a:moveTo>
                    <a:pt x="977" y="1"/>
                  </a:moveTo>
                  <a:cubicBezTo>
                    <a:pt x="651" y="1"/>
                    <a:pt x="329" y="52"/>
                    <a:pt x="21" y="158"/>
                  </a:cubicBezTo>
                  <a:cubicBezTo>
                    <a:pt x="7" y="162"/>
                    <a:pt x="1" y="177"/>
                    <a:pt x="5" y="191"/>
                  </a:cubicBezTo>
                  <a:cubicBezTo>
                    <a:pt x="9" y="201"/>
                    <a:pt x="18" y="208"/>
                    <a:pt x="29" y="208"/>
                  </a:cubicBezTo>
                  <a:cubicBezTo>
                    <a:pt x="31" y="208"/>
                    <a:pt x="34" y="208"/>
                    <a:pt x="38" y="207"/>
                  </a:cubicBezTo>
                  <a:cubicBezTo>
                    <a:pt x="337" y="104"/>
                    <a:pt x="649" y="53"/>
                    <a:pt x="966" y="53"/>
                  </a:cubicBezTo>
                  <a:cubicBezTo>
                    <a:pt x="982" y="53"/>
                    <a:pt x="998" y="53"/>
                    <a:pt x="1014" y="53"/>
                  </a:cubicBezTo>
                  <a:cubicBezTo>
                    <a:pt x="1027" y="53"/>
                    <a:pt x="1039" y="41"/>
                    <a:pt x="1039" y="28"/>
                  </a:cubicBezTo>
                  <a:cubicBezTo>
                    <a:pt x="1039" y="13"/>
                    <a:pt x="1028" y="2"/>
                    <a:pt x="1014" y="1"/>
                  </a:cubicBezTo>
                  <a:cubicBezTo>
                    <a:pt x="1001" y="1"/>
                    <a:pt x="989" y="1"/>
                    <a:pt x="97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4" name="Google Shape;10294;p32"/>
            <p:cNvSpPr/>
            <p:nvPr/>
          </p:nvSpPr>
          <p:spPr>
            <a:xfrm>
              <a:off x="4881775" y="3793550"/>
              <a:ext cx="4125" cy="2425"/>
            </a:xfrm>
            <a:custGeom>
              <a:avLst/>
              <a:gdLst/>
              <a:ahLst/>
              <a:cxnLst/>
              <a:rect l="l" t="t" r="r" b="b"/>
              <a:pathLst>
                <a:path w="165" h="97" extrusionOk="0">
                  <a:moveTo>
                    <a:pt x="135" y="0"/>
                  </a:moveTo>
                  <a:cubicBezTo>
                    <a:pt x="132" y="0"/>
                    <a:pt x="129" y="1"/>
                    <a:pt x="126" y="2"/>
                  </a:cubicBezTo>
                  <a:lnTo>
                    <a:pt x="21" y="47"/>
                  </a:lnTo>
                  <a:cubicBezTo>
                    <a:pt x="7" y="52"/>
                    <a:pt x="1" y="68"/>
                    <a:pt x="6" y="80"/>
                  </a:cubicBezTo>
                  <a:cubicBezTo>
                    <a:pt x="11" y="91"/>
                    <a:pt x="21" y="97"/>
                    <a:pt x="30" y="97"/>
                  </a:cubicBezTo>
                  <a:cubicBezTo>
                    <a:pt x="34" y="97"/>
                    <a:pt x="37" y="97"/>
                    <a:pt x="41" y="95"/>
                  </a:cubicBezTo>
                  <a:lnTo>
                    <a:pt x="146" y="51"/>
                  </a:lnTo>
                  <a:cubicBezTo>
                    <a:pt x="158" y="45"/>
                    <a:pt x="165" y="29"/>
                    <a:pt x="159" y="16"/>
                  </a:cubicBezTo>
                  <a:cubicBezTo>
                    <a:pt x="155" y="7"/>
                    <a:pt x="145" y="0"/>
                    <a:pt x="13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5" name="Google Shape;10295;p32"/>
            <p:cNvSpPr/>
            <p:nvPr/>
          </p:nvSpPr>
          <p:spPr>
            <a:xfrm>
              <a:off x="4882050" y="3773275"/>
              <a:ext cx="19125" cy="8000"/>
            </a:xfrm>
            <a:custGeom>
              <a:avLst/>
              <a:gdLst/>
              <a:ahLst/>
              <a:cxnLst/>
              <a:rect l="l" t="t" r="r" b="b"/>
              <a:pathLst>
                <a:path w="765" h="320" extrusionOk="0">
                  <a:moveTo>
                    <a:pt x="737" y="1"/>
                  </a:moveTo>
                  <a:cubicBezTo>
                    <a:pt x="736" y="1"/>
                    <a:pt x="735" y="1"/>
                    <a:pt x="733" y="1"/>
                  </a:cubicBezTo>
                  <a:cubicBezTo>
                    <a:pt x="477" y="30"/>
                    <a:pt x="226" y="125"/>
                    <a:pt x="15" y="273"/>
                  </a:cubicBezTo>
                  <a:cubicBezTo>
                    <a:pt x="3" y="281"/>
                    <a:pt x="0" y="297"/>
                    <a:pt x="8" y="309"/>
                  </a:cubicBezTo>
                  <a:cubicBezTo>
                    <a:pt x="12" y="316"/>
                    <a:pt x="20" y="320"/>
                    <a:pt x="29" y="320"/>
                  </a:cubicBezTo>
                  <a:cubicBezTo>
                    <a:pt x="34" y="320"/>
                    <a:pt x="39" y="318"/>
                    <a:pt x="43" y="314"/>
                  </a:cubicBezTo>
                  <a:cubicBezTo>
                    <a:pt x="249" y="172"/>
                    <a:pt x="490" y="80"/>
                    <a:pt x="739" y="52"/>
                  </a:cubicBezTo>
                  <a:cubicBezTo>
                    <a:pt x="754" y="51"/>
                    <a:pt x="764" y="37"/>
                    <a:pt x="762" y="24"/>
                  </a:cubicBezTo>
                  <a:cubicBezTo>
                    <a:pt x="760" y="10"/>
                    <a:pt x="751" y="1"/>
                    <a:pt x="73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6" name="Google Shape;10296;p32"/>
            <p:cNvSpPr/>
            <p:nvPr/>
          </p:nvSpPr>
          <p:spPr>
            <a:xfrm>
              <a:off x="4904375" y="3772475"/>
              <a:ext cx="4425" cy="1900"/>
            </a:xfrm>
            <a:custGeom>
              <a:avLst/>
              <a:gdLst/>
              <a:ahLst/>
              <a:cxnLst/>
              <a:rect l="l" t="t" r="r" b="b"/>
              <a:pathLst>
                <a:path w="177" h="76" extrusionOk="0">
                  <a:moveTo>
                    <a:pt x="131" y="1"/>
                  </a:moveTo>
                  <a:cubicBezTo>
                    <a:pt x="91" y="1"/>
                    <a:pt x="52" y="10"/>
                    <a:pt x="18" y="27"/>
                  </a:cubicBezTo>
                  <a:cubicBezTo>
                    <a:pt x="6" y="34"/>
                    <a:pt x="1" y="49"/>
                    <a:pt x="7" y="62"/>
                  </a:cubicBezTo>
                  <a:cubicBezTo>
                    <a:pt x="11" y="72"/>
                    <a:pt x="21" y="76"/>
                    <a:pt x="30" y="76"/>
                  </a:cubicBezTo>
                  <a:cubicBezTo>
                    <a:pt x="34" y="76"/>
                    <a:pt x="38" y="76"/>
                    <a:pt x="41" y="73"/>
                  </a:cubicBezTo>
                  <a:cubicBezTo>
                    <a:pt x="67" y="60"/>
                    <a:pt x="97" y="53"/>
                    <a:pt x="126" y="53"/>
                  </a:cubicBezTo>
                  <a:cubicBezTo>
                    <a:pt x="133" y="53"/>
                    <a:pt x="140" y="54"/>
                    <a:pt x="147" y="54"/>
                  </a:cubicBezTo>
                  <a:cubicBezTo>
                    <a:pt x="148" y="54"/>
                    <a:pt x="149" y="54"/>
                    <a:pt x="150" y="54"/>
                  </a:cubicBezTo>
                  <a:cubicBezTo>
                    <a:pt x="162" y="54"/>
                    <a:pt x="174" y="44"/>
                    <a:pt x="175" y="30"/>
                  </a:cubicBezTo>
                  <a:cubicBezTo>
                    <a:pt x="177" y="17"/>
                    <a:pt x="166" y="3"/>
                    <a:pt x="153" y="2"/>
                  </a:cubicBezTo>
                  <a:cubicBezTo>
                    <a:pt x="145" y="1"/>
                    <a:pt x="138" y="1"/>
                    <a:pt x="1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7" name="Google Shape;10297;p32"/>
            <p:cNvSpPr/>
            <p:nvPr/>
          </p:nvSpPr>
          <p:spPr>
            <a:xfrm>
              <a:off x="4901850" y="3766100"/>
              <a:ext cx="21725" cy="2600"/>
            </a:xfrm>
            <a:custGeom>
              <a:avLst/>
              <a:gdLst/>
              <a:ahLst/>
              <a:cxnLst/>
              <a:rect l="l" t="t" r="r" b="b"/>
              <a:pathLst>
                <a:path w="869" h="104" extrusionOk="0">
                  <a:moveTo>
                    <a:pt x="497" y="1"/>
                  </a:moveTo>
                  <a:cubicBezTo>
                    <a:pt x="338" y="1"/>
                    <a:pt x="180" y="18"/>
                    <a:pt x="24" y="52"/>
                  </a:cubicBezTo>
                  <a:cubicBezTo>
                    <a:pt x="9" y="55"/>
                    <a:pt x="1" y="70"/>
                    <a:pt x="3" y="83"/>
                  </a:cubicBezTo>
                  <a:cubicBezTo>
                    <a:pt x="6" y="95"/>
                    <a:pt x="17" y="103"/>
                    <a:pt x="29" y="103"/>
                  </a:cubicBezTo>
                  <a:lnTo>
                    <a:pt x="34" y="103"/>
                  </a:lnTo>
                  <a:cubicBezTo>
                    <a:pt x="188" y="70"/>
                    <a:pt x="344" y="53"/>
                    <a:pt x="499" y="53"/>
                  </a:cubicBezTo>
                  <a:cubicBezTo>
                    <a:pt x="612" y="53"/>
                    <a:pt x="724" y="62"/>
                    <a:pt x="836" y="79"/>
                  </a:cubicBezTo>
                  <a:cubicBezTo>
                    <a:pt x="838" y="80"/>
                    <a:pt x="839" y="80"/>
                    <a:pt x="841" y="80"/>
                  </a:cubicBezTo>
                  <a:cubicBezTo>
                    <a:pt x="854" y="80"/>
                    <a:pt x="863" y="71"/>
                    <a:pt x="866" y="58"/>
                  </a:cubicBezTo>
                  <a:cubicBezTo>
                    <a:pt x="868" y="44"/>
                    <a:pt x="859" y="31"/>
                    <a:pt x="844" y="28"/>
                  </a:cubicBezTo>
                  <a:cubicBezTo>
                    <a:pt x="729" y="10"/>
                    <a:pt x="613" y="1"/>
                    <a:pt x="49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8" name="Google Shape;10298;p32"/>
            <p:cNvSpPr/>
            <p:nvPr/>
          </p:nvSpPr>
          <p:spPr>
            <a:xfrm>
              <a:off x="4910925" y="3760450"/>
              <a:ext cx="13325" cy="2700"/>
            </a:xfrm>
            <a:custGeom>
              <a:avLst/>
              <a:gdLst/>
              <a:ahLst/>
              <a:cxnLst/>
              <a:rect l="l" t="t" r="r" b="b"/>
              <a:pathLst>
                <a:path w="533" h="108" extrusionOk="0">
                  <a:moveTo>
                    <a:pt x="119" y="1"/>
                  </a:moveTo>
                  <a:cubicBezTo>
                    <a:pt x="89" y="1"/>
                    <a:pt x="57" y="2"/>
                    <a:pt x="26" y="4"/>
                  </a:cubicBezTo>
                  <a:cubicBezTo>
                    <a:pt x="12" y="4"/>
                    <a:pt x="1" y="17"/>
                    <a:pt x="2" y="31"/>
                  </a:cubicBezTo>
                  <a:cubicBezTo>
                    <a:pt x="2" y="44"/>
                    <a:pt x="11" y="56"/>
                    <a:pt x="24" y="56"/>
                  </a:cubicBezTo>
                  <a:cubicBezTo>
                    <a:pt x="25" y="56"/>
                    <a:pt x="27" y="56"/>
                    <a:pt x="29" y="55"/>
                  </a:cubicBezTo>
                  <a:cubicBezTo>
                    <a:pt x="57" y="53"/>
                    <a:pt x="85" y="53"/>
                    <a:pt x="112" y="53"/>
                  </a:cubicBezTo>
                  <a:cubicBezTo>
                    <a:pt x="242" y="53"/>
                    <a:pt x="371" y="71"/>
                    <a:pt x="496" y="106"/>
                  </a:cubicBezTo>
                  <a:cubicBezTo>
                    <a:pt x="499" y="107"/>
                    <a:pt x="501" y="107"/>
                    <a:pt x="503" y="107"/>
                  </a:cubicBezTo>
                  <a:cubicBezTo>
                    <a:pt x="515" y="107"/>
                    <a:pt x="524" y="101"/>
                    <a:pt x="528" y="89"/>
                  </a:cubicBezTo>
                  <a:cubicBezTo>
                    <a:pt x="532" y="75"/>
                    <a:pt x="524" y="60"/>
                    <a:pt x="511" y="56"/>
                  </a:cubicBezTo>
                  <a:cubicBezTo>
                    <a:pt x="382" y="19"/>
                    <a:pt x="251" y="1"/>
                    <a:pt x="11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9" name="Google Shape;10299;p32"/>
            <p:cNvSpPr/>
            <p:nvPr/>
          </p:nvSpPr>
          <p:spPr>
            <a:xfrm>
              <a:off x="5012600" y="3680500"/>
              <a:ext cx="18500" cy="7525"/>
            </a:xfrm>
            <a:custGeom>
              <a:avLst/>
              <a:gdLst/>
              <a:ahLst/>
              <a:cxnLst/>
              <a:rect l="l" t="t" r="r" b="b"/>
              <a:pathLst>
                <a:path w="740" h="301" extrusionOk="0">
                  <a:moveTo>
                    <a:pt x="29" y="1"/>
                  </a:moveTo>
                  <a:cubicBezTo>
                    <a:pt x="19" y="1"/>
                    <a:pt x="9" y="7"/>
                    <a:pt x="6" y="18"/>
                  </a:cubicBezTo>
                  <a:cubicBezTo>
                    <a:pt x="1" y="31"/>
                    <a:pt x="8" y="46"/>
                    <a:pt x="21" y="51"/>
                  </a:cubicBezTo>
                  <a:lnTo>
                    <a:pt x="700" y="299"/>
                  </a:lnTo>
                  <a:cubicBezTo>
                    <a:pt x="704" y="299"/>
                    <a:pt x="707" y="300"/>
                    <a:pt x="710" y="300"/>
                  </a:cubicBezTo>
                  <a:cubicBezTo>
                    <a:pt x="721" y="300"/>
                    <a:pt x="730" y="293"/>
                    <a:pt x="734" y="283"/>
                  </a:cubicBezTo>
                  <a:cubicBezTo>
                    <a:pt x="739" y="269"/>
                    <a:pt x="731" y="254"/>
                    <a:pt x="718" y="250"/>
                  </a:cubicBezTo>
                  <a:lnTo>
                    <a:pt x="39" y="3"/>
                  </a:lnTo>
                  <a:cubicBezTo>
                    <a:pt x="35" y="1"/>
                    <a:pt x="32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0" name="Google Shape;10300;p32"/>
            <p:cNvSpPr/>
            <p:nvPr/>
          </p:nvSpPr>
          <p:spPr>
            <a:xfrm>
              <a:off x="5021625" y="3750000"/>
              <a:ext cx="46400" cy="5200"/>
            </a:xfrm>
            <a:custGeom>
              <a:avLst/>
              <a:gdLst/>
              <a:ahLst/>
              <a:cxnLst/>
              <a:rect l="l" t="t" r="r" b="b"/>
              <a:pathLst>
                <a:path w="1856" h="208" extrusionOk="0">
                  <a:moveTo>
                    <a:pt x="27" y="1"/>
                  </a:moveTo>
                  <a:cubicBezTo>
                    <a:pt x="12" y="1"/>
                    <a:pt x="0" y="12"/>
                    <a:pt x="0" y="26"/>
                  </a:cubicBezTo>
                  <a:cubicBezTo>
                    <a:pt x="0" y="41"/>
                    <a:pt x="12" y="52"/>
                    <a:pt x="27" y="52"/>
                  </a:cubicBezTo>
                  <a:lnTo>
                    <a:pt x="45" y="52"/>
                  </a:lnTo>
                  <a:cubicBezTo>
                    <a:pt x="639" y="52"/>
                    <a:pt x="1237" y="104"/>
                    <a:pt x="1823" y="207"/>
                  </a:cubicBezTo>
                  <a:cubicBezTo>
                    <a:pt x="1825" y="208"/>
                    <a:pt x="1826" y="208"/>
                    <a:pt x="1827" y="208"/>
                  </a:cubicBezTo>
                  <a:cubicBezTo>
                    <a:pt x="1839" y="208"/>
                    <a:pt x="1850" y="199"/>
                    <a:pt x="1853" y="186"/>
                  </a:cubicBezTo>
                  <a:cubicBezTo>
                    <a:pt x="1856" y="172"/>
                    <a:pt x="1846" y="158"/>
                    <a:pt x="1831" y="157"/>
                  </a:cubicBezTo>
                  <a:cubicBezTo>
                    <a:pt x="1243" y="53"/>
                    <a:pt x="642" y="1"/>
                    <a:pt x="4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1" name="Google Shape;10301;p32"/>
            <p:cNvSpPr/>
            <p:nvPr/>
          </p:nvSpPr>
          <p:spPr>
            <a:xfrm>
              <a:off x="5041725" y="3764250"/>
              <a:ext cx="42075" cy="5250"/>
            </a:xfrm>
            <a:custGeom>
              <a:avLst/>
              <a:gdLst/>
              <a:ahLst/>
              <a:cxnLst/>
              <a:rect l="l" t="t" r="r" b="b"/>
              <a:pathLst>
                <a:path w="1683" h="210" extrusionOk="0">
                  <a:moveTo>
                    <a:pt x="386" y="1"/>
                  </a:moveTo>
                  <a:cubicBezTo>
                    <a:pt x="266" y="1"/>
                    <a:pt x="145" y="5"/>
                    <a:pt x="25" y="13"/>
                  </a:cubicBezTo>
                  <a:cubicBezTo>
                    <a:pt x="12" y="15"/>
                    <a:pt x="1" y="27"/>
                    <a:pt x="2" y="40"/>
                  </a:cubicBezTo>
                  <a:cubicBezTo>
                    <a:pt x="2" y="54"/>
                    <a:pt x="12" y="65"/>
                    <a:pt x="25" y="65"/>
                  </a:cubicBezTo>
                  <a:cubicBezTo>
                    <a:pt x="26" y="65"/>
                    <a:pt x="28" y="65"/>
                    <a:pt x="29" y="64"/>
                  </a:cubicBezTo>
                  <a:cubicBezTo>
                    <a:pt x="146" y="57"/>
                    <a:pt x="263" y="53"/>
                    <a:pt x="380" y="53"/>
                  </a:cubicBezTo>
                  <a:cubicBezTo>
                    <a:pt x="807" y="53"/>
                    <a:pt x="1232" y="105"/>
                    <a:pt x="1648" y="208"/>
                  </a:cubicBezTo>
                  <a:cubicBezTo>
                    <a:pt x="1650" y="210"/>
                    <a:pt x="1652" y="210"/>
                    <a:pt x="1654" y="210"/>
                  </a:cubicBezTo>
                  <a:cubicBezTo>
                    <a:pt x="1666" y="210"/>
                    <a:pt x="1676" y="202"/>
                    <a:pt x="1680" y="191"/>
                  </a:cubicBezTo>
                  <a:cubicBezTo>
                    <a:pt x="1683" y="176"/>
                    <a:pt x="1674" y="163"/>
                    <a:pt x="1661" y="159"/>
                  </a:cubicBezTo>
                  <a:cubicBezTo>
                    <a:pt x="1243" y="54"/>
                    <a:pt x="815" y="1"/>
                    <a:pt x="38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2" name="Google Shape;10302;p32"/>
            <p:cNvSpPr/>
            <p:nvPr/>
          </p:nvSpPr>
          <p:spPr>
            <a:xfrm>
              <a:off x="5059500" y="3773075"/>
              <a:ext cx="33350" cy="4800"/>
            </a:xfrm>
            <a:custGeom>
              <a:avLst/>
              <a:gdLst/>
              <a:ahLst/>
              <a:cxnLst/>
              <a:rect l="l" t="t" r="r" b="b"/>
              <a:pathLst>
                <a:path w="1334" h="192" extrusionOk="0">
                  <a:moveTo>
                    <a:pt x="243" y="0"/>
                  </a:moveTo>
                  <a:cubicBezTo>
                    <a:pt x="171" y="0"/>
                    <a:pt x="98" y="2"/>
                    <a:pt x="26" y="6"/>
                  </a:cubicBezTo>
                  <a:cubicBezTo>
                    <a:pt x="11" y="6"/>
                    <a:pt x="0" y="18"/>
                    <a:pt x="0" y="33"/>
                  </a:cubicBezTo>
                  <a:cubicBezTo>
                    <a:pt x="1" y="46"/>
                    <a:pt x="13" y="58"/>
                    <a:pt x="25" y="58"/>
                  </a:cubicBezTo>
                  <a:cubicBezTo>
                    <a:pt x="26" y="58"/>
                    <a:pt x="27" y="57"/>
                    <a:pt x="28" y="57"/>
                  </a:cubicBezTo>
                  <a:cubicBezTo>
                    <a:pt x="100" y="53"/>
                    <a:pt x="172" y="51"/>
                    <a:pt x="243" y="51"/>
                  </a:cubicBezTo>
                  <a:cubicBezTo>
                    <a:pt x="599" y="51"/>
                    <a:pt x="953" y="99"/>
                    <a:pt x="1298" y="190"/>
                  </a:cubicBezTo>
                  <a:cubicBezTo>
                    <a:pt x="1300" y="190"/>
                    <a:pt x="1302" y="192"/>
                    <a:pt x="1305" y="192"/>
                  </a:cubicBezTo>
                  <a:cubicBezTo>
                    <a:pt x="1316" y="192"/>
                    <a:pt x="1327" y="184"/>
                    <a:pt x="1329" y="172"/>
                  </a:cubicBezTo>
                  <a:cubicBezTo>
                    <a:pt x="1333" y="158"/>
                    <a:pt x="1325" y="145"/>
                    <a:pt x="1312" y="141"/>
                  </a:cubicBezTo>
                  <a:cubicBezTo>
                    <a:pt x="962" y="48"/>
                    <a:pt x="603" y="0"/>
                    <a:pt x="24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3" name="Google Shape;10303;p32"/>
            <p:cNvSpPr/>
            <p:nvPr/>
          </p:nvSpPr>
          <p:spPr>
            <a:xfrm>
              <a:off x="5047450" y="3773550"/>
              <a:ext cx="5250" cy="1875"/>
            </a:xfrm>
            <a:custGeom>
              <a:avLst/>
              <a:gdLst/>
              <a:ahLst/>
              <a:cxnLst/>
              <a:rect l="l" t="t" r="r" b="b"/>
              <a:pathLst>
                <a:path w="210" h="75" extrusionOk="0">
                  <a:moveTo>
                    <a:pt x="181" y="0"/>
                  </a:moveTo>
                  <a:cubicBezTo>
                    <a:pt x="180" y="0"/>
                    <a:pt x="179" y="0"/>
                    <a:pt x="178" y="1"/>
                  </a:cubicBezTo>
                  <a:lnTo>
                    <a:pt x="25" y="22"/>
                  </a:lnTo>
                  <a:cubicBezTo>
                    <a:pt x="10" y="25"/>
                    <a:pt x="1" y="38"/>
                    <a:pt x="2" y="52"/>
                  </a:cubicBezTo>
                  <a:cubicBezTo>
                    <a:pt x="5" y="65"/>
                    <a:pt x="15" y="75"/>
                    <a:pt x="27" y="75"/>
                  </a:cubicBezTo>
                  <a:lnTo>
                    <a:pt x="32" y="75"/>
                  </a:lnTo>
                  <a:lnTo>
                    <a:pt x="186" y="53"/>
                  </a:lnTo>
                  <a:cubicBezTo>
                    <a:pt x="200" y="50"/>
                    <a:pt x="209" y="37"/>
                    <a:pt x="208" y="23"/>
                  </a:cubicBezTo>
                  <a:cubicBezTo>
                    <a:pt x="207" y="10"/>
                    <a:pt x="196" y="0"/>
                    <a:pt x="18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4" name="Google Shape;10304;p32"/>
            <p:cNvSpPr/>
            <p:nvPr/>
          </p:nvSpPr>
          <p:spPr>
            <a:xfrm>
              <a:off x="5047625" y="3784425"/>
              <a:ext cx="24500" cy="2300"/>
            </a:xfrm>
            <a:custGeom>
              <a:avLst/>
              <a:gdLst/>
              <a:ahLst/>
              <a:cxnLst/>
              <a:rect l="l" t="t" r="r" b="b"/>
              <a:pathLst>
                <a:path w="980" h="92" extrusionOk="0">
                  <a:moveTo>
                    <a:pt x="531" y="1"/>
                  </a:moveTo>
                  <a:cubicBezTo>
                    <a:pt x="362" y="1"/>
                    <a:pt x="192" y="14"/>
                    <a:pt x="23" y="40"/>
                  </a:cubicBezTo>
                  <a:cubicBezTo>
                    <a:pt x="10" y="43"/>
                    <a:pt x="0" y="57"/>
                    <a:pt x="2" y="70"/>
                  </a:cubicBezTo>
                  <a:cubicBezTo>
                    <a:pt x="4" y="82"/>
                    <a:pt x="15" y="92"/>
                    <a:pt x="27" y="92"/>
                  </a:cubicBezTo>
                  <a:lnTo>
                    <a:pt x="31" y="92"/>
                  </a:lnTo>
                  <a:cubicBezTo>
                    <a:pt x="197" y="65"/>
                    <a:pt x="364" y="52"/>
                    <a:pt x="531" y="52"/>
                  </a:cubicBezTo>
                  <a:cubicBezTo>
                    <a:pt x="671" y="52"/>
                    <a:pt x="810" y="61"/>
                    <a:pt x="949" y="79"/>
                  </a:cubicBezTo>
                  <a:cubicBezTo>
                    <a:pt x="950" y="80"/>
                    <a:pt x="951" y="80"/>
                    <a:pt x="952" y="80"/>
                  </a:cubicBezTo>
                  <a:cubicBezTo>
                    <a:pt x="964" y="80"/>
                    <a:pt x="976" y="72"/>
                    <a:pt x="977" y="58"/>
                  </a:cubicBezTo>
                  <a:cubicBezTo>
                    <a:pt x="980" y="43"/>
                    <a:pt x="969" y="31"/>
                    <a:pt x="955" y="28"/>
                  </a:cubicBezTo>
                  <a:cubicBezTo>
                    <a:pt x="814" y="10"/>
                    <a:pt x="673" y="1"/>
                    <a:pt x="5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5" name="Google Shape;10305;p32"/>
            <p:cNvSpPr/>
            <p:nvPr/>
          </p:nvSpPr>
          <p:spPr>
            <a:xfrm>
              <a:off x="5078400" y="3785925"/>
              <a:ext cx="6375" cy="2375"/>
            </a:xfrm>
            <a:custGeom>
              <a:avLst/>
              <a:gdLst/>
              <a:ahLst/>
              <a:cxnLst/>
              <a:rect l="l" t="t" r="r" b="b"/>
              <a:pathLst>
                <a:path w="255" h="95" extrusionOk="0">
                  <a:moveTo>
                    <a:pt x="29" y="0"/>
                  </a:moveTo>
                  <a:cubicBezTo>
                    <a:pt x="16" y="0"/>
                    <a:pt x="5" y="9"/>
                    <a:pt x="3" y="21"/>
                  </a:cubicBezTo>
                  <a:cubicBezTo>
                    <a:pt x="0" y="36"/>
                    <a:pt x="10" y="49"/>
                    <a:pt x="23" y="52"/>
                  </a:cubicBezTo>
                  <a:lnTo>
                    <a:pt x="221" y="93"/>
                  </a:lnTo>
                  <a:cubicBezTo>
                    <a:pt x="222" y="95"/>
                    <a:pt x="224" y="95"/>
                    <a:pt x="226" y="95"/>
                  </a:cubicBezTo>
                  <a:cubicBezTo>
                    <a:pt x="237" y="95"/>
                    <a:pt x="249" y="85"/>
                    <a:pt x="251" y="73"/>
                  </a:cubicBezTo>
                  <a:cubicBezTo>
                    <a:pt x="255" y="60"/>
                    <a:pt x="245" y="46"/>
                    <a:pt x="232" y="44"/>
                  </a:cubicBezTo>
                  <a:lnTo>
                    <a:pt x="34" y="1"/>
                  </a:lnTo>
                  <a:cubicBezTo>
                    <a:pt x="32" y="0"/>
                    <a:pt x="31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6" name="Google Shape;10306;p32"/>
            <p:cNvSpPr/>
            <p:nvPr/>
          </p:nvSpPr>
          <p:spPr>
            <a:xfrm>
              <a:off x="5052100" y="3789100"/>
              <a:ext cx="6050" cy="12800"/>
            </a:xfrm>
            <a:custGeom>
              <a:avLst/>
              <a:gdLst/>
              <a:ahLst/>
              <a:cxnLst/>
              <a:rect l="l" t="t" r="r" b="b"/>
              <a:pathLst>
                <a:path w="242" h="512" extrusionOk="0">
                  <a:moveTo>
                    <a:pt x="30" y="0"/>
                  </a:moveTo>
                  <a:cubicBezTo>
                    <a:pt x="27" y="0"/>
                    <a:pt x="25" y="1"/>
                    <a:pt x="23" y="1"/>
                  </a:cubicBezTo>
                  <a:cubicBezTo>
                    <a:pt x="8" y="4"/>
                    <a:pt x="0" y="18"/>
                    <a:pt x="4" y="32"/>
                  </a:cubicBezTo>
                  <a:cubicBezTo>
                    <a:pt x="42" y="196"/>
                    <a:pt x="104" y="353"/>
                    <a:pt x="189" y="498"/>
                  </a:cubicBezTo>
                  <a:cubicBezTo>
                    <a:pt x="193" y="506"/>
                    <a:pt x="202" y="511"/>
                    <a:pt x="210" y="511"/>
                  </a:cubicBezTo>
                  <a:cubicBezTo>
                    <a:pt x="215" y="511"/>
                    <a:pt x="220" y="510"/>
                    <a:pt x="224" y="507"/>
                  </a:cubicBezTo>
                  <a:cubicBezTo>
                    <a:pt x="236" y="501"/>
                    <a:pt x="241" y="484"/>
                    <a:pt x="233" y="472"/>
                  </a:cubicBezTo>
                  <a:cubicBezTo>
                    <a:pt x="151" y="331"/>
                    <a:pt x="92" y="179"/>
                    <a:pt x="54" y="20"/>
                  </a:cubicBezTo>
                  <a:cubicBezTo>
                    <a:pt x="52" y="9"/>
                    <a:pt x="41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7" name="Google Shape;10307;p32"/>
            <p:cNvSpPr/>
            <p:nvPr/>
          </p:nvSpPr>
          <p:spPr>
            <a:xfrm>
              <a:off x="5058675" y="3804075"/>
              <a:ext cx="3100" cy="4050"/>
            </a:xfrm>
            <a:custGeom>
              <a:avLst/>
              <a:gdLst/>
              <a:ahLst/>
              <a:cxnLst/>
              <a:rect l="l" t="t" r="r" b="b"/>
              <a:pathLst>
                <a:path w="124" h="162" extrusionOk="0">
                  <a:moveTo>
                    <a:pt x="31" y="1"/>
                  </a:moveTo>
                  <a:cubicBezTo>
                    <a:pt x="26" y="1"/>
                    <a:pt x="21" y="2"/>
                    <a:pt x="17" y="5"/>
                  </a:cubicBezTo>
                  <a:cubicBezTo>
                    <a:pt x="5" y="12"/>
                    <a:pt x="1" y="28"/>
                    <a:pt x="8" y="40"/>
                  </a:cubicBezTo>
                  <a:lnTo>
                    <a:pt x="71" y="149"/>
                  </a:lnTo>
                  <a:cubicBezTo>
                    <a:pt x="76" y="157"/>
                    <a:pt x="84" y="161"/>
                    <a:pt x="94" y="161"/>
                  </a:cubicBezTo>
                  <a:cubicBezTo>
                    <a:pt x="98" y="161"/>
                    <a:pt x="103" y="160"/>
                    <a:pt x="107" y="157"/>
                  </a:cubicBezTo>
                  <a:cubicBezTo>
                    <a:pt x="119" y="150"/>
                    <a:pt x="123" y="134"/>
                    <a:pt x="117" y="122"/>
                  </a:cubicBezTo>
                  <a:lnTo>
                    <a:pt x="52" y="13"/>
                  </a:lnTo>
                  <a:cubicBezTo>
                    <a:pt x="48" y="5"/>
                    <a:pt x="39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8" name="Google Shape;10308;p32"/>
            <p:cNvSpPr/>
            <p:nvPr/>
          </p:nvSpPr>
          <p:spPr>
            <a:xfrm>
              <a:off x="5041175" y="3782650"/>
              <a:ext cx="8500" cy="18975"/>
            </a:xfrm>
            <a:custGeom>
              <a:avLst/>
              <a:gdLst/>
              <a:ahLst/>
              <a:cxnLst/>
              <a:rect l="l" t="t" r="r" b="b"/>
              <a:pathLst>
                <a:path w="340" h="759" extrusionOk="0">
                  <a:moveTo>
                    <a:pt x="29" y="0"/>
                  </a:moveTo>
                  <a:cubicBezTo>
                    <a:pt x="27" y="0"/>
                    <a:pt x="25" y="1"/>
                    <a:pt x="23" y="1"/>
                  </a:cubicBezTo>
                  <a:cubicBezTo>
                    <a:pt x="8" y="4"/>
                    <a:pt x="0" y="17"/>
                    <a:pt x="1" y="31"/>
                  </a:cubicBezTo>
                  <a:cubicBezTo>
                    <a:pt x="47" y="284"/>
                    <a:pt x="145" y="531"/>
                    <a:pt x="288" y="746"/>
                  </a:cubicBezTo>
                  <a:cubicBezTo>
                    <a:pt x="293" y="754"/>
                    <a:pt x="301" y="759"/>
                    <a:pt x="309" y="759"/>
                  </a:cubicBezTo>
                  <a:cubicBezTo>
                    <a:pt x="315" y="759"/>
                    <a:pt x="319" y="757"/>
                    <a:pt x="324" y="753"/>
                  </a:cubicBezTo>
                  <a:cubicBezTo>
                    <a:pt x="335" y="746"/>
                    <a:pt x="339" y="730"/>
                    <a:pt x="331" y="718"/>
                  </a:cubicBezTo>
                  <a:cubicBezTo>
                    <a:pt x="192" y="508"/>
                    <a:pt x="97" y="267"/>
                    <a:pt x="52" y="21"/>
                  </a:cubicBezTo>
                  <a:cubicBezTo>
                    <a:pt x="50" y="10"/>
                    <a:pt x="40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9" name="Google Shape;10309;p32"/>
            <p:cNvSpPr/>
            <p:nvPr/>
          </p:nvSpPr>
          <p:spPr>
            <a:xfrm>
              <a:off x="5026000" y="3773150"/>
              <a:ext cx="5525" cy="22250"/>
            </a:xfrm>
            <a:custGeom>
              <a:avLst/>
              <a:gdLst/>
              <a:ahLst/>
              <a:cxnLst/>
              <a:rect l="l" t="t" r="r" b="b"/>
              <a:pathLst>
                <a:path w="221" h="890" extrusionOk="0">
                  <a:moveTo>
                    <a:pt x="26" y="0"/>
                  </a:moveTo>
                  <a:cubicBezTo>
                    <a:pt x="11" y="2"/>
                    <a:pt x="0" y="14"/>
                    <a:pt x="2" y="29"/>
                  </a:cubicBezTo>
                  <a:cubicBezTo>
                    <a:pt x="24" y="315"/>
                    <a:pt x="80" y="599"/>
                    <a:pt x="167" y="872"/>
                  </a:cubicBezTo>
                  <a:cubicBezTo>
                    <a:pt x="171" y="883"/>
                    <a:pt x="182" y="890"/>
                    <a:pt x="193" y="890"/>
                  </a:cubicBezTo>
                  <a:cubicBezTo>
                    <a:pt x="195" y="890"/>
                    <a:pt x="198" y="890"/>
                    <a:pt x="201" y="888"/>
                  </a:cubicBezTo>
                  <a:cubicBezTo>
                    <a:pt x="214" y="884"/>
                    <a:pt x="221" y="869"/>
                    <a:pt x="217" y="856"/>
                  </a:cubicBezTo>
                  <a:cubicBezTo>
                    <a:pt x="131" y="587"/>
                    <a:pt x="76" y="307"/>
                    <a:pt x="53" y="25"/>
                  </a:cubicBezTo>
                  <a:cubicBezTo>
                    <a:pt x="53" y="10"/>
                    <a:pt x="39" y="0"/>
                    <a:pt x="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0" name="Google Shape;10310;p32"/>
            <p:cNvSpPr/>
            <p:nvPr/>
          </p:nvSpPr>
          <p:spPr>
            <a:xfrm>
              <a:off x="5031475" y="3797950"/>
              <a:ext cx="2350" cy="4000"/>
            </a:xfrm>
            <a:custGeom>
              <a:avLst/>
              <a:gdLst/>
              <a:ahLst/>
              <a:cxnLst/>
              <a:rect l="l" t="t" r="r" b="b"/>
              <a:pathLst>
                <a:path w="94" h="160" extrusionOk="0">
                  <a:moveTo>
                    <a:pt x="30" y="0"/>
                  </a:moveTo>
                  <a:cubicBezTo>
                    <a:pt x="27" y="0"/>
                    <a:pt x="25" y="0"/>
                    <a:pt x="22" y="1"/>
                  </a:cubicBezTo>
                  <a:cubicBezTo>
                    <a:pt x="9" y="5"/>
                    <a:pt x="1" y="20"/>
                    <a:pt x="6" y="34"/>
                  </a:cubicBezTo>
                  <a:lnTo>
                    <a:pt x="40" y="141"/>
                  </a:lnTo>
                  <a:cubicBezTo>
                    <a:pt x="44" y="152"/>
                    <a:pt x="53" y="160"/>
                    <a:pt x="64" y="160"/>
                  </a:cubicBezTo>
                  <a:cubicBezTo>
                    <a:pt x="66" y="160"/>
                    <a:pt x="69" y="159"/>
                    <a:pt x="72" y="159"/>
                  </a:cubicBezTo>
                  <a:cubicBezTo>
                    <a:pt x="85" y="155"/>
                    <a:pt x="93" y="140"/>
                    <a:pt x="89" y="126"/>
                  </a:cubicBezTo>
                  <a:lnTo>
                    <a:pt x="54" y="19"/>
                  </a:lnTo>
                  <a:cubicBezTo>
                    <a:pt x="51" y="7"/>
                    <a:pt x="41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1" name="Google Shape;10311;p32"/>
            <p:cNvSpPr/>
            <p:nvPr/>
          </p:nvSpPr>
          <p:spPr>
            <a:xfrm>
              <a:off x="4998125" y="3754200"/>
              <a:ext cx="3250" cy="18825"/>
            </a:xfrm>
            <a:custGeom>
              <a:avLst/>
              <a:gdLst/>
              <a:ahLst/>
              <a:cxnLst/>
              <a:rect l="l" t="t" r="r" b="b"/>
              <a:pathLst>
                <a:path w="130" h="753" extrusionOk="0">
                  <a:moveTo>
                    <a:pt x="39" y="1"/>
                  </a:moveTo>
                  <a:cubicBezTo>
                    <a:pt x="23" y="2"/>
                    <a:pt x="13" y="10"/>
                    <a:pt x="12" y="25"/>
                  </a:cubicBezTo>
                  <a:cubicBezTo>
                    <a:pt x="0" y="263"/>
                    <a:pt x="22" y="501"/>
                    <a:pt x="75" y="733"/>
                  </a:cubicBezTo>
                  <a:cubicBezTo>
                    <a:pt x="78" y="745"/>
                    <a:pt x="89" y="753"/>
                    <a:pt x="101" y="753"/>
                  </a:cubicBezTo>
                  <a:cubicBezTo>
                    <a:pt x="104" y="753"/>
                    <a:pt x="105" y="753"/>
                    <a:pt x="106" y="752"/>
                  </a:cubicBezTo>
                  <a:cubicBezTo>
                    <a:pt x="121" y="749"/>
                    <a:pt x="129" y="736"/>
                    <a:pt x="126" y="721"/>
                  </a:cubicBezTo>
                  <a:cubicBezTo>
                    <a:pt x="73" y="495"/>
                    <a:pt x="52" y="261"/>
                    <a:pt x="63" y="28"/>
                  </a:cubicBezTo>
                  <a:cubicBezTo>
                    <a:pt x="65" y="13"/>
                    <a:pt x="54" y="1"/>
                    <a:pt x="3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2" name="Google Shape;10312;p32"/>
            <p:cNvSpPr/>
            <p:nvPr/>
          </p:nvSpPr>
          <p:spPr>
            <a:xfrm>
              <a:off x="5000725" y="3775925"/>
              <a:ext cx="2350" cy="4000"/>
            </a:xfrm>
            <a:custGeom>
              <a:avLst/>
              <a:gdLst/>
              <a:ahLst/>
              <a:cxnLst/>
              <a:rect l="l" t="t" r="r" b="b"/>
              <a:pathLst>
                <a:path w="94" h="160" extrusionOk="0">
                  <a:moveTo>
                    <a:pt x="30" y="0"/>
                  </a:moveTo>
                  <a:cubicBezTo>
                    <a:pt x="27" y="0"/>
                    <a:pt x="25" y="0"/>
                    <a:pt x="22" y="1"/>
                  </a:cubicBezTo>
                  <a:cubicBezTo>
                    <a:pt x="9" y="5"/>
                    <a:pt x="1" y="20"/>
                    <a:pt x="5" y="33"/>
                  </a:cubicBezTo>
                  <a:lnTo>
                    <a:pt x="40" y="142"/>
                  </a:lnTo>
                  <a:cubicBezTo>
                    <a:pt x="43" y="153"/>
                    <a:pt x="53" y="160"/>
                    <a:pt x="64" y="160"/>
                  </a:cubicBezTo>
                  <a:cubicBezTo>
                    <a:pt x="67" y="160"/>
                    <a:pt x="70" y="160"/>
                    <a:pt x="72" y="158"/>
                  </a:cubicBezTo>
                  <a:cubicBezTo>
                    <a:pt x="86" y="154"/>
                    <a:pt x="94" y="140"/>
                    <a:pt x="90" y="126"/>
                  </a:cubicBezTo>
                  <a:lnTo>
                    <a:pt x="55" y="19"/>
                  </a:lnTo>
                  <a:cubicBezTo>
                    <a:pt x="51" y="7"/>
                    <a:pt x="41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3" name="Google Shape;10313;p32"/>
            <p:cNvSpPr/>
            <p:nvPr/>
          </p:nvSpPr>
          <p:spPr>
            <a:xfrm>
              <a:off x="5009825" y="3762375"/>
              <a:ext cx="3675" cy="20850"/>
            </a:xfrm>
            <a:custGeom>
              <a:avLst/>
              <a:gdLst/>
              <a:ahLst/>
              <a:cxnLst/>
              <a:rect l="l" t="t" r="r" b="b"/>
              <a:pathLst>
                <a:path w="147" h="834" extrusionOk="0">
                  <a:moveTo>
                    <a:pt x="27" y="1"/>
                  </a:moveTo>
                  <a:cubicBezTo>
                    <a:pt x="26" y="1"/>
                    <a:pt x="25" y="1"/>
                    <a:pt x="24" y="1"/>
                  </a:cubicBezTo>
                  <a:cubicBezTo>
                    <a:pt x="11" y="4"/>
                    <a:pt x="0" y="16"/>
                    <a:pt x="2" y="30"/>
                  </a:cubicBezTo>
                  <a:lnTo>
                    <a:pt x="94" y="811"/>
                  </a:lnTo>
                  <a:cubicBezTo>
                    <a:pt x="96" y="824"/>
                    <a:pt x="106" y="834"/>
                    <a:pt x="120" y="834"/>
                  </a:cubicBezTo>
                  <a:lnTo>
                    <a:pt x="123" y="834"/>
                  </a:lnTo>
                  <a:cubicBezTo>
                    <a:pt x="136" y="832"/>
                    <a:pt x="147" y="819"/>
                    <a:pt x="145" y="805"/>
                  </a:cubicBezTo>
                  <a:lnTo>
                    <a:pt x="53" y="24"/>
                  </a:lnTo>
                  <a:cubicBezTo>
                    <a:pt x="51" y="11"/>
                    <a:pt x="41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4" name="Google Shape;10314;p32"/>
            <p:cNvSpPr/>
            <p:nvPr/>
          </p:nvSpPr>
          <p:spPr>
            <a:xfrm>
              <a:off x="5012750" y="3785475"/>
              <a:ext cx="2025" cy="4050"/>
            </a:xfrm>
            <a:custGeom>
              <a:avLst/>
              <a:gdLst/>
              <a:ahLst/>
              <a:cxnLst/>
              <a:rect l="l" t="t" r="r" b="b"/>
              <a:pathLst>
                <a:path w="81" h="162" extrusionOk="0">
                  <a:moveTo>
                    <a:pt x="28" y="1"/>
                  </a:moveTo>
                  <a:cubicBezTo>
                    <a:pt x="26" y="1"/>
                    <a:pt x="25" y="1"/>
                    <a:pt x="23" y="1"/>
                  </a:cubicBezTo>
                  <a:cubicBezTo>
                    <a:pt x="10" y="4"/>
                    <a:pt x="0" y="19"/>
                    <a:pt x="3" y="32"/>
                  </a:cubicBezTo>
                  <a:lnTo>
                    <a:pt x="27" y="141"/>
                  </a:lnTo>
                  <a:cubicBezTo>
                    <a:pt x="30" y="153"/>
                    <a:pt x="41" y="161"/>
                    <a:pt x="53" y="161"/>
                  </a:cubicBezTo>
                  <a:lnTo>
                    <a:pt x="58" y="161"/>
                  </a:lnTo>
                  <a:cubicBezTo>
                    <a:pt x="72" y="157"/>
                    <a:pt x="81" y="144"/>
                    <a:pt x="77" y="130"/>
                  </a:cubicBezTo>
                  <a:lnTo>
                    <a:pt x="54" y="21"/>
                  </a:lnTo>
                  <a:cubicBezTo>
                    <a:pt x="52" y="9"/>
                    <a:pt x="4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5" name="Google Shape;10315;p32"/>
            <p:cNvSpPr/>
            <p:nvPr/>
          </p:nvSpPr>
          <p:spPr>
            <a:xfrm>
              <a:off x="4982075" y="3738325"/>
              <a:ext cx="17175" cy="4100"/>
            </a:xfrm>
            <a:custGeom>
              <a:avLst/>
              <a:gdLst/>
              <a:ahLst/>
              <a:cxnLst/>
              <a:rect l="l" t="t" r="r" b="b"/>
              <a:pathLst>
                <a:path w="687" h="164" extrusionOk="0">
                  <a:moveTo>
                    <a:pt x="658" y="1"/>
                  </a:moveTo>
                  <a:cubicBezTo>
                    <a:pt x="443" y="13"/>
                    <a:pt x="229" y="51"/>
                    <a:pt x="22" y="113"/>
                  </a:cubicBezTo>
                  <a:cubicBezTo>
                    <a:pt x="8" y="117"/>
                    <a:pt x="0" y="131"/>
                    <a:pt x="4" y="145"/>
                  </a:cubicBezTo>
                  <a:cubicBezTo>
                    <a:pt x="8" y="156"/>
                    <a:pt x="18" y="164"/>
                    <a:pt x="30" y="164"/>
                  </a:cubicBezTo>
                  <a:cubicBezTo>
                    <a:pt x="33" y="164"/>
                    <a:pt x="35" y="162"/>
                    <a:pt x="37" y="162"/>
                  </a:cubicBezTo>
                  <a:cubicBezTo>
                    <a:pt x="240" y="102"/>
                    <a:pt x="450" y="66"/>
                    <a:pt x="661" y="52"/>
                  </a:cubicBezTo>
                  <a:cubicBezTo>
                    <a:pt x="676" y="51"/>
                    <a:pt x="686" y="39"/>
                    <a:pt x="685" y="25"/>
                  </a:cubicBezTo>
                  <a:cubicBezTo>
                    <a:pt x="685" y="10"/>
                    <a:pt x="674" y="1"/>
                    <a:pt x="65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6" name="Google Shape;10316;p32"/>
            <p:cNvSpPr/>
            <p:nvPr/>
          </p:nvSpPr>
          <p:spPr>
            <a:xfrm>
              <a:off x="5000975" y="3737250"/>
              <a:ext cx="7375" cy="1750"/>
            </a:xfrm>
            <a:custGeom>
              <a:avLst/>
              <a:gdLst/>
              <a:ahLst/>
              <a:cxnLst/>
              <a:rect l="l" t="t" r="r" b="b"/>
              <a:pathLst>
                <a:path w="295" h="70" extrusionOk="0">
                  <a:moveTo>
                    <a:pt x="269" y="1"/>
                  </a:moveTo>
                  <a:cubicBezTo>
                    <a:pt x="268" y="1"/>
                    <a:pt x="267" y="1"/>
                    <a:pt x="267" y="1"/>
                  </a:cubicBezTo>
                  <a:lnTo>
                    <a:pt x="26" y="18"/>
                  </a:lnTo>
                  <a:cubicBezTo>
                    <a:pt x="11" y="18"/>
                    <a:pt x="0" y="31"/>
                    <a:pt x="2" y="45"/>
                  </a:cubicBezTo>
                  <a:cubicBezTo>
                    <a:pt x="2" y="59"/>
                    <a:pt x="14" y="70"/>
                    <a:pt x="27" y="70"/>
                  </a:cubicBezTo>
                  <a:lnTo>
                    <a:pt x="29" y="70"/>
                  </a:lnTo>
                  <a:lnTo>
                    <a:pt x="269" y="53"/>
                  </a:lnTo>
                  <a:cubicBezTo>
                    <a:pt x="284" y="52"/>
                    <a:pt x="295" y="40"/>
                    <a:pt x="294" y="25"/>
                  </a:cubicBezTo>
                  <a:cubicBezTo>
                    <a:pt x="294" y="12"/>
                    <a:pt x="283" y="1"/>
                    <a:pt x="26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7" name="Google Shape;10317;p32"/>
            <p:cNvSpPr/>
            <p:nvPr/>
          </p:nvSpPr>
          <p:spPr>
            <a:xfrm>
              <a:off x="4990575" y="3748975"/>
              <a:ext cx="7300" cy="35900"/>
            </a:xfrm>
            <a:custGeom>
              <a:avLst/>
              <a:gdLst/>
              <a:ahLst/>
              <a:cxnLst/>
              <a:rect l="l" t="t" r="r" b="b"/>
              <a:pathLst>
                <a:path w="292" h="1436" extrusionOk="0">
                  <a:moveTo>
                    <a:pt x="26" y="0"/>
                  </a:moveTo>
                  <a:cubicBezTo>
                    <a:pt x="11" y="0"/>
                    <a:pt x="1" y="12"/>
                    <a:pt x="2" y="27"/>
                  </a:cubicBezTo>
                  <a:cubicBezTo>
                    <a:pt x="25" y="498"/>
                    <a:pt x="104" y="966"/>
                    <a:pt x="237" y="1418"/>
                  </a:cubicBezTo>
                  <a:cubicBezTo>
                    <a:pt x="241" y="1429"/>
                    <a:pt x="251" y="1436"/>
                    <a:pt x="263" y="1436"/>
                  </a:cubicBezTo>
                  <a:cubicBezTo>
                    <a:pt x="264" y="1436"/>
                    <a:pt x="267" y="1436"/>
                    <a:pt x="270" y="1434"/>
                  </a:cubicBezTo>
                  <a:cubicBezTo>
                    <a:pt x="283" y="1430"/>
                    <a:pt x="291" y="1417"/>
                    <a:pt x="287" y="1403"/>
                  </a:cubicBezTo>
                  <a:cubicBezTo>
                    <a:pt x="155" y="955"/>
                    <a:pt x="77" y="491"/>
                    <a:pt x="53" y="24"/>
                  </a:cubicBezTo>
                  <a:cubicBezTo>
                    <a:pt x="53" y="11"/>
                    <a:pt x="4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8" name="Google Shape;10318;p32"/>
            <p:cNvSpPr/>
            <p:nvPr/>
          </p:nvSpPr>
          <p:spPr>
            <a:xfrm>
              <a:off x="4984050" y="3757650"/>
              <a:ext cx="4475" cy="19150"/>
            </a:xfrm>
            <a:custGeom>
              <a:avLst/>
              <a:gdLst/>
              <a:ahLst/>
              <a:cxnLst/>
              <a:rect l="l" t="t" r="r" b="b"/>
              <a:pathLst>
                <a:path w="179" h="766" extrusionOk="0">
                  <a:moveTo>
                    <a:pt x="28" y="0"/>
                  </a:moveTo>
                  <a:cubicBezTo>
                    <a:pt x="28" y="0"/>
                    <a:pt x="27" y="0"/>
                    <a:pt x="26" y="0"/>
                  </a:cubicBezTo>
                  <a:cubicBezTo>
                    <a:pt x="11" y="0"/>
                    <a:pt x="1" y="12"/>
                    <a:pt x="2" y="27"/>
                  </a:cubicBezTo>
                  <a:cubicBezTo>
                    <a:pt x="18" y="271"/>
                    <a:pt x="60" y="511"/>
                    <a:pt x="124" y="747"/>
                  </a:cubicBezTo>
                  <a:cubicBezTo>
                    <a:pt x="127" y="758"/>
                    <a:pt x="138" y="766"/>
                    <a:pt x="150" y="766"/>
                  </a:cubicBezTo>
                  <a:cubicBezTo>
                    <a:pt x="151" y="766"/>
                    <a:pt x="154" y="766"/>
                    <a:pt x="157" y="764"/>
                  </a:cubicBezTo>
                  <a:cubicBezTo>
                    <a:pt x="170" y="760"/>
                    <a:pt x="178" y="747"/>
                    <a:pt x="174" y="732"/>
                  </a:cubicBezTo>
                  <a:cubicBezTo>
                    <a:pt x="111" y="502"/>
                    <a:pt x="69" y="263"/>
                    <a:pt x="53" y="23"/>
                  </a:cubicBezTo>
                  <a:cubicBezTo>
                    <a:pt x="53" y="10"/>
                    <a:pt x="40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9" name="Google Shape;10319;p32"/>
            <p:cNvSpPr/>
            <p:nvPr/>
          </p:nvSpPr>
          <p:spPr>
            <a:xfrm>
              <a:off x="4983625" y="3751225"/>
              <a:ext cx="1600" cy="3625"/>
            </a:xfrm>
            <a:custGeom>
              <a:avLst/>
              <a:gdLst/>
              <a:ahLst/>
              <a:cxnLst/>
              <a:rect l="l" t="t" r="r" b="b"/>
              <a:pathLst>
                <a:path w="64" h="145" extrusionOk="0">
                  <a:moveTo>
                    <a:pt x="27" y="0"/>
                  </a:moveTo>
                  <a:cubicBezTo>
                    <a:pt x="26" y="0"/>
                    <a:pt x="25" y="0"/>
                    <a:pt x="24" y="0"/>
                  </a:cubicBezTo>
                  <a:cubicBezTo>
                    <a:pt x="11" y="2"/>
                    <a:pt x="0" y="15"/>
                    <a:pt x="2" y="28"/>
                  </a:cubicBezTo>
                  <a:lnTo>
                    <a:pt x="11" y="121"/>
                  </a:lnTo>
                  <a:cubicBezTo>
                    <a:pt x="12" y="135"/>
                    <a:pt x="23" y="144"/>
                    <a:pt x="36" y="144"/>
                  </a:cubicBezTo>
                  <a:lnTo>
                    <a:pt x="39" y="144"/>
                  </a:lnTo>
                  <a:cubicBezTo>
                    <a:pt x="53" y="143"/>
                    <a:pt x="63" y="131"/>
                    <a:pt x="62" y="116"/>
                  </a:cubicBezTo>
                  <a:lnTo>
                    <a:pt x="53" y="23"/>
                  </a:lnTo>
                  <a:cubicBezTo>
                    <a:pt x="51" y="10"/>
                    <a:pt x="39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0" name="Google Shape;10320;p32"/>
            <p:cNvSpPr/>
            <p:nvPr/>
          </p:nvSpPr>
          <p:spPr>
            <a:xfrm>
              <a:off x="4977800" y="3750100"/>
              <a:ext cx="3525" cy="20325"/>
            </a:xfrm>
            <a:custGeom>
              <a:avLst/>
              <a:gdLst/>
              <a:ahLst/>
              <a:cxnLst/>
              <a:rect l="l" t="t" r="r" b="b"/>
              <a:pathLst>
                <a:path w="141" h="813" extrusionOk="0">
                  <a:moveTo>
                    <a:pt x="32" y="1"/>
                  </a:moveTo>
                  <a:cubicBezTo>
                    <a:pt x="19" y="1"/>
                    <a:pt x="8" y="11"/>
                    <a:pt x="8" y="25"/>
                  </a:cubicBezTo>
                  <a:cubicBezTo>
                    <a:pt x="0" y="283"/>
                    <a:pt x="26" y="542"/>
                    <a:pt x="87" y="792"/>
                  </a:cubicBezTo>
                  <a:cubicBezTo>
                    <a:pt x="89" y="804"/>
                    <a:pt x="100" y="812"/>
                    <a:pt x="112" y="812"/>
                  </a:cubicBezTo>
                  <a:lnTo>
                    <a:pt x="112" y="812"/>
                  </a:lnTo>
                  <a:cubicBezTo>
                    <a:pt x="114" y="812"/>
                    <a:pt x="115" y="812"/>
                    <a:pt x="117" y="811"/>
                  </a:cubicBezTo>
                  <a:cubicBezTo>
                    <a:pt x="131" y="808"/>
                    <a:pt x="140" y="793"/>
                    <a:pt x="136" y="780"/>
                  </a:cubicBezTo>
                  <a:cubicBezTo>
                    <a:pt x="77" y="534"/>
                    <a:pt x="52" y="281"/>
                    <a:pt x="60" y="26"/>
                  </a:cubicBezTo>
                  <a:cubicBezTo>
                    <a:pt x="60" y="13"/>
                    <a:pt x="49" y="1"/>
                    <a:pt x="34" y="1"/>
                  </a:cubicBezTo>
                  <a:cubicBezTo>
                    <a:pt x="33" y="1"/>
                    <a:pt x="33" y="1"/>
                    <a:pt x="32" y="1"/>
                  </a:cubicBezTo>
                  <a:close/>
                  <a:moveTo>
                    <a:pt x="112" y="812"/>
                  </a:moveTo>
                  <a:cubicBezTo>
                    <a:pt x="111" y="812"/>
                    <a:pt x="111" y="812"/>
                    <a:pt x="111" y="812"/>
                  </a:cubicBezTo>
                  <a:lnTo>
                    <a:pt x="112" y="812"/>
                  </a:lnTo>
                  <a:cubicBezTo>
                    <a:pt x="112" y="812"/>
                    <a:pt x="112" y="812"/>
                    <a:pt x="112" y="812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21" name="Google Shape;10321;p32"/>
          <p:cNvGrpSpPr/>
          <p:nvPr/>
        </p:nvGrpSpPr>
        <p:grpSpPr>
          <a:xfrm rot="2175300" flipH="1">
            <a:off x="-1195581" y="3210455"/>
            <a:ext cx="3325263" cy="2180112"/>
            <a:chOff x="1200750" y="4815425"/>
            <a:chExt cx="780200" cy="511525"/>
          </a:xfrm>
        </p:grpSpPr>
        <p:sp>
          <p:nvSpPr>
            <p:cNvPr id="10322" name="Google Shape;10322;p32"/>
            <p:cNvSpPr/>
            <p:nvPr/>
          </p:nvSpPr>
          <p:spPr>
            <a:xfrm>
              <a:off x="1202125" y="4816725"/>
              <a:ext cx="777375" cy="509000"/>
            </a:xfrm>
            <a:custGeom>
              <a:avLst/>
              <a:gdLst/>
              <a:ahLst/>
              <a:cxnLst/>
              <a:rect l="l" t="t" r="r" b="b"/>
              <a:pathLst>
                <a:path w="31095" h="20360" extrusionOk="0">
                  <a:moveTo>
                    <a:pt x="12100" y="0"/>
                  </a:moveTo>
                  <a:lnTo>
                    <a:pt x="12100" y="0"/>
                  </a:lnTo>
                  <a:cubicBezTo>
                    <a:pt x="11684" y="2045"/>
                    <a:pt x="11779" y="4192"/>
                    <a:pt x="12371" y="6193"/>
                  </a:cubicBezTo>
                  <a:cubicBezTo>
                    <a:pt x="13089" y="8620"/>
                    <a:pt x="13725" y="11254"/>
                    <a:pt x="13657" y="13784"/>
                  </a:cubicBezTo>
                  <a:cubicBezTo>
                    <a:pt x="13201" y="11591"/>
                    <a:pt x="12793" y="9249"/>
                    <a:pt x="11403" y="7492"/>
                  </a:cubicBezTo>
                  <a:cubicBezTo>
                    <a:pt x="10015" y="5736"/>
                    <a:pt x="8504" y="4123"/>
                    <a:pt x="6983" y="2479"/>
                  </a:cubicBezTo>
                  <a:lnTo>
                    <a:pt x="6983" y="2479"/>
                  </a:lnTo>
                  <a:cubicBezTo>
                    <a:pt x="7074" y="4261"/>
                    <a:pt x="7623" y="6015"/>
                    <a:pt x="8562" y="7530"/>
                  </a:cubicBezTo>
                  <a:cubicBezTo>
                    <a:pt x="10015" y="9869"/>
                    <a:pt x="11762" y="12216"/>
                    <a:pt x="13073" y="14637"/>
                  </a:cubicBezTo>
                  <a:cubicBezTo>
                    <a:pt x="11465" y="12603"/>
                    <a:pt x="9693" y="10542"/>
                    <a:pt x="7468" y="9207"/>
                  </a:cubicBezTo>
                  <a:cubicBezTo>
                    <a:pt x="5244" y="7874"/>
                    <a:pt x="3031" y="6424"/>
                    <a:pt x="1585" y="4270"/>
                  </a:cubicBezTo>
                  <a:lnTo>
                    <a:pt x="1585" y="4270"/>
                  </a:lnTo>
                  <a:cubicBezTo>
                    <a:pt x="1760" y="6065"/>
                    <a:pt x="2671" y="7732"/>
                    <a:pt x="3895" y="9055"/>
                  </a:cubicBezTo>
                  <a:cubicBezTo>
                    <a:pt x="5121" y="10378"/>
                    <a:pt x="6648" y="11384"/>
                    <a:pt x="8226" y="12257"/>
                  </a:cubicBezTo>
                  <a:cubicBezTo>
                    <a:pt x="9802" y="13129"/>
                    <a:pt x="11214" y="14371"/>
                    <a:pt x="12781" y="15263"/>
                  </a:cubicBezTo>
                  <a:cubicBezTo>
                    <a:pt x="8765" y="12988"/>
                    <a:pt x="4097" y="12287"/>
                    <a:pt x="0" y="10163"/>
                  </a:cubicBezTo>
                  <a:lnTo>
                    <a:pt x="0" y="10163"/>
                  </a:lnTo>
                  <a:cubicBezTo>
                    <a:pt x="1416" y="12065"/>
                    <a:pt x="3474" y="13421"/>
                    <a:pt x="5682" y="14285"/>
                  </a:cubicBezTo>
                  <a:cubicBezTo>
                    <a:pt x="7889" y="15147"/>
                    <a:pt x="10256" y="15534"/>
                    <a:pt x="12613" y="15779"/>
                  </a:cubicBezTo>
                  <a:cubicBezTo>
                    <a:pt x="11432" y="15963"/>
                    <a:pt x="10245" y="16056"/>
                    <a:pt x="9064" y="16056"/>
                  </a:cubicBezTo>
                  <a:cubicBezTo>
                    <a:pt x="6093" y="16056"/>
                    <a:pt x="3154" y="15465"/>
                    <a:pt x="415" y="14228"/>
                  </a:cubicBezTo>
                  <a:lnTo>
                    <a:pt x="415" y="14228"/>
                  </a:lnTo>
                  <a:cubicBezTo>
                    <a:pt x="2530" y="15744"/>
                    <a:pt x="4981" y="16612"/>
                    <a:pt x="7518" y="17196"/>
                  </a:cubicBezTo>
                  <a:cubicBezTo>
                    <a:pt x="8461" y="17413"/>
                    <a:pt x="9307" y="17533"/>
                    <a:pt x="10145" y="17533"/>
                  </a:cubicBezTo>
                  <a:cubicBezTo>
                    <a:pt x="11561" y="17533"/>
                    <a:pt x="12950" y="17189"/>
                    <a:pt x="14734" y="16389"/>
                  </a:cubicBezTo>
                  <a:cubicBezTo>
                    <a:pt x="15922" y="17847"/>
                    <a:pt x="17816" y="18625"/>
                    <a:pt x="21729" y="19724"/>
                  </a:cubicBezTo>
                  <a:cubicBezTo>
                    <a:pt x="23041" y="20092"/>
                    <a:pt x="24487" y="20359"/>
                    <a:pt x="25899" y="20359"/>
                  </a:cubicBezTo>
                  <a:cubicBezTo>
                    <a:pt x="27194" y="20359"/>
                    <a:pt x="28461" y="20134"/>
                    <a:pt x="29570" y="19557"/>
                  </a:cubicBezTo>
                  <a:lnTo>
                    <a:pt x="29570" y="19557"/>
                  </a:lnTo>
                  <a:cubicBezTo>
                    <a:pt x="29359" y="19563"/>
                    <a:pt x="29147" y="19565"/>
                    <a:pt x="28936" y="19565"/>
                  </a:cubicBezTo>
                  <a:cubicBezTo>
                    <a:pt x="24573" y="19565"/>
                    <a:pt x="20219" y="18391"/>
                    <a:pt x="16452" y="16187"/>
                  </a:cubicBezTo>
                  <a:lnTo>
                    <a:pt x="16452" y="16187"/>
                  </a:lnTo>
                  <a:cubicBezTo>
                    <a:pt x="18809" y="16818"/>
                    <a:pt x="21172" y="17418"/>
                    <a:pt x="23584" y="17782"/>
                  </a:cubicBezTo>
                  <a:cubicBezTo>
                    <a:pt x="24862" y="17975"/>
                    <a:pt x="26157" y="18091"/>
                    <a:pt x="27448" y="18091"/>
                  </a:cubicBezTo>
                  <a:cubicBezTo>
                    <a:pt x="28596" y="18091"/>
                    <a:pt x="29741" y="17999"/>
                    <a:pt x="30869" y="17788"/>
                  </a:cubicBezTo>
                  <a:cubicBezTo>
                    <a:pt x="26367" y="16374"/>
                    <a:pt x="21482" y="15799"/>
                    <a:pt x="16768" y="15622"/>
                  </a:cubicBezTo>
                  <a:cubicBezTo>
                    <a:pt x="18961" y="15008"/>
                    <a:pt x="21560" y="15197"/>
                    <a:pt x="23834" y="15072"/>
                  </a:cubicBezTo>
                  <a:cubicBezTo>
                    <a:pt x="26475" y="14926"/>
                    <a:pt x="29061" y="13912"/>
                    <a:pt x="31095" y="12222"/>
                  </a:cubicBezTo>
                  <a:lnTo>
                    <a:pt x="31095" y="12222"/>
                  </a:lnTo>
                  <a:cubicBezTo>
                    <a:pt x="28743" y="12495"/>
                    <a:pt x="26374" y="12650"/>
                    <a:pt x="24024" y="12943"/>
                  </a:cubicBezTo>
                  <a:cubicBezTo>
                    <a:pt x="21673" y="13235"/>
                    <a:pt x="18899" y="13975"/>
                    <a:pt x="16772" y="15017"/>
                  </a:cubicBezTo>
                  <a:cubicBezTo>
                    <a:pt x="17664" y="13799"/>
                    <a:pt x="19513" y="12869"/>
                    <a:pt x="20940" y="12374"/>
                  </a:cubicBezTo>
                  <a:cubicBezTo>
                    <a:pt x="22366" y="11881"/>
                    <a:pt x="23860" y="11527"/>
                    <a:pt x="25167" y="10771"/>
                  </a:cubicBezTo>
                  <a:cubicBezTo>
                    <a:pt x="26617" y="9931"/>
                    <a:pt x="27780" y="8605"/>
                    <a:pt x="28422" y="7056"/>
                  </a:cubicBezTo>
                  <a:lnTo>
                    <a:pt x="28422" y="7056"/>
                  </a:lnTo>
                  <a:cubicBezTo>
                    <a:pt x="26596" y="8373"/>
                    <a:pt x="24415" y="9061"/>
                    <a:pt x="22361" y="9981"/>
                  </a:cubicBezTo>
                  <a:cubicBezTo>
                    <a:pt x="20305" y="10900"/>
                    <a:pt x="17909" y="12615"/>
                    <a:pt x="16649" y="14481"/>
                  </a:cubicBezTo>
                  <a:lnTo>
                    <a:pt x="16649" y="14481"/>
                  </a:lnTo>
                  <a:cubicBezTo>
                    <a:pt x="16873" y="13212"/>
                    <a:pt x="18247" y="11661"/>
                    <a:pt x="19201" y="10794"/>
                  </a:cubicBezTo>
                  <a:cubicBezTo>
                    <a:pt x="20153" y="9927"/>
                    <a:pt x="21232" y="9201"/>
                    <a:pt x="22127" y="8274"/>
                  </a:cubicBezTo>
                  <a:cubicBezTo>
                    <a:pt x="23221" y="7140"/>
                    <a:pt x="24010" y="5716"/>
                    <a:pt x="24394" y="4189"/>
                  </a:cubicBezTo>
                  <a:lnTo>
                    <a:pt x="24394" y="4189"/>
                  </a:lnTo>
                  <a:cubicBezTo>
                    <a:pt x="22754" y="5466"/>
                    <a:pt x="21122" y="6628"/>
                    <a:pt x="19712" y="8157"/>
                  </a:cubicBezTo>
                  <a:cubicBezTo>
                    <a:pt x="18303" y="9685"/>
                    <a:pt x="16833" y="11854"/>
                    <a:pt x="16314" y="13866"/>
                  </a:cubicBezTo>
                  <a:cubicBezTo>
                    <a:pt x="17089" y="9789"/>
                    <a:pt x="20694" y="6343"/>
                    <a:pt x="21076" y="2298"/>
                  </a:cubicBezTo>
                  <a:lnTo>
                    <a:pt x="21076" y="2298"/>
                  </a:lnTo>
                  <a:cubicBezTo>
                    <a:pt x="20012" y="3151"/>
                    <a:pt x="19199" y="4370"/>
                    <a:pt x="18671" y="5628"/>
                  </a:cubicBezTo>
                  <a:cubicBezTo>
                    <a:pt x="18141" y="6884"/>
                    <a:pt x="17800" y="8211"/>
                    <a:pt x="17389" y="9511"/>
                  </a:cubicBezTo>
                  <a:cubicBezTo>
                    <a:pt x="16978" y="10812"/>
                    <a:pt x="16043" y="12452"/>
                    <a:pt x="15255" y="13565"/>
                  </a:cubicBezTo>
                  <a:lnTo>
                    <a:pt x="15255" y="13565"/>
                  </a:lnTo>
                  <a:cubicBezTo>
                    <a:pt x="16467" y="11568"/>
                    <a:pt x="17072" y="9086"/>
                    <a:pt x="17362" y="6807"/>
                  </a:cubicBezTo>
                  <a:cubicBezTo>
                    <a:pt x="17643" y="4602"/>
                    <a:pt x="18213" y="2708"/>
                    <a:pt x="18574" y="514"/>
                  </a:cubicBezTo>
                  <a:lnTo>
                    <a:pt x="18574" y="514"/>
                  </a:lnTo>
                  <a:cubicBezTo>
                    <a:pt x="17533" y="1333"/>
                    <a:pt x="16860" y="2552"/>
                    <a:pt x="16495" y="3826"/>
                  </a:cubicBezTo>
                  <a:cubicBezTo>
                    <a:pt x="16129" y="5100"/>
                    <a:pt x="16047" y="6436"/>
                    <a:pt x="16014" y="7761"/>
                  </a:cubicBezTo>
                  <a:cubicBezTo>
                    <a:pt x="15989" y="8700"/>
                    <a:pt x="15988" y="9645"/>
                    <a:pt x="15835" y="10573"/>
                  </a:cubicBezTo>
                  <a:cubicBezTo>
                    <a:pt x="15680" y="11500"/>
                    <a:pt x="14963" y="12680"/>
                    <a:pt x="14374" y="13412"/>
                  </a:cubicBezTo>
                  <a:cubicBezTo>
                    <a:pt x="15056" y="11063"/>
                    <a:pt x="15416" y="8224"/>
                    <a:pt x="14635" y="5906"/>
                  </a:cubicBezTo>
                  <a:cubicBezTo>
                    <a:pt x="13947" y="3871"/>
                    <a:pt x="12767" y="2042"/>
                    <a:pt x="12100" y="0"/>
                  </a:cubicBezTo>
                  <a:close/>
                </a:path>
              </a:pathLst>
            </a:custGeom>
            <a:solidFill>
              <a:srgbClr val="C2C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3" name="Google Shape;10323;p32"/>
            <p:cNvSpPr/>
            <p:nvPr/>
          </p:nvSpPr>
          <p:spPr>
            <a:xfrm>
              <a:off x="1200750" y="4815425"/>
              <a:ext cx="780200" cy="511525"/>
            </a:xfrm>
            <a:custGeom>
              <a:avLst/>
              <a:gdLst/>
              <a:ahLst/>
              <a:cxnLst/>
              <a:rect l="l" t="t" r="r" b="b"/>
              <a:pathLst>
                <a:path w="31208" h="20461" extrusionOk="0">
                  <a:moveTo>
                    <a:pt x="12169" y="255"/>
                  </a:moveTo>
                  <a:lnTo>
                    <a:pt x="12169" y="255"/>
                  </a:lnTo>
                  <a:cubicBezTo>
                    <a:pt x="12504" y="1232"/>
                    <a:pt x="12956" y="2172"/>
                    <a:pt x="13394" y="3084"/>
                  </a:cubicBezTo>
                  <a:cubicBezTo>
                    <a:pt x="13842" y="4017"/>
                    <a:pt x="14304" y="4979"/>
                    <a:pt x="14640" y="5974"/>
                  </a:cubicBezTo>
                  <a:cubicBezTo>
                    <a:pt x="15532" y="8619"/>
                    <a:pt x="14859" y="11793"/>
                    <a:pt x="14379" y="13450"/>
                  </a:cubicBezTo>
                  <a:cubicBezTo>
                    <a:pt x="14372" y="13473"/>
                    <a:pt x="14383" y="13499"/>
                    <a:pt x="14405" y="13509"/>
                  </a:cubicBezTo>
                  <a:cubicBezTo>
                    <a:pt x="14412" y="13514"/>
                    <a:pt x="14421" y="13516"/>
                    <a:pt x="14429" y="13516"/>
                  </a:cubicBezTo>
                  <a:cubicBezTo>
                    <a:pt x="14444" y="13516"/>
                    <a:pt x="14459" y="13509"/>
                    <a:pt x="14469" y="13497"/>
                  </a:cubicBezTo>
                  <a:cubicBezTo>
                    <a:pt x="15093" y="12721"/>
                    <a:pt x="15790" y="11534"/>
                    <a:pt x="15940" y="10633"/>
                  </a:cubicBezTo>
                  <a:cubicBezTo>
                    <a:pt x="16074" y="9822"/>
                    <a:pt x="16093" y="8985"/>
                    <a:pt x="16112" y="8176"/>
                  </a:cubicBezTo>
                  <a:cubicBezTo>
                    <a:pt x="16114" y="8055"/>
                    <a:pt x="16117" y="7936"/>
                    <a:pt x="16120" y="7815"/>
                  </a:cubicBezTo>
                  <a:cubicBezTo>
                    <a:pt x="16152" y="6530"/>
                    <a:pt x="16233" y="5166"/>
                    <a:pt x="16599" y="3893"/>
                  </a:cubicBezTo>
                  <a:cubicBezTo>
                    <a:pt x="16872" y="2942"/>
                    <a:pt x="17431" y="1629"/>
                    <a:pt x="18555" y="692"/>
                  </a:cubicBezTo>
                  <a:lnTo>
                    <a:pt x="18555" y="692"/>
                  </a:lnTo>
                  <a:cubicBezTo>
                    <a:pt x="18403" y="1595"/>
                    <a:pt x="18213" y="2459"/>
                    <a:pt x="18030" y="3296"/>
                  </a:cubicBezTo>
                  <a:cubicBezTo>
                    <a:pt x="17781" y="4430"/>
                    <a:pt x="17524" y="5604"/>
                    <a:pt x="17366" y="6854"/>
                  </a:cubicBezTo>
                  <a:cubicBezTo>
                    <a:pt x="17016" y="9604"/>
                    <a:pt x="16308" y="11871"/>
                    <a:pt x="15264" y="13590"/>
                  </a:cubicBezTo>
                  <a:cubicBezTo>
                    <a:pt x="15249" y="13614"/>
                    <a:pt x="15257" y="13645"/>
                    <a:pt x="15280" y="13660"/>
                  </a:cubicBezTo>
                  <a:cubicBezTo>
                    <a:pt x="15289" y="13666"/>
                    <a:pt x="15299" y="13668"/>
                    <a:pt x="15308" y="13668"/>
                  </a:cubicBezTo>
                  <a:cubicBezTo>
                    <a:pt x="15325" y="13668"/>
                    <a:pt x="15341" y="13661"/>
                    <a:pt x="15352" y="13647"/>
                  </a:cubicBezTo>
                  <a:cubicBezTo>
                    <a:pt x="16063" y="12642"/>
                    <a:pt x="17052" y="10975"/>
                    <a:pt x="17492" y="9580"/>
                  </a:cubicBezTo>
                  <a:cubicBezTo>
                    <a:pt x="17604" y="9227"/>
                    <a:pt x="17711" y="8868"/>
                    <a:pt x="17816" y="8519"/>
                  </a:cubicBezTo>
                  <a:cubicBezTo>
                    <a:pt x="18096" y="7583"/>
                    <a:pt x="18387" y="6615"/>
                    <a:pt x="18773" y="5700"/>
                  </a:cubicBezTo>
                  <a:cubicBezTo>
                    <a:pt x="19166" y="4766"/>
                    <a:pt x="19880" y="3458"/>
                    <a:pt x="21067" y="2470"/>
                  </a:cubicBezTo>
                  <a:lnTo>
                    <a:pt x="21067" y="2470"/>
                  </a:lnTo>
                  <a:cubicBezTo>
                    <a:pt x="20835" y="4548"/>
                    <a:pt x="19737" y="6511"/>
                    <a:pt x="18676" y="8412"/>
                  </a:cubicBezTo>
                  <a:cubicBezTo>
                    <a:pt x="17698" y="10163"/>
                    <a:pt x="16685" y="11976"/>
                    <a:pt x="16318" y="13909"/>
                  </a:cubicBezTo>
                  <a:cubicBezTo>
                    <a:pt x="16312" y="13936"/>
                    <a:pt x="16330" y="13963"/>
                    <a:pt x="16357" y="13968"/>
                  </a:cubicBezTo>
                  <a:cubicBezTo>
                    <a:pt x="16361" y="13969"/>
                    <a:pt x="16365" y="13970"/>
                    <a:pt x="16369" y="13970"/>
                  </a:cubicBezTo>
                  <a:cubicBezTo>
                    <a:pt x="16393" y="13970"/>
                    <a:pt x="16413" y="13954"/>
                    <a:pt x="16418" y="13930"/>
                  </a:cubicBezTo>
                  <a:cubicBezTo>
                    <a:pt x="16870" y="12180"/>
                    <a:pt x="18136" y="10055"/>
                    <a:pt x="19806" y="8245"/>
                  </a:cubicBezTo>
                  <a:cubicBezTo>
                    <a:pt x="20972" y="6979"/>
                    <a:pt x="22271" y="5982"/>
                    <a:pt x="23647" y="4926"/>
                  </a:cubicBezTo>
                  <a:cubicBezTo>
                    <a:pt x="23884" y="4743"/>
                    <a:pt x="24122" y="4560"/>
                    <a:pt x="24360" y="4376"/>
                  </a:cubicBezTo>
                  <a:lnTo>
                    <a:pt x="24360" y="4376"/>
                  </a:lnTo>
                  <a:cubicBezTo>
                    <a:pt x="23964" y="5844"/>
                    <a:pt x="23200" y="7194"/>
                    <a:pt x="22144" y="8289"/>
                  </a:cubicBezTo>
                  <a:cubicBezTo>
                    <a:pt x="21619" y="8834"/>
                    <a:pt x="21018" y="9319"/>
                    <a:pt x="20437" y="9787"/>
                  </a:cubicBezTo>
                  <a:cubicBezTo>
                    <a:pt x="20032" y="10114"/>
                    <a:pt x="19612" y="10451"/>
                    <a:pt x="19221" y="10808"/>
                  </a:cubicBezTo>
                  <a:cubicBezTo>
                    <a:pt x="18120" y="11810"/>
                    <a:pt x="16868" y="13313"/>
                    <a:pt x="16653" y="14524"/>
                  </a:cubicBezTo>
                  <a:cubicBezTo>
                    <a:pt x="16648" y="14548"/>
                    <a:pt x="16662" y="14572"/>
                    <a:pt x="16685" y="14582"/>
                  </a:cubicBezTo>
                  <a:cubicBezTo>
                    <a:pt x="16691" y="14584"/>
                    <a:pt x="16697" y="14585"/>
                    <a:pt x="16703" y="14585"/>
                  </a:cubicBezTo>
                  <a:cubicBezTo>
                    <a:pt x="16720" y="14585"/>
                    <a:pt x="16737" y="14577"/>
                    <a:pt x="16747" y="14563"/>
                  </a:cubicBezTo>
                  <a:cubicBezTo>
                    <a:pt x="18130" y="12515"/>
                    <a:pt x="20676" y="10868"/>
                    <a:pt x="22436" y="10080"/>
                  </a:cubicBezTo>
                  <a:cubicBezTo>
                    <a:pt x="22986" y="9834"/>
                    <a:pt x="23555" y="9600"/>
                    <a:pt x="24106" y="9375"/>
                  </a:cubicBezTo>
                  <a:cubicBezTo>
                    <a:pt x="25555" y="8780"/>
                    <a:pt x="27051" y="8166"/>
                    <a:pt x="28357" y="7258"/>
                  </a:cubicBezTo>
                  <a:lnTo>
                    <a:pt x="28357" y="7258"/>
                  </a:lnTo>
                  <a:cubicBezTo>
                    <a:pt x="27706" y="8727"/>
                    <a:pt x="26589" y="9972"/>
                    <a:pt x="25195" y="10778"/>
                  </a:cubicBezTo>
                  <a:cubicBezTo>
                    <a:pt x="24233" y="11335"/>
                    <a:pt x="23149" y="11678"/>
                    <a:pt x="22101" y="12011"/>
                  </a:cubicBezTo>
                  <a:cubicBezTo>
                    <a:pt x="21731" y="12128"/>
                    <a:pt x="21349" y="12249"/>
                    <a:pt x="20978" y="12378"/>
                  </a:cubicBezTo>
                  <a:cubicBezTo>
                    <a:pt x="20273" y="12623"/>
                    <a:pt x="17885" y="13536"/>
                    <a:pt x="16786" y="15038"/>
                  </a:cubicBezTo>
                  <a:cubicBezTo>
                    <a:pt x="16771" y="15056"/>
                    <a:pt x="16772" y="15083"/>
                    <a:pt x="16787" y="15102"/>
                  </a:cubicBezTo>
                  <a:cubicBezTo>
                    <a:pt x="16798" y="15114"/>
                    <a:pt x="16813" y="15120"/>
                    <a:pt x="16828" y="15120"/>
                  </a:cubicBezTo>
                  <a:cubicBezTo>
                    <a:pt x="16836" y="15120"/>
                    <a:pt x="16843" y="15119"/>
                    <a:pt x="16850" y="15116"/>
                  </a:cubicBezTo>
                  <a:cubicBezTo>
                    <a:pt x="18852" y="14134"/>
                    <a:pt x="21556" y="13360"/>
                    <a:pt x="24085" y="13046"/>
                  </a:cubicBezTo>
                  <a:cubicBezTo>
                    <a:pt x="25351" y="12889"/>
                    <a:pt x="26643" y="12769"/>
                    <a:pt x="27894" y="12652"/>
                  </a:cubicBezTo>
                  <a:cubicBezTo>
                    <a:pt x="28907" y="12559"/>
                    <a:pt x="29952" y="12463"/>
                    <a:pt x="30982" y="12346"/>
                  </a:cubicBezTo>
                  <a:lnTo>
                    <a:pt x="30982" y="12346"/>
                  </a:lnTo>
                  <a:cubicBezTo>
                    <a:pt x="28973" y="13963"/>
                    <a:pt x="26461" y="14930"/>
                    <a:pt x="23886" y="15073"/>
                  </a:cubicBezTo>
                  <a:cubicBezTo>
                    <a:pt x="23243" y="15108"/>
                    <a:pt x="22589" y="15117"/>
                    <a:pt x="21897" y="15128"/>
                  </a:cubicBezTo>
                  <a:cubicBezTo>
                    <a:pt x="20172" y="15155"/>
                    <a:pt x="18388" y="15183"/>
                    <a:pt x="16809" y="15624"/>
                  </a:cubicBezTo>
                  <a:cubicBezTo>
                    <a:pt x="16784" y="15631"/>
                    <a:pt x="16768" y="15655"/>
                    <a:pt x="16771" y="15681"/>
                  </a:cubicBezTo>
                  <a:cubicBezTo>
                    <a:pt x="16774" y="15706"/>
                    <a:pt x="16795" y="15725"/>
                    <a:pt x="16821" y="15726"/>
                  </a:cubicBezTo>
                  <a:cubicBezTo>
                    <a:pt x="22229" y="15928"/>
                    <a:pt x="26773" y="16616"/>
                    <a:pt x="30707" y="17828"/>
                  </a:cubicBezTo>
                  <a:cubicBezTo>
                    <a:pt x="29692" y="18004"/>
                    <a:pt x="28631" y="18093"/>
                    <a:pt x="27510" y="18093"/>
                  </a:cubicBezTo>
                  <a:cubicBezTo>
                    <a:pt x="26298" y="18093"/>
                    <a:pt x="25016" y="17989"/>
                    <a:pt x="23647" y="17783"/>
                  </a:cubicBezTo>
                  <a:cubicBezTo>
                    <a:pt x="21182" y="17411"/>
                    <a:pt x="18775" y="16792"/>
                    <a:pt x="16521" y="16189"/>
                  </a:cubicBezTo>
                  <a:cubicBezTo>
                    <a:pt x="16517" y="16188"/>
                    <a:pt x="16513" y="16188"/>
                    <a:pt x="16509" y="16188"/>
                  </a:cubicBezTo>
                  <a:cubicBezTo>
                    <a:pt x="16487" y="16188"/>
                    <a:pt x="16468" y="16200"/>
                    <a:pt x="16460" y="16220"/>
                  </a:cubicBezTo>
                  <a:cubicBezTo>
                    <a:pt x="16449" y="16243"/>
                    <a:pt x="16459" y="16271"/>
                    <a:pt x="16482" y="16285"/>
                  </a:cubicBezTo>
                  <a:cubicBezTo>
                    <a:pt x="20272" y="18504"/>
                    <a:pt x="24574" y="19669"/>
                    <a:pt x="28967" y="19669"/>
                  </a:cubicBezTo>
                  <a:cubicBezTo>
                    <a:pt x="29109" y="19669"/>
                    <a:pt x="29252" y="19668"/>
                    <a:pt x="29394" y="19665"/>
                  </a:cubicBezTo>
                  <a:lnTo>
                    <a:pt x="29394" y="19665"/>
                  </a:lnTo>
                  <a:cubicBezTo>
                    <a:pt x="28330" y="20169"/>
                    <a:pt x="27138" y="20357"/>
                    <a:pt x="25953" y="20357"/>
                  </a:cubicBezTo>
                  <a:cubicBezTo>
                    <a:pt x="24470" y="20357"/>
                    <a:pt x="22997" y="20063"/>
                    <a:pt x="21798" y="19726"/>
                  </a:cubicBezTo>
                  <a:cubicBezTo>
                    <a:pt x="18050" y="18673"/>
                    <a:pt x="16051" y="17907"/>
                    <a:pt x="14830" y="16407"/>
                  </a:cubicBezTo>
                  <a:cubicBezTo>
                    <a:pt x="14819" y="16395"/>
                    <a:pt x="14804" y="16388"/>
                    <a:pt x="14789" y="16388"/>
                  </a:cubicBezTo>
                  <a:cubicBezTo>
                    <a:pt x="14783" y="16388"/>
                    <a:pt x="14774" y="16390"/>
                    <a:pt x="14768" y="16394"/>
                  </a:cubicBezTo>
                  <a:cubicBezTo>
                    <a:pt x="13037" y="17171"/>
                    <a:pt x="11672" y="17534"/>
                    <a:pt x="10214" y="17534"/>
                  </a:cubicBezTo>
                  <a:cubicBezTo>
                    <a:pt x="9394" y="17534"/>
                    <a:pt x="8545" y="17419"/>
                    <a:pt x="7585" y="17198"/>
                  </a:cubicBezTo>
                  <a:cubicBezTo>
                    <a:pt x="4843" y="16567"/>
                    <a:pt x="2715" y="15718"/>
                    <a:pt x="941" y="14542"/>
                  </a:cubicBezTo>
                  <a:lnTo>
                    <a:pt x="941" y="14542"/>
                  </a:lnTo>
                  <a:cubicBezTo>
                    <a:pt x="3493" y="15614"/>
                    <a:pt x="6270" y="16159"/>
                    <a:pt x="9128" y="16159"/>
                  </a:cubicBezTo>
                  <a:cubicBezTo>
                    <a:pt x="10300" y="16159"/>
                    <a:pt x="11486" y="16067"/>
                    <a:pt x="12676" y="15882"/>
                  </a:cubicBezTo>
                  <a:cubicBezTo>
                    <a:pt x="12703" y="15878"/>
                    <a:pt x="12722" y="15857"/>
                    <a:pt x="12720" y="15830"/>
                  </a:cubicBezTo>
                  <a:cubicBezTo>
                    <a:pt x="12720" y="15804"/>
                    <a:pt x="12700" y="15783"/>
                    <a:pt x="12674" y="15780"/>
                  </a:cubicBezTo>
                  <a:cubicBezTo>
                    <a:pt x="10705" y="15576"/>
                    <a:pt x="8139" y="15221"/>
                    <a:pt x="5755" y="14288"/>
                  </a:cubicBezTo>
                  <a:cubicBezTo>
                    <a:pt x="3435" y="13381"/>
                    <a:pt x="1532" y="12028"/>
                    <a:pt x="236" y="10364"/>
                  </a:cubicBezTo>
                  <a:lnTo>
                    <a:pt x="236" y="10364"/>
                  </a:lnTo>
                  <a:cubicBezTo>
                    <a:pt x="2124" y="11318"/>
                    <a:pt x="4154" y="11992"/>
                    <a:pt x="6120" y="12644"/>
                  </a:cubicBezTo>
                  <a:cubicBezTo>
                    <a:pt x="8373" y="13392"/>
                    <a:pt x="10704" y="14166"/>
                    <a:pt x="12810" y="15360"/>
                  </a:cubicBezTo>
                  <a:cubicBezTo>
                    <a:pt x="12818" y="15365"/>
                    <a:pt x="12827" y="15367"/>
                    <a:pt x="12835" y="15367"/>
                  </a:cubicBezTo>
                  <a:cubicBezTo>
                    <a:pt x="12854" y="15367"/>
                    <a:pt x="12872" y="15358"/>
                    <a:pt x="12882" y="15340"/>
                  </a:cubicBezTo>
                  <a:cubicBezTo>
                    <a:pt x="12895" y="15316"/>
                    <a:pt x="12886" y="15284"/>
                    <a:pt x="12861" y="15270"/>
                  </a:cubicBezTo>
                  <a:cubicBezTo>
                    <a:pt x="12104" y="14838"/>
                    <a:pt x="11368" y="14315"/>
                    <a:pt x="10658" y="13809"/>
                  </a:cubicBezTo>
                  <a:cubicBezTo>
                    <a:pt x="9902" y="13270"/>
                    <a:pt x="9120" y="12714"/>
                    <a:pt x="8305" y="12264"/>
                  </a:cubicBezTo>
                  <a:cubicBezTo>
                    <a:pt x="7107" y="11602"/>
                    <a:pt x="5357" y="10551"/>
                    <a:pt x="3989" y="9071"/>
                  </a:cubicBezTo>
                  <a:cubicBezTo>
                    <a:pt x="2722" y="7704"/>
                    <a:pt x="1920" y="6097"/>
                    <a:pt x="1714" y="4523"/>
                  </a:cubicBezTo>
                  <a:lnTo>
                    <a:pt x="1714" y="4523"/>
                  </a:lnTo>
                  <a:cubicBezTo>
                    <a:pt x="3185" y="6615"/>
                    <a:pt x="5375" y="8031"/>
                    <a:pt x="7498" y="9304"/>
                  </a:cubicBezTo>
                  <a:cubicBezTo>
                    <a:pt x="9791" y="10680"/>
                    <a:pt x="11586" y="12822"/>
                    <a:pt x="13087" y="14721"/>
                  </a:cubicBezTo>
                  <a:cubicBezTo>
                    <a:pt x="13098" y="14734"/>
                    <a:pt x="13113" y="14742"/>
                    <a:pt x="13128" y="14742"/>
                  </a:cubicBezTo>
                  <a:cubicBezTo>
                    <a:pt x="13138" y="14742"/>
                    <a:pt x="13148" y="14739"/>
                    <a:pt x="13157" y="14732"/>
                  </a:cubicBezTo>
                  <a:cubicBezTo>
                    <a:pt x="13179" y="14717"/>
                    <a:pt x="13187" y="14689"/>
                    <a:pt x="13174" y="14665"/>
                  </a:cubicBezTo>
                  <a:cubicBezTo>
                    <a:pt x="12353" y="13149"/>
                    <a:pt x="11349" y="11645"/>
                    <a:pt x="10379" y="10190"/>
                  </a:cubicBezTo>
                  <a:cubicBezTo>
                    <a:pt x="9802" y="9325"/>
                    <a:pt x="9205" y="8431"/>
                    <a:pt x="8661" y="7555"/>
                  </a:cubicBezTo>
                  <a:cubicBezTo>
                    <a:pt x="7749" y="6084"/>
                    <a:pt x="7210" y="4399"/>
                    <a:pt x="7098" y="2673"/>
                  </a:cubicBezTo>
                  <a:lnTo>
                    <a:pt x="7098" y="2673"/>
                  </a:lnTo>
                  <a:lnTo>
                    <a:pt x="7315" y="2907"/>
                  </a:lnTo>
                  <a:cubicBezTo>
                    <a:pt x="8698" y="4400"/>
                    <a:pt x="10126" y="5943"/>
                    <a:pt x="11418" y="7578"/>
                  </a:cubicBezTo>
                  <a:cubicBezTo>
                    <a:pt x="12708" y="9208"/>
                    <a:pt x="13147" y="11345"/>
                    <a:pt x="13570" y="13411"/>
                  </a:cubicBezTo>
                  <a:lnTo>
                    <a:pt x="13661" y="13847"/>
                  </a:lnTo>
                  <a:cubicBezTo>
                    <a:pt x="13666" y="13872"/>
                    <a:pt x="13688" y="13887"/>
                    <a:pt x="13713" y="13887"/>
                  </a:cubicBezTo>
                  <a:cubicBezTo>
                    <a:pt x="13714" y="13887"/>
                    <a:pt x="13715" y="13887"/>
                    <a:pt x="13716" y="13887"/>
                  </a:cubicBezTo>
                  <a:cubicBezTo>
                    <a:pt x="13743" y="13886"/>
                    <a:pt x="13763" y="13864"/>
                    <a:pt x="13763" y="13838"/>
                  </a:cubicBezTo>
                  <a:cubicBezTo>
                    <a:pt x="13834" y="11211"/>
                    <a:pt x="13152" y="8518"/>
                    <a:pt x="12475" y="6230"/>
                  </a:cubicBezTo>
                  <a:cubicBezTo>
                    <a:pt x="11902" y="4297"/>
                    <a:pt x="11797" y="2235"/>
                    <a:pt x="12169" y="255"/>
                  </a:cubicBezTo>
                  <a:close/>
                  <a:moveTo>
                    <a:pt x="12157" y="1"/>
                  </a:moveTo>
                  <a:cubicBezTo>
                    <a:pt x="12155" y="1"/>
                    <a:pt x="12154" y="1"/>
                    <a:pt x="12152" y="1"/>
                  </a:cubicBezTo>
                  <a:cubicBezTo>
                    <a:pt x="12128" y="2"/>
                    <a:pt x="12109" y="18"/>
                    <a:pt x="12104" y="41"/>
                  </a:cubicBezTo>
                  <a:cubicBezTo>
                    <a:pt x="11687" y="2098"/>
                    <a:pt x="11780" y="4248"/>
                    <a:pt x="12376" y="6259"/>
                  </a:cubicBezTo>
                  <a:cubicBezTo>
                    <a:pt x="13009" y="8400"/>
                    <a:pt x="13647" y="10894"/>
                    <a:pt x="13665" y="13351"/>
                  </a:cubicBezTo>
                  <a:cubicBezTo>
                    <a:pt x="13239" y="11285"/>
                    <a:pt x="12795" y="9153"/>
                    <a:pt x="11500" y="7513"/>
                  </a:cubicBezTo>
                  <a:cubicBezTo>
                    <a:pt x="10206" y="5876"/>
                    <a:pt x="8774" y="4332"/>
                    <a:pt x="7391" y="2837"/>
                  </a:cubicBezTo>
                  <a:lnTo>
                    <a:pt x="7077" y="2496"/>
                  </a:lnTo>
                  <a:cubicBezTo>
                    <a:pt x="7067" y="2486"/>
                    <a:pt x="7053" y="2480"/>
                    <a:pt x="7038" y="2480"/>
                  </a:cubicBezTo>
                  <a:cubicBezTo>
                    <a:pt x="7031" y="2480"/>
                    <a:pt x="7024" y="2482"/>
                    <a:pt x="7017" y="2484"/>
                  </a:cubicBezTo>
                  <a:cubicBezTo>
                    <a:pt x="6999" y="2492"/>
                    <a:pt x="6985" y="2513"/>
                    <a:pt x="6986" y="2534"/>
                  </a:cubicBezTo>
                  <a:cubicBezTo>
                    <a:pt x="7078" y="4329"/>
                    <a:pt x="7627" y="6083"/>
                    <a:pt x="8574" y="7610"/>
                  </a:cubicBezTo>
                  <a:cubicBezTo>
                    <a:pt x="9119" y="8487"/>
                    <a:pt x="9716" y="9382"/>
                    <a:pt x="10293" y="10248"/>
                  </a:cubicBezTo>
                  <a:cubicBezTo>
                    <a:pt x="11145" y="11525"/>
                    <a:pt x="12023" y="12841"/>
                    <a:pt x="12779" y="14167"/>
                  </a:cubicBezTo>
                  <a:cubicBezTo>
                    <a:pt x="11352" y="12391"/>
                    <a:pt x="9665" y="10482"/>
                    <a:pt x="7550" y="9216"/>
                  </a:cubicBezTo>
                  <a:cubicBezTo>
                    <a:pt x="5380" y="7914"/>
                    <a:pt x="3139" y="6462"/>
                    <a:pt x="1683" y="4294"/>
                  </a:cubicBezTo>
                  <a:cubicBezTo>
                    <a:pt x="1673" y="4279"/>
                    <a:pt x="1657" y="4271"/>
                    <a:pt x="1640" y="4271"/>
                  </a:cubicBezTo>
                  <a:cubicBezTo>
                    <a:pt x="1634" y="4271"/>
                    <a:pt x="1628" y="4272"/>
                    <a:pt x="1623" y="4274"/>
                  </a:cubicBezTo>
                  <a:cubicBezTo>
                    <a:pt x="1600" y="4282"/>
                    <a:pt x="1586" y="4303"/>
                    <a:pt x="1588" y="4327"/>
                  </a:cubicBezTo>
                  <a:cubicBezTo>
                    <a:pt x="1750" y="5989"/>
                    <a:pt x="2575" y="7699"/>
                    <a:pt x="3912" y="9142"/>
                  </a:cubicBezTo>
                  <a:cubicBezTo>
                    <a:pt x="5293" y="10632"/>
                    <a:pt x="7052" y="11689"/>
                    <a:pt x="8255" y="12355"/>
                  </a:cubicBezTo>
                  <a:cubicBezTo>
                    <a:pt x="9065" y="12802"/>
                    <a:pt x="9844" y="13357"/>
                    <a:pt x="10597" y="13893"/>
                  </a:cubicBezTo>
                  <a:cubicBezTo>
                    <a:pt x="10955" y="14147"/>
                    <a:pt x="11318" y="14407"/>
                    <a:pt x="11687" y="14656"/>
                  </a:cubicBezTo>
                  <a:cubicBezTo>
                    <a:pt x="9899" y="13790"/>
                    <a:pt x="8001" y="13160"/>
                    <a:pt x="6154" y="12546"/>
                  </a:cubicBezTo>
                  <a:cubicBezTo>
                    <a:pt x="4120" y="11872"/>
                    <a:pt x="2018" y="11174"/>
                    <a:pt x="80" y="10169"/>
                  </a:cubicBezTo>
                  <a:cubicBezTo>
                    <a:pt x="72" y="10164"/>
                    <a:pt x="63" y="10162"/>
                    <a:pt x="55" y="10162"/>
                  </a:cubicBezTo>
                  <a:cubicBezTo>
                    <a:pt x="41" y="10162"/>
                    <a:pt x="27" y="10169"/>
                    <a:pt x="16" y="10181"/>
                  </a:cubicBezTo>
                  <a:cubicBezTo>
                    <a:pt x="0" y="10198"/>
                    <a:pt x="0" y="10225"/>
                    <a:pt x="14" y="10246"/>
                  </a:cubicBezTo>
                  <a:cubicBezTo>
                    <a:pt x="1324" y="12007"/>
                    <a:pt x="3296" y="13438"/>
                    <a:pt x="5718" y="14385"/>
                  </a:cubicBezTo>
                  <a:cubicBezTo>
                    <a:pt x="7951" y="15258"/>
                    <a:pt x="10342" y="15627"/>
                    <a:pt x="12256" y="15839"/>
                  </a:cubicBezTo>
                  <a:cubicBezTo>
                    <a:pt x="11208" y="15984"/>
                    <a:pt x="10163" y="16055"/>
                    <a:pt x="9129" y="16055"/>
                  </a:cubicBezTo>
                  <a:cubicBezTo>
                    <a:pt x="6101" y="16055"/>
                    <a:pt x="3165" y="15441"/>
                    <a:pt x="491" y="14233"/>
                  </a:cubicBezTo>
                  <a:cubicBezTo>
                    <a:pt x="484" y="14230"/>
                    <a:pt x="477" y="14228"/>
                    <a:pt x="469" y="14228"/>
                  </a:cubicBezTo>
                  <a:cubicBezTo>
                    <a:pt x="451" y="14228"/>
                    <a:pt x="433" y="14237"/>
                    <a:pt x="424" y="14255"/>
                  </a:cubicBezTo>
                  <a:cubicBezTo>
                    <a:pt x="412" y="14277"/>
                    <a:pt x="417" y="14307"/>
                    <a:pt x="439" y="14322"/>
                  </a:cubicBezTo>
                  <a:cubicBezTo>
                    <a:pt x="2313" y="15666"/>
                    <a:pt x="4576" y="16612"/>
                    <a:pt x="7561" y="17299"/>
                  </a:cubicBezTo>
                  <a:cubicBezTo>
                    <a:pt x="8530" y="17522"/>
                    <a:pt x="9388" y="17638"/>
                    <a:pt x="10216" y="17638"/>
                  </a:cubicBezTo>
                  <a:cubicBezTo>
                    <a:pt x="11676" y="17638"/>
                    <a:pt x="13045" y="17277"/>
                    <a:pt x="14774" y="16504"/>
                  </a:cubicBezTo>
                  <a:cubicBezTo>
                    <a:pt x="16016" y="18005"/>
                    <a:pt x="18026" y="18774"/>
                    <a:pt x="21770" y="19826"/>
                  </a:cubicBezTo>
                  <a:cubicBezTo>
                    <a:pt x="22978" y="20165"/>
                    <a:pt x="24459" y="20461"/>
                    <a:pt x="25954" y="20461"/>
                  </a:cubicBezTo>
                  <a:cubicBezTo>
                    <a:pt x="27231" y="20461"/>
                    <a:pt x="28517" y="20245"/>
                    <a:pt x="29650" y="19656"/>
                  </a:cubicBezTo>
                  <a:cubicBezTo>
                    <a:pt x="29670" y="19645"/>
                    <a:pt x="29681" y="19620"/>
                    <a:pt x="29675" y="19597"/>
                  </a:cubicBezTo>
                  <a:cubicBezTo>
                    <a:pt x="29670" y="19574"/>
                    <a:pt x="29651" y="19558"/>
                    <a:pt x="29624" y="19558"/>
                  </a:cubicBezTo>
                  <a:cubicBezTo>
                    <a:pt x="29408" y="19564"/>
                    <a:pt x="29191" y="19566"/>
                    <a:pt x="28975" y="19566"/>
                  </a:cubicBezTo>
                  <a:cubicBezTo>
                    <a:pt x="24731" y="19566"/>
                    <a:pt x="20569" y="18475"/>
                    <a:pt x="16876" y="16392"/>
                  </a:cubicBezTo>
                  <a:lnTo>
                    <a:pt x="16876" y="16392"/>
                  </a:lnTo>
                  <a:cubicBezTo>
                    <a:pt x="19022" y="16963"/>
                    <a:pt x="21299" y="17534"/>
                    <a:pt x="23632" y="17886"/>
                  </a:cubicBezTo>
                  <a:cubicBezTo>
                    <a:pt x="25006" y="18093"/>
                    <a:pt x="26292" y="18197"/>
                    <a:pt x="27509" y="18197"/>
                  </a:cubicBezTo>
                  <a:cubicBezTo>
                    <a:pt x="28713" y="18197"/>
                    <a:pt x="29849" y="18095"/>
                    <a:pt x="30933" y="17892"/>
                  </a:cubicBezTo>
                  <a:cubicBezTo>
                    <a:pt x="30957" y="17887"/>
                    <a:pt x="30975" y="17868"/>
                    <a:pt x="30976" y="17844"/>
                  </a:cubicBezTo>
                  <a:cubicBezTo>
                    <a:pt x="30978" y="17820"/>
                    <a:pt x="30963" y="17798"/>
                    <a:pt x="30940" y="17791"/>
                  </a:cubicBezTo>
                  <a:cubicBezTo>
                    <a:pt x="27036" y="16566"/>
                    <a:pt x="22530" y="15860"/>
                    <a:pt x="17176" y="15638"/>
                  </a:cubicBezTo>
                  <a:cubicBezTo>
                    <a:pt x="18656" y="15282"/>
                    <a:pt x="20302" y="15257"/>
                    <a:pt x="21898" y="15233"/>
                  </a:cubicBezTo>
                  <a:cubicBezTo>
                    <a:pt x="22592" y="15222"/>
                    <a:pt x="23247" y="15211"/>
                    <a:pt x="23892" y="15176"/>
                  </a:cubicBezTo>
                  <a:cubicBezTo>
                    <a:pt x="26547" y="15029"/>
                    <a:pt x="29137" y="14014"/>
                    <a:pt x="31183" y="12315"/>
                  </a:cubicBezTo>
                  <a:cubicBezTo>
                    <a:pt x="31201" y="12300"/>
                    <a:pt x="31208" y="12276"/>
                    <a:pt x="31198" y="12254"/>
                  </a:cubicBezTo>
                  <a:cubicBezTo>
                    <a:pt x="31189" y="12235"/>
                    <a:pt x="31171" y="12223"/>
                    <a:pt x="31148" y="12223"/>
                  </a:cubicBezTo>
                  <a:cubicBezTo>
                    <a:pt x="31147" y="12223"/>
                    <a:pt x="31146" y="12223"/>
                    <a:pt x="31144" y="12223"/>
                  </a:cubicBezTo>
                  <a:cubicBezTo>
                    <a:pt x="30060" y="12350"/>
                    <a:pt x="28954" y="12452"/>
                    <a:pt x="27885" y="12550"/>
                  </a:cubicBezTo>
                  <a:cubicBezTo>
                    <a:pt x="26633" y="12666"/>
                    <a:pt x="25339" y="12787"/>
                    <a:pt x="24072" y="12944"/>
                  </a:cubicBezTo>
                  <a:cubicBezTo>
                    <a:pt x="21617" y="13250"/>
                    <a:pt x="18993" y="13987"/>
                    <a:pt x="17004" y="14927"/>
                  </a:cubicBezTo>
                  <a:cubicBezTo>
                    <a:pt x="18136" y="13552"/>
                    <a:pt x="20341" y="12709"/>
                    <a:pt x="21013" y="12476"/>
                  </a:cubicBezTo>
                  <a:cubicBezTo>
                    <a:pt x="21383" y="12348"/>
                    <a:pt x="21763" y="12227"/>
                    <a:pt x="22132" y="12110"/>
                  </a:cubicBezTo>
                  <a:cubicBezTo>
                    <a:pt x="23185" y="11777"/>
                    <a:pt x="24275" y="11431"/>
                    <a:pt x="25248" y="10868"/>
                  </a:cubicBezTo>
                  <a:cubicBezTo>
                    <a:pt x="26713" y="10021"/>
                    <a:pt x="27877" y="8693"/>
                    <a:pt x="28525" y="7130"/>
                  </a:cubicBezTo>
                  <a:cubicBezTo>
                    <a:pt x="28534" y="7108"/>
                    <a:pt x="28528" y="7083"/>
                    <a:pt x="28509" y="7069"/>
                  </a:cubicBezTo>
                  <a:cubicBezTo>
                    <a:pt x="28500" y="7062"/>
                    <a:pt x="28489" y="7058"/>
                    <a:pt x="28478" y="7058"/>
                  </a:cubicBezTo>
                  <a:cubicBezTo>
                    <a:pt x="28467" y="7058"/>
                    <a:pt x="28456" y="7061"/>
                    <a:pt x="28447" y="7068"/>
                  </a:cubicBezTo>
                  <a:cubicBezTo>
                    <a:pt x="27115" y="8028"/>
                    <a:pt x="25565" y="8665"/>
                    <a:pt x="24067" y="9280"/>
                  </a:cubicBezTo>
                  <a:cubicBezTo>
                    <a:pt x="23516" y="9506"/>
                    <a:pt x="22946" y="9740"/>
                    <a:pt x="22394" y="9986"/>
                  </a:cubicBezTo>
                  <a:cubicBezTo>
                    <a:pt x="20684" y="10751"/>
                    <a:pt x="18239" y="12321"/>
                    <a:pt x="16815" y="14284"/>
                  </a:cubicBezTo>
                  <a:cubicBezTo>
                    <a:pt x="17141" y="13147"/>
                    <a:pt x="18280" y="11805"/>
                    <a:pt x="19291" y="10886"/>
                  </a:cubicBezTo>
                  <a:cubicBezTo>
                    <a:pt x="19680" y="10531"/>
                    <a:pt x="20098" y="10194"/>
                    <a:pt x="20503" y="9868"/>
                  </a:cubicBezTo>
                  <a:cubicBezTo>
                    <a:pt x="21087" y="9398"/>
                    <a:pt x="21689" y="8912"/>
                    <a:pt x="22219" y="8362"/>
                  </a:cubicBezTo>
                  <a:cubicBezTo>
                    <a:pt x="23323" y="7217"/>
                    <a:pt x="24111" y="5797"/>
                    <a:pt x="24500" y="4253"/>
                  </a:cubicBezTo>
                  <a:cubicBezTo>
                    <a:pt x="24505" y="4233"/>
                    <a:pt x="24496" y="4210"/>
                    <a:pt x="24477" y="4198"/>
                  </a:cubicBezTo>
                  <a:cubicBezTo>
                    <a:pt x="24468" y="4193"/>
                    <a:pt x="24459" y="4190"/>
                    <a:pt x="24449" y="4190"/>
                  </a:cubicBezTo>
                  <a:cubicBezTo>
                    <a:pt x="24438" y="4190"/>
                    <a:pt x="24427" y="4194"/>
                    <a:pt x="24418" y="4201"/>
                  </a:cubicBezTo>
                  <a:cubicBezTo>
                    <a:pt x="24139" y="4418"/>
                    <a:pt x="23861" y="4632"/>
                    <a:pt x="23584" y="4844"/>
                  </a:cubicBezTo>
                  <a:cubicBezTo>
                    <a:pt x="22205" y="5903"/>
                    <a:pt x="20902" y="6904"/>
                    <a:pt x="19729" y="8175"/>
                  </a:cubicBezTo>
                  <a:cubicBezTo>
                    <a:pt x="18445" y="9569"/>
                    <a:pt x="17396" y="11150"/>
                    <a:pt x="16771" y="12607"/>
                  </a:cubicBezTo>
                  <a:cubicBezTo>
                    <a:pt x="17253" y="11174"/>
                    <a:pt x="18019" y="9800"/>
                    <a:pt x="18767" y="8462"/>
                  </a:cubicBezTo>
                  <a:cubicBezTo>
                    <a:pt x="19856" y="6515"/>
                    <a:pt x="20980" y="4501"/>
                    <a:pt x="21182" y="2355"/>
                  </a:cubicBezTo>
                  <a:cubicBezTo>
                    <a:pt x="21185" y="2334"/>
                    <a:pt x="21174" y="2315"/>
                    <a:pt x="21155" y="2304"/>
                  </a:cubicBezTo>
                  <a:cubicBezTo>
                    <a:pt x="21148" y="2300"/>
                    <a:pt x="21139" y="2298"/>
                    <a:pt x="21131" y="2298"/>
                  </a:cubicBezTo>
                  <a:cubicBezTo>
                    <a:pt x="21120" y="2298"/>
                    <a:pt x="21108" y="2302"/>
                    <a:pt x="21099" y="2309"/>
                  </a:cubicBezTo>
                  <a:cubicBezTo>
                    <a:pt x="19838" y="3320"/>
                    <a:pt x="19086" y="4689"/>
                    <a:pt x="18677" y="5659"/>
                  </a:cubicBezTo>
                  <a:cubicBezTo>
                    <a:pt x="18290" y="6580"/>
                    <a:pt x="17999" y="7551"/>
                    <a:pt x="17717" y="8490"/>
                  </a:cubicBezTo>
                  <a:cubicBezTo>
                    <a:pt x="17613" y="8838"/>
                    <a:pt x="17505" y="9198"/>
                    <a:pt x="17394" y="9549"/>
                  </a:cubicBezTo>
                  <a:cubicBezTo>
                    <a:pt x="17080" y="10544"/>
                    <a:pt x="16483" y="11681"/>
                    <a:pt x="15909" y="12613"/>
                  </a:cubicBezTo>
                  <a:cubicBezTo>
                    <a:pt x="16659" y="11041"/>
                    <a:pt x="17183" y="9114"/>
                    <a:pt x="17469" y="6867"/>
                  </a:cubicBezTo>
                  <a:cubicBezTo>
                    <a:pt x="17627" y="5622"/>
                    <a:pt x="17884" y="4450"/>
                    <a:pt x="18132" y="3317"/>
                  </a:cubicBezTo>
                  <a:cubicBezTo>
                    <a:pt x="18325" y="2439"/>
                    <a:pt x="18524" y="1529"/>
                    <a:pt x="18680" y="575"/>
                  </a:cubicBezTo>
                  <a:cubicBezTo>
                    <a:pt x="18684" y="554"/>
                    <a:pt x="18675" y="534"/>
                    <a:pt x="18656" y="523"/>
                  </a:cubicBezTo>
                  <a:cubicBezTo>
                    <a:pt x="18648" y="518"/>
                    <a:pt x="18638" y="516"/>
                    <a:pt x="18629" y="516"/>
                  </a:cubicBezTo>
                  <a:cubicBezTo>
                    <a:pt x="18618" y="516"/>
                    <a:pt x="18607" y="519"/>
                    <a:pt x="18598" y="526"/>
                  </a:cubicBezTo>
                  <a:cubicBezTo>
                    <a:pt x="17382" y="1483"/>
                    <a:pt x="16786" y="2869"/>
                    <a:pt x="16501" y="3865"/>
                  </a:cubicBezTo>
                  <a:cubicBezTo>
                    <a:pt x="16132" y="5148"/>
                    <a:pt x="16050" y="6520"/>
                    <a:pt x="16018" y="7812"/>
                  </a:cubicBezTo>
                  <a:cubicBezTo>
                    <a:pt x="16014" y="7933"/>
                    <a:pt x="16011" y="8054"/>
                    <a:pt x="16008" y="8175"/>
                  </a:cubicBezTo>
                  <a:cubicBezTo>
                    <a:pt x="15991" y="8980"/>
                    <a:pt x="15972" y="9812"/>
                    <a:pt x="15839" y="10617"/>
                  </a:cubicBezTo>
                  <a:cubicBezTo>
                    <a:pt x="15704" y="11423"/>
                    <a:pt x="15120" y="12465"/>
                    <a:pt x="14551" y="13223"/>
                  </a:cubicBezTo>
                  <a:cubicBezTo>
                    <a:pt x="15025" y="11498"/>
                    <a:pt x="15596" y="8482"/>
                    <a:pt x="14738" y="5942"/>
                  </a:cubicBezTo>
                  <a:cubicBezTo>
                    <a:pt x="14400" y="4940"/>
                    <a:pt x="13936" y="3975"/>
                    <a:pt x="13488" y="3040"/>
                  </a:cubicBezTo>
                  <a:cubicBezTo>
                    <a:pt x="13024" y="2073"/>
                    <a:pt x="12543" y="1073"/>
                    <a:pt x="12205" y="36"/>
                  </a:cubicBezTo>
                  <a:cubicBezTo>
                    <a:pt x="12197" y="16"/>
                    <a:pt x="12176" y="1"/>
                    <a:pt x="1215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4" name="Google Shape;10324;p32"/>
            <p:cNvSpPr/>
            <p:nvPr/>
          </p:nvSpPr>
          <p:spPr>
            <a:xfrm>
              <a:off x="1231725" y="5181350"/>
              <a:ext cx="341150" cy="52600"/>
            </a:xfrm>
            <a:custGeom>
              <a:avLst/>
              <a:gdLst/>
              <a:ahLst/>
              <a:cxnLst/>
              <a:rect l="l" t="t" r="r" b="b"/>
              <a:pathLst>
                <a:path w="13646" h="2104" extrusionOk="0">
                  <a:moveTo>
                    <a:pt x="30" y="1"/>
                  </a:moveTo>
                  <a:cubicBezTo>
                    <a:pt x="22" y="1"/>
                    <a:pt x="13" y="5"/>
                    <a:pt x="8" y="13"/>
                  </a:cubicBezTo>
                  <a:cubicBezTo>
                    <a:pt x="0" y="24"/>
                    <a:pt x="4" y="40"/>
                    <a:pt x="15" y="48"/>
                  </a:cubicBezTo>
                  <a:cubicBezTo>
                    <a:pt x="1685" y="1138"/>
                    <a:pt x="3689" y="1500"/>
                    <a:pt x="5769" y="1802"/>
                  </a:cubicBezTo>
                  <a:cubicBezTo>
                    <a:pt x="6865" y="1962"/>
                    <a:pt x="7942" y="2104"/>
                    <a:pt x="9010" y="2104"/>
                  </a:cubicBezTo>
                  <a:cubicBezTo>
                    <a:pt x="9306" y="2104"/>
                    <a:pt x="9600" y="2093"/>
                    <a:pt x="9894" y="2069"/>
                  </a:cubicBezTo>
                  <a:cubicBezTo>
                    <a:pt x="11480" y="1938"/>
                    <a:pt x="12703" y="1489"/>
                    <a:pt x="13634" y="694"/>
                  </a:cubicBezTo>
                  <a:cubicBezTo>
                    <a:pt x="13644" y="684"/>
                    <a:pt x="13646" y="668"/>
                    <a:pt x="13636" y="658"/>
                  </a:cubicBezTo>
                  <a:cubicBezTo>
                    <a:pt x="13631" y="652"/>
                    <a:pt x="13624" y="649"/>
                    <a:pt x="13617" y="649"/>
                  </a:cubicBezTo>
                  <a:cubicBezTo>
                    <a:pt x="13611" y="649"/>
                    <a:pt x="13605" y="651"/>
                    <a:pt x="13600" y="655"/>
                  </a:cubicBezTo>
                  <a:cubicBezTo>
                    <a:pt x="12678" y="1442"/>
                    <a:pt x="11465" y="1887"/>
                    <a:pt x="9890" y="2018"/>
                  </a:cubicBezTo>
                  <a:cubicBezTo>
                    <a:pt x="9597" y="2042"/>
                    <a:pt x="9303" y="2053"/>
                    <a:pt x="9009" y="2053"/>
                  </a:cubicBezTo>
                  <a:cubicBezTo>
                    <a:pt x="7944" y="2053"/>
                    <a:pt x="6870" y="1911"/>
                    <a:pt x="5776" y="1751"/>
                  </a:cubicBezTo>
                  <a:cubicBezTo>
                    <a:pt x="3703" y="1450"/>
                    <a:pt x="1703" y="1088"/>
                    <a:pt x="43" y="5"/>
                  </a:cubicBezTo>
                  <a:cubicBezTo>
                    <a:pt x="39" y="2"/>
                    <a:pt x="35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5" name="Google Shape;10325;p32"/>
            <p:cNvSpPr/>
            <p:nvPr/>
          </p:nvSpPr>
          <p:spPr>
            <a:xfrm>
              <a:off x="1203175" y="5070350"/>
              <a:ext cx="370075" cy="137450"/>
            </a:xfrm>
            <a:custGeom>
              <a:avLst/>
              <a:gdLst/>
              <a:ahLst/>
              <a:cxnLst/>
              <a:rect l="l" t="t" r="r" b="b"/>
              <a:pathLst>
                <a:path w="14803" h="5498" extrusionOk="0">
                  <a:moveTo>
                    <a:pt x="29" y="1"/>
                  </a:moveTo>
                  <a:cubicBezTo>
                    <a:pt x="22" y="1"/>
                    <a:pt x="14" y="4"/>
                    <a:pt x="9" y="10"/>
                  </a:cubicBezTo>
                  <a:cubicBezTo>
                    <a:pt x="0" y="20"/>
                    <a:pt x="0" y="36"/>
                    <a:pt x="11" y="46"/>
                  </a:cubicBezTo>
                  <a:cubicBezTo>
                    <a:pt x="1392" y="1317"/>
                    <a:pt x="3155" y="2361"/>
                    <a:pt x="5403" y="3240"/>
                  </a:cubicBezTo>
                  <a:cubicBezTo>
                    <a:pt x="7005" y="3865"/>
                    <a:pt x="8687" y="4345"/>
                    <a:pt x="10313" y="4811"/>
                  </a:cubicBezTo>
                  <a:cubicBezTo>
                    <a:pt x="10678" y="4915"/>
                    <a:pt x="11042" y="5018"/>
                    <a:pt x="11407" y="5124"/>
                  </a:cubicBezTo>
                  <a:lnTo>
                    <a:pt x="11450" y="5137"/>
                  </a:lnTo>
                  <a:cubicBezTo>
                    <a:pt x="11987" y="5293"/>
                    <a:pt x="12542" y="5454"/>
                    <a:pt x="13109" y="5488"/>
                  </a:cubicBezTo>
                  <a:cubicBezTo>
                    <a:pt x="13206" y="5493"/>
                    <a:pt x="13311" y="5497"/>
                    <a:pt x="13421" y="5497"/>
                  </a:cubicBezTo>
                  <a:cubicBezTo>
                    <a:pt x="13858" y="5497"/>
                    <a:pt x="14381" y="5431"/>
                    <a:pt x="14789" y="5127"/>
                  </a:cubicBezTo>
                  <a:cubicBezTo>
                    <a:pt x="14800" y="5118"/>
                    <a:pt x="14803" y="5102"/>
                    <a:pt x="14795" y="5091"/>
                  </a:cubicBezTo>
                  <a:cubicBezTo>
                    <a:pt x="14790" y="5084"/>
                    <a:pt x="14782" y="5080"/>
                    <a:pt x="14775" y="5080"/>
                  </a:cubicBezTo>
                  <a:cubicBezTo>
                    <a:pt x="14769" y="5080"/>
                    <a:pt x="14763" y="5082"/>
                    <a:pt x="14758" y="5085"/>
                  </a:cubicBezTo>
                  <a:cubicBezTo>
                    <a:pt x="14364" y="5381"/>
                    <a:pt x="13853" y="5445"/>
                    <a:pt x="13425" y="5445"/>
                  </a:cubicBezTo>
                  <a:cubicBezTo>
                    <a:pt x="13314" y="5445"/>
                    <a:pt x="13209" y="5441"/>
                    <a:pt x="13113" y="5435"/>
                  </a:cubicBezTo>
                  <a:cubicBezTo>
                    <a:pt x="12552" y="5403"/>
                    <a:pt x="11999" y="5243"/>
                    <a:pt x="11463" y="5087"/>
                  </a:cubicBezTo>
                  <a:lnTo>
                    <a:pt x="11422" y="5075"/>
                  </a:lnTo>
                  <a:cubicBezTo>
                    <a:pt x="11057" y="4968"/>
                    <a:pt x="10693" y="4865"/>
                    <a:pt x="10328" y="4761"/>
                  </a:cubicBezTo>
                  <a:cubicBezTo>
                    <a:pt x="8702" y="4297"/>
                    <a:pt x="7021" y="3817"/>
                    <a:pt x="5422" y="3191"/>
                  </a:cubicBezTo>
                  <a:cubicBezTo>
                    <a:pt x="3180" y="2315"/>
                    <a:pt x="1422" y="1274"/>
                    <a:pt x="46" y="8"/>
                  </a:cubicBezTo>
                  <a:cubicBezTo>
                    <a:pt x="41" y="3"/>
                    <a:pt x="35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6" name="Google Shape;10326;p32"/>
            <p:cNvSpPr/>
            <p:nvPr/>
          </p:nvSpPr>
          <p:spPr>
            <a:xfrm>
              <a:off x="1242150" y="4923175"/>
              <a:ext cx="331275" cy="276650"/>
            </a:xfrm>
            <a:custGeom>
              <a:avLst/>
              <a:gdLst/>
              <a:ahLst/>
              <a:cxnLst/>
              <a:rect l="l" t="t" r="r" b="b"/>
              <a:pathLst>
                <a:path w="13251" h="11066" extrusionOk="0">
                  <a:moveTo>
                    <a:pt x="29" y="1"/>
                  </a:moveTo>
                  <a:cubicBezTo>
                    <a:pt x="26" y="1"/>
                    <a:pt x="22" y="1"/>
                    <a:pt x="19" y="3"/>
                  </a:cubicBezTo>
                  <a:cubicBezTo>
                    <a:pt x="6" y="8"/>
                    <a:pt x="0" y="24"/>
                    <a:pt x="6" y="36"/>
                  </a:cubicBezTo>
                  <a:cubicBezTo>
                    <a:pt x="929" y="2233"/>
                    <a:pt x="2776" y="3826"/>
                    <a:pt x="4281" y="4968"/>
                  </a:cubicBezTo>
                  <a:cubicBezTo>
                    <a:pt x="4815" y="5373"/>
                    <a:pt x="5372" y="5770"/>
                    <a:pt x="5910" y="6152"/>
                  </a:cubicBezTo>
                  <a:cubicBezTo>
                    <a:pt x="7134" y="7024"/>
                    <a:pt x="8400" y="7925"/>
                    <a:pt x="9489" y="8993"/>
                  </a:cubicBezTo>
                  <a:cubicBezTo>
                    <a:pt x="9611" y="9113"/>
                    <a:pt x="9734" y="9238"/>
                    <a:pt x="9852" y="9359"/>
                  </a:cubicBezTo>
                  <a:cubicBezTo>
                    <a:pt x="10245" y="9758"/>
                    <a:pt x="10651" y="10171"/>
                    <a:pt x="11119" y="10492"/>
                  </a:cubicBezTo>
                  <a:cubicBezTo>
                    <a:pt x="11457" y="10724"/>
                    <a:pt x="12074" y="11065"/>
                    <a:pt x="12773" y="11065"/>
                  </a:cubicBezTo>
                  <a:cubicBezTo>
                    <a:pt x="12922" y="11065"/>
                    <a:pt x="13074" y="11050"/>
                    <a:pt x="13227" y="11015"/>
                  </a:cubicBezTo>
                  <a:cubicBezTo>
                    <a:pt x="13242" y="11011"/>
                    <a:pt x="13250" y="10998"/>
                    <a:pt x="13248" y="10985"/>
                  </a:cubicBezTo>
                  <a:cubicBezTo>
                    <a:pt x="13244" y="10972"/>
                    <a:pt x="13233" y="10964"/>
                    <a:pt x="13222" y="10964"/>
                  </a:cubicBezTo>
                  <a:cubicBezTo>
                    <a:pt x="13220" y="10964"/>
                    <a:pt x="13218" y="10964"/>
                    <a:pt x="13217" y="10964"/>
                  </a:cubicBezTo>
                  <a:cubicBezTo>
                    <a:pt x="13066" y="10999"/>
                    <a:pt x="12918" y="11014"/>
                    <a:pt x="12773" y="11014"/>
                  </a:cubicBezTo>
                  <a:cubicBezTo>
                    <a:pt x="12088" y="11014"/>
                    <a:pt x="11482" y="10678"/>
                    <a:pt x="11149" y="10449"/>
                  </a:cubicBezTo>
                  <a:cubicBezTo>
                    <a:pt x="10685" y="10130"/>
                    <a:pt x="10280" y="9720"/>
                    <a:pt x="9890" y="9322"/>
                  </a:cubicBezTo>
                  <a:cubicBezTo>
                    <a:pt x="9770" y="9202"/>
                    <a:pt x="9648" y="9077"/>
                    <a:pt x="9525" y="8956"/>
                  </a:cubicBezTo>
                  <a:cubicBezTo>
                    <a:pt x="8434" y="7885"/>
                    <a:pt x="7165" y="6984"/>
                    <a:pt x="5940" y="6110"/>
                  </a:cubicBezTo>
                  <a:cubicBezTo>
                    <a:pt x="5402" y="5727"/>
                    <a:pt x="4846" y="5331"/>
                    <a:pt x="4313" y="4927"/>
                  </a:cubicBezTo>
                  <a:cubicBezTo>
                    <a:pt x="2812" y="3788"/>
                    <a:pt x="972" y="2202"/>
                    <a:pt x="53" y="16"/>
                  </a:cubicBezTo>
                  <a:cubicBezTo>
                    <a:pt x="49" y="7"/>
                    <a:pt x="39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7" name="Google Shape;10327;p32"/>
            <p:cNvSpPr/>
            <p:nvPr/>
          </p:nvSpPr>
          <p:spPr>
            <a:xfrm>
              <a:off x="1376350" y="4878200"/>
              <a:ext cx="196500" cy="320675"/>
            </a:xfrm>
            <a:custGeom>
              <a:avLst/>
              <a:gdLst/>
              <a:ahLst/>
              <a:cxnLst/>
              <a:rect l="l" t="t" r="r" b="b"/>
              <a:pathLst>
                <a:path w="7860" h="12827" extrusionOk="0">
                  <a:moveTo>
                    <a:pt x="29" y="1"/>
                  </a:moveTo>
                  <a:cubicBezTo>
                    <a:pt x="26" y="1"/>
                    <a:pt x="22" y="2"/>
                    <a:pt x="19" y="3"/>
                  </a:cubicBezTo>
                  <a:cubicBezTo>
                    <a:pt x="7" y="10"/>
                    <a:pt x="0" y="24"/>
                    <a:pt x="7" y="38"/>
                  </a:cubicBezTo>
                  <a:cubicBezTo>
                    <a:pt x="836" y="1858"/>
                    <a:pt x="1855" y="3599"/>
                    <a:pt x="3038" y="5212"/>
                  </a:cubicBezTo>
                  <a:cubicBezTo>
                    <a:pt x="3214" y="5453"/>
                    <a:pt x="3397" y="5695"/>
                    <a:pt x="3575" y="5929"/>
                  </a:cubicBezTo>
                  <a:cubicBezTo>
                    <a:pt x="4402" y="7024"/>
                    <a:pt x="5256" y="8156"/>
                    <a:pt x="5698" y="9465"/>
                  </a:cubicBezTo>
                  <a:cubicBezTo>
                    <a:pt x="5778" y="9705"/>
                    <a:pt x="5847" y="9954"/>
                    <a:pt x="5913" y="10196"/>
                  </a:cubicBezTo>
                  <a:cubicBezTo>
                    <a:pt x="6023" y="10605"/>
                    <a:pt x="6139" y="11028"/>
                    <a:pt x="6320" y="11419"/>
                  </a:cubicBezTo>
                  <a:cubicBezTo>
                    <a:pt x="6456" y="11714"/>
                    <a:pt x="6967" y="12683"/>
                    <a:pt x="7827" y="12827"/>
                  </a:cubicBezTo>
                  <a:lnTo>
                    <a:pt x="7831" y="12827"/>
                  </a:lnTo>
                  <a:cubicBezTo>
                    <a:pt x="7843" y="12827"/>
                    <a:pt x="7854" y="12817"/>
                    <a:pt x="7857" y="12805"/>
                  </a:cubicBezTo>
                  <a:cubicBezTo>
                    <a:pt x="7859" y="12790"/>
                    <a:pt x="7849" y="12777"/>
                    <a:pt x="7835" y="12775"/>
                  </a:cubicBezTo>
                  <a:cubicBezTo>
                    <a:pt x="7001" y="12636"/>
                    <a:pt x="6499" y="11686"/>
                    <a:pt x="6366" y="11398"/>
                  </a:cubicBezTo>
                  <a:cubicBezTo>
                    <a:pt x="6187" y="11010"/>
                    <a:pt x="6073" y="10591"/>
                    <a:pt x="5963" y="10183"/>
                  </a:cubicBezTo>
                  <a:cubicBezTo>
                    <a:pt x="5897" y="9941"/>
                    <a:pt x="5828" y="9689"/>
                    <a:pt x="5746" y="9447"/>
                  </a:cubicBezTo>
                  <a:cubicBezTo>
                    <a:pt x="5303" y="8131"/>
                    <a:pt x="4445" y="6996"/>
                    <a:pt x="3615" y="5898"/>
                  </a:cubicBezTo>
                  <a:cubicBezTo>
                    <a:pt x="3439" y="5664"/>
                    <a:pt x="3254" y="5422"/>
                    <a:pt x="3080" y="5181"/>
                  </a:cubicBezTo>
                  <a:cubicBezTo>
                    <a:pt x="1898" y="3571"/>
                    <a:pt x="881" y="1834"/>
                    <a:pt x="54" y="16"/>
                  </a:cubicBezTo>
                  <a:cubicBezTo>
                    <a:pt x="49" y="6"/>
                    <a:pt x="39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8" name="Google Shape;10328;p32"/>
            <p:cNvSpPr/>
            <p:nvPr/>
          </p:nvSpPr>
          <p:spPr>
            <a:xfrm>
              <a:off x="1504275" y="4817175"/>
              <a:ext cx="68975" cy="381500"/>
            </a:xfrm>
            <a:custGeom>
              <a:avLst/>
              <a:gdLst/>
              <a:ahLst/>
              <a:cxnLst/>
              <a:rect l="l" t="t" r="r" b="b"/>
              <a:pathLst>
                <a:path w="2759" h="15260" extrusionOk="0">
                  <a:moveTo>
                    <a:pt x="25" y="1"/>
                  </a:moveTo>
                  <a:cubicBezTo>
                    <a:pt x="11" y="2"/>
                    <a:pt x="1" y="14"/>
                    <a:pt x="1" y="28"/>
                  </a:cubicBezTo>
                  <a:cubicBezTo>
                    <a:pt x="84" y="1494"/>
                    <a:pt x="589" y="2904"/>
                    <a:pt x="1077" y="4268"/>
                  </a:cubicBezTo>
                  <a:cubicBezTo>
                    <a:pt x="1389" y="5139"/>
                    <a:pt x="1712" y="6039"/>
                    <a:pt x="1923" y="6948"/>
                  </a:cubicBezTo>
                  <a:cubicBezTo>
                    <a:pt x="2259" y="8397"/>
                    <a:pt x="2323" y="9941"/>
                    <a:pt x="2103" y="11415"/>
                  </a:cubicBezTo>
                  <a:cubicBezTo>
                    <a:pt x="2079" y="11576"/>
                    <a:pt x="2051" y="11741"/>
                    <a:pt x="2024" y="11900"/>
                  </a:cubicBezTo>
                  <a:cubicBezTo>
                    <a:pt x="1941" y="12397"/>
                    <a:pt x="1855" y="12909"/>
                    <a:pt x="1868" y="13420"/>
                  </a:cubicBezTo>
                  <a:cubicBezTo>
                    <a:pt x="1890" y="14148"/>
                    <a:pt x="2212" y="14851"/>
                    <a:pt x="2713" y="15253"/>
                  </a:cubicBezTo>
                  <a:cubicBezTo>
                    <a:pt x="2718" y="15257"/>
                    <a:pt x="2724" y="15260"/>
                    <a:pt x="2729" y="15260"/>
                  </a:cubicBezTo>
                  <a:lnTo>
                    <a:pt x="2729" y="15258"/>
                  </a:lnTo>
                  <a:cubicBezTo>
                    <a:pt x="2737" y="15258"/>
                    <a:pt x="2744" y="15255"/>
                    <a:pt x="2749" y="15249"/>
                  </a:cubicBezTo>
                  <a:cubicBezTo>
                    <a:pt x="2759" y="15238"/>
                    <a:pt x="2756" y="15222"/>
                    <a:pt x="2745" y="15212"/>
                  </a:cubicBezTo>
                  <a:cubicBezTo>
                    <a:pt x="2257" y="14820"/>
                    <a:pt x="1941" y="14132"/>
                    <a:pt x="1920" y="13419"/>
                  </a:cubicBezTo>
                  <a:cubicBezTo>
                    <a:pt x="1906" y="12913"/>
                    <a:pt x="1992" y="12402"/>
                    <a:pt x="2075" y="11908"/>
                  </a:cubicBezTo>
                  <a:cubicBezTo>
                    <a:pt x="2102" y="11750"/>
                    <a:pt x="2130" y="11584"/>
                    <a:pt x="2155" y="11421"/>
                  </a:cubicBezTo>
                  <a:cubicBezTo>
                    <a:pt x="2374" y="9943"/>
                    <a:pt x="2311" y="8392"/>
                    <a:pt x="1973" y="6936"/>
                  </a:cubicBezTo>
                  <a:cubicBezTo>
                    <a:pt x="1762" y="6024"/>
                    <a:pt x="1439" y="5123"/>
                    <a:pt x="1125" y="4249"/>
                  </a:cubicBezTo>
                  <a:cubicBezTo>
                    <a:pt x="638" y="2891"/>
                    <a:pt x="135" y="1483"/>
                    <a:pt x="53" y="25"/>
                  </a:cubicBezTo>
                  <a:cubicBezTo>
                    <a:pt x="52" y="12"/>
                    <a:pt x="40" y="1"/>
                    <a:pt x="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9" name="Google Shape;10329;p32"/>
            <p:cNvSpPr/>
            <p:nvPr/>
          </p:nvSpPr>
          <p:spPr>
            <a:xfrm>
              <a:off x="1566400" y="4829650"/>
              <a:ext cx="99875" cy="369000"/>
            </a:xfrm>
            <a:custGeom>
              <a:avLst/>
              <a:gdLst/>
              <a:ahLst/>
              <a:cxnLst/>
              <a:rect l="l" t="t" r="r" b="b"/>
              <a:pathLst>
                <a:path w="3995" h="14760" extrusionOk="0">
                  <a:moveTo>
                    <a:pt x="3966" y="1"/>
                  </a:moveTo>
                  <a:cubicBezTo>
                    <a:pt x="3956" y="1"/>
                    <a:pt x="3947" y="6"/>
                    <a:pt x="3942" y="14"/>
                  </a:cubicBezTo>
                  <a:cubicBezTo>
                    <a:pt x="3015" y="1747"/>
                    <a:pt x="2421" y="3616"/>
                    <a:pt x="2175" y="5567"/>
                  </a:cubicBezTo>
                  <a:cubicBezTo>
                    <a:pt x="2114" y="6043"/>
                    <a:pt x="2074" y="6534"/>
                    <a:pt x="2035" y="7009"/>
                  </a:cubicBezTo>
                  <a:cubicBezTo>
                    <a:pt x="1928" y="8306"/>
                    <a:pt x="1819" y="9646"/>
                    <a:pt x="1289" y="10843"/>
                  </a:cubicBezTo>
                  <a:cubicBezTo>
                    <a:pt x="1164" y="11128"/>
                    <a:pt x="1012" y="11408"/>
                    <a:pt x="866" y="11678"/>
                  </a:cubicBezTo>
                  <a:cubicBezTo>
                    <a:pt x="696" y="11992"/>
                    <a:pt x="521" y="12315"/>
                    <a:pt x="384" y="12650"/>
                  </a:cubicBezTo>
                  <a:cubicBezTo>
                    <a:pt x="65" y="13426"/>
                    <a:pt x="0" y="14209"/>
                    <a:pt x="213" y="14742"/>
                  </a:cubicBezTo>
                  <a:cubicBezTo>
                    <a:pt x="217" y="14752"/>
                    <a:pt x="226" y="14758"/>
                    <a:pt x="237" y="14758"/>
                  </a:cubicBezTo>
                  <a:lnTo>
                    <a:pt x="237" y="14759"/>
                  </a:lnTo>
                  <a:cubicBezTo>
                    <a:pt x="240" y="14759"/>
                    <a:pt x="244" y="14758"/>
                    <a:pt x="247" y="14756"/>
                  </a:cubicBezTo>
                  <a:cubicBezTo>
                    <a:pt x="260" y="14751"/>
                    <a:pt x="267" y="14736"/>
                    <a:pt x="261" y="14723"/>
                  </a:cubicBezTo>
                  <a:cubicBezTo>
                    <a:pt x="54" y="14202"/>
                    <a:pt x="118" y="13434"/>
                    <a:pt x="432" y="12670"/>
                  </a:cubicBezTo>
                  <a:cubicBezTo>
                    <a:pt x="568" y="12338"/>
                    <a:pt x="743" y="12015"/>
                    <a:pt x="911" y="11704"/>
                  </a:cubicBezTo>
                  <a:cubicBezTo>
                    <a:pt x="1058" y="11432"/>
                    <a:pt x="1210" y="11152"/>
                    <a:pt x="1338" y="10864"/>
                  </a:cubicBezTo>
                  <a:cubicBezTo>
                    <a:pt x="1870" y="9659"/>
                    <a:pt x="1981" y="8314"/>
                    <a:pt x="2087" y="7013"/>
                  </a:cubicBezTo>
                  <a:cubicBezTo>
                    <a:pt x="2125" y="6539"/>
                    <a:pt x="2165" y="6048"/>
                    <a:pt x="2226" y="5572"/>
                  </a:cubicBezTo>
                  <a:cubicBezTo>
                    <a:pt x="2470" y="3628"/>
                    <a:pt x="3064" y="1766"/>
                    <a:pt x="3988" y="39"/>
                  </a:cubicBezTo>
                  <a:cubicBezTo>
                    <a:pt x="3995" y="27"/>
                    <a:pt x="3989" y="10"/>
                    <a:pt x="3977" y="4"/>
                  </a:cubicBezTo>
                  <a:cubicBezTo>
                    <a:pt x="3974" y="2"/>
                    <a:pt x="3970" y="1"/>
                    <a:pt x="396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0" name="Google Shape;10330;p32"/>
            <p:cNvSpPr/>
            <p:nvPr/>
          </p:nvSpPr>
          <p:spPr>
            <a:xfrm>
              <a:off x="1571475" y="4873500"/>
              <a:ext cx="158300" cy="324950"/>
            </a:xfrm>
            <a:custGeom>
              <a:avLst/>
              <a:gdLst/>
              <a:ahLst/>
              <a:cxnLst/>
              <a:rect l="l" t="t" r="r" b="b"/>
              <a:pathLst>
                <a:path w="6332" h="12998" extrusionOk="0">
                  <a:moveTo>
                    <a:pt x="6302" y="1"/>
                  </a:moveTo>
                  <a:cubicBezTo>
                    <a:pt x="6294" y="1"/>
                    <a:pt x="6286" y="5"/>
                    <a:pt x="6281" y="12"/>
                  </a:cubicBezTo>
                  <a:cubicBezTo>
                    <a:pt x="4890" y="1974"/>
                    <a:pt x="3961" y="4326"/>
                    <a:pt x="3064" y="6601"/>
                  </a:cubicBezTo>
                  <a:cubicBezTo>
                    <a:pt x="2202" y="8788"/>
                    <a:pt x="1310" y="11049"/>
                    <a:pt x="9" y="12955"/>
                  </a:cubicBezTo>
                  <a:cubicBezTo>
                    <a:pt x="1" y="12967"/>
                    <a:pt x="3" y="12984"/>
                    <a:pt x="15" y="12992"/>
                  </a:cubicBezTo>
                  <a:cubicBezTo>
                    <a:pt x="19" y="12996"/>
                    <a:pt x="25" y="12997"/>
                    <a:pt x="30" y="12997"/>
                  </a:cubicBezTo>
                  <a:lnTo>
                    <a:pt x="30" y="12996"/>
                  </a:lnTo>
                  <a:cubicBezTo>
                    <a:pt x="38" y="12996"/>
                    <a:pt x="46" y="12993"/>
                    <a:pt x="52" y="12985"/>
                  </a:cubicBezTo>
                  <a:cubicBezTo>
                    <a:pt x="1355" y="11073"/>
                    <a:pt x="2249" y="8809"/>
                    <a:pt x="3112" y="6620"/>
                  </a:cubicBezTo>
                  <a:cubicBezTo>
                    <a:pt x="4008" y="4348"/>
                    <a:pt x="4935" y="1999"/>
                    <a:pt x="6324" y="42"/>
                  </a:cubicBezTo>
                  <a:cubicBezTo>
                    <a:pt x="6332" y="30"/>
                    <a:pt x="6329" y="13"/>
                    <a:pt x="6317" y="5"/>
                  </a:cubicBezTo>
                  <a:cubicBezTo>
                    <a:pt x="6312" y="2"/>
                    <a:pt x="6307" y="1"/>
                    <a:pt x="630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1" name="Google Shape;10331;p32"/>
            <p:cNvSpPr/>
            <p:nvPr/>
          </p:nvSpPr>
          <p:spPr>
            <a:xfrm>
              <a:off x="1571975" y="4921475"/>
              <a:ext cx="239175" cy="277375"/>
            </a:xfrm>
            <a:custGeom>
              <a:avLst/>
              <a:gdLst/>
              <a:ahLst/>
              <a:cxnLst/>
              <a:rect l="l" t="t" r="r" b="b"/>
              <a:pathLst>
                <a:path w="9567" h="11095" extrusionOk="0">
                  <a:moveTo>
                    <a:pt x="9536" y="0"/>
                  </a:moveTo>
                  <a:cubicBezTo>
                    <a:pt x="9528" y="0"/>
                    <a:pt x="9521" y="4"/>
                    <a:pt x="9516" y="10"/>
                  </a:cubicBezTo>
                  <a:cubicBezTo>
                    <a:pt x="8234" y="1653"/>
                    <a:pt x="6826" y="3221"/>
                    <a:pt x="5331" y="4672"/>
                  </a:cubicBezTo>
                  <a:cubicBezTo>
                    <a:pt x="5214" y="4785"/>
                    <a:pt x="5096" y="4898"/>
                    <a:pt x="4977" y="5012"/>
                  </a:cubicBezTo>
                  <a:cubicBezTo>
                    <a:pt x="3913" y="6034"/>
                    <a:pt x="2813" y="7092"/>
                    <a:pt x="2227" y="8452"/>
                  </a:cubicBezTo>
                  <a:cubicBezTo>
                    <a:pt x="2147" y="8639"/>
                    <a:pt x="2075" y="8833"/>
                    <a:pt x="2007" y="9020"/>
                  </a:cubicBezTo>
                  <a:cubicBezTo>
                    <a:pt x="1871" y="9391"/>
                    <a:pt x="1730" y="9774"/>
                    <a:pt x="1514" y="10111"/>
                  </a:cubicBezTo>
                  <a:cubicBezTo>
                    <a:pt x="1229" y="10556"/>
                    <a:pt x="719" y="11043"/>
                    <a:pt x="172" y="11043"/>
                  </a:cubicBezTo>
                  <a:cubicBezTo>
                    <a:pt x="126" y="11043"/>
                    <a:pt x="80" y="11040"/>
                    <a:pt x="33" y="11032"/>
                  </a:cubicBezTo>
                  <a:cubicBezTo>
                    <a:pt x="31" y="11032"/>
                    <a:pt x="30" y="11032"/>
                    <a:pt x="28" y="11032"/>
                  </a:cubicBezTo>
                  <a:cubicBezTo>
                    <a:pt x="15" y="11032"/>
                    <a:pt x="5" y="11041"/>
                    <a:pt x="3" y="11054"/>
                  </a:cubicBezTo>
                  <a:cubicBezTo>
                    <a:pt x="1" y="11067"/>
                    <a:pt x="10" y="11081"/>
                    <a:pt x="25" y="11083"/>
                  </a:cubicBezTo>
                  <a:cubicBezTo>
                    <a:pt x="73" y="11092"/>
                    <a:pt x="123" y="11094"/>
                    <a:pt x="171" y="11094"/>
                  </a:cubicBezTo>
                  <a:lnTo>
                    <a:pt x="171" y="11094"/>
                  </a:lnTo>
                  <a:cubicBezTo>
                    <a:pt x="738" y="11094"/>
                    <a:pt x="1264" y="10595"/>
                    <a:pt x="1557" y="10139"/>
                  </a:cubicBezTo>
                  <a:cubicBezTo>
                    <a:pt x="1777" y="9797"/>
                    <a:pt x="1919" y="9411"/>
                    <a:pt x="2056" y="9037"/>
                  </a:cubicBezTo>
                  <a:cubicBezTo>
                    <a:pt x="2124" y="8850"/>
                    <a:pt x="2195" y="8658"/>
                    <a:pt x="2274" y="8472"/>
                  </a:cubicBezTo>
                  <a:cubicBezTo>
                    <a:pt x="2857" y="7121"/>
                    <a:pt x="3953" y="6068"/>
                    <a:pt x="5013" y="5048"/>
                  </a:cubicBezTo>
                  <a:cubicBezTo>
                    <a:pt x="5132" y="4935"/>
                    <a:pt x="5250" y="4822"/>
                    <a:pt x="5367" y="4708"/>
                  </a:cubicBezTo>
                  <a:cubicBezTo>
                    <a:pt x="6863" y="3256"/>
                    <a:pt x="8273" y="1686"/>
                    <a:pt x="9557" y="42"/>
                  </a:cubicBezTo>
                  <a:cubicBezTo>
                    <a:pt x="9566" y="30"/>
                    <a:pt x="9563" y="14"/>
                    <a:pt x="9553" y="6"/>
                  </a:cubicBezTo>
                  <a:cubicBezTo>
                    <a:pt x="9548" y="2"/>
                    <a:pt x="9542" y="0"/>
                    <a:pt x="9536" y="0"/>
                  </a:cubicBezTo>
                  <a:close/>
                  <a:moveTo>
                    <a:pt x="171" y="11094"/>
                  </a:moveTo>
                  <a:cubicBezTo>
                    <a:pt x="171" y="11094"/>
                    <a:pt x="171" y="11094"/>
                    <a:pt x="170" y="11094"/>
                  </a:cubicBezTo>
                  <a:lnTo>
                    <a:pt x="172" y="11094"/>
                  </a:lnTo>
                  <a:cubicBezTo>
                    <a:pt x="171" y="11094"/>
                    <a:pt x="171" y="11094"/>
                    <a:pt x="171" y="11094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2" name="Google Shape;10332;p32"/>
            <p:cNvSpPr/>
            <p:nvPr/>
          </p:nvSpPr>
          <p:spPr>
            <a:xfrm>
              <a:off x="1571575" y="4994125"/>
              <a:ext cx="339175" cy="206025"/>
            </a:xfrm>
            <a:custGeom>
              <a:avLst/>
              <a:gdLst/>
              <a:ahLst/>
              <a:cxnLst/>
              <a:rect l="l" t="t" r="r" b="b"/>
              <a:pathLst>
                <a:path w="13567" h="8241" extrusionOk="0">
                  <a:moveTo>
                    <a:pt x="13537" y="1"/>
                  </a:moveTo>
                  <a:cubicBezTo>
                    <a:pt x="13529" y="1"/>
                    <a:pt x="13522" y="4"/>
                    <a:pt x="13517" y="11"/>
                  </a:cubicBezTo>
                  <a:cubicBezTo>
                    <a:pt x="12257" y="1740"/>
                    <a:pt x="10208" y="2715"/>
                    <a:pt x="8386" y="3493"/>
                  </a:cubicBezTo>
                  <a:cubicBezTo>
                    <a:pt x="8222" y="3563"/>
                    <a:pt x="8058" y="3632"/>
                    <a:pt x="7894" y="3702"/>
                  </a:cubicBezTo>
                  <a:cubicBezTo>
                    <a:pt x="6130" y="4448"/>
                    <a:pt x="4306" y="5222"/>
                    <a:pt x="2928" y="6566"/>
                  </a:cubicBezTo>
                  <a:cubicBezTo>
                    <a:pt x="2800" y="6690"/>
                    <a:pt x="2675" y="6820"/>
                    <a:pt x="2554" y="6947"/>
                  </a:cubicBezTo>
                  <a:cubicBezTo>
                    <a:pt x="2277" y="7236"/>
                    <a:pt x="1990" y="7536"/>
                    <a:pt x="1662" y="7773"/>
                  </a:cubicBezTo>
                  <a:cubicBezTo>
                    <a:pt x="1282" y="8046"/>
                    <a:pt x="864" y="8189"/>
                    <a:pt x="468" y="8189"/>
                  </a:cubicBezTo>
                  <a:cubicBezTo>
                    <a:pt x="320" y="8189"/>
                    <a:pt x="176" y="8169"/>
                    <a:pt x="37" y="8129"/>
                  </a:cubicBezTo>
                  <a:cubicBezTo>
                    <a:pt x="35" y="8128"/>
                    <a:pt x="32" y="8128"/>
                    <a:pt x="30" y="8128"/>
                  </a:cubicBezTo>
                  <a:cubicBezTo>
                    <a:pt x="19" y="8128"/>
                    <a:pt x="8" y="8135"/>
                    <a:pt x="5" y="8147"/>
                  </a:cubicBezTo>
                  <a:cubicBezTo>
                    <a:pt x="1" y="8160"/>
                    <a:pt x="9" y="8175"/>
                    <a:pt x="22" y="8179"/>
                  </a:cubicBezTo>
                  <a:cubicBezTo>
                    <a:pt x="166" y="8221"/>
                    <a:pt x="315" y="8241"/>
                    <a:pt x="467" y="8241"/>
                  </a:cubicBezTo>
                  <a:lnTo>
                    <a:pt x="469" y="8241"/>
                  </a:lnTo>
                  <a:cubicBezTo>
                    <a:pt x="875" y="8241"/>
                    <a:pt x="1303" y="8094"/>
                    <a:pt x="1692" y="7814"/>
                  </a:cubicBezTo>
                  <a:cubicBezTo>
                    <a:pt x="2025" y="7575"/>
                    <a:pt x="2313" y="7273"/>
                    <a:pt x="2592" y="6983"/>
                  </a:cubicBezTo>
                  <a:cubicBezTo>
                    <a:pt x="2713" y="6856"/>
                    <a:pt x="2838" y="6726"/>
                    <a:pt x="2964" y="6602"/>
                  </a:cubicBezTo>
                  <a:cubicBezTo>
                    <a:pt x="4335" y="5265"/>
                    <a:pt x="6154" y="4494"/>
                    <a:pt x="7914" y="3750"/>
                  </a:cubicBezTo>
                  <a:cubicBezTo>
                    <a:pt x="8078" y="3680"/>
                    <a:pt x="8242" y="3610"/>
                    <a:pt x="8406" y="3540"/>
                  </a:cubicBezTo>
                  <a:cubicBezTo>
                    <a:pt x="10235" y="2760"/>
                    <a:pt x="12290" y="1780"/>
                    <a:pt x="13559" y="42"/>
                  </a:cubicBezTo>
                  <a:cubicBezTo>
                    <a:pt x="13567" y="30"/>
                    <a:pt x="13564" y="14"/>
                    <a:pt x="13552" y="6"/>
                  </a:cubicBezTo>
                  <a:cubicBezTo>
                    <a:pt x="13548" y="3"/>
                    <a:pt x="13542" y="1"/>
                    <a:pt x="1353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3" name="Google Shape;10333;p32"/>
            <p:cNvSpPr/>
            <p:nvPr/>
          </p:nvSpPr>
          <p:spPr>
            <a:xfrm>
              <a:off x="1571475" y="5122950"/>
              <a:ext cx="405975" cy="81150"/>
            </a:xfrm>
            <a:custGeom>
              <a:avLst/>
              <a:gdLst/>
              <a:ahLst/>
              <a:cxnLst/>
              <a:rect l="l" t="t" r="r" b="b"/>
              <a:pathLst>
                <a:path w="16239" h="3246" extrusionOk="0">
                  <a:moveTo>
                    <a:pt x="16209" y="1"/>
                  </a:moveTo>
                  <a:cubicBezTo>
                    <a:pt x="16205" y="1"/>
                    <a:pt x="16202" y="1"/>
                    <a:pt x="16198" y="3"/>
                  </a:cubicBezTo>
                  <a:cubicBezTo>
                    <a:pt x="13985" y="949"/>
                    <a:pt x="11543" y="1249"/>
                    <a:pt x="9182" y="1541"/>
                  </a:cubicBezTo>
                  <a:cubicBezTo>
                    <a:pt x="7216" y="1783"/>
                    <a:pt x="5181" y="2033"/>
                    <a:pt x="3278" y="2652"/>
                  </a:cubicBezTo>
                  <a:cubicBezTo>
                    <a:pt x="3158" y="2692"/>
                    <a:pt x="3037" y="2733"/>
                    <a:pt x="2917" y="2773"/>
                  </a:cubicBezTo>
                  <a:cubicBezTo>
                    <a:pt x="2514" y="2910"/>
                    <a:pt x="2097" y="3051"/>
                    <a:pt x="1673" y="3129"/>
                  </a:cubicBezTo>
                  <a:cubicBezTo>
                    <a:pt x="1442" y="3173"/>
                    <a:pt x="1223" y="3194"/>
                    <a:pt x="1015" y="3194"/>
                  </a:cubicBezTo>
                  <a:cubicBezTo>
                    <a:pt x="653" y="3194"/>
                    <a:pt x="327" y="3129"/>
                    <a:pt x="41" y="2999"/>
                  </a:cubicBezTo>
                  <a:cubicBezTo>
                    <a:pt x="37" y="2997"/>
                    <a:pt x="33" y="2996"/>
                    <a:pt x="30" y="2996"/>
                  </a:cubicBezTo>
                  <a:cubicBezTo>
                    <a:pt x="20" y="2996"/>
                    <a:pt x="10" y="3002"/>
                    <a:pt x="6" y="3011"/>
                  </a:cubicBezTo>
                  <a:cubicBezTo>
                    <a:pt x="1" y="3024"/>
                    <a:pt x="6" y="3039"/>
                    <a:pt x="19" y="3046"/>
                  </a:cubicBezTo>
                  <a:cubicBezTo>
                    <a:pt x="313" y="3179"/>
                    <a:pt x="646" y="3245"/>
                    <a:pt x="1016" y="3245"/>
                  </a:cubicBezTo>
                  <a:lnTo>
                    <a:pt x="1018" y="3245"/>
                  </a:lnTo>
                  <a:cubicBezTo>
                    <a:pt x="1228" y="3245"/>
                    <a:pt x="1450" y="3224"/>
                    <a:pt x="1682" y="3181"/>
                  </a:cubicBezTo>
                  <a:cubicBezTo>
                    <a:pt x="2110" y="3101"/>
                    <a:pt x="2528" y="2960"/>
                    <a:pt x="2933" y="2823"/>
                  </a:cubicBezTo>
                  <a:cubicBezTo>
                    <a:pt x="3055" y="2781"/>
                    <a:pt x="3174" y="2741"/>
                    <a:pt x="3294" y="2702"/>
                  </a:cubicBezTo>
                  <a:cubicBezTo>
                    <a:pt x="5194" y="2083"/>
                    <a:pt x="7224" y="1833"/>
                    <a:pt x="9188" y="1592"/>
                  </a:cubicBezTo>
                  <a:cubicBezTo>
                    <a:pt x="11553" y="1300"/>
                    <a:pt x="14000" y="998"/>
                    <a:pt x="16218" y="51"/>
                  </a:cubicBezTo>
                  <a:cubicBezTo>
                    <a:pt x="16232" y="45"/>
                    <a:pt x="16239" y="30"/>
                    <a:pt x="16233" y="16"/>
                  </a:cubicBezTo>
                  <a:cubicBezTo>
                    <a:pt x="16228" y="6"/>
                    <a:pt x="16219" y="1"/>
                    <a:pt x="1620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4" name="Google Shape;10334;p32"/>
            <p:cNvSpPr/>
            <p:nvPr/>
          </p:nvSpPr>
          <p:spPr>
            <a:xfrm>
              <a:off x="1571500" y="5196925"/>
              <a:ext cx="403025" cy="65175"/>
            </a:xfrm>
            <a:custGeom>
              <a:avLst/>
              <a:gdLst/>
              <a:ahLst/>
              <a:cxnLst/>
              <a:rect l="l" t="t" r="r" b="b"/>
              <a:pathLst>
                <a:path w="16121" h="2607" extrusionOk="0">
                  <a:moveTo>
                    <a:pt x="30" y="0"/>
                  </a:moveTo>
                  <a:cubicBezTo>
                    <a:pt x="25" y="0"/>
                    <a:pt x="19" y="2"/>
                    <a:pt x="14" y="5"/>
                  </a:cubicBezTo>
                  <a:cubicBezTo>
                    <a:pt x="4" y="14"/>
                    <a:pt x="1" y="30"/>
                    <a:pt x="9" y="41"/>
                  </a:cubicBezTo>
                  <a:cubicBezTo>
                    <a:pt x="796" y="1088"/>
                    <a:pt x="10757" y="2425"/>
                    <a:pt x="16094" y="2607"/>
                  </a:cubicBezTo>
                  <a:cubicBezTo>
                    <a:pt x="16109" y="2607"/>
                    <a:pt x="16119" y="2596"/>
                    <a:pt x="16121" y="2581"/>
                  </a:cubicBezTo>
                  <a:cubicBezTo>
                    <a:pt x="16121" y="2568"/>
                    <a:pt x="16110" y="2556"/>
                    <a:pt x="16095" y="2554"/>
                  </a:cubicBezTo>
                  <a:cubicBezTo>
                    <a:pt x="10768" y="2373"/>
                    <a:pt x="830" y="1048"/>
                    <a:pt x="51" y="10"/>
                  </a:cubicBezTo>
                  <a:cubicBezTo>
                    <a:pt x="46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5" name="Google Shape;10335;p32"/>
            <p:cNvSpPr/>
            <p:nvPr/>
          </p:nvSpPr>
          <p:spPr>
            <a:xfrm>
              <a:off x="1571500" y="5198175"/>
              <a:ext cx="367375" cy="116500"/>
            </a:xfrm>
            <a:custGeom>
              <a:avLst/>
              <a:gdLst/>
              <a:ahLst/>
              <a:cxnLst/>
              <a:rect l="l" t="t" r="r" b="b"/>
              <a:pathLst>
                <a:path w="14695" h="4660" extrusionOk="0">
                  <a:moveTo>
                    <a:pt x="30" y="0"/>
                  </a:moveTo>
                  <a:cubicBezTo>
                    <a:pt x="25" y="0"/>
                    <a:pt x="20" y="2"/>
                    <a:pt x="16" y="5"/>
                  </a:cubicBezTo>
                  <a:cubicBezTo>
                    <a:pt x="4" y="13"/>
                    <a:pt x="1" y="29"/>
                    <a:pt x="9" y="41"/>
                  </a:cubicBezTo>
                  <a:cubicBezTo>
                    <a:pt x="590" y="852"/>
                    <a:pt x="1436" y="1557"/>
                    <a:pt x="2596" y="2192"/>
                  </a:cubicBezTo>
                  <a:cubicBezTo>
                    <a:pt x="3615" y="2751"/>
                    <a:pt x="4714" y="3137"/>
                    <a:pt x="5751" y="3470"/>
                  </a:cubicBezTo>
                  <a:cubicBezTo>
                    <a:pt x="6947" y="3855"/>
                    <a:pt x="8528" y="4325"/>
                    <a:pt x="10158" y="4537"/>
                  </a:cubicBezTo>
                  <a:cubicBezTo>
                    <a:pt x="10782" y="4618"/>
                    <a:pt x="11388" y="4660"/>
                    <a:pt x="11973" y="4660"/>
                  </a:cubicBezTo>
                  <a:lnTo>
                    <a:pt x="11974" y="4660"/>
                  </a:lnTo>
                  <a:cubicBezTo>
                    <a:pt x="12932" y="4660"/>
                    <a:pt x="13835" y="4551"/>
                    <a:pt x="14673" y="4333"/>
                  </a:cubicBezTo>
                  <a:cubicBezTo>
                    <a:pt x="14686" y="4329"/>
                    <a:pt x="14695" y="4315"/>
                    <a:pt x="14692" y="4300"/>
                  </a:cubicBezTo>
                  <a:cubicBezTo>
                    <a:pt x="14689" y="4289"/>
                    <a:pt x="14678" y="4282"/>
                    <a:pt x="14667" y="4282"/>
                  </a:cubicBezTo>
                  <a:cubicBezTo>
                    <a:pt x="14664" y="4282"/>
                    <a:pt x="14662" y="4282"/>
                    <a:pt x="14660" y="4283"/>
                  </a:cubicBezTo>
                  <a:cubicBezTo>
                    <a:pt x="13826" y="4499"/>
                    <a:pt x="12927" y="4608"/>
                    <a:pt x="11973" y="4608"/>
                  </a:cubicBezTo>
                  <a:cubicBezTo>
                    <a:pt x="11390" y="4608"/>
                    <a:pt x="10786" y="4567"/>
                    <a:pt x="10165" y="4486"/>
                  </a:cubicBezTo>
                  <a:cubicBezTo>
                    <a:pt x="8540" y="4273"/>
                    <a:pt x="6960" y="3805"/>
                    <a:pt x="5767" y="3420"/>
                  </a:cubicBezTo>
                  <a:cubicBezTo>
                    <a:pt x="4732" y="3088"/>
                    <a:pt x="3636" y="2703"/>
                    <a:pt x="2622" y="2146"/>
                  </a:cubicBezTo>
                  <a:cubicBezTo>
                    <a:pt x="1469" y="1516"/>
                    <a:pt x="628" y="816"/>
                    <a:pt x="51" y="10"/>
                  </a:cubicBezTo>
                  <a:cubicBezTo>
                    <a:pt x="46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6" name="Google Shape;10336;p32"/>
            <p:cNvSpPr/>
            <p:nvPr/>
          </p:nvSpPr>
          <p:spPr>
            <a:xfrm>
              <a:off x="1528300" y="4938725"/>
              <a:ext cx="20950" cy="73550"/>
            </a:xfrm>
            <a:custGeom>
              <a:avLst/>
              <a:gdLst/>
              <a:ahLst/>
              <a:cxnLst/>
              <a:rect l="l" t="t" r="r" b="b"/>
              <a:pathLst>
                <a:path w="838" h="2942" extrusionOk="0">
                  <a:moveTo>
                    <a:pt x="29" y="0"/>
                  </a:moveTo>
                  <a:cubicBezTo>
                    <a:pt x="25" y="0"/>
                    <a:pt x="22" y="1"/>
                    <a:pt x="19" y="2"/>
                  </a:cubicBezTo>
                  <a:cubicBezTo>
                    <a:pt x="6" y="8"/>
                    <a:pt x="0" y="22"/>
                    <a:pt x="6" y="36"/>
                  </a:cubicBezTo>
                  <a:cubicBezTo>
                    <a:pt x="385" y="960"/>
                    <a:pt x="646" y="1931"/>
                    <a:pt x="783" y="2920"/>
                  </a:cubicBezTo>
                  <a:cubicBezTo>
                    <a:pt x="785" y="2932"/>
                    <a:pt x="797" y="2942"/>
                    <a:pt x="809" y="2942"/>
                  </a:cubicBezTo>
                  <a:lnTo>
                    <a:pt x="813" y="2942"/>
                  </a:lnTo>
                  <a:cubicBezTo>
                    <a:pt x="826" y="2940"/>
                    <a:pt x="837" y="2927"/>
                    <a:pt x="834" y="2912"/>
                  </a:cubicBezTo>
                  <a:cubicBezTo>
                    <a:pt x="697" y="1919"/>
                    <a:pt x="433" y="945"/>
                    <a:pt x="53" y="17"/>
                  </a:cubicBezTo>
                  <a:cubicBezTo>
                    <a:pt x="49" y="7"/>
                    <a:pt x="39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7" name="Google Shape;10337;p32"/>
            <p:cNvSpPr/>
            <p:nvPr/>
          </p:nvSpPr>
          <p:spPr>
            <a:xfrm>
              <a:off x="1521975" y="4921525"/>
              <a:ext cx="5325" cy="10400"/>
            </a:xfrm>
            <a:custGeom>
              <a:avLst/>
              <a:gdLst/>
              <a:ahLst/>
              <a:cxnLst/>
              <a:rect l="l" t="t" r="r" b="b"/>
              <a:pathLst>
                <a:path w="213" h="416" extrusionOk="0">
                  <a:moveTo>
                    <a:pt x="30" y="0"/>
                  </a:moveTo>
                  <a:cubicBezTo>
                    <a:pt x="26" y="0"/>
                    <a:pt x="23" y="1"/>
                    <a:pt x="19" y="3"/>
                  </a:cubicBezTo>
                  <a:cubicBezTo>
                    <a:pt x="6" y="8"/>
                    <a:pt x="0" y="23"/>
                    <a:pt x="6" y="36"/>
                  </a:cubicBezTo>
                  <a:lnTo>
                    <a:pt x="159" y="400"/>
                  </a:lnTo>
                  <a:cubicBezTo>
                    <a:pt x="163" y="410"/>
                    <a:pt x="174" y="416"/>
                    <a:pt x="183" y="416"/>
                  </a:cubicBezTo>
                  <a:cubicBezTo>
                    <a:pt x="187" y="416"/>
                    <a:pt x="190" y="416"/>
                    <a:pt x="194" y="414"/>
                  </a:cubicBezTo>
                  <a:cubicBezTo>
                    <a:pt x="206" y="409"/>
                    <a:pt x="213" y="393"/>
                    <a:pt x="207" y="379"/>
                  </a:cubicBezTo>
                  <a:lnTo>
                    <a:pt x="53" y="16"/>
                  </a:lnTo>
                  <a:cubicBezTo>
                    <a:pt x="49" y="6"/>
                    <a:pt x="40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8" name="Google Shape;10338;p32"/>
            <p:cNvSpPr/>
            <p:nvPr/>
          </p:nvSpPr>
          <p:spPr>
            <a:xfrm>
              <a:off x="1507550" y="4898725"/>
              <a:ext cx="29275" cy="81600"/>
            </a:xfrm>
            <a:custGeom>
              <a:avLst/>
              <a:gdLst/>
              <a:ahLst/>
              <a:cxnLst/>
              <a:rect l="l" t="t" r="r" b="b"/>
              <a:pathLst>
                <a:path w="1171" h="3264" extrusionOk="0">
                  <a:moveTo>
                    <a:pt x="29" y="0"/>
                  </a:moveTo>
                  <a:cubicBezTo>
                    <a:pt x="26" y="0"/>
                    <a:pt x="22" y="1"/>
                    <a:pt x="19" y="3"/>
                  </a:cubicBezTo>
                  <a:cubicBezTo>
                    <a:pt x="7" y="7"/>
                    <a:pt x="0" y="21"/>
                    <a:pt x="4" y="35"/>
                  </a:cubicBezTo>
                  <a:cubicBezTo>
                    <a:pt x="404" y="1090"/>
                    <a:pt x="778" y="2170"/>
                    <a:pt x="1117" y="3246"/>
                  </a:cubicBezTo>
                  <a:cubicBezTo>
                    <a:pt x="1121" y="3257"/>
                    <a:pt x="1130" y="3264"/>
                    <a:pt x="1141" y="3264"/>
                  </a:cubicBezTo>
                  <a:cubicBezTo>
                    <a:pt x="1144" y="3264"/>
                    <a:pt x="1146" y="3264"/>
                    <a:pt x="1149" y="3262"/>
                  </a:cubicBezTo>
                  <a:cubicBezTo>
                    <a:pt x="1163" y="3258"/>
                    <a:pt x="1171" y="3243"/>
                    <a:pt x="1167" y="3230"/>
                  </a:cubicBezTo>
                  <a:cubicBezTo>
                    <a:pt x="828" y="2152"/>
                    <a:pt x="452" y="1072"/>
                    <a:pt x="53" y="17"/>
                  </a:cubicBezTo>
                  <a:cubicBezTo>
                    <a:pt x="49" y="7"/>
                    <a:pt x="39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9" name="Google Shape;10339;p32"/>
            <p:cNvSpPr/>
            <p:nvPr/>
          </p:nvSpPr>
          <p:spPr>
            <a:xfrm>
              <a:off x="1565850" y="4989550"/>
              <a:ext cx="8475" cy="64475"/>
            </a:xfrm>
            <a:custGeom>
              <a:avLst/>
              <a:gdLst/>
              <a:ahLst/>
              <a:cxnLst/>
              <a:rect l="l" t="t" r="r" b="b"/>
              <a:pathLst>
                <a:path w="339" h="2579" extrusionOk="0">
                  <a:moveTo>
                    <a:pt x="31" y="1"/>
                  </a:moveTo>
                  <a:cubicBezTo>
                    <a:pt x="29" y="1"/>
                    <a:pt x="26" y="1"/>
                    <a:pt x="24" y="2"/>
                  </a:cubicBezTo>
                  <a:cubicBezTo>
                    <a:pt x="10" y="5"/>
                    <a:pt x="1" y="19"/>
                    <a:pt x="5" y="33"/>
                  </a:cubicBezTo>
                  <a:cubicBezTo>
                    <a:pt x="222" y="856"/>
                    <a:pt x="288" y="1702"/>
                    <a:pt x="200" y="2550"/>
                  </a:cubicBezTo>
                  <a:cubicBezTo>
                    <a:pt x="199" y="2563"/>
                    <a:pt x="209" y="2577"/>
                    <a:pt x="223" y="2578"/>
                  </a:cubicBezTo>
                  <a:lnTo>
                    <a:pt x="226" y="2578"/>
                  </a:lnTo>
                  <a:cubicBezTo>
                    <a:pt x="239" y="2578"/>
                    <a:pt x="250" y="2568"/>
                    <a:pt x="251" y="2554"/>
                  </a:cubicBezTo>
                  <a:cubicBezTo>
                    <a:pt x="339" y="1702"/>
                    <a:pt x="273" y="850"/>
                    <a:pt x="55" y="21"/>
                  </a:cubicBezTo>
                  <a:cubicBezTo>
                    <a:pt x="53" y="9"/>
                    <a:pt x="42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0" name="Google Shape;10340;p32"/>
            <p:cNvSpPr/>
            <p:nvPr/>
          </p:nvSpPr>
          <p:spPr>
            <a:xfrm>
              <a:off x="1570000" y="5061100"/>
              <a:ext cx="1475" cy="8150"/>
            </a:xfrm>
            <a:custGeom>
              <a:avLst/>
              <a:gdLst/>
              <a:ahLst/>
              <a:cxnLst/>
              <a:rect l="l" t="t" r="r" b="b"/>
              <a:pathLst>
                <a:path w="59" h="326" extrusionOk="0">
                  <a:moveTo>
                    <a:pt x="31" y="0"/>
                  </a:moveTo>
                  <a:cubicBezTo>
                    <a:pt x="18" y="0"/>
                    <a:pt x="6" y="11"/>
                    <a:pt x="6" y="26"/>
                  </a:cubicBezTo>
                  <a:lnTo>
                    <a:pt x="0" y="299"/>
                  </a:lnTo>
                  <a:cubicBezTo>
                    <a:pt x="0" y="314"/>
                    <a:pt x="11" y="326"/>
                    <a:pt x="26" y="326"/>
                  </a:cubicBezTo>
                  <a:cubicBezTo>
                    <a:pt x="41" y="326"/>
                    <a:pt x="52" y="315"/>
                    <a:pt x="53" y="300"/>
                  </a:cubicBezTo>
                  <a:lnTo>
                    <a:pt x="57" y="26"/>
                  </a:lnTo>
                  <a:cubicBezTo>
                    <a:pt x="58" y="12"/>
                    <a:pt x="46" y="0"/>
                    <a:pt x="33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1" name="Google Shape;10341;p32"/>
            <p:cNvSpPr/>
            <p:nvPr/>
          </p:nvSpPr>
          <p:spPr>
            <a:xfrm>
              <a:off x="1549925" y="5028675"/>
              <a:ext cx="3725" cy="29350"/>
            </a:xfrm>
            <a:custGeom>
              <a:avLst/>
              <a:gdLst/>
              <a:ahLst/>
              <a:cxnLst/>
              <a:rect l="l" t="t" r="r" b="b"/>
              <a:pathLst>
                <a:path w="149" h="1174" extrusionOk="0">
                  <a:moveTo>
                    <a:pt x="24" y="0"/>
                  </a:moveTo>
                  <a:cubicBezTo>
                    <a:pt x="10" y="3"/>
                    <a:pt x="0" y="15"/>
                    <a:pt x="2" y="30"/>
                  </a:cubicBezTo>
                  <a:cubicBezTo>
                    <a:pt x="53" y="398"/>
                    <a:pt x="85" y="775"/>
                    <a:pt x="96" y="1148"/>
                  </a:cubicBezTo>
                  <a:cubicBezTo>
                    <a:pt x="96" y="1161"/>
                    <a:pt x="108" y="1173"/>
                    <a:pt x="121" y="1173"/>
                  </a:cubicBezTo>
                  <a:lnTo>
                    <a:pt x="123" y="1173"/>
                  </a:lnTo>
                  <a:cubicBezTo>
                    <a:pt x="136" y="1172"/>
                    <a:pt x="148" y="1160"/>
                    <a:pt x="147" y="1146"/>
                  </a:cubicBezTo>
                  <a:cubicBezTo>
                    <a:pt x="136" y="772"/>
                    <a:pt x="105" y="394"/>
                    <a:pt x="53" y="23"/>
                  </a:cubicBezTo>
                  <a:cubicBezTo>
                    <a:pt x="51" y="8"/>
                    <a:pt x="39" y="0"/>
                    <a:pt x="2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2" name="Google Shape;10342;p32"/>
            <p:cNvSpPr/>
            <p:nvPr/>
          </p:nvSpPr>
          <p:spPr>
            <a:xfrm>
              <a:off x="1405275" y="4949525"/>
              <a:ext cx="36225" cy="55075"/>
            </a:xfrm>
            <a:custGeom>
              <a:avLst/>
              <a:gdLst/>
              <a:ahLst/>
              <a:cxnLst/>
              <a:rect l="l" t="t" r="r" b="b"/>
              <a:pathLst>
                <a:path w="1449" h="2203" extrusionOk="0">
                  <a:moveTo>
                    <a:pt x="31" y="0"/>
                  </a:moveTo>
                  <a:cubicBezTo>
                    <a:pt x="26" y="0"/>
                    <a:pt x="22" y="1"/>
                    <a:pt x="18" y="3"/>
                  </a:cubicBezTo>
                  <a:cubicBezTo>
                    <a:pt x="5" y="10"/>
                    <a:pt x="0" y="26"/>
                    <a:pt x="7" y="38"/>
                  </a:cubicBezTo>
                  <a:cubicBezTo>
                    <a:pt x="413" y="789"/>
                    <a:pt x="881" y="1514"/>
                    <a:pt x="1399" y="2192"/>
                  </a:cubicBezTo>
                  <a:cubicBezTo>
                    <a:pt x="1405" y="2199"/>
                    <a:pt x="1413" y="2203"/>
                    <a:pt x="1421" y="2203"/>
                  </a:cubicBezTo>
                  <a:cubicBezTo>
                    <a:pt x="1426" y="2203"/>
                    <a:pt x="1431" y="2200"/>
                    <a:pt x="1436" y="2198"/>
                  </a:cubicBezTo>
                  <a:cubicBezTo>
                    <a:pt x="1448" y="2188"/>
                    <a:pt x="1449" y="2172"/>
                    <a:pt x="1441" y="2161"/>
                  </a:cubicBezTo>
                  <a:cubicBezTo>
                    <a:pt x="924" y="1485"/>
                    <a:pt x="457" y="762"/>
                    <a:pt x="53" y="14"/>
                  </a:cubicBezTo>
                  <a:cubicBezTo>
                    <a:pt x="48" y="5"/>
                    <a:pt x="40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3" name="Google Shape;10343;p32"/>
            <p:cNvSpPr/>
            <p:nvPr/>
          </p:nvSpPr>
          <p:spPr>
            <a:xfrm>
              <a:off x="1445450" y="5009975"/>
              <a:ext cx="5975" cy="6875"/>
            </a:xfrm>
            <a:custGeom>
              <a:avLst/>
              <a:gdLst/>
              <a:ahLst/>
              <a:cxnLst/>
              <a:rect l="l" t="t" r="r" b="b"/>
              <a:pathLst>
                <a:path w="239" h="275" extrusionOk="0">
                  <a:moveTo>
                    <a:pt x="31" y="1"/>
                  </a:moveTo>
                  <a:cubicBezTo>
                    <a:pt x="25" y="1"/>
                    <a:pt x="18" y="3"/>
                    <a:pt x="13" y="7"/>
                  </a:cubicBezTo>
                  <a:cubicBezTo>
                    <a:pt x="2" y="15"/>
                    <a:pt x="1" y="31"/>
                    <a:pt x="9" y="43"/>
                  </a:cubicBezTo>
                  <a:lnTo>
                    <a:pt x="189" y="265"/>
                  </a:lnTo>
                  <a:cubicBezTo>
                    <a:pt x="194" y="272"/>
                    <a:pt x="201" y="275"/>
                    <a:pt x="209" y="275"/>
                  </a:cubicBezTo>
                  <a:cubicBezTo>
                    <a:pt x="215" y="275"/>
                    <a:pt x="221" y="273"/>
                    <a:pt x="225" y="269"/>
                  </a:cubicBezTo>
                  <a:cubicBezTo>
                    <a:pt x="237" y="260"/>
                    <a:pt x="239" y="244"/>
                    <a:pt x="229" y="233"/>
                  </a:cubicBezTo>
                  <a:lnTo>
                    <a:pt x="49" y="10"/>
                  </a:lnTo>
                  <a:cubicBezTo>
                    <a:pt x="45" y="4"/>
                    <a:pt x="38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4" name="Google Shape;10344;p32"/>
            <p:cNvSpPr/>
            <p:nvPr/>
          </p:nvSpPr>
          <p:spPr>
            <a:xfrm>
              <a:off x="1419825" y="4996725"/>
              <a:ext cx="37925" cy="55725"/>
            </a:xfrm>
            <a:custGeom>
              <a:avLst/>
              <a:gdLst/>
              <a:ahLst/>
              <a:cxnLst/>
              <a:rect l="l" t="t" r="r" b="b"/>
              <a:pathLst>
                <a:path w="1517" h="2229" extrusionOk="0">
                  <a:moveTo>
                    <a:pt x="29" y="1"/>
                  </a:moveTo>
                  <a:cubicBezTo>
                    <a:pt x="25" y="1"/>
                    <a:pt x="21" y="2"/>
                    <a:pt x="17" y="4"/>
                  </a:cubicBezTo>
                  <a:cubicBezTo>
                    <a:pt x="5" y="12"/>
                    <a:pt x="1" y="28"/>
                    <a:pt x="7" y="41"/>
                  </a:cubicBezTo>
                  <a:cubicBezTo>
                    <a:pt x="449" y="791"/>
                    <a:pt x="940" y="1524"/>
                    <a:pt x="1467" y="2219"/>
                  </a:cubicBezTo>
                  <a:cubicBezTo>
                    <a:pt x="1471" y="2225"/>
                    <a:pt x="1479" y="2228"/>
                    <a:pt x="1487" y="2228"/>
                  </a:cubicBezTo>
                  <a:cubicBezTo>
                    <a:pt x="1493" y="2228"/>
                    <a:pt x="1498" y="2227"/>
                    <a:pt x="1503" y="2223"/>
                  </a:cubicBezTo>
                  <a:cubicBezTo>
                    <a:pt x="1514" y="2215"/>
                    <a:pt x="1517" y="2198"/>
                    <a:pt x="1507" y="2186"/>
                  </a:cubicBezTo>
                  <a:cubicBezTo>
                    <a:pt x="983" y="1494"/>
                    <a:pt x="493" y="763"/>
                    <a:pt x="53" y="14"/>
                  </a:cubicBezTo>
                  <a:cubicBezTo>
                    <a:pt x="48" y="5"/>
                    <a:pt x="38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5" name="Google Shape;10345;p32"/>
            <p:cNvSpPr/>
            <p:nvPr/>
          </p:nvSpPr>
          <p:spPr>
            <a:xfrm>
              <a:off x="1459825" y="5056825"/>
              <a:ext cx="5275" cy="7650"/>
            </a:xfrm>
            <a:custGeom>
              <a:avLst/>
              <a:gdLst/>
              <a:ahLst/>
              <a:cxnLst/>
              <a:rect l="l" t="t" r="r" b="b"/>
              <a:pathLst>
                <a:path w="211" h="306" extrusionOk="0">
                  <a:moveTo>
                    <a:pt x="31" y="1"/>
                  </a:moveTo>
                  <a:cubicBezTo>
                    <a:pt x="27" y="1"/>
                    <a:pt x="22" y="2"/>
                    <a:pt x="18" y="4"/>
                  </a:cubicBezTo>
                  <a:cubicBezTo>
                    <a:pt x="4" y="11"/>
                    <a:pt x="0" y="27"/>
                    <a:pt x="8" y="39"/>
                  </a:cubicBezTo>
                  <a:lnTo>
                    <a:pt x="159" y="292"/>
                  </a:lnTo>
                  <a:cubicBezTo>
                    <a:pt x="163" y="300"/>
                    <a:pt x="172" y="306"/>
                    <a:pt x="180" y="306"/>
                  </a:cubicBezTo>
                  <a:cubicBezTo>
                    <a:pt x="186" y="306"/>
                    <a:pt x="190" y="304"/>
                    <a:pt x="194" y="302"/>
                  </a:cubicBezTo>
                  <a:cubicBezTo>
                    <a:pt x="206" y="295"/>
                    <a:pt x="210" y="279"/>
                    <a:pt x="203" y="267"/>
                  </a:cubicBezTo>
                  <a:lnTo>
                    <a:pt x="53" y="14"/>
                  </a:lnTo>
                  <a:cubicBezTo>
                    <a:pt x="48" y="5"/>
                    <a:pt x="40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6" name="Google Shape;10346;p32"/>
            <p:cNvSpPr/>
            <p:nvPr/>
          </p:nvSpPr>
          <p:spPr>
            <a:xfrm>
              <a:off x="1475825" y="5004225"/>
              <a:ext cx="31550" cy="50400"/>
            </a:xfrm>
            <a:custGeom>
              <a:avLst/>
              <a:gdLst/>
              <a:ahLst/>
              <a:cxnLst/>
              <a:rect l="l" t="t" r="r" b="b"/>
              <a:pathLst>
                <a:path w="1262" h="2016" extrusionOk="0">
                  <a:moveTo>
                    <a:pt x="28" y="1"/>
                  </a:moveTo>
                  <a:cubicBezTo>
                    <a:pt x="22" y="1"/>
                    <a:pt x="16" y="3"/>
                    <a:pt x="11" y="7"/>
                  </a:cubicBezTo>
                  <a:cubicBezTo>
                    <a:pt x="2" y="16"/>
                    <a:pt x="1" y="32"/>
                    <a:pt x="10" y="43"/>
                  </a:cubicBezTo>
                  <a:cubicBezTo>
                    <a:pt x="528" y="618"/>
                    <a:pt x="931" y="1276"/>
                    <a:pt x="1207" y="1998"/>
                  </a:cubicBezTo>
                  <a:cubicBezTo>
                    <a:pt x="1211" y="2009"/>
                    <a:pt x="1221" y="2015"/>
                    <a:pt x="1231" y="2015"/>
                  </a:cubicBezTo>
                  <a:cubicBezTo>
                    <a:pt x="1234" y="2015"/>
                    <a:pt x="1237" y="2014"/>
                    <a:pt x="1241" y="2013"/>
                  </a:cubicBezTo>
                  <a:cubicBezTo>
                    <a:pt x="1253" y="2009"/>
                    <a:pt x="1261" y="1993"/>
                    <a:pt x="1256" y="1981"/>
                  </a:cubicBezTo>
                  <a:cubicBezTo>
                    <a:pt x="977" y="1251"/>
                    <a:pt x="571" y="588"/>
                    <a:pt x="49" y="10"/>
                  </a:cubicBezTo>
                  <a:cubicBezTo>
                    <a:pt x="43" y="4"/>
                    <a:pt x="35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7" name="Google Shape;10347;p32"/>
            <p:cNvSpPr/>
            <p:nvPr/>
          </p:nvSpPr>
          <p:spPr>
            <a:xfrm>
              <a:off x="1507750" y="5059700"/>
              <a:ext cx="4225" cy="6875"/>
            </a:xfrm>
            <a:custGeom>
              <a:avLst/>
              <a:gdLst/>
              <a:ahLst/>
              <a:cxnLst/>
              <a:rect l="l" t="t" r="r" b="b"/>
              <a:pathLst>
                <a:path w="169" h="275" extrusionOk="0">
                  <a:moveTo>
                    <a:pt x="30" y="1"/>
                  </a:moveTo>
                  <a:cubicBezTo>
                    <a:pt x="26" y="1"/>
                    <a:pt x="22" y="2"/>
                    <a:pt x="18" y="4"/>
                  </a:cubicBezTo>
                  <a:cubicBezTo>
                    <a:pt x="6" y="9"/>
                    <a:pt x="0" y="25"/>
                    <a:pt x="7" y="39"/>
                  </a:cubicBezTo>
                  <a:lnTo>
                    <a:pt x="116" y="259"/>
                  </a:lnTo>
                  <a:cubicBezTo>
                    <a:pt x="121" y="268"/>
                    <a:pt x="130" y="274"/>
                    <a:pt x="139" y="274"/>
                  </a:cubicBezTo>
                  <a:lnTo>
                    <a:pt x="139" y="274"/>
                  </a:lnTo>
                  <a:cubicBezTo>
                    <a:pt x="143" y="274"/>
                    <a:pt x="147" y="273"/>
                    <a:pt x="151" y="271"/>
                  </a:cubicBezTo>
                  <a:cubicBezTo>
                    <a:pt x="164" y="265"/>
                    <a:pt x="168" y="249"/>
                    <a:pt x="163" y="236"/>
                  </a:cubicBezTo>
                  <a:lnTo>
                    <a:pt x="53" y="14"/>
                  </a:lnTo>
                  <a:cubicBezTo>
                    <a:pt x="49" y="6"/>
                    <a:pt x="40" y="1"/>
                    <a:pt x="30" y="1"/>
                  </a:cubicBezTo>
                  <a:close/>
                  <a:moveTo>
                    <a:pt x="139" y="274"/>
                  </a:moveTo>
                  <a:cubicBezTo>
                    <a:pt x="139" y="274"/>
                    <a:pt x="139" y="274"/>
                    <a:pt x="139" y="274"/>
                  </a:cubicBezTo>
                  <a:lnTo>
                    <a:pt x="140" y="274"/>
                  </a:lnTo>
                  <a:cubicBezTo>
                    <a:pt x="140" y="274"/>
                    <a:pt x="140" y="274"/>
                    <a:pt x="139" y="274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8" name="Google Shape;10348;p32"/>
            <p:cNvSpPr/>
            <p:nvPr/>
          </p:nvSpPr>
          <p:spPr>
            <a:xfrm>
              <a:off x="1427400" y="4943450"/>
              <a:ext cx="22450" cy="29200"/>
            </a:xfrm>
            <a:custGeom>
              <a:avLst/>
              <a:gdLst/>
              <a:ahLst/>
              <a:cxnLst/>
              <a:rect l="l" t="t" r="r" b="b"/>
              <a:pathLst>
                <a:path w="898" h="1168" extrusionOk="0">
                  <a:moveTo>
                    <a:pt x="30" y="0"/>
                  </a:moveTo>
                  <a:cubicBezTo>
                    <a:pt x="24" y="0"/>
                    <a:pt x="19" y="2"/>
                    <a:pt x="14" y="6"/>
                  </a:cubicBezTo>
                  <a:cubicBezTo>
                    <a:pt x="3" y="14"/>
                    <a:pt x="0" y="31"/>
                    <a:pt x="8" y="42"/>
                  </a:cubicBezTo>
                  <a:lnTo>
                    <a:pt x="848" y="1159"/>
                  </a:lnTo>
                  <a:cubicBezTo>
                    <a:pt x="853" y="1165"/>
                    <a:pt x="861" y="1168"/>
                    <a:pt x="869" y="1168"/>
                  </a:cubicBezTo>
                  <a:cubicBezTo>
                    <a:pt x="875" y="1168"/>
                    <a:pt x="880" y="1167"/>
                    <a:pt x="884" y="1164"/>
                  </a:cubicBezTo>
                  <a:cubicBezTo>
                    <a:pt x="896" y="1154"/>
                    <a:pt x="898" y="1138"/>
                    <a:pt x="890" y="1128"/>
                  </a:cubicBezTo>
                  <a:lnTo>
                    <a:pt x="50" y="11"/>
                  </a:lnTo>
                  <a:cubicBezTo>
                    <a:pt x="45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9" name="Google Shape;10349;p32"/>
            <p:cNvSpPr/>
            <p:nvPr/>
          </p:nvSpPr>
          <p:spPr>
            <a:xfrm>
              <a:off x="1290100" y="5004825"/>
              <a:ext cx="41825" cy="36150"/>
            </a:xfrm>
            <a:custGeom>
              <a:avLst/>
              <a:gdLst/>
              <a:ahLst/>
              <a:cxnLst/>
              <a:rect l="l" t="t" r="r" b="b"/>
              <a:pathLst>
                <a:path w="1673" h="1446" extrusionOk="0">
                  <a:moveTo>
                    <a:pt x="30" y="1"/>
                  </a:moveTo>
                  <a:cubicBezTo>
                    <a:pt x="24" y="1"/>
                    <a:pt x="18" y="3"/>
                    <a:pt x="13" y="7"/>
                  </a:cubicBezTo>
                  <a:cubicBezTo>
                    <a:pt x="2" y="15"/>
                    <a:pt x="1" y="33"/>
                    <a:pt x="10" y="43"/>
                  </a:cubicBezTo>
                  <a:cubicBezTo>
                    <a:pt x="476" y="590"/>
                    <a:pt x="1020" y="1061"/>
                    <a:pt x="1630" y="1441"/>
                  </a:cubicBezTo>
                  <a:cubicBezTo>
                    <a:pt x="1634" y="1444"/>
                    <a:pt x="1639" y="1445"/>
                    <a:pt x="1643" y="1445"/>
                  </a:cubicBezTo>
                  <a:cubicBezTo>
                    <a:pt x="1653" y="1445"/>
                    <a:pt x="1661" y="1441"/>
                    <a:pt x="1666" y="1433"/>
                  </a:cubicBezTo>
                  <a:cubicBezTo>
                    <a:pt x="1673" y="1421"/>
                    <a:pt x="1670" y="1405"/>
                    <a:pt x="1658" y="1398"/>
                  </a:cubicBezTo>
                  <a:cubicBezTo>
                    <a:pt x="1053" y="1019"/>
                    <a:pt x="512" y="552"/>
                    <a:pt x="50" y="10"/>
                  </a:cubicBezTo>
                  <a:cubicBezTo>
                    <a:pt x="45" y="4"/>
                    <a:pt x="38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0" name="Google Shape;10350;p32"/>
            <p:cNvSpPr/>
            <p:nvPr/>
          </p:nvSpPr>
          <p:spPr>
            <a:xfrm>
              <a:off x="1337900" y="5046000"/>
              <a:ext cx="9850" cy="8650"/>
            </a:xfrm>
            <a:custGeom>
              <a:avLst/>
              <a:gdLst/>
              <a:ahLst/>
              <a:cxnLst/>
              <a:rect l="l" t="t" r="r" b="b"/>
              <a:pathLst>
                <a:path w="394" h="346" extrusionOk="0">
                  <a:moveTo>
                    <a:pt x="30" y="1"/>
                  </a:moveTo>
                  <a:cubicBezTo>
                    <a:pt x="22" y="1"/>
                    <a:pt x="15" y="4"/>
                    <a:pt x="10" y="10"/>
                  </a:cubicBezTo>
                  <a:cubicBezTo>
                    <a:pt x="0" y="20"/>
                    <a:pt x="2" y="36"/>
                    <a:pt x="12" y="46"/>
                  </a:cubicBezTo>
                  <a:lnTo>
                    <a:pt x="347" y="339"/>
                  </a:lnTo>
                  <a:cubicBezTo>
                    <a:pt x="351" y="343"/>
                    <a:pt x="358" y="346"/>
                    <a:pt x="364" y="346"/>
                  </a:cubicBezTo>
                  <a:cubicBezTo>
                    <a:pt x="372" y="346"/>
                    <a:pt x="378" y="343"/>
                    <a:pt x="384" y="336"/>
                  </a:cubicBezTo>
                  <a:cubicBezTo>
                    <a:pt x="393" y="326"/>
                    <a:pt x="392" y="310"/>
                    <a:pt x="381" y="300"/>
                  </a:cubicBezTo>
                  <a:lnTo>
                    <a:pt x="47" y="7"/>
                  </a:lnTo>
                  <a:cubicBezTo>
                    <a:pt x="42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1" name="Google Shape;10351;p32"/>
            <p:cNvSpPr/>
            <p:nvPr/>
          </p:nvSpPr>
          <p:spPr>
            <a:xfrm>
              <a:off x="1326900" y="5055525"/>
              <a:ext cx="36650" cy="31050"/>
            </a:xfrm>
            <a:custGeom>
              <a:avLst/>
              <a:gdLst/>
              <a:ahLst/>
              <a:cxnLst/>
              <a:rect l="l" t="t" r="r" b="b"/>
              <a:pathLst>
                <a:path w="1466" h="1242" extrusionOk="0">
                  <a:moveTo>
                    <a:pt x="31" y="1"/>
                  </a:moveTo>
                  <a:cubicBezTo>
                    <a:pt x="24" y="1"/>
                    <a:pt x="18" y="3"/>
                    <a:pt x="13" y="8"/>
                  </a:cubicBezTo>
                  <a:cubicBezTo>
                    <a:pt x="2" y="17"/>
                    <a:pt x="0" y="33"/>
                    <a:pt x="11" y="44"/>
                  </a:cubicBezTo>
                  <a:cubicBezTo>
                    <a:pt x="426" y="504"/>
                    <a:pt x="900" y="905"/>
                    <a:pt x="1422" y="1238"/>
                  </a:cubicBezTo>
                  <a:cubicBezTo>
                    <a:pt x="1426" y="1240"/>
                    <a:pt x="1432" y="1242"/>
                    <a:pt x="1436" y="1242"/>
                  </a:cubicBezTo>
                  <a:cubicBezTo>
                    <a:pt x="1445" y="1242"/>
                    <a:pt x="1453" y="1238"/>
                    <a:pt x="1457" y="1229"/>
                  </a:cubicBezTo>
                  <a:cubicBezTo>
                    <a:pt x="1466" y="1217"/>
                    <a:pt x="1463" y="1201"/>
                    <a:pt x="1449" y="1194"/>
                  </a:cubicBezTo>
                  <a:cubicBezTo>
                    <a:pt x="931" y="864"/>
                    <a:pt x="461" y="465"/>
                    <a:pt x="49" y="9"/>
                  </a:cubicBezTo>
                  <a:cubicBezTo>
                    <a:pt x="44" y="4"/>
                    <a:pt x="37" y="1"/>
                    <a:pt x="3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2" name="Google Shape;10352;p32"/>
            <p:cNvSpPr/>
            <p:nvPr/>
          </p:nvSpPr>
          <p:spPr>
            <a:xfrm>
              <a:off x="1369400" y="5089950"/>
              <a:ext cx="5025" cy="4300"/>
            </a:xfrm>
            <a:custGeom>
              <a:avLst/>
              <a:gdLst/>
              <a:ahLst/>
              <a:cxnLst/>
              <a:rect l="l" t="t" r="r" b="b"/>
              <a:pathLst>
                <a:path w="201" h="172" extrusionOk="0">
                  <a:moveTo>
                    <a:pt x="30" y="1"/>
                  </a:moveTo>
                  <a:cubicBezTo>
                    <a:pt x="23" y="1"/>
                    <a:pt x="16" y="4"/>
                    <a:pt x="10" y="10"/>
                  </a:cubicBezTo>
                  <a:cubicBezTo>
                    <a:pt x="1" y="21"/>
                    <a:pt x="2" y="38"/>
                    <a:pt x="14" y="46"/>
                  </a:cubicBezTo>
                  <a:lnTo>
                    <a:pt x="154" y="165"/>
                  </a:lnTo>
                  <a:cubicBezTo>
                    <a:pt x="160" y="169"/>
                    <a:pt x="165" y="171"/>
                    <a:pt x="170" y="171"/>
                  </a:cubicBezTo>
                  <a:cubicBezTo>
                    <a:pt x="179" y="171"/>
                    <a:pt x="185" y="167"/>
                    <a:pt x="191" y="162"/>
                  </a:cubicBezTo>
                  <a:cubicBezTo>
                    <a:pt x="200" y="151"/>
                    <a:pt x="199" y="134"/>
                    <a:pt x="188" y="126"/>
                  </a:cubicBezTo>
                  <a:lnTo>
                    <a:pt x="47" y="7"/>
                  </a:lnTo>
                  <a:cubicBezTo>
                    <a:pt x="42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3" name="Google Shape;10353;p32"/>
            <p:cNvSpPr/>
            <p:nvPr/>
          </p:nvSpPr>
          <p:spPr>
            <a:xfrm>
              <a:off x="1396750" y="5060975"/>
              <a:ext cx="35675" cy="27550"/>
            </a:xfrm>
            <a:custGeom>
              <a:avLst/>
              <a:gdLst/>
              <a:ahLst/>
              <a:cxnLst/>
              <a:rect l="l" t="t" r="r" b="b"/>
              <a:pathLst>
                <a:path w="1427" h="1102" extrusionOk="0">
                  <a:moveTo>
                    <a:pt x="30" y="1"/>
                  </a:moveTo>
                  <a:cubicBezTo>
                    <a:pt x="21" y="1"/>
                    <a:pt x="13" y="5"/>
                    <a:pt x="9" y="12"/>
                  </a:cubicBezTo>
                  <a:cubicBezTo>
                    <a:pt x="1" y="24"/>
                    <a:pt x="3" y="40"/>
                    <a:pt x="15" y="48"/>
                  </a:cubicBezTo>
                  <a:cubicBezTo>
                    <a:pt x="498" y="356"/>
                    <a:pt x="959" y="707"/>
                    <a:pt x="1381" y="1095"/>
                  </a:cubicBezTo>
                  <a:cubicBezTo>
                    <a:pt x="1386" y="1099"/>
                    <a:pt x="1392" y="1102"/>
                    <a:pt x="1398" y="1102"/>
                  </a:cubicBezTo>
                  <a:cubicBezTo>
                    <a:pt x="1405" y="1102"/>
                    <a:pt x="1412" y="1098"/>
                    <a:pt x="1417" y="1092"/>
                  </a:cubicBezTo>
                  <a:cubicBezTo>
                    <a:pt x="1427" y="1081"/>
                    <a:pt x="1427" y="1065"/>
                    <a:pt x="1416" y="1056"/>
                  </a:cubicBezTo>
                  <a:cubicBezTo>
                    <a:pt x="991" y="668"/>
                    <a:pt x="529" y="315"/>
                    <a:pt x="44" y="5"/>
                  </a:cubicBezTo>
                  <a:cubicBezTo>
                    <a:pt x="39" y="2"/>
                    <a:pt x="34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4" name="Google Shape;10354;p32"/>
            <p:cNvSpPr/>
            <p:nvPr/>
          </p:nvSpPr>
          <p:spPr>
            <a:xfrm>
              <a:off x="1435900" y="5091650"/>
              <a:ext cx="4275" cy="4050"/>
            </a:xfrm>
            <a:custGeom>
              <a:avLst/>
              <a:gdLst/>
              <a:ahLst/>
              <a:cxnLst/>
              <a:rect l="l" t="t" r="r" b="b"/>
              <a:pathLst>
                <a:path w="171" h="162" extrusionOk="0">
                  <a:moveTo>
                    <a:pt x="30" y="1"/>
                  </a:moveTo>
                  <a:cubicBezTo>
                    <a:pt x="23" y="1"/>
                    <a:pt x="16" y="4"/>
                    <a:pt x="11" y="9"/>
                  </a:cubicBezTo>
                  <a:cubicBezTo>
                    <a:pt x="1" y="20"/>
                    <a:pt x="2" y="36"/>
                    <a:pt x="11" y="45"/>
                  </a:cubicBezTo>
                  <a:lnTo>
                    <a:pt x="123" y="154"/>
                  </a:lnTo>
                  <a:cubicBezTo>
                    <a:pt x="128" y="160"/>
                    <a:pt x="135" y="161"/>
                    <a:pt x="142" y="161"/>
                  </a:cubicBezTo>
                  <a:cubicBezTo>
                    <a:pt x="149" y="161"/>
                    <a:pt x="155" y="158"/>
                    <a:pt x="159" y="153"/>
                  </a:cubicBezTo>
                  <a:cubicBezTo>
                    <a:pt x="170" y="144"/>
                    <a:pt x="170" y="127"/>
                    <a:pt x="159" y="117"/>
                  </a:cubicBezTo>
                  <a:lnTo>
                    <a:pt x="48" y="8"/>
                  </a:lnTo>
                  <a:cubicBezTo>
                    <a:pt x="43" y="3"/>
                    <a:pt x="36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5" name="Google Shape;10355;p32"/>
            <p:cNvSpPr/>
            <p:nvPr/>
          </p:nvSpPr>
          <p:spPr>
            <a:xfrm>
              <a:off x="1417750" y="5105550"/>
              <a:ext cx="40175" cy="31600"/>
            </a:xfrm>
            <a:custGeom>
              <a:avLst/>
              <a:gdLst/>
              <a:ahLst/>
              <a:cxnLst/>
              <a:rect l="l" t="t" r="r" b="b"/>
              <a:pathLst>
                <a:path w="1607" h="1264" extrusionOk="0">
                  <a:moveTo>
                    <a:pt x="31" y="0"/>
                  </a:moveTo>
                  <a:cubicBezTo>
                    <a:pt x="22" y="0"/>
                    <a:pt x="14" y="5"/>
                    <a:pt x="8" y="13"/>
                  </a:cubicBezTo>
                  <a:cubicBezTo>
                    <a:pt x="0" y="25"/>
                    <a:pt x="4" y="41"/>
                    <a:pt x="16" y="48"/>
                  </a:cubicBezTo>
                  <a:cubicBezTo>
                    <a:pt x="573" y="391"/>
                    <a:pt x="1093" y="798"/>
                    <a:pt x="1559" y="1257"/>
                  </a:cubicBezTo>
                  <a:cubicBezTo>
                    <a:pt x="1565" y="1263"/>
                    <a:pt x="1570" y="1264"/>
                    <a:pt x="1577" y="1264"/>
                  </a:cubicBezTo>
                  <a:cubicBezTo>
                    <a:pt x="1584" y="1264"/>
                    <a:pt x="1590" y="1261"/>
                    <a:pt x="1596" y="1256"/>
                  </a:cubicBezTo>
                  <a:cubicBezTo>
                    <a:pt x="1606" y="1246"/>
                    <a:pt x="1605" y="1230"/>
                    <a:pt x="1596" y="1220"/>
                  </a:cubicBezTo>
                  <a:cubicBezTo>
                    <a:pt x="1126" y="758"/>
                    <a:pt x="604" y="349"/>
                    <a:pt x="43" y="3"/>
                  </a:cubicBezTo>
                  <a:cubicBezTo>
                    <a:pt x="39" y="1"/>
                    <a:pt x="35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6" name="Google Shape;10356;p32"/>
            <p:cNvSpPr/>
            <p:nvPr/>
          </p:nvSpPr>
          <p:spPr>
            <a:xfrm>
              <a:off x="1314125" y="5146525"/>
              <a:ext cx="45650" cy="18625"/>
            </a:xfrm>
            <a:custGeom>
              <a:avLst/>
              <a:gdLst/>
              <a:ahLst/>
              <a:cxnLst/>
              <a:rect l="l" t="t" r="r" b="b"/>
              <a:pathLst>
                <a:path w="1826" h="745" extrusionOk="0">
                  <a:moveTo>
                    <a:pt x="29" y="0"/>
                  </a:moveTo>
                  <a:cubicBezTo>
                    <a:pt x="20" y="0"/>
                    <a:pt x="11" y="6"/>
                    <a:pt x="6" y="15"/>
                  </a:cubicBezTo>
                  <a:cubicBezTo>
                    <a:pt x="0" y="29"/>
                    <a:pt x="6" y="45"/>
                    <a:pt x="19" y="50"/>
                  </a:cubicBezTo>
                  <a:cubicBezTo>
                    <a:pt x="595" y="308"/>
                    <a:pt x="1189" y="541"/>
                    <a:pt x="1788" y="743"/>
                  </a:cubicBezTo>
                  <a:cubicBezTo>
                    <a:pt x="1791" y="743"/>
                    <a:pt x="1794" y="744"/>
                    <a:pt x="1796" y="744"/>
                  </a:cubicBezTo>
                  <a:lnTo>
                    <a:pt x="1796" y="743"/>
                  </a:lnTo>
                  <a:cubicBezTo>
                    <a:pt x="1807" y="743"/>
                    <a:pt x="1818" y="736"/>
                    <a:pt x="1822" y="725"/>
                  </a:cubicBezTo>
                  <a:cubicBezTo>
                    <a:pt x="1826" y="712"/>
                    <a:pt x="1819" y="697"/>
                    <a:pt x="1806" y="693"/>
                  </a:cubicBezTo>
                  <a:cubicBezTo>
                    <a:pt x="1208" y="493"/>
                    <a:pt x="615" y="260"/>
                    <a:pt x="41" y="3"/>
                  </a:cubicBezTo>
                  <a:cubicBezTo>
                    <a:pt x="37" y="1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7" name="Google Shape;10357;p32"/>
            <p:cNvSpPr/>
            <p:nvPr/>
          </p:nvSpPr>
          <p:spPr>
            <a:xfrm>
              <a:off x="1366050" y="5166425"/>
              <a:ext cx="6150" cy="2775"/>
            </a:xfrm>
            <a:custGeom>
              <a:avLst/>
              <a:gdLst/>
              <a:ahLst/>
              <a:cxnLst/>
              <a:rect l="l" t="t" r="r" b="b"/>
              <a:pathLst>
                <a:path w="246" h="111" extrusionOk="0">
                  <a:moveTo>
                    <a:pt x="29" y="1"/>
                  </a:moveTo>
                  <a:cubicBezTo>
                    <a:pt x="18" y="1"/>
                    <a:pt x="8" y="7"/>
                    <a:pt x="4" y="18"/>
                  </a:cubicBezTo>
                  <a:cubicBezTo>
                    <a:pt x="0" y="32"/>
                    <a:pt x="8" y="46"/>
                    <a:pt x="22" y="50"/>
                  </a:cubicBezTo>
                  <a:lnTo>
                    <a:pt x="209" y="110"/>
                  </a:lnTo>
                  <a:cubicBezTo>
                    <a:pt x="210" y="110"/>
                    <a:pt x="213" y="111"/>
                    <a:pt x="216" y="111"/>
                  </a:cubicBezTo>
                  <a:cubicBezTo>
                    <a:pt x="226" y="111"/>
                    <a:pt x="237" y="103"/>
                    <a:pt x="241" y="92"/>
                  </a:cubicBezTo>
                  <a:cubicBezTo>
                    <a:pt x="245" y="79"/>
                    <a:pt x="237" y="64"/>
                    <a:pt x="224" y="60"/>
                  </a:cubicBezTo>
                  <a:lnTo>
                    <a:pt x="37" y="2"/>
                  </a:lnTo>
                  <a:cubicBezTo>
                    <a:pt x="34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8" name="Google Shape;10358;p32"/>
            <p:cNvSpPr/>
            <p:nvPr/>
          </p:nvSpPr>
          <p:spPr>
            <a:xfrm>
              <a:off x="1287325" y="5116150"/>
              <a:ext cx="46325" cy="16475"/>
            </a:xfrm>
            <a:custGeom>
              <a:avLst/>
              <a:gdLst/>
              <a:ahLst/>
              <a:cxnLst/>
              <a:rect l="l" t="t" r="r" b="b"/>
              <a:pathLst>
                <a:path w="1853" h="659" extrusionOk="0">
                  <a:moveTo>
                    <a:pt x="30" y="1"/>
                  </a:moveTo>
                  <a:cubicBezTo>
                    <a:pt x="19" y="1"/>
                    <a:pt x="8" y="7"/>
                    <a:pt x="4" y="18"/>
                  </a:cubicBezTo>
                  <a:cubicBezTo>
                    <a:pt x="0" y="31"/>
                    <a:pt x="7" y="46"/>
                    <a:pt x="22" y="52"/>
                  </a:cubicBezTo>
                  <a:lnTo>
                    <a:pt x="1815" y="657"/>
                  </a:lnTo>
                  <a:cubicBezTo>
                    <a:pt x="1818" y="658"/>
                    <a:pt x="1820" y="658"/>
                    <a:pt x="1823" y="658"/>
                  </a:cubicBezTo>
                  <a:cubicBezTo>
                    <a:pt x="1834" y="658"/>
                    <a:pt x="1844" y="652"/>
                    <a:pt x="1848" y="641"/>
                  </a:cubicBezTo>
                  <a:cubicBezTo>
                    <a:pt x="1853" y="627"/>
                    <a:pt x="1846" y="613"/>
                    <a:pt x="1832" y="609"/>
                  </a:cubicBezTo>
                  <a:lnTo>
                    <a:pt x="38" y="2"/>
                  </a:lnTo>
                  <a:cubicBezTo>
                    <a:pt x="35" y="1"/>
                    <a:pt x="32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9" name="Google Shape;10359;p32"/>
            <p:cNvSpPr/>
            <p:nvPr/>
          </p:nvSpPr>
          <p:spPr>
            <a:xfrm>
              <a:off x="1338375" y="5133500"/>
              <a:ext cx="8100" cy="4000"/>
            </a:xfrm>
            <a:custGeom>
              <a:avLst/>
              <a:gdLst/>
              <a:ahLst/>
              <a:cxnLst/>
              <a:rect l="l" t="t" r="r" b="b"/>
              <a:pathLst>
                <a:path w="324" h="160" extrusionOk="0">
                  <a:moveTo>
                    <a:pt x="29" y="0"/>
                  </a:moveTo>
                  <a:cubicBezTo>
                    <a:pt x="19" y="0"/>
                    <a:pt x="8" y="6"/>
                    <a:pt x="4" y="17"/>
                  </a:cubicBezTo>
                  <a:cubicBezTo>
                    <a:pt x="0" y="30"/>
                    <a:pt x="6" y="45"/>
                    <a:pt x="19" y="50"/>
                  </a:cubicBezTo>
                  <a:lnTo>
                    <a:pt x="284" y="157"/>
                  </a:lnTo>
                  <a:cubicBezTo>
                    <a:pt x="288" y="158"/>
                    <a:pt x="291" y="159"/>
                    <a:pt x="294" y="159"/>
                  </a:cubicBezTo>
                  <a:lnTo>
                    <a:pt x="294" y="159"/>
                  </a:lnTo>
                  <a:cubicBezTo>
                    <a:pt x="305" y="159"/>
                    <a:pt x="314" y="152"/>
                    <a:pt x="318" y="143"/>
                  </a:cubicBezTo>
                  <a:cubicBezTo>
                    <a:pt x="323" y="130"/>
                    <a:pt x="316" y="115"/>
                    <a:pt x="304" y="110"/>
                  </a:cubicBezTo>
                  <a:lnTo>
                    <a:pt x="38" y="2"/>
                  </a:lnTo>
                  <a:cubicBezTo>
                    <a:pt x="35" y="1"/>
                    <a:pt x="32" y="0"/>
                    <a:pt x="29" y="0"/>
                  </a:cubicBezTo>
                  <a:close/>
                  <a:moveTo>
                    <a:pt x="294" y="159"/>
                  </a:moveTo>
                  <a:cubicBezTo>
                    <a:pt x="294" y="159"/>
                    <a:pt x="294" y="159"/>
                    <a:pt x="293" y="159"/>
                  </a:cubicBezTo>
                  <a:lnTo>
                    <a:pt x="295" y="159"/>
                  </a:lnTo>
                  <a:cubicBezTo>
                    <a:pt x="295" y="159"/>
                    <a:pt x="294" y="159"/>
                    <a:pt x="294" y="159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0" name="Google Shape;10360;p32"/>
            <p:cNvSpPr/>
            <p:nvPr/>
          </p:nvSpPr>
          <p:spPr>
            <a:xfrm>
              <a:off x="1405425" y="5154900"/>
              <a:ext cx="36950" cy="14000"/>
            </a:xfrm>
            <a:custGeom>
              <a:avLst/>
              <a:gdLst/>
              <a:ahLst/>
              <a:cxnLst/>
              <a:rect l="l" t="t" r="r" b="b"/>
              <a:pathLst>
                <a:path w="1478" h="560" extrusionOk="0">
                  <a:moveTo>
                    <a:pt x="31" y="0"/>
                  </a:moveTo>
                  <a:cubicBezTo>
                    <a:pt x="20" y="0"/>
                    <a:pt x="9" y="7"/>
                    <a:pt x="5" y="18"/>
                  </a:cubicBezTo>
                  <a:cubicBezTo>
                    <a:pt x="1" y="31"/>
                    <a:pt x="7" y="46"/>
                    <a:pt x="21" y="50"/>
                  </a:cubicBezTo>
                  <a:lnTo>
                    <a:pt x="1440" y="559"/>
                  </a:lnTo>
                  <a:cubicBezTo>
                    <a:pt x="1443" y="560"/>
                    <a:pt x="1446" y="560"/>
                    <a:pt x="1448" y="560"/>
                  </a:cubicBezTo>
                  <a:cubicBezTo>
                    <a:pt x="1459" y="560"/>
                    <a:pt x="1469" y="555"/>
                    <a:pt x="1473" y="544"/>
                  </a:cubicBezTo>
                  <a:cubicBezTo>
                    <a:pt x="1478" y="530"/>
                    <a:pt x="1471" y="516"/>
                    <a:pt x="1458" y="510"/>
                  </a:cubicBezTo>
                  <a:lnTo>
                    <a:pt x="38" y="2"/>
                  </a:lnTo>
                  <a:cubicBezTo>
                    <a:pt x="36" y="1"/>
                    <a:pt x="33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1" name="Google Shape;10361;p32"/>
            <p:cNvSpPr/>
            <p:nvPr/>
          </p:nvSpPr>
          <p:spPr>
            <a:xfrm>
              <a:off x="1405800" y="5179875"/>
              <a:ext cx="38275" cy="11325"/>
            </a:xfrm>
            <a:custGeom>
              <a:avLst/>
              <a:gdLst/>
              <a:ahLst/>
              <a:cxnLst/>
              <a:rect l="l" t="t" r="r" b="b"/>
              <a:pathLst>
                <a:path w="1531" h="453" extrusionOk="0">
                  <a:moveTo>
                    <a:pt x="30" y="1"/>
                  </a:moveTo>
                  <a:cubicBezTo>
                    <a:pt x="19" y="1"/>
                    <a:pt x="9" y="7"/>
                    <a:pt x="5" y="18"/>
                  </a:cubicBezTo>
                  <a:cubicBezTo>
                    <a:pt x="1" y="32"/>
                    <a:pt x="7" y="47"/>
                    <a:pt x="21" y="52"/>
                  </a:cubicBezTo>
                  <a:cubicBezTo>
                    <a:pt x="501" y="219"/>
                    <a:pt x="997" y="353"/>
                    <a:pt x="1498" y="451"/>
                  </a:cubicBezTo>
                  <a:lnTo>
                    <a:pt x="1502" y="451"/>
                  </a:lnTo>
                  <a:lnTo>
                    <a:pt x="1502" y="453"/>
                  </a:lnTo>
                  <a:cubicBezTo>
                    <a:pt x="1514" y="453"/>
                    <a:pt x="1526" y="443"/>
                    <a:pt x="1528" y="431"/>
                  </a:cubicBezTo>
                  <a:cubicBezTo>
                    <a:pt x="1530" y="417"/>
                    <a:pt x="1522" y="403"/>
                    <a:pt x="1507" y="400"/>
                  </a:cubicBezTo>
                  <a:cubicBezTo>
                    <a:pt x="1010" y="304"/>
                    <a:pt x="516" y="169"/>
                    <a:pt x="38" y="2"/>
                  </a:cubicBezTo>
                  <a:cubicBezTo>
                    <a:pt x="36" y="1"/>
                    <a:pt x="33" y="1"/>
                    <a:pt x="3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2" name="Google Shape;10362;p32"/>
            <p:cNvSpPr/>
            <p:nvPr/>
          </p:nvSpPr>
          <p:spPr>
            <a:xfrm>
              <a:off x="1455150" y="5183475"/>
              <a:ext cx="22000" cy="7500"/>
            </a:xfrm>
            <a:custGeom>
              <a:avLst/>
              <a:gdLst/>
              <a:ahLst/>
              <a:cxnLst/>
              <a:rect l="l" t="t" r="r" b="b"/>
              <a:pathLst>
                <a:path w="880" h="300" extrusionOk="0">
                  <a:moveTo>
                    <a:pt x="28" y="0"/>
                  </a:moveTo>
                  <a:cubicBezTo>
                    <a:pt x="17" y="0"/>
                    <a:pt x="7" y="8"/>
                    <a:pt x="4" y="20"/>
                  </a:cubicBezTo>
                  <a:cubicBezTo>
                    <a:pt x="0" y="33"/>
                    <a:pt x="8" y="47"/>
                    <a:pt x="22" y="52"/>
                  </a:cubicBezTo>
                  <a:lnTo>
                    <a:pt x="842" y="298"/>
                  </a:lnTo>
                  <a:cubicBezTo>
                    <a:pt x="845" y="299"/>
                    <a:pt x="848" y="299"/>
                    <a:pt x="850" y="299"/>
                  </a:cubicBezTo>
                  <a:cubicBezTo>
                    <a:pt x="861" y="299"/>
                    <a:pt x="872" y="293"/>
                    <a:pt x="875" y="282"/>
                  </a:cubicBezTo>
                  <a:cubicBezTo>
                    <a:pt x="880" y="267"/>
                    <a:pt x="872" y="254"/>
                    <a:pt x="858" y="250"/>
                  </a:cubicBezTo>
                  <a:lnTo>
                    <a:pt x="36" y="2"/>
                  </a:lnTo>
                  <a:cubicBezTo>
                    <a:pt x="34" y="1"/>
                    <a:pt x="31" y="0"/>
                    <a:pt x="2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3" name="Google Shape;10363;p32"/>
            <p:cNvSpPr/>
            <p:nvPr/>
          </p:nvSpPr>
          <p:spPr>
            <a:xfrm>
              <a:off x="1459950" y="5224075"/>
              <a:ext cx="35500" cy="4325"/>
            </a:xfrm>
            <a:custGeom>
              <a:avLst/>
              <a:gdLst/>
              <a:ahLst/>
              <a:cxnLst/>
              <a:rect l="l" t="t" r="r" b="b"/>
              <a:pathLst>
                <a:path w="1420" h="173" extrusionOk="0">
                  <a:moveTo>
                    <a:pt x="1391" y="0"/>
                  </a:moveTo>
                  <a:cubicBezTo>
                    <a:pt x="1389" y="0"/>
                    <a:pt x="1387" y="0"/>
                    <a:pt x="1385" y="1"/>
                  </a:cubicBezTo>
                  <a:cubicBezTo>
                    <a:pt x="1038" y="82"/>
                    <a:pt x="682" y="121"/>
                    <a:pt x="327" y="121"/>
                  </a:cubicBezTo>
                  <a:cubicBezTo>
                    <a:pt x="228" y="121"/>
                    <a:pt x="129" y="118"/>
                    <a:pt x="30" y="112"/>
                  </a:cubicBezTo>
                  <a:cubicBezTo>
                    <a:pt x="28" y="112"/>
                    <a:pt x="27" y="112"/>
                    <a:pt x="25" y="112"/>
                  </a:cubicBezTo>
                  <a:cubicBezTo>
                    <a:pt x="11" y="112"/>
                    <a:pt x="3" y="123"/>
                    <a:pt x="2" y="135"/>
                  </a:cubicBezTo>
                  <a:cubicBezTo>
                    <a:pt x="1" y="150"/>
                    <a:pt x="11" y="162"/>
                    <a:pt x="26" y="163"/>
                  </a:cubicBezTo>
                  <a:cubicBezTo>
                    <a:pt x="128" y="170"/>
                    <a:pt x="231" y="173"/>
                    <a:pt x="333" y="173"/>
                  </a:cubicBezTo>
                  <a:cubicBezTo>
                    <a:pt x="691" y="173"/>
                    <a:pt x="1047" y="132"/>
                    <a:pt x="1397" y="52"/>
                  </a:cubicBezTo>
                  <a:cubicBezTo>
                    <a:pt x="1412" y="48"/>
                    <a:pt x="1420" y="34"/>
                    <a:pt x="1417" y="21"/>
                  </a:cubicBezTo>
                  <a:cubicBezTo>
                    <a:pt x="1414" y="8"/>
                    <a:pt x="1404" y="0"/>
                    <a:pt x="139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4" name="Google Shape;10364;p32"/>
            <p:cNvSpPr/>
            <p:nvPr/>
          </p:nvSpPr>
          <p:spPr>
            <a:xfrm>
              <a:off x="1499775" y="5221500"/>
              <a:ext cx="7250" cy="2625"/>
            </a:xfrm>
            <a:custGeom>
              <a:avLst/>
              <a:gdLst/>
              <a:ahLst/>
              <a:cxnLst/>
              <a:rect l="l" t="t" r="r" b="b"/>
              <a:pathLst>
                <a:path w="290" h="105" extrusionOk="0">
                  <a:moveTo>
                    <a:pt x="260" y="1"/>
                  </a:moveTo>
                  <a:cubicBezTo>
                    <a:pt x="258" y="1"/>
                    <a:pt x="257" y="1"/>
                    <a:pt x="255" y="1"/>
                  </a:cubicBezTo>
                  <a:lnTo>
                    <a:pt x="23" y="54"/>
                  </a:lnTo>
                  <a:cubicBezTo>
                    <a:pt x="10" y="56"/>
                    <a:pt x="0" y="70"/>
                    <a:pt x="4" y="85"/>
                  </a:cubicBezTo>
                  <a:cubicBezTo>
                    <a:pt x="7" y="97"/>
                    <a:pt x="18" y="105"/>
                    <a:pt x="30" y="105"/>
                  </a:cubicBezTo>
                  <a:cubicBezTo>
                    <a:pt x="31" y="105"/>
                    <a:pt x="33" y="105"/>
                    <a:pt x="35" y="104"/>
                  </a:cubicBezTo>
                  <a:lnTo>
                    <a:pt x="265" y="52"/>
                  </a:lnTo>
                  <a:cubicBezTo>
                    <a:pt x="280" y="48"/>
                    <a:pt x="290" y="35"/>
                    <a:pt x="286" y="22"/>
                  </a:cubicBezTo>
                  <a:cubicBezTo>
                    <a:pt x="283" y="9"/>
                    <a:pt x="273" y="1"/>
                    <a:pt x="26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5" name="Google Shape;10365;p32"/>
            <p:cNvSpPr/>
            <p:nvPr/>
          </p:nvSpPr>
          <p:spPr>
            <a:xfrm>
              <a:off x="1386200" y="5238025"/>
              <a:ext cx="47700" cy="10900"/>
            </a:xfrm>
            <a:custGeom>
              <a:avLst/>
              <a:gdLst/>
              <a:ahLst/>
              <a:cxnLst/>
              <a:rect l="l" t="t" r="r" b="b"/>
              <a:pathLst>
                <a:path w="1908" h="436" extrusionOk="0">
                  <a:moveTo>
                    <a:pt x="31" y="0"/>
                  </a:moveTo>
                  <a:cubicBezTo>
                    <a:pt x="19" y="0"/>
                    <a:pt x="8" y="8"/>
                    <a:pt x="4" y="20"/>
                  </a:cubicBezTo>
                  <a:cubicBezTo>
                    <a:pt x="0" y="33"/>
                    <a:pt x="8" y="48"/>
                    <a:pt x="23" y="52"/>
                  </a:cubicBezTo>
                  <a:cubicBezTo>
                    <a:pt x="630" y="220"/>
                    <a:pt x="1253" y="349"/>
                    <a:pt x="1877" y="435"/>
                  </a:cubicBezTo>
                  <a:lnTo>
                    <a:pt x="1881" y="435"/>
                  </a:lnTo>
                  <a:cubicBezTo>
                    <a:pt x="1893" y="435"/>
                    <a:pt x="1904" y="426"/>
                    <a:pt x="1907" y="414"/>
                  </a:cubicBezTo>
                  <a:cubicBezTo>
                    <a:pt x="1908" y="399"/>
                    <a:pt x="1898" y="386"/>
                    <a:pt x="1884" y="384"/>
                  </a:cubicBezTo>
                  <a:cubicBezTo>
                    <a:pt x="1262" y="298"/>
                    <a:pt x="641" y="169"/>
                    <a:pt x="37" y="1"/>
                  </a:cubicBezTo>
                  <a:cubicBezTo>
                    <a:pt x="35" y="1"/>
                    <a:pt x="33" y="0"/>
                    <a:pt x="3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6" name="Google Shape;10366;p32"/>
            <p:cNvSpPr/>
            <p:nvPr/>
          </p:nvSpPr>
          <p:spPr>
            <a:xfrm>
              <a:off x="1436975" y="5237175"/>
              <a:ext cx="12575" cy="2400"/>
            </a:xfrm>
            <a:custGeom>
              <a:avLst/>
              <a:gdLst/>
              <a:ahLst/>
              <a:cxnLst/>
              <a:rect l="l" t="t" r="r" b="b"/>
              <a:pathLst>
                <a:path w="503" h="96" extrusionOk="0">
                  <a:moveTo>
                    <a:pt x="30" y="0"/>
                  </a:moveTo>
                  <a:cubicBezTo>
                    <a:pt x="19" y="0"/>
                    <a:pt x="8" y="8"/>
                    <a:pt x="5" y="19"/>
                  </a:cubicBezTo>
                  <a:cubicBezTo>
                    <a:pt x="1" y="32"/>
                    <a:pt x="9" y="47"/>
                    <a:pt x="22" y="51"/>
                  </a:cubicBezTo>
                  <a:cubicBezTo>
                    <a:pt x="119" y="81"/>
                    <a:pt x="221" y="95"/>
                    <a:pt x="324" y="95"/>
                  </a:cubicBezTo>
                  <a:cubicBezTo>
                    <a:pt x="375" y="95"/>
                    <a:pt x="427" y="91"/>
                    <a:pt x="478" y="83"/>
                  </a:cubicBezTo>
                  <a:cubicBezTo>
                    <a:pt x="493" y="82"/>
                    <a:pt x="502" y="69"/>
                    <a:pt x="500" y="55"/>
                  </a:cubicBezTo>
                  <a:cubicBezTo>
                    <a:pt x="499" y="41"/>
                    <a:pt x="487" y="32"/>
                    <a:pt x="473" y="32"/>
                  </a:cubicBezTo>
                  <a:cubicBezTo>
                    <a:pt x="472" y="32"/>
                    <a:pt x="471" y="32"/>
                    <a:pt x="470" y="32"/>
                  </a:cubicBezTo>
                  <a:cubicBezTo>
                    <a:pt x="421" y="40"/>
                    <a:pt x="371" y="43"/>
                    <a:pt x="321" y="43"/>
                  </a:cubicBezTo>
                  <a:cubicBezTo>
                    <a:pt x="225" y="43"/>
                    <a:pt x="129" y="30"/>
                    <a:pt x="37" y="1"/>
                  </a:cubicBezTo>
                  <a:cubicBezTo>
                    <a:pt x="35" y="1"/>
                    <a:pt x="32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7" name="Google Shape;10367;p32"/>
            <p:cNvSpPr/>
            <p:nvPr/>
          </p:nvSpPr>
          <p:spPr>
            <a:xfrm>
              <a:off x="1507175" y="5223275"/>
              <a:ext cx="35075" cy="11650"/>
            </a:xfrm>
            <a:custGeom>
              <a:avLst/>
              <a:gdLst/>
              <a:ahLst/>
              <a:cxnLst/>
              <a:rect l="l" t="t" r="r" b="b"/>
              <a:pathLst>
                <a:path w="1403" h="466" extrusionOk="0">
                  <a:moveTo>
                    <a:pt x="1374" y="1"/>
                  </a:moveTo>
                  <a:cubicBezTo>
                    <a:pt x="1370" y="1"/>
                    <a:pt x="1367" y="2"/>
                    <a:pt x="1363" y="3"/>
                  </a:cubicBezTo>
                  <a:cubicBezTo>
                    <a:pt x="933" y="185"/>
                    <a:pt x="482" y="322"/>
                    <a:pt x="25" y="413"/>
                  </a:cubicBezTo>
                  <a:cubicBezTo>
                    <a:pt x="10" y="417"/>
                    <a:pt x="0" y="431"/>
                    <a:pt x="3" y="444"/>
                  </a:cubicBezTo>
                  <a:cubicBezTo>
                    <a:pt x="6" y="456"/>
                    <a:pt x="17" y="466"/>
                    <a:pt x="29" y="466"/>
                  </a:cubicBezTo>
                  <a:cubicBezTo>
                    <a:pt x="31" y="466"/>
                    <a:pt x="33" y="464"/>
                    <a:pt x="34" y="464"/>
                  </a:cubicBezTo>
                  <a:cubicBezTo>
                    <a:pt x="495" y="373"/>
                    <a:pt x="950" y="233"/>
                    <a:pt x="1383" y="50"/>
                  </a:cubicBezTo>
                  <a:cubicBezTo>
                    <a:pt x="1397" y="45"/>
                    <a:pt x="1402" y="30"/>
                    <a:pt x="1397" y="16"/>
                  </a:cubicBezTo>
                  <a:cubicBezTo>
                    <a:pt x="1393" y="6"/>
                    <a:pt x="1384" y="1"/>
                    <a:pt x="137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8" name="Google Shape;10368;p32"/>
            <p:cNvSpPr/>
            <p:nvPr/>
          </p:nvSpPr>
          <p:spPr>
            <a:xfrm>
              <a:off x="1474200" y="5245300"/>
              <a:ext cx="16000" cy="2975"/>
            </a:xfrm>
            <a:custGeom>
              <a:avLst/>
              <a:gdLst/>
              <a:ahLst/>
              <a:cxnLst/>
              <a:rect l="l" t="t" r="r" b="b"/>
              <a:pathLst>
                <a:path w="640" h="119" extrusionOk="0">
                  <a:moveTo>
                    <a:pt x="611" y="1"/>
                  </a:moveTo>
                  <a:cubicBezTo>
                    <a:pt x="609" y="1"/>
                    <a:pt x="607" y="1"/>
                    <a:pt x="605" y="2"/>
                  </a:cubicBezTo>
                  <a:cubicBezTo>
                    <a:pt x="425" y="45"/>
                    <a:pt x="240" y="68"/>
                    <a:pt x="58" y="68"/>
                  </a:cubicBezTo>
                  <a:cubicBezTo>
                    <a:pt x="48" y="68"/>
                    <a:pt x="38" y="68"/>
                    <a:pt x="28" y="68"/>
                  </a:cubicBezTo>
                  <a:lnTo>
                    <a:pt x="27" y="68"/>
                  </a:lnTo>
                  <a:cubicBezTo>
                    <a:pt x="13" y="68"/>
                    <a:pt x="1" y="78"/>
                    <a:pt x="1" y="93"/>
                  </a:cubicBezTo>
                  <a:cubicBezTo>
                    <a:pt x="1" y="107"/>
                    <a:pt x="13" y="119"/>
                    <a:pt x="27" y="119"/>
                  </a:cubicBezTo>
                  <a:lnTo>
                    <a:pt x="61" y="119"/>
                  </a:lnTo>
                  <a:cubicBezTo>
                    <a:pt x="248" y="119"/>
                    <a:pt x="435" y="97"/>
                    <a:pt x="617" y="52"/>
                  </a:cubicBezTo>
                  <a:cubicBezTo>
                    <a:pt x="631" y="49"/>
                    <a:pt x="640" y="34"/>
                    <a:pt x="636" y="21"/>
                  </a:cubicBezTo>
                  <a:cubicBezTo>
                    <a:pt x="634" y="9"/>
                    <a:pt x="623" y="1"/>
                    <a:pt x="61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9" name="Google Shape;10369;p32"/>
            <p:cNvSpPr/>
            <p:nvPr/>
          </p:nvSpPr>
          <p:spPr>
            <a:xfrm>
              <a:off x="1615025" y="4914925"/>
              <a:ext cx="10875" cy="47575"/>
            </a:xfrm>
            <a:custGeom>
              <a:avLst/>
              <a:gdLst/>
              <a:ahLst/>
              <a:cxnLst/>
              <a:rect l="l" t="t" r="r" b="b"/>
              <a:pathLst>
                <a:path w="435" h="1903" extrusionOk="0">
                  <a:moveTo>
                    <a:pt x="404" y="0"/>
                  </a:moveTo>
                  <a:cubicBezTo>
                    <a:pt x="393" y="0"/>
                    <a:pt x="383" y="7"/>
                    <a:pt x="380" y="18"/>
                  </a:cubicBezTo>
                  <a:cubicBezTo>
                    <a:pt x="177" y="618"/>
                    <a:pt x="49" y="1242"/>
                    <a:pt x="2" y="1874"/>
                  </a:cubicBezTo>
                  <a:cubicBezTo>
                    <a:pt x="1" y="1889"/>
                    <a:pt x="12" y="1901"/>
                    <a:pt x="26" y="1903"/>
                  </a:cubicBezTo>
                  <a:lnTo>
                    <a:pt x="28" y="1903"/>
                  </a:lnTo>
                  <a:cubicBezTo>
                    <a:pt x="41" y="1903"/>
                    <a:pt x="53" y="1892"/>
                    <a:pt x="53" y="1878"/>
                  </a:cubicBezTo>
                  <a:cubicBezTo>
                    <a:pt x="102" y="1250"/>
                    <a:pt x="227" y="630"/>
                    <a:pt x="429" y="34"/>
                  </a:cubicBezTo>
                  <a:cubicBezTo>
                    <a:pt x="434" y="21"/>
                    <a:pt x="426" y="6"/>
                    <a:pt x="412" y="2"/>
                  </a:cubicBezTo>
                  <a:cubicBezTo>
                    <a:pt x="410" y="1"/>
                    <a:pt x="407" y="0"/>
                    <a:pt x="40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0" name="Google Shape;10370;p32"/>
            <p:cNvSpPr/>
            <p:nvPr/>
          </p:nvSpPr>
          <p:spPr>
            <a:xfrm>
              <a:off x="1614250" y="4970250"/>
              <a:ext cx="1550" cy="7025"/>
            </a:xfrm>
            <a:custGeom>
              <a:avLst/>
              <a:gdLst/>
              <a:ahLst/>
              <a:cxnLst/>
              <a:rect l="l" t="t" r="r" b="b"/>
              <a:pathLst>
                <a:path w="62" h="281" extrusionOk="0">
                  <a:moveTo>
                    <a:pt x="36" y="0"/>
                  </a:moveTo>
                  <a:cubicBezTo>
                    <a:pt x="20" y="0"/>
                    <a:pt x="9" y="11"/>
                    <a:pt x="9" y="26"/>
                  </a:cubicBezTo>
                  <a:lnTo>
                    <a:pt x="1" y="253"/>
                  </a:lnTo>
                  <a:cubicBezTo>
                    <a:pt x="1" y="268"/>
                    <a:pt x="12" y="280"/>
                    <a:pt x="26" y="280"/>
                  </a:cubicBezTo>
                  <a:lnTo>
                    <a:pt x="28" y="280"/>
                  </a:lnTo>
                  <a:cubicBezTo>
                    <a:pt x="41" y="280"/>
                    <a:pt x="53" y="269"/>
                    <a:pt x="53" y="256"/>
                  </a:cubicBezTo>
                  <a:lnTo>
                    <a:pt x="60" y="27"/>
                  </a:lnTo>
                  <a:cubicBezTo>
                    <a:pt x="61" y="14"/>
                    <a:pt x="49" y="2"/>
                    <a:pt x="3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1" name="Google Shape;10371;p32"/>
            <p:cNvSpPr/>
            <p:nvPr/>
          </p:nvSpPr>
          <p:spPr>
            <a:xfrm>
              <a:off x="1640750" y="4887175"/>
              <a:ext cx="7575" cy="24950"/>
            </a:xfrm>
            <a:custGeom>
              <a:avLst/>
              <a:gdLst/>
              <a:ahLst/>
              <a:cxnLst/>
              <a:rect l="l" t="t" r="r" b="b"/>
              <a:pathLst>
                <a:path w="303" h="998" extrusionOk="0">
                  <a:moveTo>
                    <a:pt x="273" y="1"/>
                  </a:moveTo>
                  <a:cubicBezTo>
                    <a:pt x="262" y="1"/>
                    <a:pt x="252" y="8"/>
                    <a:pt x="249" y="21"/>
                  </a:cubicBezTo>
                  <a:lnTo>
                    <a:pt x="4" y="965"/>
                  </a:lnTo>
                  <a:cubicBezTo>
                    <a:pt x="1" y="979"/>
                    <a:pt x="9" y="993"/>
                    <a:pt x="23" y="997"/>
                  </a:cubicBezTo>
                  <a:lnTo>
                    <a:pt x="29" y="997"/>
                  </a:lnTo>
                  <a:cubicBezTo>
                    <a:pt x="41" y="997"/>
                    <a:pt x="52" y="989"/>
                    <a:pt x="55" y="979"/>
                  </a:cubicBezTo>
                  <a:lnTo>
                    <a:pt x="300" y="33"/>
                  </a:lnTo>
                  <a:cubicBezTo>
                    <a:pt x="302" y="19"/>
                    <a:pt x="294" y="5"/>
                    <a:pt x="281" y="2"/>
                  </a:cubicBezTo>
                  <a:cubicBezTo>
                    <a:pt x="278" y="1"/>
                    <a:pt x="276" y="1"/>
                    <a:pt x="27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2" name="Google Shape;10372;p32"/>
            <p:cNvSpPr/>
            <p:nvPr/>
          </p:nvSpPr>
          <p:spPr>
            <a:xfrm>
              <a:off x="1620850" y="4987775"/>
              <a:ext cx="5050" cy="35325"/>
            </a:xfrm>
            <a:custGeom>
              <a:avLst/>
              <a:gdLst/>
              <a:ahLst/>
              <a:cxnLst/>
              <a:rect l="l" t="t" r="r" b="b"/>
              <a:pathLst>
                <a:path w="202" h="1413" extrusionOk="0">
                  <a:moveTo>
                    <a:pt x="175" y="0"/>
                  </a:moveTo>
                  <a:cubicBezTo>
                    <a:pt x="162" y="0"/>
                    <a:pt x="149" y="11"/>
                    <a:pt x="149" y="26"/>
                  </a:cubicBezTo>
                  <a:cubicBezTo>
                    <a:pt x="120" y="478"/>
                    <a:pt x="72" y="934"/>
                    <a:pt x="2" y="1382"/>
                  </a:cubicBezTo>
                  <a:cubicBezTo>
                    <a:pt x="1" y="1397"/>
                    <a:pt x="10" y="1410"/>
                    <a:pt x="25" y="1412"/>
                  </a:cubicBezTo>
                  <a:cubicBezTo>
                    <a:pt x="25" y="1413"/>
                    <a:pt x="26" y="1413"/>
                    <a:pt x="27" y="1413"/>
                  </a:cubicBezTo>
                  <a:lnTo>
                    <a:pt x="29" y="1412"/>
                  </a:lnTo>
                  <a:cubicBezTo>
                    <a:pt x="41" y="1412"/>
                    <a:pt x="52" y="1402"/>
                    <a:pt x="54" y="1390"/>
                  </a:cubicBezTo>
                  <a:cubicBezTo>
                    <a:pt x="123" y="941"/>
                    <a:pt x="173" y="482"/>
                    <a:pt x="200" y="29"/>
                  </a:cubicBezTo>
                  <a:cubicBezTo>
                    <a:pt x="201" y="14"/>
                    <a:pt x="190" y="2"/>
                    <a:pt x="17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3" name="Google Shape;10373;p32"/>
            <p:cNvSpPr/>
            <p:nvPr/>
          </p:nvSpPr>
          <p:spPr>
            <a:xfrm>
              <a:off x="1612050" y="4987450"/>
              <a:ext cx="2200" cy="13225"/>
            </a:xfrm>
            <a:custGeom>
              <a:avLst/>
              <a:gdLst/>
              <a:ahLst/>
              <a:cxnLst/>
              <a:rect l="l" t="t" r="r" b="b"/>
              <a:pathLst>
                <a:path w="88" h="529" extrusionOk="0">
                  <a:moveTo>
                    <a:pt x="58" y="1"/>
                  </a:moveTo>
                  <a:cubicBezTo>
                    <a:pt x="46" y="1"/>
                    <a:pt x="36" y="12"/>
                    <a:pt x="35" y="25"/>
                  </a:cubicBezTo>
                  <a:lnTo>
                    <a:pt x="0" y="502"/>
                  </a:lnTo>
                  <a:cubicBezTo>
                    <a:pt x="0" y="515"/>
                    <a:pt x="11" y="529"/>
                    <a:pt x="24" y="529"/>
                  </a:cubicBezTo>
                  <a:lnTo>
                    <a:pt x="27" y="529"/>
                  </a:lnTo>
                  <a:cubicBezTo>
                    <a:pt x="40" y="529"/>
                    <a:pt x="51" y="519"/>
                    <a:pt x="53" y="504"/>
                  </a:cubicBezTo>
                  <a:lnTo>
                    <a:pt x="86" y="29"/>
                  </a:lnTo>
                  <a:cubicBezTo>
                    <a:pt x="88" y="15"/>
                    <a:pt x="77" y="3"/>
                    <a:pt x="62" y="1"/>
                  </a:cubicBezTo>
                  <a:cubicBezTo>
                    <a:pt x="61" y="1"/>
                    <a:pt x="59" y="1"/>
                    <a:pt x="5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4" name="Google Shape;10374;p32"/>
            <p:cNvSpPr/>
            <p:nvPr/>
          </p:nvSpPr>
          <p:spPr>
            <a:xfrm>
              <a:off x="1687150" y="4924600"/>
              <a:ext cx="18575" cy="32525"/>
            </a:xfrm>
            <a:custGeom>
              <a:avLst/>
              <a:gdLst/>
              <a:ahLst/>
              <a:cxnLst/>
              <a:rect l="l" t="t" r="r" b="b"/>
              <a:pathLst>
                <a:path w="743" h="1301" extrusionOk="0">
                  <a:moveTo>
                    <a:pt x="712" y="1"/>
                  </a:moveTo>
                  <a:cubicBezTo>
                    <a:pt x="703" y="1"/>
                    <a:pt x="694" y="6"/>
                    <a:pt x="689" y="16"/>
                  </a:cubicBezTo>
                  <a:cubicBezTo>
                    <a:pt x="490" y="443"/>
                    <a:pt x="261" y="862"/>
                    <a:pt x="8" y="1261"/>
                  </a:cubicBezTo>
                  <a:cubicBezTo>
                    <a:pt x="0" y="1272"/>
                    <a:pt x="4" y="1288"/>
                    <a:pt x="16" y="1296"/>
                  </a:cubicBezTo>
                  <a:cubicBezTo>
                    <a:pt x="20" y="1299"/>
                    <a:pt x="24" y="1300"/>
                    <a:pt x="30" y="1300"/>
                  </a:cubicBezTo>
                  <a:cubicBezTo>
                    <a:pt x="38" y="1300"/>
                    <a:pt x="46" y="1296"/>
                    <a:pt x="51" y="1288"/>
                  </a:cubicBezTo>
                  <a:cubicBezTo>
                    <a:pt x="306" y="887"/>
                    <a:pt x="537" y="468"/>
                    <a:pt x="736" y="37"/>
                  </a:cubicBezTo>
                  <a:cubicBezTo>
                    <a:pt x="743" y="25"/>
                    <a:pt x="737" y="9"/>
                    <a:pt x="724" y="4"/>
                  </a:cubicBezTo>
                  <a:cubicBezTo>
                    <a:pt x="720" y="2"/>
                    <a:pt x="716" y="1"/>
                    <a:pt x="71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5" name="Google Shape;10375;p32"/>
            <p:cNvSpPr/>
            <p:nvPr/>
          </p:nvSpPr>
          <p:spPr>
            <a:xfrm>
              <a:off x="1676250" y="4966700"/>
              <a:ext cx="8125" cy="13800"/>
            </a:xfrm>
            <a:custGeom>
              <a:avLst/>
              <a:gdLst/>
              <a:ahLst/>
              <a:cxnLst/>
              <a:rect l="l" t="t" r="r" b="b"/>
              <a:pathLst>
                <a:path w="325" h="552" extrusionOk="0">
                  <a:moveTo>
                    <a:pt x="296" y="0"/>
                  </a:moveTo>
                  <a:cubicBezTo>
                    <a:pt x="286" y="0"/>
                    <a:pt x="276" y="6"/>
                    <a:pt x="272" y="16"/>
                  </a:cubicBezTo>
                  <a:cubicBezTo>
                    <a:pt x="197" y="187"/>
                    <a:pt x="108" y="354"/>
                    <a:pt x="8" y="511"/>
                  </a:cubicBezTo>
                  <a:cubicBezTo>
                    <a:pt x="0" y="523"/>
                    <a:pt x="4" y="539"/>
                    <a:pt x="16" y="547"/>
                  </a:cubicBezTo>
                  <a:cubicBezTo>
                    <a:pt x="20" y="549"/>
                    <a:pt x="26" y="550"/>
                    <a:pt x="30" y="550"/>
                  </a:cubicBezTo>
                  <a:lnTo>
                    <a:pt x="30" y="551"/>
                  </a:lnTo>
                  <a:cubicBezTo>
                    <a:pt x="39" y="551"/>
                    <a:pt x="47" y="546"/>
                    <a:pt x="53" y="539"/>
                  </a:cubicBezTo>
                  <a:cubicBezTo>
                    <a:pt x="152" y="379"/>
                    <a:pt x="242" y="210"/>
                    <a:pt x="319" y="37"/>
                  </a:cubicBezTo>
                  <a:cubicBezTo>
                    <a:pt x="325" y="24"/>
                    <a:pt x="319" y="9"/>
                    <a:pt x="306" y="3"/>
                  </a:cubicBezTo>
                  <a:cubicBezTo>
                    <a:pt x="303" y="1"/>
                    <a:pt x="299" y="0"/>
                    <a:pt x="29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6" name="Google Shape;10376;p32"/>
            <p:cNvSpPr/>
            <p:nvPr/>
          </p:nvSpPr>
          <p:spPr>
            <a:xfrm>
              <a:off x="1709250" y="4910075"/>
              <a:ext cx="3875" cy="5175"/>
            </a:xfrm>
            <a:custGeom>
              <a:avLst/>
              <a:gdLst/>
              <a:ahLst/>
              <a:cxnLst/>
              <a:rect l="l" t="t" r="r" b="b"/>
              <a:pathLst>
                <a:path w="155" h="207" extrusionOk="0">
                  <a:moveTo>
                    <a:pt x="125" y="0"/>
                  </a:moveTo>
                  <a:cubicBezTo>
                    <a:pt x="116" y="0"/>
                    <a:pt x="108" y="5"/>
                    <a:pt x="102" y="13"/>
                  </a:cubicBezTo>
                  <a:lnTo>
                    <a:pt x="7" y="167"/>
                  </a:lnTo>
                  <a:cubicBezTo>
                    <a:pt x="0" y="180"/>
                    <a:pt x="4" y="196"/>
                    <a:pt x="16" y="204"/>
                  </a:cubicBezTo>
                  <a:cubicBezTo>
                    <a:pt x="20" y="206"/>
                    <a:pt x="24" y="206"/>
                    <a:pt x="30" y="206"/>
                  </a:cubicBezTo>
                  <a:cubicBezTo>
                    <a:pt x="38" y="206"/>
                    <a:pt x="47" y="202"/>
                    <a:pt x="51" y="194"/>
                  </a:cubicBezTo>
                  <a:lnTo>
                    <a:pt x="147" y="40"/>
                  </a:lnTo>
                  <a:cubicBezTo>
                    <a:pt x="155" y="28"/>
                    <a:pt x="151" y="11"/>
                    <a:pt x="139" y="5"/>
                  </a:cubicBezTo>
                  <a:cubicBezTo>
                    <a:pt x="134" y="2"/>
                    <a:pt x="130" y="0"/>
                    <a:pt x="12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7" name="Google Shape;10377;p32"/>
            <p:cNvSpPr/>
            <p:nvPr/>
          </p:nvSpPr>
          <p:spPr>
            <a:xfrm>
              <a:off x="1663575" y="4990375"/>
              <a:ext cx="16125" cy="29000"/>
            </a:xfrm>
            <a:custGeom>
              <a:avLst/>
              <a:gdLst/>
              <a:ahLst/>
              <a:cxnLst/>
              <a:rect l="l" t="t" r="r" b="b"/>
              <a:pathLst>
                <a:path w="645" h="1160" extrusionOk="0">
                  <a:moveTo>
                    <a:pt x="616" y="1"/>
                  </a:moveTo>
                  <a:cubicBezTo>
                    <a:pt x="606" y="1"/>
                    <a:pt x="596" y="6"/>
                    <a:pt x="592" y="16"/>
                  </a:cubicBezTo>
                  <a:cubicBezTo>
                    <a:pt x="420" y="393"/>
                    <a:pt x="223" y="764"/>
                    <a:pt x="7" y="1121"/>
                  </a:cubicBezTo>
                  <a:cubicBezTo>
                    <a:pt x="0" y="1133"/>
                    <a:pt x="4" y="1149"/>
                    <a:pt x="16" y="1156"/>
                  </a:cubicBezTo>
                  <a:cubicBezTo>
                    <a:pt x="20" y="1158"/>
                    <a:pt x="24" y="1160"/>
                    <a:pt x="30" y="1160"/>
                  </a:cubicBezTo>
                  <a:cubicBezTo>
                    <a:pt x="38" y="1160"/>
                    <a:pt x="47" y="1156"/>
                    <a:pt x="51" y="1147"/>
                  </a:cubicBezTo>
                  <a:cubicBezTo>
                    <a:pt x="268" y="790"/>
                    <a:pt x="466" y="416"/>
                    <a:pt x="639" y="38"/>
                  </a:cubicBezTo>
                  <a:cubicBezTo>
                    <a:pt x="645" y="24"/>
                    <a:pt x="639" y="9"/>
                    <a:pt x="626" y="3"/>
                  </a:cubicBezTo>
                  <a:cubicBezTo>
                    <a:pt x="623" y="1"/>
                    <a:pt x="619" y="1"/>
                    <a:pt x="61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8" name="Google Shape;10378;p32"/>
            <p:cNvSpPr/>
            <p:nvPr/>
          </p:nvSpPr>
          <p:spPr>
            <a:xfrm>
              <a:off x="1702075" y="4996350"/>
              <a:ext cx="26625" cy="27075"/>
            </a:xfrm>
            <a:custGeom>
              <a:avLst/>
              <a:gdLst/>
              <a:ahLst/>
              <a:cxnLst/>
              <a:rect l="l" t="t" r="r" b="b"/>
              <a:pathLst>
                <a:path w="1065" h="1083" extrusionOk="0">
                  <a:moveTo>
                    <a:pt x="1036" y="1"/>
                  </a:moveTo>
                  <a:cubicBezTo>
                    <a:pt x="1030" y="1"/>
                    <a:pt x="1024" y="3"/>
                    <a:pt x="1019" y="7"/>
                  </a:cubicBezTo>
                  <a:cubicBezTo>
                    <a:pt x="664" y="329"/>
                    <a:pt x="323" y="676"/>
                    <a:pt x="10" y="1039"/>
                  </a:cubicBezTo>
                  <a:cubicBezTo>
                    <a:pt x="1" y="1050"/>
                    <a:pt x="2" y="1066"/>
                    <a:pt x="13" y="1075"/>
                  </a:cubicBezTo>
                  <a:cubicBezTo>
                    <a:pt x="17" y="1079"/>
                    <a:pt x="23" y="1081"/>
                    <a:pt x="29" y="1081"/>
                  </a:cubicBezTo>
                  <a:lnTo>
                    <a:pt x="29" y="1082"/>
                  </a:lnTo>
                  <a:cubicBezTo>
                    <a:pt x="37" y="1082"/>
                    <a:pt x="44" y="1078"/>
                    <a:pt x="49" y="1073"/>
                  </a:cubicBezTo>
                  <a:cubicBezTo>
                    <a:pt x="361" y="712"/>
                    <a:pt x="700" y="366"/>
                    <a:pt x="1054" y="46"/>
                  </a:cubicBezTo>
                  <a:cubicBezTo>
                    <a:pt x="1065" y="37"/>
                    <a:pt x="1065" y="19"/>
                    <a:pt x="1055" y="10"/>
                  </a:cubicBezTo>
                  <a:cubicBezTo>
                    <a:pt x="1050" y="4"/>
                    <a:pt x="1043" y="1"/>
                    <a:pt x="103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9" name="Google Shape;10379;p32"/>
            <p:cNvSpPr/>
            <p:nvPr/>
          </p:nvSpPr>
          <p:spPr>
            <a:xfrm>
              <a:off x="1732825" y="4987275"/>
              <a:ext cx="6075" cy="5275"/>
            </a:xfrm>
            <a:custGeom>
              <a:avLst/>
              <a:gdLst/>
              <a:ahLst/>
              <a:cxnLst/>
              <a:rect l="l" t="t" r="r" b="b"/>
              <a:pathLst>
                <a:path w="243" h="211" extrusionOk="0">
                  <a:moveTo>
                    <a:pt x="213" y="1"/>
                  </a:moveTo>
                  <a:cubicBezTo>
                    <a:pt x="207" y="1"/>
                    <a:pt x="201" y="3"/>
                    <a:pt x="197" y="7"/>
                  </a:cubicBezTo>
                  <a:lnTo>
                    <a:pt x="12" y="164"/>
                  </a:lnTo>
                  <a:cubicBezTo>
                    <a:pt x="1" y="174"/>
                    <a:pt x="0" y="190"/>
                    <a:pt x="10" y="201"/>
                  </a:cubicBezTo>
                  <a:cubicBezTo>
                    <a:pt x="15" y="207"/>
                    <a:pt x="23" y="210"/>
                    <a:pt x="30" y="210"/>
                  </a:cubicBezTo>
                  <a:cubicBezTo>
                    <a:pt x="35" y="210"/>
                    <a:pt x="42" y="207"/>
                    <a:pt x="46" y="203"/>
                  </a:cubicBezTo>
                  <a:lnTo>
                    <a:pt x="230" y="46"/>
                  </a:lnTo>
                  <a:cubicBezTo>
                    <a:pt x="241" y="36"/>
                    <a:pt x="242" y="20"/>
                    <a:pt x="233" y="10"/>
                  </a:cubicBezTo>
                  <a:cubicBezTo>
                    <a:pt x="228" y="4"/>
                    <a:pt x="220" y="1"/>
                    <a:pt x="21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0" name="Google Shape;10380;p32"/>
            <p:cNvSpPr/>
            <p:nvPr/>
          </p:nvSpPr>
          <p:spPr>
            <a:xfrm>
              <a:off x="1754050" y="4969475"/>
              <a:ext cx="24900" cy="27700"/>
            </a:xfrm>
            <a:custGeom>
              <a:avLst/>
              <a:gdLst/>
              <a:ahLst/>
              <a:cxnLst/>
              <a:rect l="l" t="t" r="r" b="b"/>
              <a:pathLst>
                <a:path w="996" h="1108" extrusionOk="0">
                  <a:moveTo>
                    <a:pt x="967" y="0"/>
                  </a:moveTo>
                  <a:cubicBezTo>
                    <a:pt x="960" y="0"/>
                    <a:pt x="953" y="3"/>
                    <a:pt x="947" y="9"/>
                  </a:cubicBezTo>
                  <a:cubicBezTo>
                    <a:pt x="626" y="349"/>
                    <a:pt x="309" y="705"/>
                    <a:pt x="8" y="1066"/>
                  </a:cubicBezTo>
                  <a:cubicBezTo>
                    <a:pt x="0" y="1077"/>
                    <a:pt x="0" y="1093"/>
                    <a:pt x="12" y="1102"/>
                  </a:cubicBezTo>
                  <a:cubicBezTo>
                    <a:pt x="16" y="1106"/>
                    <a:pt x="23" y="1108"/>
                    <a:pt x="28" y="1108"/>
                  </a:cubicBezTo>
                  <a:cubicBezTo>
                    <a:pt x="35" y="1108"/>
                    <a:pt x="43" y="1105"/>
                    <a:pt x="48" y="1098"/>
                  </a:cubicBezTo>
                  <a:cubicBezTo>
                    <a:pt x="348" y="739"/>
                    <a:pt x="663" y="384"/>
                    <a:pt x="985" y="44"/>
                  </a:cubicBezTo>
                  <a:cubicBezTo>
                    <a:pt x="996" y="34"/>
                    <a:pt x="994" y="17"/>
                    <a:pt x="985" y="7"/>
                  </a:cubicBezTo>
                  <a:cubicBezTo>
                    <a:pt x="980" y="3"/>
                    <a:pt x="973" y="0"/>
                    <a:pt x="96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1" name="Google Shape;10381;p32"/>
            <p:cNvSpPr/>
            <p:nvPr/>
          </p:nvSpPr>
          <p:spPr>
            <a:xfrm>
              <a:off x="1781275" y="4959000"/>
              <a:ext cx="5350" cy="7075"/>
            </a:xfrm>
            <a:custGeom>
              <a:avLst/>
              <a:gdLst/>
              <a:ahLst/>
              <a:cxnLst/>
              <a:rect l="l" t="t" r="r" b="b"/>
              <a:pathLst>
                <a:path w="214" h="283" extrusionOk="0">
                  <a:moveTo>
                    <a:pt x="185" y="1"/>
                  </a:moveTo>
                  <a:cubicBezTo>
                    <a:pt x="176" y="1"/>
                    <a:pt x="167" y="5"/>
                    <a:pt x="162" y="13"/>
                  </a:cubicBezTo>
                  <a:lnTo>
                    <a:pt x="9" y="242"/>
                  </a:lnTo>
                  <a:cubicBezTo>
                    <a:pt x="1" y="254"/>
                    <a:pt x="3" y="270"/>
                    <a:pt x="16" y="278"/>
                  </a:cubicBezTo>
                  <a:cubicBezTo>
                    <a:pt x="20" y="281"/>
                    <a:pt x="25" y="282"/>
                    <a:pt x="30" y="282"/>
                  </a:cubicBezTo>
                  <a:cubicBezTo>
                    <a:pt x="38" y="282"/>
                    <a:pt x="46" y="278"/>
                    <a:pt x="52" y="271"/>
                  </a:cubicBezTo>
                  <a:lnTo>
                    <a:pt x="205" y="41"/>
                  </a:lnTo>
                  <a:cubicBezTo>
                    <a:pt x="213" y="29"/>
                    <a:pt x="209" y="13"/>
                    <a:pt x="199" y="5"/>
                  </a:cubicBezTo>
                  <a:cubicBezTo>
                    <a:pt x="194" y="2"/>
                    <a:pt x="189" y="1"/>
                    <a:pt x="185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2" name="Google Shape;10382;p32"/>
            <p:cNvSpPr/>
            <p:nvPr/>
          </p:nvSpPr>
          <p:spPr>
            <a:xfrm>
              <a:off x="1736550" y="5011475"/>
              <a:ext cx="20750" cy="20875"/>
            </a:xfrm>
            <a:custGeom>
              <a:avLst/>
              <a:gdLst/>
              <a:ahLst/>
              <a:cxnLst/>
              <a:rect l="l" t="t" r="r" b="b"/>
              <a:pathLst>
                <a:path w="830" h="835" extrusionOk="0">
                  <a:moveTo>
                    <a:pt x="800" y="1"/>
                  </a:moveTo>
                  <a:cubicBezTo>
                    <a:pt x="792" y="1"/>
                    <a:pt x="785" y="4"/>
                    <a:pt x="779" y="10"/>
                  </a:cubicBezTo>
                  <a:cubicBezTo>
                    <a:pt x="547" y="289"/>
                    <a:pt x="288" y="550"/>
                    <a:pt x="13" y="789"/>
                  </a:cubicBezTo>
                  <a:cubicBezTo>
                    <a:pt x="2" y="799"/>
                    <a:pt x="0" y="815"/>
                    <a:pt x="10" y="825"/>
                  </a:cubicBezTo>
                  <a:cubicBezTo>
                    <a:pt x="15" y="832"/>
                    <a:pt x="22" y="835"/>
                    <a:pt x="30" y="835"/>
                  </a:cubicBezTo>
                  <a:cubicBezTo>
                    <a:pt x="35" y="835"/>
                    <a:pt x="42" y="832"/>
                    <a:pt x="46" y="828"/>
                  </a:cubicBezTo>
                  <a:cubicBezTo>
                    <a:pt x="325" y="587"/>
                    <a:pt x="584" y="324"/>
                    <a:pt x="820" y="42"/>
                  </a:cubicBezTo>
                  <a:cubicBezTo>
                    <a:pt x="829" y="32"/>
                    <a:pt x="828" y="16"/>
                    <a:pt x="816" y="6"/>
                  </a:cubicBezTo>
                  <a:cubicBezTo>
                    <a:pt x="811" y="3"/>
                    <a:pt x="806" y="1"/>
                    <a:pt x="800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3" name="Google Shape;10383;p32"/>
            <p:cNvSpPr/>
            <p:nvPr/>
          </p:nvSpPr>
          <p:spPr>
            <a:xfrm>
              <a:off x="1719700" y="5036925"/>
              <a:ext cx="11650" cy="9625"/>
            </a:xfrm>
            <a:custGeom>
              <a:avLst/>
              <a:gdLst/>
              <a:ahLst/>
              <a:cxnLst/>
              <a:rect l="l" t="t" r="r" b="b"/>
              <a:pathLst>
                <a:path w="466" h="385" extrusionOk="0">
                  <a:moveTo>
                    <a:pt x="438" y="1"/>
                  </a:moveTo>
                  <a:cubicBezTo>
                    <a:pt x="431" y="1"/>
                    <a:pt x="424" y="3"/>
                    <a:pt x="419" y="8"/>
                  </a:cubicBezTo>
                  <a:cubicBezTo>
                    <a:pt x="298" y="132"/>
                    <a:pt x="162" y="242"/>
                    <a:pt x="17" y="338"/>
                  </a:cubicBezTo>
                  <a:cubicBezTo>
                    <a:pt x="4" y="344"/>
                    <a:pt x="0" y="360"/>
                    <a:pt x="9" y="373"/>
                  </a:cubicBezTo>
                  <a:cubicBezTo>
                    <a:pt x="14" y="381"/>
                    <a:pt x="22" y="385"/>
                    <a:pt x="30" y="385"/>
                  </a:cubicBezTo>
                  <a:lnTo>
                    <a:pt x="31" y="385"/>
                  </a:lnTo>
                  <a:cubicBezTo>
                    <a:pt x="35" y="385"/>
                    <a:pt x="41" y="383"/>
                    <a:pt x="45" y="381"/>
                  </a:cubicBezTo>
                  <a:cubicBezTo>
                    <a:pt x="193" y="284"/>
                    <a:pt x="331" y="171"/>
                    <a:pt x="457" y="46"/>
                  </a:cubicBezTo>
                  <a:cubicBezTo>
                    <a:pt x="466" y="35"/>
                    <a:pt x="466" y="19"/>
                    <a:pt x="457" y="8"/>
                  </a:cubicBezTo>
                  <a:cubicBezTo>
                    <a:pt x="451" y="3"/>
                    <a:pt x="444" y="1"/>
                    <a:pt x="43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4" name="Google Shape;10384;p32"/>
            <p:cNvSpPr/>
            <p:nvPr/>
          </p:nvSpPr>
          <p:spPr>
            <a:xfrm>
              <a:off x="1671475" y="5048625"/>
              <a:ext cx="18050" cy="17025"/>
            </a:xfrm>
            <a:custGeom>
              <a:avLst/>
              <a:gdLst/>
              <a:ahLst/>
              <a:cxnLst/>
              <a:rect l="l" t="t" r="r" b="b"/>
              <a:pathLst>
                <a:path w="722" h="681" extrusionOk="0">
                  <a:moveTo>
                    <a:pt x="692" y="1"/>
                  </a:moveTo>
                  <a:cubicBezTo>
                    <a:pt x="687" y="1"/>
                    <a:pt x="682" y="2"/>
                    <a:pt x="677" y="5"/>
                  </a:cubicBezTo>
                  <a:cubicBezTo>
                    <a:pt x="425" y="184"/>
                    <a:pt x="201" y="397"/>
                    <a:pt x="10" y="639"/>
                  </a:cubicBezTo>
                  <a:cubicBezTo>
                    <a:pt x="0" y="650"/>
                    <a:pt x="3" y="666"/>
                    <a:pt x="14" y="675"/>
                  </a:cubicBezTo>
                  <a:cubicBezTo>
                    <a:pt x="19" y="678"/>
                    <a:pt x="24" y="681"/>
                    <a:pt x="30" y="681"/>
                  </a:cubicBezTo>
                  <a:cubicBezTo>
                    <a:pt x="38" y="681"/>
                    <a:pt x="45" y="677"/>
                    <a:pt x="50" y="671"/>
                  </a:cubicBezTo>
                  <a:cubicBezTo>
                    <a:pt x="238" y="433"/>
                    <a:pt x="459" y="223"/>
                    <a:pt x="707" y="48"/>
                  </a:cubicBezTo>
                  <a:cubicBezTo>
                    <a:pt x="719" y="40"/>
                    <a:pt x="721" y="24"/>
                    <a:pt x="713" y="12"/>
                  </a:cubicBezTo>
                  <a:cubicBezTo>
                    <a:pt x="708" y="5"/>
                    <a:pt x="700" y="1"/>
                    <a:pt x="6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5" name="Google Shape;10385;p32"/>
            <p:cNvSpPr/>
            <p:nvPr/>
          </p:nvSpPr>
          <p:spPr>
            <a:xfrm>
              <a:off x="1794150" y="5068125"/>
              <a:ext cx="31375" cy="14075"/>
            </a:xfrm>
            <a:custGeom>
              <a:avLst/>
              <a:gdLst/>
              <a:ahLst/>
              <a:cxnLst/>
              <a:rect l="l" t="t" r="r" b="b"/>
              <a:pathLst>
                <a:path w="1255" h="563" extrusionOk="0">
                  <a:moveTo>
                    <a:pt x="1226" y="1"/>
                  </a:moveTo>
                  <a:cubicBezTo>
                    <a:pt x="1222" y="1"/>
                    <a:pt x="1219" y="2"/>
                    <a:pt x="1216" y="3"/>
                  </a:cubicBezTo>
                  <a:lnTo>
                    <a:pt x="20" y="513"/>
                  </a:lnTo>
                  <a:cubicBezTo>
                    <a:pt x="6" y="518"/>
                    <a:pt x="1" y="534"/>
                    <a:pt x="6" y="547"/>
                  </a:cubicBezTo>
                  <a:cubicBezTo>
                    <a:pt x="10" y="557"/>
                    <a:pt x="20" y="563"/>
                    <a:pt x="31" y="563"/>
                  </a:cubicBezTo>
                  <a:cubicBezTo>
                    <a:pt x="33" y="563"/>
                    <a:pt x="37" y="563"/>
                    <a:pt x="40" y="561"/>
                  </a:cubicBezTo>
                  <a:lnTo>
                    <a:pt x="1236" y="50"/>
                  </a:lnTo>
                  <a:cubicBezTo>
                    <a:pt x="1249" y="45"/>
                    <a:pt x="1255" y="30"/>
                    <a:pt x="1249" y="16"/>
                  </a:cubicBezTo>
                  <a:cubicBezTo>
                    <a:pt x="1245" y="6"/>
                    <a:pt x="1236" y="1"/>
                    <a:pt x="1226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6" name="Google Shape;10386;p32"/>
            <p:cNvSpPr/>
            <p:nvPr/>
          </p:nvSpPr>
          <p:spPr>
            <a:xfrm>
              <a:off x="1831300" y="5058525"/>
              <a:ext cx="9500" cy="6425"/>
            </a:xfrm>
            <a:custGeom>
              <a:avLst/>
              <a:gdLst/>
              <a:ahLst/>
              <a:cxnLst/>
              <a:rect l="l" t="t" r="r" b="b"/>
              <a:pathLst>
                <a:path w="380" h="257" extrusionOk="0">
                  <a:moveTo>
                    <a:pt x="349" y="1"/>
                  </a:moveTo>
                  <a:cubicBezTo>
                    <a:pt x="344" y="1"/>
                    <a:pt x="340" y="2"/>
                    <a:pt x="335" y="5"/>
                  </a:cubicBezTo>
                  <a:lnTo>
                    <a:pt x="15" y="209"/>
                  </a:lnTo>
                  <a:cubicBezTo>
                    <a:pt x="3" y="216"/>
                    <a:pt x="0" y="232"/>
                    <a:pt x="8" y="244"/>
                  </a:cubicBezTo>
                  <a:cubicBezTo>
                    <a:pt x="12" y="252"/>
                    <a:pt x="20" y="257"/>
                    <a:pt x="30" y="257"/>
                  </a:cubicBezTo>
                  <a:cubicBezTo>
                    <a:pt x="34" y="257"/>
                    <a:pt x="39" y="255"/>
                    <a:pt x="43" y="252"/>
                  </a:cubicBezTo>
                  <a:lnTo>
                    <a:pt x="363" y="48"/>
                  </a:lnTo>
                  <a:cubicBezTo>
                    <a:pt x="376" y="41"/>
                    <a:pt x="380" y="25"/>
                    <a:pt x="372" y="13"/>
                  </a:cubicBezTo>
                  <a:cubicBezTo>
                    <a:pt x="366" y="5"/>
                    <a:pt x="358" y="1"/>
                    <a:pt x="34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7" name="Google Shape;10387;p32"/>
            <p:cNvSpPr/>
            <p:nvPr/>
          </p:nvSpPr>
          <p:spPr>
            <a:xfrm>
              <a:off x="1756800" y="5063075"/>
              <a:ext cx="30350" cy="13650"/>
            </a:xfrm>
            <a:custGeom>
              <a:avLst/>
              <a:gdLst/>
              <a:ahLst/>
              <a:cxnLst/>
              <a:rect l="l" t="t" r="r" b="b"/>
              <a:pathLst>
                <a:path w="1214" h="546" extrusionOk="0">
                  <a:moveTo>
                    <a:pt x="1184" y="1"/>
                  </a:moveTo>
                  <a:cubicBezTo>
                    <a:pt x="1181" y="1"/>
                    <a:pt x="1179" y="1"/>
                    <a:pt x="1176" y="2"/>
                  </a:cubicBezTo>
                  <a:cubicBezTo>
                    <a:pt x="775" y="128"/>
                    <a:pt x="386" y="295"/>
                    <a:pt x="18" y="496"/>
                  </a:cubicBezTo>
                  <a:cubicBezTo>
                    <a:pt x="6" y="504"/>
                    <a:pt x="0" y="518"/>
                    <a:pt x="7" y="532"/>
                  </a:cubicBezTo>
                  <a:cubicBezTo>
                    <a:pt x="12" y="540"/>
                    <a:pt x="22" y="545"/>
                    <a:pt x="30" y="545"/>
                  </a:cubicBezTo>
                  <a:cubicBezTo>
                    <a:pt x="35" y="545"/>
                    <a:pt x="39" y="544"/>
                    <a:pt x="43" y="541"/>
                  </a:cubicBezTo>
                  <a:cubicBezTo>
                    <a:pt x="408" y="342"/>
                    <a:pt x="795" y="177"/>
                    <a:pt x="1192" y="52"/>
                  </a:cubicBezTo>
                  <a:cubicBezTo>
                    <a:pt x="1206" y="48"/>
                    <a:pt x="1214" y="33"/>
                    <a:pt x="1208" y="19"/>
                  </a:cubicBezTo>
                  <a:cubicBezTo>
                    <a:pt x="1205" y="8"/>
                    <a:pt x="1195" y="1"/>
                    <a:pt x="118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8" name="Google Shape;10388;p32"/>
            <p:cNvSpPr/>
            <p:nvPr/>
          </p:nvSpPr>
          <p:spPr>
            <a:xfrm>
              <a:off x="1791450" y="5056750"/>
              <a:ext cx="10350" cy="5200"/>
            </a:xfrm>
            <a:custGeom>
              <a:avLst/>
              <a:gdLst/>
              <a:ahLst/>
              <a:cxnLst/>
              <a:rect l="l" t="t" r="r" b="b"/>
              <a:pathLst>
                <a:path w="414" h="208" extrusionOk="0">
                  <a:moveTo>
                    <a:pt x="384" y="1"/>
                  </a:moveTo>
                  <a:cubicBezTo>
                    <a:pt x="380" y="1"/>
                    <a:pt x="376" y="1"/>
                    <a:pt x="373" y="3"/>
                  </a:cubicBezTo>
                  <a:lnTo>
                    <a:pt x="20" y="158"/>
                  </a:lnTo>
                  <a:cubicBezTo>
                    <a:pt x="7" y="163"/>
                    <a:pt x="0" y="178"/>
                    <a:pt x="7" y="192"/>
                  </a:cubicBezTo>
                  <a:cubicBezTo>
                    <a:pt x="11" y="201"/>
                    <a:pt x="20" y="208"/>
                    <a:pt x="30" y="208"/>
                  </a:cubicBezTo>
                  <a:cubicBezTo>
                    <a:pt x="34" y="208"/>
                    <a:pt x="38" y="206"/>
                    <a:pt x="40" y="205"/>
                  </a:cubicBezTo>
                  <a:lnTo>
                    <a:pt x="394" y="50"/>
                  </a:lnTo>
                  <a:cubicBezTo>
                    <a:pt x="408" y="45"/>
                    <a:pt x="413" y="29"/>
                    <a:pt x="408" y="17"/>
                  </a:cubicBezTo>
                  <a:cubicBezTo>
                    <a:pt x="403" y="7"/>
                    <a:pt x="393" y="1"/>
                    <a:pt x="384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9" name="Google Shape;10389;p32"/>
            <p:cNvSpPr/>
            <p:nvPr/>
          </p:nvSpPr>
          <p:spPr>
            <a:xfrm>
              <a:off x="1741325" y="5101050"/>
              <a:ext cx="36825" cy="11825"/>
            </a:xfrm>
            <a:custGeom>
              <a:avLst/>
              <a:gdLst/>
              <a:ahLst/>
              <a:cxnLst/>
              <a:rect l="l" t="t" r="r" b="b"/>
              <a:pathLst>
                <a:path w="1473" h="473" extrusionOk="0">
                  <a:moveTo>
                    <a:pt x="1443" y="1"/>
                  </a:moveTo>
                  <a:cubicBezTo>
                    <a:pt x="1441" y="1"/>
                    <a:pt x="1438" y="1"/>
                    <a:pt x="1436" y="2"/>
                  </a:cubicBezTo>
                  <a:lnTo>
                    <a:pt x="22" y="421"/>
                  </a:lnTo>
                  <a:cubicBezTo>
                    <a:pt x="9" y="426"/>
                    <a:pt x="0" y="440"/>
                    <a:pt x="5" y="454"/>
                  </a:cubicBezTo>
                  <a:cubicBezTo>
                    <a:pt x="9" y="465"/>
                    <a:pt x="18" y="473"/>
                    <a:pt x="30" y="473"/>
                  </a:cubicBezTo>
                  <a:cubicBezTo>
                    <a:pt x="31" y="473"/>
                    <a:pt x="34" y="473"/>
                    <a:pt x="37" y="471"/>
                  </a:cubicBezTo>
                  <a:lnTo>
                    <a:pt x="1451" y="52"/>
                  </a:lnTo>
                  <a:cubicBezTo>
                    <a:pt x="1464" y="47"/>
                    <a:pt x="1472" y="33"/>
                    <a:pt x="1468" y="19"/>
                  </a:cubicBezTo>
                  <a:cubicBezTo>
                    <a:pt x="1465" y="8"/>
                    <a:pt x="1454" y="1"/>
                    <a:pt x="1443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0" name="Google Shape;10390;p32"/>
            <p:cNvSpPr/>
            <p:nvPr/>
          </p:nvSpPr>
          <p:spPr>
            <a:xfrm>
              <a:off x="1782050" y="5096250"/>
              <a:ext cx="7325" cy="4075"/>
            </a:xfrm>
            <a:custGeom>
              <a:avLst/>
              <a:gdLst/>
              <a:ahLst/>
              <a:cxnLst/>
              <a:rect l="l" t="t" r="r" b="b"/>
              <a:pathLst>
                <a:path w="293" h="163" extrusionOk="0">
                  <a:moveTo>
                    <a:pt x="264" y="0"/>
                  </a:moveTo>
                  <a:cubicBezTo>
                    <a:pt x="260" y="0"/>
                    <a:pt x="256" y="1"/>
                    <a:pt x="252" y="3"/>
                  </a:cubicBezTo>
                  <a:lnTo>
                    <a:pt x="20" y="113"/>
                  </a:lnTo>
                  <a:cubicBezTo>
                    <a:pt x="6" y="120"/>
                    <a:pt x="1" y="135"/>
                    <a:pt x="7" y="148"/>
                  </a:cubicBezTo>
                  <a:cubicBezTo>
                    <a:pt x="11" y="157"/>
                    <a:pt x="21" y="163"/>
                    <a:pt x="30" y="163"/>
                  </a:cubicBezTo>
                  <a:cubicBezTo>
                    <a:pt x="34" y="163"/>
                    <a:pt x="37" y="161"/>
                    <a:pt x="41" y="160"/>
                  </a:cubicBezTo>
                  <a:lnTo>
                    <a:pt x="275" y="50"/>
                  </a:lnTo>
                  <a:cubicBezTo>
                    <a:pt x="287" y="43"/>
                    <a:pt x="293" y="28"/>
                    <a:pt x="287" y="15"/>
                  </a:cubicBezTo>
                  <a:cubicBezTo>
                    <a:pt x="283" y="5"/>
                    <a:pt x="274" y="0"/>
                    <a:pt x="264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1" name="Google Shape;10391;p32"/>
            <p:cNvSpPr/>
            <p:nvPr/>
          </p:nvSpPr>
          <p:spPr>
            <a:xfrm>
              <a:off x="1858275" y="5037200"/>
              <a:ext cx="15950" cy="12375"/>
            </a:xfrm>
            <a:custGeom>
              <a:avLst/>
              <a:gdLst/>
              <a:ahLst/>
              <a:cxnLst/>
              <a:rect l="l" t="t" r="r" b="b"/>
              <a:pathLst>
                <a:path w="638" h="495" extrusionOk="0">
                  <a:moveTo>
                    <a:pt x="609" y="0"/>
                  </a:moveTo>
                  <a:cubicBezTo>
                    <a:pt x="602" y="0"/>
                    <a:pt x="596" y="2"/>
                    <a:pt x="591" y="8"/>
                  </a:cubicBezTo>
                  <a:cubicBezTo>
                    <a:pt x="419" y="177"/>
                    <a:pt x="226" y="325"/>
                    <a:pt x="16" y="446"/>
                  </a:cubicBezTo>
                  <a:cubicBezTo>
                    <a:pt x="4" y="453"/>
                    <a:pt x="0" y="469"/>
                    <a:pt x="7" y="481"/>
                  </a:cubicBezTo>
                  <a:cubicBezTo>
                    <a:pt x="12" y="489"/>
                    <a:pt x="20" y="495"/>
                    <a:pt x="30" y="495"/>
                  </a:cubicBezTo>
                  <a:cubicBezTo>
                    <a:pt x="34" y="495"/>
                    <a:pt x="39" y="493"/>
                    <a:pt x="43" y="491"/>
                  </a:cubicBezTo>
                  <a:cubicBezTo>
                    <a:pt x="256" y="367"/>
                    <a:pt x="452" y="218"/>
                    <a:pt x="627" y="44"/>
                  </a:cubicBezTo>
                  <a:cubicBezTo>
                    <a:pt x="638" y="35"/>
                    <a:pt x="638" y="18"/>
                    <a:pt x="628" y="8"/>
                  </a:cubicBezTo>
                  <a:cubicBezTo>
                    <a:pt x="623" y="3"/>
                    <a:pt x="616" y="0"/>
                    <a:pt x="60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2" name="Google Shape;10392;p32"/>
            <p:cNvSpPr/>
            <p:nvPr/>
          </p:nvSpPr>
          <p:spPr>
            <a:xfrm>
              <a:off x="1709475" y="5086450"/>
              <a:ext cx="25950" cy="15600"/>
            </a:xfrm>
            <a:custGeom>
              <a:avLst/>
              <a:gdLst/>
              <a:ahLst/>
              <a:cxnLst/>
              <a:rect l="l" t="t" r="r" b="b"/>
              <a:pathLst>
                <a:path w="1038" h="624" extrusionOk="0">
                  <a:moveTo>
                    <a:pt x="1008" y="0"/>
                  </a:moveTo>
                  <a:cubicBezTo>
                    <a:pt x="1004" y="0"/>
                    <a:pt x="1000" y="1"/>
                    <a:pt x="996" y="3"/>
                  </a:cubicBezTo>
                  <a:cubicBezTo>
                    <a:pt x="662" y="178"/>
                    <a:pt x="331" y="370"/>
                    <a:pt x="15" y="576"/>
                  </a:cubicBezTo>
                  <a:cubicBezTo>
                    <a:pt x="3" y="583"/>
                    <a:pt x="0" y="599"/>
                    <a:pt x="7" y="611"/>
                  </a:cubicBezTo>
                  <a:cubicBezTo>
                    <a:pt x="13" y="619"/>
                    <a:pt x="21" y="623"/>
                    <a:pt x="30" y="623"/>
                  </a:cubicBezTo>
                  <a:cubicBezTo>
                    <a:pt x="34" y="623"/>
                    <a:pt x="39" y="622"/>
                    <a:pt x="44" y="619"/>
                  </a:cubicBezTo>
                  <a:cubicBezTo>
                    <a:pt x="358" y="415"/>
                    <a:pt x="687" y="224"/>
                    <a:pt x="1020" y="49"/>
                  </a:cubicBezTo>
                  <a:cubicBezTo>
                    <a:pt x="1032" y="42"/>
                    <a:pt x="1038" y="27"/>
                    <a:pt x="1031" y="14"/>
                  </a:cubicBezTo>
                  <a:cubicBezTo>
                    <a:pt x="1026" y="5"/>
                    <a:pt x="1018" y="0"/>
                    <a:pt x="100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3" name="Google Shape;10393;p32"/>
            <p:cNvSpPr/>
            <p:nvPr/>
          </p:nvSpPr>
          <p:spPr>
            <a:xfrm>
              <a:off x="1806975" y="5162000"/>
              <a:ext cx="44275" cy="6550"/>
            </a:xfrm>
            <a:custGeom>
              <a:avLst/>
              <a:gdLst/>
              <a:ahLst/>
              <a:cxnLst/>
              <a:rect l="l" t="t" r="r" b="b"/>
              <a:pathLst>
                <a:path w="1771" h="262" extrusionOk="0">
                  <a:moveTo>
                    <a:pt x="1742" y="1"/>
                  </a:moveTo>
                  <a:cubicBezTo>
                    <a:pt x="1741" y="1"/>
                    <a:pt x="1739" y="1"/>
                    <a:pt x="1737" y="1"/>
                  </a:cubicBezTo>
                  <a:cubicBezTo>
                    <a:pt x="1174" y="109"/>
                    <a:pt x="598" y="180"/>
                    <a:pt x="26" y="210"/>
                  </a:cubicBezTo>
                  <a:cubicBezTo>
                    <a:pt x="11" y="211"/>
                    <a:pt x="1" y="223"/>
                    <a:pt x="2" y="237"/>
                  </a:cubicBezTo>
                  <a:cubicBezTo>
                    <a:pt x="2" y="250"/>
                    <a:pt x="14" y="261"/>
                    <a:pt x="27" y="261"/>
                  </a:cubicBezTo>
                  <a:lnTo>
                    <a:pt x="29" y="261"/>
                  </a:lnTo>
                  <a:cubicBezTo>
                    <a:pt x="603" y="232"/>
                    <a:pt x="1182" y="162"/>
                    <a:pt x="1747" y="53"/>
                  </a:cubicBezTo>
                  <a:cubicBezTo>
                    <a:pt x="1762" y="50"/>
                    <a:pt x="1771" y="36"/>
                    <a:pt x="1768" y="22"/>
                  </a:cubicBezTo>
                  <a:cubicBezTo>
                    <a:pt x="1766" y="10"/>
                    <a:pt x="1755" y="1"/>
                    <a:pt x="174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4" name="Google Shape;10394;p32"/>
            <p:cNvSpPr/>
            <p:nvPr/>
          </p:nvSpPr>
          <p:spPr>
            <a:xfrm>
              <a:off x="1857450" y="5158750"/>
              <a:ext cx="9450" cy="3225"/>
            </a:xfrm>
            <a:custGeom>
              <a:avLst/>
              <a:gdLst/>
              <a:ahLst/>
              <a:cxnLst/>
              <a:rect l="l" t="t" r="r" b="b"/>
              <a:pathLst>
                <a:path w="378" h="129" extrusionOk="0">
                  <a:moveTo>
                    <a:pt x="348" y="0"/>
                  </a:moveTo>
                  <a:cubicBezTo>
                    <a:pt x="346" y="0"/>
                    <a:pt x="344" y="1"/>
                    <a:pt x="343" y="1"/>
                  </a:cubicBezTo>
                  <a:lnTo>
                    <a:pt x="24" y="78"/>
                  </a:lnTo>
                  <a:cubicBezTo>
                    <a:pt x="9" y="82"/>
                    <a:pt x="1" y="95"/>
                    <a:pt x="4" y="109"/>
                  </a:cubicBezTo>
                  <a:cubicBezTo>
                    <a:pt x="8" y="121"/>
                    <a:pt x="17" y="129"/>
                    <a:pt x="29" y="129"/>
                  </a:cubicBezTo>
                  <a:cubicBezTo>
                    <a:pt x="32" y="129"/>
                    <a:pt x="33" y="129"/>
                    <a:pt x="36" y="127"/>
                  </a:cubicBezTo>
                  <a:lnTo>
                    <a:pt x="355" y="52"/>
                  </a:lnTo>
                  <a:cubicBezTo>
                    <a:pt x="370" y="48"/>
                    <a:pt x="378" y="35"/>
                    <a:pt x="375" y="21"/>
                  </a:cubicBezTo>
                  <a:cubicBezTo>
                    <a:pt x="371" y="8"/>
                    <a:pt x="361" y="0"/>
                    <a:pt x="348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5" name="Google Shape;10395;p32"/>
            <p:cNvSpPr/>
            <p:nvPr/>
          </p:nvSpPr>
          <p:spPr>
            <a:xfrm>
              <a:off x="1879025" y="5155375"/>
              <a:ext cx="38800" cy="14975"/>
            </a:xfrm>
            <a:custGeom>
              <a:avLst/>
              <a:gdLst/>
              <a:ahLst/>
              <a:cxnLst/>
              <a:rect l="l" t="t" r="r" b="b"/>
              <a:pathLst>
                <a:path w="1552" h="599" extrusionOk="0">
                  <a:moveTo>
                    <a:pt x="1522" y="0"/>
                  </a:moveTo>
                  <a:cubicBezTo>
                    <a:pt x="1518" y="0"/>
                    <a:pt x="1515" y="1"/>
                    <a:pt x="1511" y="3"/>
                  </a:cubicBezTo>
                  <a:cubicBezTo>
                    <a:pt x="1031" y="219"/>
                    <a:pt x="529" y="402"/>
                    <a:pt x="22" y="548"/>
                  </a:cubicBezTo>
                  <a:cubicBezTo>
                    <a:pt x="8" y="552"/>
                    <a:pt x="0" y="566"/>
                    <a:pt x="4" y="580"/>
                  </a:cubicBezTo>
                  <a:cubicBezTo>
                    <a:pt x="8" y="592"/>
                    <a:pt x="18" y="599"/>
                    <a:pt x="30" y="599"/>
                  </a:cubicBezTo>
                  <a:cubicBezTo>
                    <a:pt x="31" y="599"/>
                    <a:pt x="34" y="599"/>
                    <a:pt x="37" y="597"/>
                  </a:cubicBezTo>
                  <a:cubicBezTo>
                    <a:pt x="546" y="452"/>
                    <a:pt x="1050" y="268"/>
                    <a:pt x="1533" y="50"/>
                  </a:cubicBezTo>
                  <a:cubicBezTo>
                    <a:pt x="1546" y="44"/>
                    <a:pt x="1551" y="28"/>
                    <a:pt x="1546" y="15"/>
                  </a:cubicBezTo>
                  <a:cubicBezTo>
                    <a:pt x="1541" y="6"/>
                    <a:pt x="1532" y="0"/>
                    <a:pt x="1522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6" name="Google Shape;10396;p32"/>
            <p:cNvSpPr/>
            <p:nvPr/>
          </p:nvSpPr>
          <p:spPr>
            <a:xfrm>
              <a:off x="1746775" y="5147625"/>
              <a:ext cx="40725" cy="9850"/>
            </a:xfrm>
            <a:custGeom>
              <a:avLst/>
              <a:gdLst/>
              <a:ahLst/>
              <a:cxnLst/>
              <a:rect l="l" t="t" r="r" b="b"/>
              <a:pathLst>
                <a:path w="1629" h="394" extrusionOk="0">
                  <a:moveTo>
                    <a:pt x="1601" y="0"/>
                  </a:moveTo>
                  <a:cubicBezTo>
                    <a:pt x="1599" y="0"/>
                    <a:pt x="1598" y="0"/>
                    <a:pt x="1596" y="1"/>
                  </a:cubicBezTo>
                  <a:cubicBezTo>
                    <a:pt x="1070" y="91"/>
                    <a:pt x="540" y="206"/>
                    <a:pt x="23" y="342"/>
                  </a:cubicBezTo>
                  <a:cubicBezTo>
                    <a:pt x="10" y="345"/>
                    <a:pt x="0" y="360"/>
                    <a:pt x="4" y="373"/>
                  </a:cubicBezTo>
                  <a:cubicBezTo>
                    <a:pt x="7" y="385"/>
                    <a:pt x="18" y="392"/>
                    <a:pt x="30" y="392"/>
                  </a:cubicBezTo>
                  <a:lnTo>
                    <a:pt x="30" y="393"/>
                  </a:lnTo>
                  <a:cubicBezTo>
                    <a:pt x="31" y="393"/>
                    <a:pt x="34" y="392"/>
                    <a:pt x="37" y="392"/>
                  </a:cubicBezTo>
                  <a:cubicBezTo>
                    <a:pt x="552" y="256"/>
                    <a:pt x="1079" y="142"/>
                    <a:pt x="1604" y="52"/>
                  </a:cubicBezTo>
                  <a:cubicBezTo>
                    <a:pt x="1619" y="49"/>
                    <a:pt x="1628" y="36"/>
                    <a:pt x="1626" y="22"/>
                  </a:cubicBezTo>
                  <a:cubicBezTo>
                    <a:pt x="1623" y="9"/>
                    <a:pt x="1612" y="0"/>
                    <a:pt x="1601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7" name="Google Shape;10397;p32"/>
            <p:cNvSpPr/>
            <p:nvPr/>
          </p:nvSpPr>
          <p:spPr>
            <a:xfrm>
              <a:off x="1792550" y="5145875"/>
              <a:ext cx="5675" cy="2150"/>
            </a:xfrm>
            <a:custGeom>
              <a:avLst/>
              <a:gdLst/>
              <a:ahLst/>
              <a:cxnLst/>
              <a:rect l="l" t="t" r="r" b="b"/>
              <a:pathLst>
                <a:path w="227" h="86" extrusionOk="0">
                  <a:moveTo>
                    <a:pt x="199" y="0"/>
                  </a:moveTo>
                  <a:cubicBezTo>
                    <a:pt x="197" y="0"/>
                    <a:pt x="196" y="0"/>
                    <a:pt x="194" y="1"/>
                  </a:cubicBezTo>
                  <a:lnTo>
                    <a:pt x="23" y="33"/>
                  </a:lnTo>
                  <a:cubicBezTo>
                    <a:pt x="10" y="37"/>
                    <a:pt x="0" y="50"/>
                    <a:pt x="3" y="64"/>
                  </a:cubicBezTo>
                  <a:cubicBezTo>
                    <a:pt x="6" y="76"/>
                    <a:pt x="17" y="85"/>
                    <a:pt x="29" y="85"/>
                  </a:cubicBezTo>
                  <a:cubicBezTo>
                    <a:pt x="30" y="85"/>
                    <a:pt x="31" y="85"/>
                    <a:pt x="34" y="84"/>
                  </a:cubicBezTo>
                  <a:lnTo>
                    <a:pt x="204" y="52"/>
                  </a:lnTo>
                  <a:cubicBezTo>
                    <a:pt x="217" y="49"/>
                    <a:pt x="226" y="36"/>
                    <a:pt x="224" y="22"/>
                  </a:cubicBezTo>
                  <a:cubicBezTo>
                    <a:pt x="221" y="9"/>
                    <a:pt x="211" y="0"/>
                    <a:pt x="199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8" name="Google Shape;10398;p32"/>
            <p:cNvSpPr/>
            <p:nvPr/>
          </p:nvSpPr>
          <p:spPr>
            <a:xfrm>
              <a:off x="1780275" y="5167375"/>
              <a:ext cx="10625" cy="2875"/>
            </a:xfrm>
            <a:custGeom>
              <a:avLst/>
              <a:gdLst/>
              <a:ahLst/>
              <a:cxnLst/>
              <a:rect l="l" t="t" r="r" b="b"/>
              <a:pathLst>
                <a:path w="425" h="115" extrusionOk="0">
                  <a:moveTo>
                    <a:pt x="398" y="1"/>
                  </a:moveTo>
                  <a:cubicBezTo>
                    <a:pt x="396" y="1"/>
                    <a:pt x="394" y="1"/>
                    <a:pt x="392" y="2"/>
                  </a:cubicBezTo>
                  <a:lnTo>
                    <a:pt x="23" y="64"/>
                  </a:lnTo>
                  <a:cubicBezTo>
                    <a:pt x="10" y="66"/>
                    <a:pt x="0" y="78"/>
                    <a:pt x="2" y="93"/>
                  </a:cubicBezTo>
                  <a:cubicBezTo>
                    <a:pt x="4" y="105"/>
                    <a:pt x="15" y="115"/>
                    <a:pt x="27" y="115"/>
                  </a:cubicBezTo>
                  <a:lnTo>
                    <a:pt x="33" y="115"/>
                  </a:lnTo>
                  <a:lnTo>
                    <a:pt x="400" y="53"/>
                  </a:lnTo>
                  <a:cubicBezTo>
                    <a:pt x="415" y="50"/>
                    <a:pt x="424" y="37"/>
                    <a:pt x="421" y="23"/>
                  </a:cubicBezTo>
                  <a:cubicBezTo>
                    <a:pt x="419" y="11"/>
                    <a:pt x="409" y="1"/>
                    <a:pt x="39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9" name="Google Shape;10399;p32"/>
            <p:cNvSpPr/>
            <p:nvPr/>
          </p:nvSpPr>
          <p:spPr>
            <a:xfrm>
              <a:off x="1763025" y="5184450"/>
              <a:ext cx="45500" cy="3325"/>
            </a:xfrm>
            <a:custGeom>
              <a:avLst/>
              <a:gdLst/>
              <a:ahLst/>
              <a:cxnLst/>
              <a:rect l="l" t="t" r="r" b="b"/>
              <a:pathLst>
                <a:path w="1820" h="133" extrusionOk="0">
                  <a:moveTo>
                    <a:pt x="1792" y="1"/>
                  </a:moveTo>
                  <a:lnTo>
                    <a:pt x="26" y="82"/>
                  </a:lnTo>
                  <a:cubicBezTo>
                    <a:pt x="11" y="82"/>
                    <a:pt x="0" y="94"/>
                    <a:pt x="2" y="108"/>
                  </a:cubicBezTo>
                  <a:cubicBezTo>
                    <a:pt x="2" y="122"/>
                    <a:pt x="14" y="133"/>
                    <a:pt x="27" y="133"/>
                  </a:cubicBezTo>
                  <a:lnTo>
                    <a:pt x="28" y="133"/>
                  </a:lnTo>
                  <a:lnTo>
                    <a:pt x="1794" y="53"/>
                  </a:lnTo>
                  <a:cubicBezTo>
                    <a:pt x="1808" y="52"/>
                    <a:pt x="1819" y="40"/>
                    <a:pt x="1819" y="25"/>
                  </a:cubicBezTo>
                  <a:cubicBezTo>
                    <a:pt x="1819" y="12"/>
                    <a:pt x="1804" y="2"/>
                    <a:pt x="1792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0" name="Google Shape;10400;p32"/>
            <p:cNvSpPr/>
            <p:nvPr/>
          </p:nvSpPr>
          <p:spPr>
            <a:xfrm>
              <a:off x="1858075" y="5137425"/>
              <a:ext cx="29975" cy="4400"/>
            </a:xfrm>
            <a:custGeom>
              <a:avLst/>
              <a:gdLst/>
              <a:ahLst/>
              <a:cxnLst/>
              <a:rect l="l" t="t" r="r" b="b"/>
              <a:pathLst>
                <a:path w="1199" h="176" extrusionOk="0">
                  <a:moveTo>
                    <a:pt x="1171" y="1"/>
                  </a:moveTo>
                  <a:cubicBezTo>
                    <a:pt x="1171" y="1"/>
                    <a:pt x="1170" y="1"/>
                    <a:pt x="1169" y="1"/>
                  </a:cubicBezTo>
                  <a:lnTo>
                    <a:pt x="24" y="123"/>
                  </a:lnTo>
                  <a:cubicBezTo>
                    <a:pt x="11" y="125"/>
                    <a:pt x="0" y="138"/>
                    <a:pt x="1" y="152"/>
                  </a:cubicBezTo>
                  <a:cubicBezTo>
                    <a:pt x="3" y="165"/>
                    <a:pt x="15" y="176"/>
                    <a:pt x="27" y="176"/>
                  </a:cubicBezTo>
                  <a:lnTo>
                    <a:pt x="27" y="175"/>
                  </a:lnTo>
                  <a:lnTo>
                    <a:pt x="30" y="175"/>
                  </a:lnTo>
                  <a:lnTo>
                    <a:pt x="1175" y="52"/>
                  </a:lnTo>
                  <a:cubicBezTo>
                    <a:pt x="1188" y="51"/>
                    <a:pt x="1199" y="39"/>
                    <a:pt x="1197" y="24"/>
                  </a:cubicBezTo>
                  <a:cubicBezTo>
                    <a:pt x="1196" y="11"/>
                    <a:pt x="1183" y="1"/>
                    <a:pt x="1171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1" name="Google Shape;10401;p32"/>
            <p:cNvSpPr/>
            <p:nvPr/>
          </p:nvSpPr>
          <p:spPr>
            <a:xfrm>
              <a:off x="1768300" y="5237225"/>
              <a:ext cx="42475" cy="6025"/>
            </a:xfrm>
            <a:custGeom>
              <a:avLst/>
              <a:gdLst/>
              <a:ahLst/>
              <a:cxnLst/>
              <a:rect l="l" t="t" r="r" b="b"/>
              <a:pathLst>
                <a:path w="1699" h="241" extrusionOk="0">
                  <a:moveTo>
                    <a:pt x="27" y="0"/>
                  </a:moveTo>
                  <a:cubicBezTo>
                    <a:pt x="14" y="0"/>
                    <a:pt x="3" y="10"/>
                    <a:pt x="2" y="23"/>
                  </a:cubicBezTo>
                  <a:cubicBezTo>
                    <a:pt x="0" y="37"/>
                    <a:pt x="10" y="50"/>
                    <a:pt x="25" y="52"/>
                  </a:cubicBezTo>
                  <a:lnTo>
                    <a:pt x="1669" y="240"/>
                  </a:lnTo>
                  <a:lnTo>
                    <a:pt x="1671" y="240"/>
                  </a:lnTo>
                  <a:cubicBezTo>
                    <a:pt x="1683" y="240"/>
                    <a:pt x="1696" y="231"/>
                    <a:pt x="1697" y="217"/>
                  </a:cubicBezTo>
                  <a:cubicBezTo>
                    <a:pt x="1698" y="202"/>
                    <a:pt x="1689" y="190"/>
                    <a:pt x="1674" y="189"/>
                  </a:cubicBezTo>
                  <a:lnTo>
                    <a:pt x="30" y="1"/>
                  </a:lnTo>
                  <a:cubicBezTo>
                    <a:pt x="29" y="1"/>
                    <a:pt x="28" y="0"/>
                    <a:pt x="27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2" name="Google Shape;10402;p32"/>
            <p:cNvSpPr/>
            <p:nvPr/>
          </p:nvSpPr>
          <p:spPr>
            <a:xfrm>
              <a:off x="1814975" y="5242500"/>
              <a:ext cx="6750" cy="1725"/>
            </a:xfrm>
            <a:custGeom>
              <a:avLst/>
              <a:gdLst/>
              <a:ahLst/>
              <a:cxnLst/>
              <a:rect l="l" t="t" r="r" b="b"/>
              <a:pathLst>
                <a:path w="270" h="69" extrusionOk="0">
                  <a:moveTo>
                    <a:pt x="25" y="0"/>
                  </a:moveTo>
                  <a:cubicBezTo>
                    <a:pt x="11" y="0"/>
                    <a:pt x="2" y="12"/>
                    <a:pt x="2" y="25"/>
                  </a:cubicBezTo>
                  <a:cubicBezTo>
                    <a:pt x="1" y="40"/>
                    <a:pt x="12" y="52"/>
                    <a:pt x="25" y="53"/>
                  </a:cubicBezTo>
                  <a:lnTo>
                    <a:pt x="242" y="68"/>
                  </a:lnTo>
                  <a:lnTo>
                    <a:pt x="243" y="68"/>
                  </a:lnTo>
                  <a:cubicBezTo>
                    <a:pt x="256" y="68"/>
                    <a:pt x="268" y="57"/>
                    <a:pt x="268" y="44"/>
                  </a:cubicBezTo>
                  <a:cubicBezTo>
                    <a:pt x="270" y="30"/>
                    <a:pt x="259" y="18"/>
                    <a:pt x="246" y="17"/>
                  </a:cubicBezTo>
                  <a:lnTo>
                    <a:pt x="29" y="1"/>
                  </a:lnTo>
                  <a:cubicBezTo>
                    <a:pt x="27" y="1"/>
                    <a:pt x="26" y="0"/>
                    <a:pt x="25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3" name="Google Shape;10403;p32"/>
            <p:cNvSpPr/>
            <p:nvPr/>
          </p:nvSpPr>
          <p:spPr>
            <a:xfrm>
              <a:off x="1836225" y="5254550"/>
              <a:ext cx="28450" cy="3950"/>
            </a:xfrm>
            <a:custGeom>
              <a:avLst/>
              <a:gdLst/>
              <a:ahLst/>
              <a:cxnLst/>
              <a:rect l="l" t="t" r="r" b="b"/>
              <a:pathLst>
                <a:path w="1138" h="158" extrusionOk="0">
                  <a:moveTo>
                    <a:pt x="30" y="0"/>
                  </a:moveTo>
                  <a:cubicBezTo>
                    <a:pt x="17" y="0"/>
                    <a:pt x="6" y="8"/>
                    <a:pt x="4" y="22"/>
                  </a:cubicBezTo>
                  <a:cubicBezTo>
                    <a:pt x="1" y="35"/>
                    <a:pt x="10" y="49"/>
                    <a:pt x="25" y="52"/>
                  </a:cubicBezTo>
                  <a:cubicBezTo>
                    <a:pt x="383" y="111"/>
                    <a:pt x="748" y="147"/>
                    <a:pt x="1111" y="158"/>
                  </a:cubicBezTo>
                  <a:cubicBezTo>
                    <a:pt x="1126" y="158"/>
                    <a:pt x="1136" y="147"/>
                    <a:pt x="1136" y="132"/>
                  </a:cubicBezTo>
                  <a:cubicBezTo>
                    <a:pt x="1138" y="117"/>
                    <a:pt x="1126" y="107"/>
                    <a:pt x="1112" y="105"/>
                  </a:cubicBezTo>
                  <a:cubicBezTo>
                    <a:pt x="752" y="95"/>
                    <a:pt x="388" y="60"/>
                    <a:pt x="33" y="0"/>
                  </a:cubicBezTo>
                  <a:cubicBezTo>
                    <a:pt x="32" y="0"/>
                    <a:pt x="31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4" name="Google Shape;10404;p32"/>
            <p:cNvSpPr/>
            <p:nvPr/>
          </p:nvSpPr>
          <p:spPr>
            <a:xfrm>
              <a:off x="1871025" y="5258000"/>
              <a:ext cx="6950" cy="2000"/>
            </a:xfrm>
            <a:custGeom>
              <a:avLst/>
              <a:gdLst/>
              <a:ahLst/>
              <a:cxnLst/>
              <a:rect l="l" t="t" r="r" b="b"/>
              <a:pathLst>
                <a:path w="278" h="80" extrusionOk="0">
                  <a:moveTo>
                    <a:pt x="28" y="1"/>
                  </a:moveTo>
                  <a:cubicBezTo>
                    <a:pt x="14" y="1"/>
                    <a:pt x="4" y="10"/>
                    <a:pt x="3" y="24"/>
                  </a:cubicBezTo>
                  <a:cubicBezTo>
                    <a:pt x="0" y="37"/>
                    <a:pt x="11" y="51"/>
                    <a:pt x="24" y="52"/>
                  </a:cubicBezTo>
                  <a:lnTo>
                    <a:pt x="248" y="79"/>
                  </a:lnTo>
                  <a:lnTo>
                    <a:pt x="250" y="79"/>
                  </a:lnTo>
                  <a:cubicBezTo>
                    <a:pt x="264" y="79"/>
                    <a:pt x="275" y="68"/>
                    <a:pt x="276" y="56"/>
                  </a:cubicBezTo>
                  <a:cubicBezTo>
                    <a:pt x="277" y="41"/>
                    <a:pt x="268" y="29"/>
                    <a:pt x="253" y="27"/>
                  </a:cubicBezTo>
                  <a:lnTo>
                    <a:pt x="31" y="1"/>
                  </a:lnTo>
                  <a:cubicBezTo>
                    <a:pt x="30" y="1"/>
                    <a:pt x="29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5" name="Google Shape;10405;p32"/>
            <p:cNvSpPr/>
            <p:nvPr/>
          </p:nvSpPr>
          <p:spPr>
            <a:xfrm>
              <a:off x="1716750" y="5219925"/>
              <a:ext cx="42000" cy="5225"/>
            </a:xfrm>
            <a:custGeom>
              <a:avLst/>
              <a:gdLst/>
              <a:ahLst/>
              <a:cxnLst/>
              <a:rect l="l" t="t" r="r" b="b"/>
              <a:pathLst>
                <a:path w="1680" h="209" extrusionOk="0">
                  <a:moveTo>
                    <a:pt x="27" y="1"/>
                  </a:moveTo>
                  <a:cubicBezTo>
                    <a:pt x="14" y="1"/>
                    <a:pt x="3" y="11"/>
                    <a:pt x="1" y="25"/>
                  </a:cubicBezTo>
                  <a:cubicBezTo>
                    <a:pt x="0" y="39"/>
                    <a:pt x="11" y="52"/>
                    <a:pt x="26" y="54"/>
                  </a:cubicBezTo>
                  <a:lnTo>
                    <a:pt x="1649" y="207"/>
                  </a:lnTo>
                  <a:lnTo>
                    <a:pt x="1651" y="207"/>
                  </a:lnTo>
                  <a:lnTo>
                    <a:pt x="1652" y="208"/>
                  </a:lnTo>
                  <a:cubicBezTo>
                    <a:pt x="1664" y="208"/>
                    <a:pt x="1676" y="198"/>
                    <a:pt x="1678" y="184"/>
                  </a:cubicBezTo>
                  <a:cubicBezTo>
                    <a:pt x="1679" y="169"/>
                    <a:pt x="1668" y="157"/>
                    <a:pt x="1653" y="156"/>
                  </a:cubicBezTo>
                  <a:lnTo>
                    <a:pt x="30" y="1"/>
                  </a:lnTo>
                  <a:cubicBezTo>
                    <a:pt x="29" y="1"/>
                    <a:pt x="28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6" name="Google Shape;10406;p32"/>
            <p:cNvSpPr/>
            <p:nvPr/>
          </p:nvSpPr>
          <p:spPr>
            <a:xfrm>
              <a:off x="1762850" y="5224700"/>
              <a:ext cx="6950" cy="1925"/>
            </a:xfrm>
            <a:custGeom>
              <a:avLst/>
              <a:gdLst/>
              <a:ahLst/>
              <a:cxnLst/>
              <a:rect l="l" t="t" r="r" b="b"/>
              <a:pathLst>
                <a:path w="278" h="77" extrusionOk="0">
                  <a:moveTo>
                    <a:pt x="26" y="0"/>
                  </a:moveTo>
                  <a:cubicBezTo>
                    <a:pt x="12" y="0"/>
                    <a:pt x="3" y="12"/>
                    <a:pt x="2" y="24"/>
                  </a:cubicBezTo>
                  <a:cubicBezTo>
                    <a:pt x="1" y="39"/>
                    <a:pt x="11" y="51"/>
                    <a:pt x="25" y="52"/>
                  </a:cubicBezTo>
                  <a:lnTo>
                    <a:pt x="248" y="76"/>
                  </a:lnTo>
                  <a:lnTo>
                    <a:pt x="251" y="76"/>
                  </a:lnTo>
                  <a:cubicBezTo>
                    <a:pt x="264" y="76"/>
                    <a:pt x="275" y="67"/>
                    <a:pt x="276" y="54"/>
                  </a:cubicBezTo>
                  <a:cubicBezTo>
                    <a:pt x="278" y="40"/>
                    <a:pt x="268" y="27"/>
                    <a:pt x="253" y="25"/>
                  </a:cubicBezTo>
                  <a:lnTo>
                    <a:pt x="31" y="1"/>
                  </a:lnTo>
                  <a:cubicBezTo>
                    <a:pt x="29" y="1"/>
                    <a:pt x="28" y="0"/>
                    <a:pt x="26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7" name="Google Shape;10407;p32"/>
            <p:cNvSpPr/>
            <p:nvPr/>
          </p:nvSpPr>
          <p:spPr>
            <a:xfrm>
              <a:off x="1847375" y="5235600"/>
              <a:ext cx="36475" cy="7750"/>
            </a:xfrm>
            <a:custGeom>
              <a:avLst/>
              <a:gdLst/>
              <a:ahLst/>
              <a:cxnLst/>
              <a:rect l="l" t="t" r="r" b="b"/>
              <a:pathLst>
                <a:path w="1459" h="310" extrusionOk="0">
                  <a:moveTo>
                    <a:pt x="27" y="1"/>
                  </a:moveTo>
                  <a:cubicBezTo>
                    <a:pt x="14" y="1"/>
                    <a:pt x="5" y="9"/>
                    <a:pt x="3" y="21"/>
                  </a:cubicBezTo>
                  <a:cubicBezTo>
                    <a:pt x="0" y="36"/>
                    <a:pt x="10" y="49"/>
                    <a:pt x="23" y="52"/>
                  </a:cubicBezTo>
                  <a:lnTo>
                    <a:pt x="1426" y="308"/>
                  </a:lnTo>
                  <a:cubicBezTo>
                    <a:pt x="1428" y="309"/>
                    <a:pt x="1429" y="309"/>
                    <a:pt x="1431" y="309"/>
                  </a:cubicBezTo>
                  <a:lnTo>
                    <a:pt x="1431" y="309"/>
                  </a:lnTo>
                  <a:cubicBezTo>
                    <a:pt x="1444" y="309"/>
                    <a:pt x="1455" y="300"/>
                    <a:pt x="1456" y="288"/>
                  </a:cubicBezTo>
                  <a:cubicBezTo>
                    <a:pt x="1459" y="273"/>
                    <a:pt x="1449" y="259"/>
                    <a:pt x="1436" y="257"/>
                  </a:cubicBezTo>
                  <a:lnTo>
                    <a:pt x="33" y="1"/>
                  </a:lnTo>
                  <a:cubicBezTo>
                    <a:pt x="31" y="1"/>
                    <a:pt x="29" y="1"/>
                    <a:pt x="27" y="1"/>
                  </a:cubicBezTo>
                  <a:close/>
                  <a:moveTo>
                    <a:pt x="1431" y="309"/>
                  </a:moveTo>
                  <a:cubicBezTo>
                    <a:pt x="1431" y="309"/>
                    <a:pt x="1431" y="309"/>
                    <a:pt x="1430" y="309"/>
                  </a:cubicBezTo>
                  <a:lnTo>
                    <a:pt x="1432" y="309"/>
                  </a:lnTo>
                  <a:cubicBezTo>
                    <a:pt x="1431" y="309"/>
                    <a:pt x="1431" y="309"/>
                    <a:pt x="1431" y="309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8" name="Google Shape;10408;p32"/>
            <p:cNvSpPr/>
            <p:nvPr/>
          </p:nvSpPr>
          <p:spPr>
            <a:xfrm>
              <a:off x="1742425" y="5245575"/>
              <a:ext cx="42450" cy="8300"/>
            </a:xfrm>
            <a:custGeom>
              <a:avLst/>
              <a:gdLst/>
              <a:ahLst/>
              <a:cxnLst/>
              <a:rect l="l" t="t" r="r" b="b"/>
              <a:pathLst>
                <a:path w="1698" h="332" extrusionOk="0">
                  <a:moveTo>
                    <a:pt x="28" y="1"/>
                  </a:moveTo>
                  <a:cubicBezTo>
                    <a:pt x="16" y="1"/>
                    <a:pt x="6" y="9"/>
                    <a:pt x="4" y="22"/>
                  </a:cubicBezTo>
                  <a:cubicBezTo>
                    <a:pt x="1" y="35"/>
                    <a:pt x="10" y="49"/>
                    <a:pt x="24" y="51"/>
                  </a:cubicBezTo>
                  <a:cubicBezTo>
                    <a:pt x="566" y="167"/>
                    <a:pt x="1119" y="261"/>
                    <a:pt x="1668" y="330"/>
                  </a:cubicBezTo>
                  <a:cubicBezTo>
                    <a:pt x="1668" y="331"/>
                    <a:pt x="1669" y="331"/>
                    <a:pt x="1670" y="331"/>
                  </a:cubicBezTo>
                  <a:cubicBezTo>
                    <a:pt x="1684" y="331"/>
                    <a:pt x="1695" y="320"/>
                    <a:pt x="1696" y="308"/>
                  </a:cubicBezTo>
                  <a:cubicBezTo>
                    <a:pt x="1697" y="294"/>
                    <a:pt x="1688" y="281"/>
                    <a:pt x="1673" y="279"/>
                  </a:cubicBezTo>
                  <a:cubicBezTo>
                    <a:pt x="1127" y="210"/>
                    <a:pt x="575" y="116"/>
                    <a:pt x="35" y="2"/>
                  </a:cubicBezTo>
                  <a:cubicBezTo>
                    <a:pt x="32" y="1"/>
                    <a:pt x="3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9" name="Google Shape;10409;p32"/>
            <p:cNvSpPr/>
            <p:nvPr/>
          </p:nvSpPr>
          <p:spPr>
            <a:xfrm>
              <a:off x="1690650" y="5282050"/>
              <a:ext cx="38750" cy="13075"/>
            </a:xfrm>
            <a:custGeom>
              <a:avLst/>
              <a:gdLst/>
              <a:ahLst/>
              <a:cxnLst/>
              <a:rect l="l" t="t" r="r" b="b"/>
              <a:pathLst>
                <a:path w="1550" h="523" extrusionOk="0">
                  <a:moveTo>
                    <a:pt x="27" y="1"/>
                  </a:moveTo>
                  <a:cubicBezTo>
                    <a:pt x="16" y="1"/>
                    <a:pt x="7" y="8"/>
                    <a:pt x="4" y="18"/>
                  </a:cubicBezTo>
                  <a:cubicBezTo>
                    <a:pt x="0" y="33"/>
                    <a:pt x="7" y="47"/>
                    <a:pt x="20" y="52"/>
                  </a:cubicBezTo>
                  <a:lnTo>
                    <a:pt x="1512" y="522"/>
                  </a:lnTo>
                  <a:cubicBezTo>
                    <a:pt x="1515" y="523"/>
                    <a:pt x="1518" y="523"/>
                    <a:pt x="1520" y="523"/>
                  </a:cubicBezTo>
                  <a:cubicBezTo>
                    <a:pt x="1531" y="523"/>
                    <a:pt x="1542" y="516"/>
                    <a:pt x="1545" y="505"/>
                  </a:cubicBezTo>
                  <a:cubicBezTo>
                    <a:pt x="1550" y="491"/>
                    <a:pt x="1542" y="477"/>
                    <a:pt x="1528" y="472"/>
                  </a:cubicBezTo>
                  <a:lnTo>
                    <a:pt x="36" y="2"/>
                  </a:lnTo>
                  <a:cubicBezTo>
                    <a:pt x="33" y="1"/>
                    <a:pt x="30" y="1"/>
                    <a:pt x="27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0" name="Google Shape;10410;p32"/>
            <p:cNvSpPr/>
            <p:nvPr/>
          </p:nvSpPr>
          <p:spPr>
            <a:xfrm>
              <a:off x="1737325" y="5297000"/>
              <a:ext cx="5850" cy="2700"/>
            </a:xfrm>
            <a:custGeom>
              <a:avLst/>
              <a:gdLst/>
              <a:ahLst/>
              <a:cxnLst/>
              <a:rect l="l" t="t" r="r" b="b"/>
              <a:pathLst>
                <a:path w="234" h="108" extrusionOk="0">
                  <a:moveTo>
                    <a:pt x="30" y="0"/>
                  </a:moveTo>
                  <a:cubicBezTo>
                    <a:pt x="19" y="0"/>
                    <a:pt x="9" y="7"/>
                    <a:pt x="6" y="19"/>
                  </a:cubicBezTo>
                  <a:cubicBezTo>
                    <a:pt x="0" y="33"/>
                    <a:pt x="8" y="47"/>
                    <a:pt x="22" y="51"/>
                  </a:cubicBezTo>
                  <a:lnTo>
                    <a:pt x="195" y="107"/>
                  </a:lnTo>
                  <a:cubicBezTo>
                    <a:pt x="198" y="108"/>
                    <a:pt x="201" y="108"/>
                    <a:pt x="204" y="108"/>
                  </a:cubicBezTo>
                  <a:cubicBezTo>
                    <a:pt x="214" y="108"/>
                    <a:pt x="225" y="101"/>
                    <a:pt x="228" y="90"/>
                  </a:cubicBezTo>
                  <a:cubicBezTo>
                    <a:pt x="233" y="76"/>
                    <a:pt x="225" y="62"/>
                    <a:pt x="212" y="57"/>
                  </a:cubicBezTo>
                  <a:lnTo>
                    <a:pt x="38" y="2"/>
                  </a:lnTo>
                  <a:cubicBezTo>
                    <a:pt x="35" y="1"/>
                    <a:pt x="33" y="0"/>
                    <a:pt x="30" y="0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1" name="Google Shape;10411;p32"/>
            <p:cNvSpPr/>
            <p:nvPr/>
          </p:nvSpPr>
          <p:spPr>
            <a:xfrm>
              <a:off x="1769375" y="5294075"/>
              <a:ext cx="23575" cy="6175"/>
            </a:xfrm>
            <a:custGeom>
              <a:avLst/>
              <a:gdLst/>
              <a:ahLst/>
              <a:cxnLst/>
              <a:rect l="l" t="t" r="r" b="b"/>
              <a:pathLst>
                <a:path w="943" h="247" extrusionOk="0">
                  <a:moveTo>
                    <a:pt x="29" y="1"/>
                  </a:moveTo>
                  <a:cubicBezTo>
                    <a:pt x="17" y="1"/>
                    <a:pt x="7" y="9"/>
                    <a:pt x="5" y="22"/>
                  </a:cubicBezTo>
                  <a:cubicBezTo>
                    <a:pt x="0" y="35"/>
                    <a:pt x="10" y="49"/>
                    <a:pt x="23" y="53"/>
                  </a:cubicBezTo>
                  <a:lnTo>
                    <a:pt x="909" y="246"/>
                  </a:lnTo>
                  <a:lnTo>
                    <a:pt x="914" y="246"/>
                  </a:lnTo>
                  <a:cubicBezTo>
                    <a:pt x="926" y="246"/>
                    <a:pt x="937" y="238"/>
                    <a:pt x="940" y="226"/>
                  </a:cubicBezTo>
                  <a:cubicBezTo>
                    <a:pt x="942" y="213"/>
                    <a:pt x="934" y="198"/>
                    <a:pt x="919" y="195"/>
                  </a:cubicBezTo>
                  <a:lnTo>
                    <a:pt x="35" y="2"/>
                  </a:lnTo>
                  <a:cubicBezTo>
                    <a:pt x="33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2" name="Google Shape;10412;p32"/>
            <p:cNvSpPr/>
            <p:nvPr/>
          </p:nvSpPr>
          <p:spPr>
            <a:xfrm>
              <a:off x="1797250" y="5299975"/>
              <a:ext cx="5875" cy="2200"/>
            </a:xfrm>
            <a:custGeom>
              <a:avLst/>
              <a:gdLst/>
              <a:ahLst/>
              <a:cxnLst/>
              <a:rect l="l" t="t" r="r" b="b"/>
              <a:pathLst>
                <a:path w="235" h="88" extrusionOk="0">
                  <a:moveTo>
                    <a:pt x="29" y="1"/>
                  </a:moveTo>
                  <a:cubicBezTo>
                    <a:pt x="17" y="1"/>
                    <a:pt x="6" y="9"/>
                    <a:pt x="3" y="22"/>
                  </a:cubicBezTo>
                  <a:cubicBezTo>
                    <a:pt x="1" y="36"/>
                    <a:pt x="10" y="49"/>
                    <a:pt x="25" y="52"/>
                  </a:cubicBezTo>
                  <a:lnTo>
                    <a:pt x="203" y="87"/>
                  </a:lnTo>
                  <a:lnTo>
                    <a:pt x="208" y="87"/>
                  </a:lnTo>
                  <a:cubicBezTo>
                    <a:pt x="220" y="87"/>
                    <a:pt x="231" y="79"/>
                    <a:pt x="232" y="67"/>
                  </a:cubicBezTo>
                  <a:cubicBezTo>
                    <a:pt x="235" y="52"/>
                    <a:pt x="227" y="39"/>
                    <a:pt x="212" y="36"/>
                  </a:cubicBezTo>
                  <a:lnTo>
                    <a:pt x="34" y="1"/>
                  </a:lnTo>
                  <a:cubicBezTo>
                    <a:pt x="33" y="1"/>
                    <a:pt x="31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3" name="Google Shape;10413;p32"/>
            <p:cNvSpPr/>
            <p:nvPr/>
          </p:nvSpPr>
          <p:spPr>
            <a:xfrm>
              <a:off x="1808725" y="5313625"/>
              <a:ext cx="22100" cy="3675"/>
            </a:xfrm>
            <a:custGeom>
              <a:avLst/>
              <a:gdLst/>
              <a:ahLst/>
              <a:cxnLst/>
              <a:rect l="l" t="t" r="r" b="b"/>
              <a:pathLst>
                <a:path w="884" h="147" extrusionOk="0">
                  <a:moveTo>
                    <a:pt x="28" y="1"/>
                  </a:moveTo>
                  <a:cubicBezTo>
                    <a:pt x="15" y="1"/>
                    <a:pt x="4" y="11"/>
                    <a:pt x="3" y="23"/>
                  </a:cubicBezTo>
                  <a:cubicBezTo>
                    <a:pt x="1" y="37"/>
                    <a:pt x="10" y="51"/>
                    <a:pt x="23" y="52"/>
                  </a:cubicBezTo>
                  <a:cubicBezTo>
                    <a:pt x="298" y="101"/>
                    <a:pt x="578" y="132"/>
                    <a:pt x="855" y="146"/>
                  </a:cubicBezTo>
                  <a:lnTo>
                    <a:pt x="856" y="146"/>
                  </a:lnTo>
                  <a:cubicBezTo>
                    <a:pt x="870" y="146"/>
                    <a:pt x="882" y="136"/>
                    <a:pt x="882" y="121"/>
                  </a:cubicBezTo>
                  <a:cubicBezTo>
                    <a:pt x="883" y="107"/>
                    <a:pt x="872" y="95"/>
                    <a:pt x="857" y="94"/>
                  </a:cubicBezTo>
                  <a:cubicBezTo>
                    <a:pt x="582" y="81"/>
                    <a:pt x="305" y="48"/>
                    <a:pt x="33" y="1"/>
                  </a:cubicBezTo>
                  <a:cubicBezTo>
                    <a:pt x="31" y="1"/>
                    <a:pt x="30" y="1"/>
                    <a:pt x="28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4" name="Google Shape;10414;p32"/>
            <p:cNvSpPr/>
            <p:nvPr/>
          </p:nvSpPr>
          <p:spPr>
            <a:xfrm>
              <a:off x="1656425" y="5255650"/>
              <a:ext cx="33600" cy="14450"/>
            </a:xfrm>
            <a:custGeom>
              <a:avLst/>
              <a:gdLst/>
              <a:ahLst/>
              <a:cxnLst/>
              <a:rect l="l" t="t" r="r" b="b"/>
              <a:pathLst>
                <a:path w="1344" h="578" extrusionOk="0">
                  <a:moveTo>
                    <a:pt x="29" y="1"/>
                  </a:moveTo>
                  <a:cubicBezTo>
                    <a:pt x="19" y="1"/>
                    <a:pt x="10" y="7"/>
                    <a:pt x="6" y="17"/>
                  </a:cubicBezTo>
                  <a:cubicBezTo>
                    <a:pt x="1" y="30"/>
                    <a:pt x="6" y="45"/>
                    <a:pt x="20" y="51"/>
                  </a:cubicBezTo>
                  <a:lnTo>
                    <a:pt x="1305" y="575"/>
                  </a:lnTo>
                  <a:cubicBezTo>
                    <a:pt x="1307" y="577"/>
                    <a:pt x="1310" y="578"/>
                    <a:pt x="1314" y="578"/>
                  </a:cubicBezTo>
                  <a:cubicBezTo>
                    <a:pt x="1323" y="578"/>
                    <a:pt x="1334" y="571"/>
                    <a:pt x="1338" y="562"/>
                  </a:cubicBezTo>
                  <a:cubicBezTo>
                    <a:pt x="1344" y="548"/>
                    <a:pt x="1337" y="534"/>
                    <a:pt x="1323" y="528"/>
                  </a:cubicBezTo>
                  <a:lnTo>
                    <a:pt x="40" y="4"/>
                  </a:lnTo>
                  <a:cubicBezTo>
                    <a:pt x="36" y="2"/>
                    <a:pt x="33" y="1"/>
                    <a:pt x="29" y="1"/>
                  </a:cubicBezTo>
                  <a:close/>
                </a:path>
              </a:pathLst>
            </a:custGeom>
            <a:solidFill>
              <a:srgbClr val="3E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582E2-81B5-4754-8759-8C4F08102E42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F03C-51F1-4D66-B18D-98EA4D6CF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4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verlock"/>
              <a:buNone/>
              <a:defRPr sz="3500" b="1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8" r:id="rId3"/>
    <p:sldLayoutId id="2147483673" r:id="rId4"/>
    <p:sldLayoutId id="2147483676" r:id="rId5"/>
    <p:sldLayoutId id="2147483677" r:id="rId6"/>
    <p:sldLayoutId id="2147483678" r:id="rId7"/>
    <p:sldLayoutId id="2147483683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5" name="Google Shape;10425;p36"/>
          <p:cNvSpPr txBox="1">
            <a:spLocks noGrp="1"/>
          </p:cNvSpPr>
          <p:nvPr>
            <p:ph type="ctrTitle"/>
          </p:nvPr>
        </p:nvSpPr>
        <p:spPr>
          <a:xfrm>
            <a:off x="195573" y="1351722"/>
            <a:ext cx="8704800" cy="317713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sz="2400" dirty="0">
                <a:solidFill>
                  <a:srgbClr val="FF0000"/>
                </a:solidFill>
                <a:latin typeface="UTM Atlas" panose="02040603050506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TẬP HUẤN</a:t>
            </a:r>
            <a:br>
              <a:rPr lang="vi-VN" sz="2400" dirty="0">
                <a:solidFill>
                  <a:srgbClr val="FF0000"/>
                </a:solidFill>
                <a:latin typeface="UTM Atlas" panose="02040603050506020204" pitchFamily="18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" sz="2400" dirty="0">
                <a:solidFill>
                  <a:srgbClr val="FF0000"/>
                </a:solidFill>
                <a:latin typeface="UTM Cooper Black" panose="02040603050506020204" pitchFamily="18" charset="0"/>
              </a:rPr>
            </a:br>
            <a:r>
              <a:rPr lang="vi-VN" sz="2400" dirty="0">
                <a:solidFill>
                  <a:srgbClr val="FF0000"/>
                </a:solidFill>
                <a:latin typeface="UTM American Sans" panose="02040603050506020204" pitchFamily="18" charset="0"/>
                <a:cs typeface="Times New Roman" panose="02020603050405020304" pitchFamily="18" charset="0"/>
              </a:rPr>
              <a:t>HƯỚNG DẪN XÂY DỰNG ĐỀ KIỂM TRA </a:t>
            </a:r>
            <a:r>
              <a:rPr lang="vi-VN" sz="2400">
                <a:solidFill>
                  <a:srgbClr val="FF0000"/>
                </a:solidFill>
                <a:latin typeface="UTM American Sans" panose="02040603050506020204" pitchFamily="18" charset="0"/>
                <a:cs typeface="Times New Roman" panose="02020603050405020304" pitchFamily="18" charset="0"/>
              </a:rPr>
              <a:t>ĐÁNH GIÁ ĐỊNH KÌ  </a:t>
            </a:r>
            <a:r>
              <a:rPr lang="vi-VN" sz="2400" dirty="0">
                <a:solidFill>
                  <a:srgbClr val="FF0000"/>
                </a:solidFill>
                <a:latin typeface="UTM American Sans" panose="02040603050506020204" pitchFamily="18" charset="0"/>
                <a:cs typeface="Times New Roman" panose="02020603050405020304" pitchFamily="18" charset="0"/>
              </a:rPr>
              <a:t>THEO ĐỊNH HƯỚNG PHÁT TRIỂN PHẨM CHẤT - NĂNG LỰC HỌC SINH</a:t>
            </a:r>
            <a:br>
              <a:rPr lang="vi-VN" sz="2400" dirty="0">
                <a:solidFill>
                  <a:srgbClr val="FF0000"/>
                </a:solidFill>
                <a:latin typeface="UTM American Sans" panose="02040603050506020204" pitchFamily="18" charset="0"/>
                <a:cs typeface="Times New Roman" panose="02020603050405020304" pitchFamily="18" charset="0"/>
              </a:rPr>
            </a:br>
            <a:br>
              <a:rPr lang="vi-VN" sz="2400" dirty="0">
                <a:solidFill>
                  <a:srgbClr val="FF0000"/>
                </a:solidFill>
                <a:latin typeface="UTM American Sans" panose="02040603050506020204" pitchFamily="18" charset="0"/>
                <a:cs typeface="Times New Roman" panose="02020603050405020304" pitchFamily="18" charset="0"/>
              </a:rPr>
            </a:br>
            <a:r>
              <a:rPr lang="vi-VN" sz="2400" dirty="0">
                <a:solidFill>
                  <a:srgbClr val="FF0000"/>
                </a:solidFill>
                <a:latin typeface="UTM American Sans" panose="02040603050506020204" pitchFamily="18" charset="0"/>
                <a:cs typeface="Times New Roman" panose="02020603050405020304" pitchFamily="18" charset="0"/>
              </a:rPr>
              <a:t>              </a:t>
            </a:r>
            <a:r>
              <a:rPr lang="vi-VN" sz="2400" i="1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Bình Thuận, ngày 15 /02/2025</a:t>
            </a:r>
            <a:endParaRPr sz="2400" i="1" dirty="0">
              <a:solidFill>
                <a:srgbClr val="0000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27" name="Google Shape;10427;p36"/>
          <p:cNvSpPr/>
          <p:nvPr/>
        </p:nvSpPr>
        <p:spPr>
          <a:xfrm>
            <a:off x="-276525" y="-1200219"/>
            <a:ext cx="10137433" cy="2166606"/>
          </a:xfrm>
          <a:custGeom>
            <a:avLst/>
            <a:gdLst/>
            <a:ahLst/>
            <a:cxnLst/>
            <a:rect l="l" t="t" r="r" b="b"/>
            <a:pathLst>
              <a:path w="90882" h="25299" extrusionOk="0">
                <a:moveTo>
                  <a:pt x="72564" y="15677"/>
                </a:moveTo>
                <a:cubicBezTo>
                  <a:pt x="73560" y="16327"/>
                  <a:pt x="74389" y="17230"/>
                  <a:pt x="74640" y="18360"/>
                </a:cubicBezTo>
                <a:cubicBezTo>
                  <a:pt x="74857" y="19342"/>
                  <a:pt x="74311" y="20275"/>
                  <a:pt x="73277" y="20275"/>
                </a:cubicBezTo>
                <a:cubicBezTo>
                  <a:pt x="73249" y="20275"/>
                  <a:pt x="73220" y="20274"/>
                  <a:pt x="73191" y="20273"/>
                </a:cubicBezTo>
                <a:cubicBezTo>
                  <a:pt x="72282" y="20229"/>
                  <a:pt x="71511" y="19593"/>
                  <a:pt x="71337" y="18697"/>
                </a:cubicBezTo>
                <a:cubicBezTo>
                  <a:pt x="71128" y="17613"/>
                  <a:pt x="71697" y="16491"/>
                  <a:pt x="72469" y="15763"/>
                </a:cubicBezTo>
                <a:cubicBezTo>
                  <a:pt x="72500" y="15733"/>
                  <a:pt x="72532" y="15705"/>
                  <a:pt x="72564" y="15677"/>
                </a:cubicBezTo>
                <a:close/>
                <a:moveTo>
                  <a:pt x="86496" y="1"/>
                </a:moveTo>
                <a:cubicBezTo>
                  <a:pt x="84950" y="1"/>
                  <a:pt x="83399" y="583"/>
                  <a:pt x="82368" y="1739"/>
                </a:cubicBezTo>
                <a:cubicBezTo>
                  <a:pt x="79628" y="4811"/>
                  <a:pt x="81773" y="10061"/>
                  <a:pt x="77968" y="12477"/>
                </a:cubicBezTo>
                <a:cubicBezTo>
                  <a:pt x="76257" y="13564"/>
                  <a:pt x="74117" y="13894"/>
                  <a:pt x="72523" y="15168"/>
                </a:cubicBezTo>
                <a:cubicBezTo>
                  <a:pt x="72284" y="15023"/>
                  <a:pt x="72044" y="14895"/>
                  <a:pt x="71813" y="14786"/>
                </a:cubicBezTo>
                <a:cubicBezTo>
                  <a:pt x="70534" y="14184"/>
                  <a:pt x="69198" y="13928"/>
                  <a:pt x="67857" y="13928"/>
                </a:cubicBezTo>
                <a:cubicBezTo>
                  <a:pt x="65238" y="13928"/>
                  <a:pt x="62601" y="14906"/>
                  <a:pt x="60334" y="16200"/>
                </a:cubicBezTo>
                <a:cubicBezTo>
                  <a:pt x="58280" y="17372"/>
                  <a:pt x="56381" y="18785"/>
                  <a:pt x="54381" y="20042"/>
                </a:cubicBezTo>
                <a:cubicBezTo>
                  <a:pt x="52283" y="21359"/>
                  <a:pt x="50056" y="22475"/>
                  <a:pt x="47721" y="23303"/>
                </a:cubicBezTo>
                <a:cubicBezTo>
                  <a:pt x="44906" y="24301"/>
                  <a:pt x="41932" y="24874"/>
                  <a:pt x="38958" y="24874"/>
                </a:cubicBezTo>
                <a:cubicBezTo>
                  <a:pt x="37191" y="24874"/>
                  <a:pt x="35424" y="24672"/>
                  <a:pt x="33691" y="24236"/>
                </a:cubicBezTo>
                <a:cubicBezTo>
                  <a:pt x="31552" y="23698"/>
                  <a:pt x="29498" y="22830"/>
                  <a:pt x="27653" y="21618"/>
                </a:cubicBezTo>
                <a:cubicBezTo>
                  <a:pt x="25858" y="20441"/>
                  <a:pt x="24433" y="18932"/>
                  <a:pt x="23054" y="17306"/>
                </a:cubicBezTo>
                <a:cubicBezTo>
                  <a:pt x="21834" y="15867"/>
                  <a:pt x="20574" y="14328"/>
                  <a:pt x="18894" y="13407"/>
                </a:cubicBezTo>
                <a:cubicBezTo>
                  <a:pt x="18022" y="12929"/>
                  <a:pt x="17102" y="12705"/>
                  <a:pt x="16175" y="12705"/>
                </a:cubicBezTo>
                <a:cubicBezTo>
                  <a:pt x="15338" y="12705"/>
                  <a:pt x="14495" y="12887"/>
                  <a:pt x="13677" y="13231"/>
                </a:cubicBezTo>
                <a:cubicBezTo>
                  <a:pt x="11765" y="14034"/>
                  <a:pt x="10141" y="15429"/>
                  <a:pt x="8159" y="16077"/>
                </a:cubicBezTo>
                <a:cubicBezTo>
                  <a:pt x="7526" y="16283"/>
                  <a:pt x="6872" y="16382"/>
                  <a:pt x="6222" y="16382"/>
                </a:cubicBezTo>
                <a:cubicBezTo>
                  <a:pt x="4884" y="16382"/>
                  <a:pt x="3557" y="15963"/>
                  <a:pt x="2434" y="15193"/>
                </a:cubicBezTo>
                <a:cubicBezTo>
                  <a:pt x="1604" y="14624"/>
                  <a:pt x="927" y="13871"/>
                  <a:pt x="448" y="12987"/>
                </a:cubicBezTo>
                <a:cubicBezTo>
                  <a:pt x="409" y="12914"/>
                  <a:pt x="347" y="12884"/>
                  <a:pt x="284" y="12884"/>
                </a:cubicBezTo>
                <a:cubicBezTo>
                  <a:pt x="144" y="12884"/>
                  <a:pt x="1" y="13034"/>
                  <a:pt x="89" y="13197"/>
                </a:cubicBezTo>
                <a:cubicBezTo>
                  <a:pt x="948" y="14781"/>
                  <a:pt x="2438" y="15947"/>
                  <a:pt x="4151" y="16486"/>
                </a:cubicBezTo>
                <a:cubicBezTo>
                  <a:pt x="4815" y="16694"/>
                  <a:pt x="5482" y="16792"/>
                  <a:pt x="6143" y="16792"/>
                </a:cubicBezTo>
                <a:cubicBezTo>
                  <a:pt x="7242" y="16792"/>
                  <a:pt x="8327" y="16522"/>
                  <a:pt x="9365" y="16037"/>
                </a:cubicBezTo>
                <a:cubicBezTo>
                  <a:pt x="11128" y="15213"/>
                  <a:pt x="12684" y="13922"/>
                  <a:pt x="14563" y="13348"/>
                </a:cubicBezTo>
                <a:cubicBezTo>
                  <a:pt x="15083" y="13189"/>
                  <a:pt x="15597" y="13114"/>
                  <a:pt x="16101" y="13114"/>
                </a:cubicBezTo>
                <a:cubicBezTo>
                  <a:pt x="17452" y="13114"/>
                  <a:pt x="18727" y="13651"/>
                  <a:pt x="19836" y="14546"/>
                </a:cubicBezTo>
                <a:cubicBezTo>
                  <a:pt x="21274" y="15705"/>
                  <a:pt x="22395" y="17203"/>
                  <a:pt x="23604" y="18586"/>
                </a:cubicBezTo>
                <a:cubicBezTo>
                  <a:pt x="24943" y="20118"/>
                  <a:pt x="26472" y="21436"/>
                  <a:pt x="28231" y="22467"/>
                </a:cubicBezTo>
                <a:cubicBezTo>
                  <a:pt x="31478" y="24371"/>
                  <a:pt x="35246" y="25299"/>
                  <a:pt x="39000" y="25299"/>
                </a:cubicBezTo>
                <a:cubicBezTo>
                  <a:pt x="39393" y="25299"/>
                  <a:pt x="39786" y="25289"/>
                  <a:pt x="40179" y="25268"/>
                </a:cubicBezTo>
                <a:cubicBezTo>
                  <a:pt x="44729" y="25034"/>
                  <a:pt x="49147" y="23524"/>
                  <a:pt x="53095" y="21293"/>
                </a:cubicBezTo>
                <a:cubicBezTo>
                  <a:pt x="56945" y="19117"/>
                  <a:pt x="60398" y="15879"/>
                  <a:pt x="64761" y="14742"/>
                </a:cubicBezTo>
                <a:cubicBezTo>
                  <a:pt x="65730" y="14489"/>
                  <a:pt x="66741" y="14348"/>
                  <a:pt x="67749" y="14348"/>
                </a:cubicBezTo>
                <a:cubicBezTo>
                  <a:pt x="68677" y="14348"/>
                  <a:pt x="69603" y="14467"/>
                  <a:pt x="70492" y="14728"/>
                </a:cubicBezTo>
                <a:cubicBezTo>
                  <a:pt x="71050" y="14891"/>
                  <a:pt x="71638" y="15135"/>
                  <a:pt x="72193" y="15451"/>
                </a:cubicBezTo>
                <a:cubicBezTo>
                  <a:pt x="72187" y="15458"/>
                  <a:pt x="72180" y="15462"/>
                  <a:pt x="72175" y="15468"/>
                </a:cubicBezTo>
                <a:cubicBezTo>
                  <a:pt x="70954" y="16621"/>
                  <a:pt x="70203" y="18944"/>
                  <a:pt x="71758" y="20157"/>
                </a:cubicBezTo>
                <a:cubicBezTo>
                  <a:pt x="72193" y="20498"/>
                  <a:pt x="72725" y="20667"/>
                  <a:pt x="73236" y="20667"/>
                </a:cubicBezTo>
                <a:cubicBezTo>
                  <a:pt x="74177" y="20667"/>
                  <a:pt x="75047" y="20091"/>
                  <a:pt x="75108" y="18943"/>
                </a:cubicBezTo>
                <a:cubicBezTo>
                  <a:pt x="75184" y="17494"/>
                  <a:pt x="74097" y="16237"/>
                  <a:pt x="72891" y="15407"/>
                </a:cubicBezTo>
                <a:cubicBezTo>
                  <a:pt x="73628" y="14850"/>
                  <a:pt x="74500" y="14479"/>
                  <a:pt x="75351" y="14139"/>
                </a:cubicBezTo>
                <a:cubicBezTo>
                  <a:pt x="77187" y="13405"/>
                  <a:pt x="79117" y="12664"/>
                  <a:pt x="80086" y="10809"/>
                </a:cubicBezTo>
                <a:cubicBezTo>
                  <a:pt x="80955" y="9147"/>
                  <a:pt x="80969" y="7205"/>
                  <a:pt x="81288" y="5397"/>
                </a:cubicBezTo>
                <a:cubicBezTo>
                  <a:pt x="81601" y="3618"/>
                  <a:pt x="82271" y="1922"/>
                  <a:pt x="83946" y="1037"/>
                </a:cubicBezTo>
                <a:cubicBezTo>
                  <a:pt x="84727" y="624"/>
                  <a:pt x="85623" y="415"/>
                  <a:pt x="86518" y="415"/>
                </a:cubicBezTo>
                <a:cubicBezTo>
                  <a:pt x="87265" y="415"/>
                  <a:pt x="88012" y="561"/>
                  <a:pt x="88690" y="857"/>
                </a:cubicBezTo>
                <a:cubicBezTo>
                  <a:pt x="89392" y="1164"/>
                  <a:pt x="89995" y="1636"/>
                  <a:pt x="90464" y="2241"/>
                </a:cubicBezTo>
                <a:cubicBezTo>
                  <a:pt x="90504" y="2292"/>
                  <a:pt x="90552" y="2313"/>
                  <a:pt x="90598" y="2313"/>
                </a:cubicBezTo>
                <a:cubicBezTo>
                  <a:pt x="90744" y="2313"/>
                  <a:pt x="90882" y="2105"/>
                  <a:pt x="90759" y="1947"/>
                </a:cubicBezTo>
                <a:cubicBezTo>
                  <a:pt x="89751" y="647"/>
                  <a:pt x="88126" y="1"/>
                  <a:pt x="8649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0428" name="Google Shape;10428;p36"/>
          <p:cNvSpPr/>
          <p:nvPr/>
        </p:nvSpPr>
        <p:spPr>
          <a:xfrm rot="991658">
            <a:off x="-755213" y="3978720"/>
            <a:ext cx="6744136" cy="1250557"/>
          </a:xfrm>
          <a:custGeom>
            <a:avLst/>
            <a:gdLst/>
            <a:ahLst/>
            <a:cxnLst/>
            <a:rect l="l" t="t" r="r" b="b"/>
            <a:pathLst>
              <a:path w="70946" h="13155" extrusionOk="0">
                <a:moveTo>
                  <a:pt x="28788" y="8195"/>
                </a:moveTo>
                <a:cubicBezTo>
                  <a:pt x="29575" y="8969"/>
                  <a:pt x="30145" y="10035"/>
                  <a:pt x="29803" y="11080"/>
                </a:cubicBezTo>
                <a:cubicBezTo>
                  <a:pt x="29628" y="11616"/>
                  <a:pt x="29090" y="12094"/>
                  <a:pt x="28531" y="12094"/>
                </a:cubicBezTo>
                <a:cubicBezTo>
                  <a:pt x="28353" y="12094"/>
                  <a:pt x="28172" y="12045"/>
                  <a:pt x="28000" y="11934"/>
                </a:cubicBezTo>
                <a:cubicBezTo>
                  <a:pt x="27506" y="11615"/>
                  <a:pt x="27389" y="10943"/>
                  <a:pt x="27426" y="10399"/>
                </a:cubicBezTo>
                <a:cubicBezTo>
                  <a:pt x="27490" y="9482"/>
                  <a:pt x="28058" y="8732"/>
                  <a:pt x="28788" y="8195"/>
                </a:cubicBezTo>
                <a:close/>
                <a:moveTo>
                  <a:pt x="70716" y="1"/>
                </a:moveTo>
                <a:cubicBezTo>
                  <a:pt x="70612" y="1"/>
                  <a:pt x="70509" y="68"/>
                  <a:pt x="70510" y="202"/>
                </a:cubicBezTo>
                <a:cubicBezTo>
                  <a:pt x="70532" y="2053"/>
                  <a:pt x="70576" y="4084"/>
                  <a:pt x="69644" y="5752"/>
                </a:cubicBezTo>
                <a:cubicBezTo>
                  <a:pt x="68965" y="6967"/>
                  <a:pt x="67705" y="8012"/>
                  <a:pt x="66280" y="8012"/>
                </a:cubicBezTo>
                <a:cubicBezTo>
                  <a:pt x="66106" y="8012"/>
                  <a:pt x="65929" y="7996"/>
                  <a:pt x="65751" y="7963"/>
                </a:cubicBezTo>
                <a:cubicBezTo>
                  <a:pt x="64184" y="7674"/>
                  <a:pt x="63056" y="6351"/>
                  <a:pt x="61813" y="5468"/>
                </a:cubicBezTo>
                <a:cubicBezTo>
                  <a:pt x="60535" y="4562"/>
                  <a:pt x="59006" y="4056"/>
                  <a:pt x="57448" y="3948"/>
                </a:cubicBezTo>
                <a:cubicBezTo>
                  <a:pt x="57241" y="3934"/>
                  <a:pt x="57033" y="3927"/>
                  <a:pt x="56825" y="3927"/>
                </a:cubicBezTo>
                <a:cubicBezTo>
                  <a:pt x="55508" y="3927"/>
                  <a:pt x="54191" y="4215"/>
                  <a:pt x="53002" y="4783"/>
                </a:cubicBezTo>
                <a:cubicBezTo>
                  <a:pt x="51556" y="5475"/>
                  <a:pt x="50470" y="6631"/>
                  <a:pt x="49329" y="7721"/>
                </a:cubicBezTo>
                <a:cubicBezTo>
                  <a:pt x="48024" y="8967"/>
                  <a:pt x="46609" y="9944"/>
                  <a:pt x="44750" y="10042"/>
                </a:cubicBezTo>
                <a:cubicBezTo>
                  <a:pt x="44617" y="10049"/>
                  <a:pt x="44483" y="10052"/>
                  <a:pt x="44350" y="10052"/>
                </a:cubicBezTo>
                <a:cubicBezTo>
                  <a:pt x="42635" y="10052"/>
                  <a:pt x="40971" y="9488"/>
                  <a:pt x="39403" y="8834"/>
                </a:cubicBezTo>
                <a:cubicBezTo>
                  <a:pt x="37154" y="7896"/>
                  <a:pt x="34744" y="6708"/>
                  <a:pt x="32297" y="6708"/>
                </a:cubicBezTo>
                <a:cubicBezTo>
                  <a:pt x="31456" y="6708"/>
                  <a:pt x="30610" y="6848"/>
                  <a:pt x="29765" y="7187"/>
                </a:cubicBezTo>
                <a:cubicBezTo>
                  <a:pt x="29448" y="7314"/>
                  <a:pt x="29132" y="7475"/>
                  <a:pt x="28829" y="7666"/>
                </a:cubicBezTo>
                <a:cubicBezTo>
                  <a:pt x="28376" y="7273"/>
                  <a:pt x="27850" y="6958"/>
                  <a:pt x="27292" y="6730"/>
                </a:cubicBezTo>
                <a:cubicBezTo>
                  <a:pt x="26418" y="6374"/>
                  <a:pt x="25474" y="6215"/>
                  <a:pt x="24531" y="6215"/>
                </a:cubicBezTo>
                <a:cubicBezTo>
                  <a:pt x="24093" y="6215"/>
                  <a:pt x="23656" y="6249"/>
                  <a:pt x="23226" y="6313"/>
                </a:cubicBezTo>
                <a:cubicBezTo>
                  <a:pt x="21596" y="6557"/>
                  <a:pt x="20075" y="7311"/>
                  <a:pt x="18676" y="8149"/>
                </a:cubicBezTo>
                <a:cubicBezTo>
                  <a:pt x="15650" y="9964"/>
                  <a:pt x="12736" y="12556"/>
                  <a:pt x="9040" y="12742"/>
                </a:cubicBezTo>
                <a:cubicBezTo>
                  <a:pt x="8928" y="12748"/>
                  <a:pt x="8817" y="12751"/>
                  <a:pt x="8706" y="12751"/>
                </a:cubicBezTo>
                <a:cubicBezTo>
                  <a:pt x="7061" y="12751"/>
                  <a:pt x="5537" y="12132"/>
                  <a:pt x="4307" y="11022"/>
                </a:cubicBezTo>
                <a:cubicBezTo>
                  <a:pt x="2988" y="9831"/>
                  <a:pt x="2104" y="8261"/>
                  <a:pt x="1426" y="6637"/>
                </a:cubicBezTo>
                <a:cubicBezTo>
                  <a:pt x="1068" y="5782"/>
                  <a:pt x="762" y="4906"/>
                  <a:pt x="455" y="4031"/>
                </a:cubicBezTo>
                <a:cubicBezTo>
                  <a:pt x="421" y="3932"/>
                  <a:pt x="337" y="3889"/>
                  <a:pt x="253" y="3889"/>
                </a:cubicBezTo>
                <a:cubicBezTo>
                  <a:pt x="126" y="3889"/>
                  <a:pt x="1" y="3989"/>
                  <a:pt x="54" y="4142"/>
                </a:cubicBezTo>
                <a:cubicBezTo>
                  <a:pt x="1135" y="7223"/>
                  <a:pt x="2396" y="10644"/>
                  <a:pt x="5414" y="12332"/>
                </a:cubicBezTo>
                <a:cubicBezTo>
                  <a:pt x="6452" y="12913"/>
                  <a:pt x="7547" y="13154"/>
                  <a:pt x="8649" y="13154"/>
                </a:cubicBezTo>
                <a:cubicBezTo>
                  <a:pt x="10806" y="13154"/>
                  <a:pt x="12991" y="12230"/>
                  <a:pt x="14834" y="11114"/>
                </a:cubicBezTo>
                <a:cubicBezTo>
                  <a:pt x="17615" y="9431"/>
                  <a:pt x="20340" y="6993"/>
                  <a:pt x="23708" y="6669"/>
                </a:cubicBezTo>
                <a:cubicBezTo>
                  <a:pt x="23977" y="6643"/>
                  <a:pt x="24249" y="6630"/>
                  <a:pt x="24521" y="6630"/>
                </a:cubicBezTo>
                <a:cubicBezTo>
                  <a:pt x="25625" y="6630"/>
                  <a:pt x="26740" y="6853"/>
                  <a:pt x="27709" y="7384"/>
                </a:cubicBezTo>
                <a:cubicBezTo>
                  <a:pt x="27962" y="7525"/>
                  <a:pt x="28224" y="7703"/>
                  <a:pt x="28475" y="7911"/>
                </a:cubicBezTo>
                <a:cubicBezTo>
                  <a:pt x="27821" y="8406"/>
                  <a:pt x="27289" y="9060"/>
                  <a:pt x="27094" y="9852"/>
                </a:cubicBezTo>
                <a:cubicBezTo>
                  <a:pt x="26849" y="10851"/>
                  <a:pt x="27110" y="12295"/>
                  <a:pt x="28315" y="12487"/>
                </a:cubicBezTo>
                <a:cubicBezTo>
                  <a:pt x="28390" y="12499"/>
                  <a:pt x="28465" y="12505"/>
                  <a:pt x="28540" y="12505"/>
                </a:cubicBezTo>
                <a:cubicBezTo>
                  <a:pt x="29145" y="12505"/>
                  <a:pt x="29706" y="12121"/>
                  <a:pt x="30017" y="11606"/>
                </a:cubicBezTo>
                <a:cubicBezTo>
                  <a:pt x="30423" y="10935"/>
                  <a:pt x="30353" y="10086"/>
                  <a:pt x="30074" y="9382"/>
                </a:cubicBezTo>
                <a:cubicBezTo>
                  <a:pt x="29860" y="8843"/>
                  <a:pt x="29537" y="8366"/>
                  <a:pt x="29141" y="7958"/>
                </a:cubicBezTo>
                <a:cubicBezTo>
                  <a:pt x="29437" y="7779"/>
                  <a:pt x="29748" y="7630"/>
                  <a:pt x="30058" y="7518"/>
                </a:cubicBezTo>
                <a:cubicBezTo>
                  <a:pt x="30819" y="7241"/>
                  <a:pt x="31577" y="7124"/>
                  <a:pt x="32329" y="7124"/>
                </a:cubicBezTo>
                <a:cubicBezTo>
                  <a:pt x="34858" y="7124"/>
                  <a:pt x="37324" y="8439"/>
                  <a:pt x="39646" y="9380"/>
                </a:cubicBezTo>
                <a:cubicBezTo>
                  <a:pt x="41130" y="9981"/>
                  <a:pt x="42719" y="10469"/>
                  <a:pt x="44333" y="10469"/>
                </a:cubicBezTo>
                <a:cubicBezTo>
                  <a:pt x="44472" y="10469"/>
                  <a:pt x="44611" y="10465"/>
                  <a:pt x="44750" y="10458"/>
                </a:cubicBezTo>
                <a:cubicBezTo>
                  <a:pt x="46385" y="10370"/>
                  <a:pt x="47763" y="9669"/>
                  <a:pt x="48980" y="8607"/>
                </a:cubicBezTo>
                <a:cubicBezTo>
                  <a:pt x="50182" y="7557"/>
                  <a:pt x="51212" y="6287"/>
                  <a:pt x="52603" y="5468"/>
                </a:cubicBezTo>
                <a:cubicBezTo>
                  <a:pt x="53878" y="4715"/>
                  <a:pt x="55356" y="4343"/>
                  <a:pt x="56833" y="4343"/>
                </a:cubicBezTo>
                <a:cubicBezTo>
                  <a:pt x="56915" y="4343"/>
                  <a:pt x="56996" y="4344"/>
                  <a:pt x="57077" y="4346"/>
                </a:cubicBezTo>
                <a:cubicBezTo>
                  <a:pt x="58654" y="4390"/>
                  <a:pt x="60215" y="4866"/>
                  <a:pt x="61516" y="5766"/>
                </a:cubicBezTo>
                <a:cubicBezTo>
                  <a:pt x="62738" y="6613"/>
                  <a:pt x="63783" y="7812"/>
                  <a:pt x="65241" y="8265"/>
                </a:cubicBezTo>
                <a:cubicBezTo>
                  <a:pt x="65579" y="8370"/>
                  <a:pt x="65918" y="8419"/>
                  <a:pt x="66254" y="8419"/>
                </a:cubicBezTo>
                <a:cubicBezTo>
                  <a:pt x="67307" y="8419"/>
                  <a:pt x="68316" y="7934"/>
                  <a:pt x="69086" y="7172"/>
                </a:cubicBezTo>
                <a:cubicBezTo>
                  <a:pt x="70247" y="6022"/>
                  <a:pt x="70714" y="4440"/>
                  <a:pt x="70863" y="2850"/>
                </a:cubicBezTo>
                <a:cubicBezTo>
                  <a:pt x="70945" y="1970"/>
                  <a:pt x="70937" y="1085"/>
                  <a:pt x="70926" y="202"/>
                </a:cubicBezTo>
                <a:cubicBezTo>
                  <a:pt x="70925" y="68"/>
                  <a:pt x="70820" y="1"/>
                  <a:pt x="7071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282338-BE7A-44D0-9E9D-A8DC542B9FEC}"/>
              </a:ext>
            </a:extLst>
          </p:cNvPr>
          <p:cNvSpPr txBox="1"/>
          <p:nvPr/>
        </p:nvSpPr>
        <p:spPr>
          <a:xfrm>
            <a:off x="1842227" y="400134"/>
            <a:ext cx="690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8000"/>
                </a:solidFill>
                <a:latin typeface="#9Slide03 AmpleSoft Bold" panose="02000000000000000000" pitchFamily="2" charset="0"/>
              </a:rPr>
              <a:t>SỞ GIÁO DỤC ĐÀO TẠO BÌNH THUẬN</a:t>
            </a:r>
          </a:p>
          <a:p>
            <a:pPr algn="ctr"/>
            <a:r>
              <a:rPr lang="en-US" sz="2400" dirty="0">
                <a:solidFill>
                  <a:srgbClr val="008000"/>
                </a:solidFill>
                <a:latin typeface="#9Slide03 AmpleSoft Bold" panose="02000000000000000000" pitchFamily="2" charset="0"/>
              </a:rPr>
              <a:t>TỔ GV CỐT CÁN MÔN SINH HỌC</a:t>
            </a:r>
          </a:p>
          <a:p>
            <a:pPr algn="ctr"/>
            <a:endParaRPr lang="en-US" sz="2400" dirty="0">
              <a:solidFill>
                <a:srgbClr val="008000"/>
              </a:solidFill>
              <a:latin typeface="#9Slide03 AmpleSoft Bold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5" name="Google Shape;13545;p69"/>
          <p:cNvSpPr txBox="1">
            <a:spLocks noGrp="1"/>
          </p:cNvSpPr>
          <p:nvPr>
            <p:ph type="title"/>
          </p:nvPr>
        </p:nvSpPr>
        <p:spPr>
          <a:xfrm>
            <a:off x="785706" y="23148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>
                <a:solidFill>
                  <a:srgbClr val="FF0000"/>
                </a:solidFill>
                <a:latin typeface="#9Slide03 Encode SeEx Black" panose="00000A05000000000000" pitchFamily="2" charset="0"/>
              </a:rPr>
              <a:t>Nội dung tập huấn</a:t>
            </a:r>
            <a:endParaRPr dirty="0">
              <a:solidFill>
                <a:srgbClr val="FF0000"/>
              </a:solidFill>
              <a:latin typeface="#9Slide03 Encode SeEx Black" panose="00000A05000000000000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8360" y="1338985"/>
            <a:ext cx="82786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4000" b="1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XÂY DỰNG MA TRẬN, BẢNG ĐẶC TẢ, ĐỀ KIỂM TRA ĐÁNH GIÁ ĐỊNH KÌ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60" y="2809770"/>
            <a:ext cx="827869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VB 7991/BGDĐT – GD TrH ngày 17/12/20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vi-VN" sz="2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vi-VN" sz="2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vi-VN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TT 232/SGDĐT-GDTrH&amp;CN-TX ngày 22/01/2025</a:t>
            </a:r>
            <a:br>
              <a:rPr lang="vi-VN" sz="4000" dirty="0"/>
            </a:br>
            <a:r>
              <a:rPr lang="vi-VN" sz="28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V/v thực hiện kiểm tra, đánh giá đối với cấp THCS, THPT</a:t>
            </a:r>
            <a:endParaRPr lang="vi-VN" sz="4000" b="1" i="1" dirty="0">
              <a:solidFill>
                <a:srgbClr val="0000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45" grpId="0"/>
      <p:bldP spid="2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7" name="Google Shape;11247;p45"/>
          <p:cNvSpPr txBox="1">
            <a:spLocks noGrp="1"/>
          </p:cNvSpPr>
          <p:nvPr>
            <p:ph type="title"/>
          </p:nvPr>
        </p:nvSpPr>
        <p:spPr>
          <a:xfrm>
            <a:off x="830765" y="139560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  <a:latin typeface="UTM Atlas" panose="02040603050506020204" pitchFamily="18" charset="0"/>
              </a:rPr>
              <a:t>MỘT SỐ VẤN ĐỀ VỀ </a:t>
            </a:r>
            <a:br>
              <a:rPr lang="en" dirty="0">
                <a:solidFill>
                  <a:srgbClr val="FF0000"/>
                </a:solidFill>
                <a:latin typeface="UTM Atlas" panose="02040603050506020204" pitchFamily="18" charset="0"/>
              </a:rPr>
            </a:br>
            <a:r>
              <a:rPr lang="en" dirty="0">
                <a:solidFill>
                  <a:srgbClr val="FF0000"/>
                </a:solidFill>
                <a:latin typeface="UTM Atlas" panose="02040603050506020204" pitchFamily="18" charset="0"/>
              </a:rPr>
              <a:t>ĐÁNH GIÁ NĂNG LỰC</a:t>
            </a:r>
            <a:endParaRPr sz="1400" dirty="0">
              <a:solidFill>
                <a:srgbClr val="FF0000"/>
              </a:solidFill>
              <a:latin typeface="UTM Atlas" panose="02040603050506020204" pitchFamily="18" charset="0"/>
              <a:ea typeface="Heebo" pitchFamily="34" charset="-122"/>
              <a:sym typeface="Lato"/>
            </a:endParaRPr>
          </a:p>
        </p:txBody>
      </p:sp>
      <p:sp>
        <p:nvSpPr>
          <p:cNvPr id="11269" name="Google Shape;11269;p45"/>
          <p:cNvSpPr/>
          <p:nvPr/>
        </p:nvSpPr>
        <p:spPr>
          <a:xfrm rot="-5155537">
            <a:off x="5004381" y="1617941"/>
            <a:ext cx="6852782" cy="1907622"/>
          </a:xfrm>
          <a:custGeom>
            <a:avLst/>
            <a:gdLst/>
            <a:ahLst/>
            <a:cxnLst/>
            <a:rect l="l" t="t" r="r" b="b"/>
            <a:pathLst>
              <a:path w="90882" h="25299" extrusionOk="0">
                <a:moveTo>
                  <a:pt x="72564" y="15677"/>
                </a:moveTo>
                <a:cubicBezTo>
                  <a:pt x="73560" y="16327"/>
                  <a:pt x="74389" y="17230"/>
                  <a:pt x="74640" y="18360"/>
                </a:cubicBezTo>
                <a:cubicBezTo>
                  <a:pt x="74857" y="19342"/>
                  <a:pt x="74311" y="20275"/>
                  <a:pt x="73277" y="20275"/>
                </a:cubicBezTo>
                <a:cubicBezTo>
                  <a:pt x="73249" y="20275"/>
                  <a:pt x="73220" y="20274"/>
                  <a:pt x="73191" y="20273"/>
                </a:cubicBezTo>
                <a:cubicBezTo>
                  <a:pt x="72282" y="20229"/>
                  <a:pt x="71511" y="19593"/>
                  <a:pt x="71337" y="18697"/>
                </a:cubicBezTo>
                <a:cubicBezTo>
                  <a:pt x="71128" y="17613"/>
                  <a:pt x="71697" y="16491"/>
                  <a:pt x="72469" y="15763"/>
                </a:cubicBezTo>
                <a:cubicBezTo>
                  <a:pt x="72500" y="15733"/>
                  <a:pt x="72532" y="15705"/>
                  <a:pt x="72564" y="15677"/>
                </a:cubicBezTo>
                <a:close/>
                <a:moveTo>
                  <a:pt x="86496" y="1"/>
                </a:moveTo>
                <a:cubicBezTo>
                  <a:pt x="84950" y="1"/>
                  <a:pt x="83399" y="583"/>
                  <a:pt x="82368" y="1739"/>
                </a:cubicBezTo>
                <a:cubicBezTo>
                  <a:pt x="79628" y="4811"/>
                  <a:pt x="81773" y="10061"/>
                  <a:pt x="77968" y="12477"/>
                </a:cubicBezTo>
                <a:cubicBezTo>
                  <a:pt x="76257" y="13564"/>
                  <a:pt x="74117" y="13894"/>
                  <a:pt x="72523" y="15168"/>
                </a:cubicBezTo>
                <a:cubicBezTo>
                  <a:pt x="72284" y="15023"/>
                  <a:pt x="72044" y="14895"/>
                  <a:pt x="71813" y="14786"/>
                </a:cubicBezTo>
                <a:cubicBezTo>
                  <a:pt x="70534" y="14184"/>
                  <a:pt x="69198" y="13928"/>
                  <a:pt x="67857" y="13928"/>
                </a:cubicBezTo>
                <a:cubicBezTo>
                  <a:pt x="65238" y="13928"/>
                  <a:pt x="62601" y="14906"/>
                  <a:pt x="60334" y="16200"/>
                </a:cubicBezTo>
                <a:cubicBezTo>
                  <a:pt x="58280" y="17372"/>
                  <a:pt x="56381" y="18785"/>
                  <a:pt x="54381" y="20042"/>
                </a:cubicBezTo>
                <a:cubicBezTo>
                  <a:pt x="52283" y="21359"/>
                  <a:pt x="50056" y="22475"/>
                  <a:pt x="47721" y="23303"/>
                </a:cubicBezTo>
                <a:cubicBezTo>
                  <a:pt x="44906" y="24301"/>
                  <a:pt x="41932" y="24874"/>
                  <a:pt x="38958" y="24874"/>
                </a:cubicBezTo>
                <a:cubicBezTo>
                  <a:pt x="37191" y="24874"/>
                  <a:pt x="35424" y="24672"/>
                  <a:pt x="33691" y="24236"/>
                </a:cubicBezTo>
                <a:cubicBezTo>
                  <a:pt x="31552" y="23698"/>
                  <a:pt x="29498" y="22830"/>
                  <a:pt x="27653" y="21618"/>
                </a:cubicBezTo>
                <a:cubicBezTo>
                  <a:pt x="25858" y="20441"/>
                  <a:pt x="24433" y="18932"/>
                  <a:pt x="23054" y="17306"/>
                </a:cubicBezTo>
                <a:cubicBezTo>
                  <a:pt x="21834" y="15867"/>
                  <a:pt x="20574" y="14328"/>
                  <a:pt x="18894" y="13407"/>
                </a:cubicBezTo>
                <a:cubicBezTo>
                  <a:pt x="18022" y="12929"/>
                  <a:pt x="17102" y="12705"/>
                  <a:pt x="16175" y="12705"/>
                </a:cubicBezTo>
                <a:cubicBezTo>
                  <a:pt x="15338" y="12705"/>
                  <a:pt x="14495" y="12887"/>
                  <a:pt x="13677" y="13231"/>
                </a:cubicBezTo>
                <a:cubicBezTo>
                  <a:pt x="11765" y="14034"/>
                  <a:pt x="10141" y="15429"/>
                  <a:pt x="8159" y="16077"/>
                </a:cubicBezTo>
                <a:cubicBezTo>
                  <a:pt x="7526" y="16283"/>
                  <a:pt x="6872" y="16382"/>
                  <a:pt x="6222" y="16382"/>
                </a:cubicBezTo>
                <a:cubicBezTo>
                  <a:pt x="4884" y="16382"/>
                  <a:pt x="3557" y="15963"/>
                  <a:pt x="2434" y="15193"/>
                </a:cubicBezTo>
                <a:cubicBezTo>
                  <a:pt x="1604" y="14624"/>
                  <a:pt x="927" y="13871"/>
                  <a:pt x="448" y="12987"/>
                </a:cubicBezTo>
                <a:cubicBezTo>
                  <a:pt x="409" y="12914"/>
                  <a:pt x="347" y="12884"/>
                  <a:pt x="284" y="12884"/>
                </a:cubicBezTo>
                <a:cubicBezTo>
                  <a:pt x="144" y="12884"/>
                  <a:pt x="1" y="13034"/>
                  <a:pt x="89" y="13197"/>
                </a:cubicBezTo>
                <a:cubicBezTo>
                  <a:pt x="948" y="14781"/>
                  <a:pt x="2438" y="15947"/>
                  <a:pt x="4151" y="16486"/>
                </a:cubicBezTo>
                <a:cubicBezTo>
                  <a:pt x="4815" y="16694"/>
                  <a:pt x="5482" y="16792"/>
                  <a:pt x="6143" y="16792"/>
                </a:cubicBezTo>
                <a:cubicBezTo>
                  <a:pt x="7242" y="16792"/>
                  <a:pt x="8327" y="16522"/>
                  <a:pt x="9365" y="16037"/>
                </a:cubicBezTo>
                <a:cubicBezTo>
                  <a:pt x="11128" y="15213"/>
                  <a:pt x="12684" y="13922"/>
                  <a:pt x="14563" y="13348"/>
                </a:cubicBezTo>
                <a:cubicBezTo>
                  <a:pt x="15083" y="13189"/>
                  <a:pt x="15597" y="13114"/>
                  <a:pt x="16101" y="13114"/>
                </a:cubicBezTo>
                <a:cubicBezTo>
                  <a:pt x="17452" y="13114"/>
                  <a:pt x="18727" y="13651"/>
                  <a:pt x="19836" y="14546"/>
                </a:cubicBezTo>
                <a:cubicBezTo>
                  <a:pt x="21274" y="15705"/>
                  <a:pt x="22395" y="17203"/>
                  <a:pt x="23604" y="18586"/>
                </a:cubicBezTo>
                <a:cubicBezTo>
                  <a:pt x="24943" y="20118"/>
                  <a:pt x="26472" y="21436"/>
                  <a:pt x="28231" y="22467"/>
                </a:cubicBezTo>
                <a:cubicBezTo>
                  <a:pt x="31478" y="24371"/>
                  <a:pt x="35246" y="25299"/>
                  <a:pt x="39000" y="25299"/>
                </a:cubicBezTo>
                <a:cubicBezTo>
                  <a:pt x="39393" y="25299"/>
                  <a:pt x="39786" y="25289"/>
                  <a:pt x="40179" y="25268"/>
                </a:cubicBezTo>
                <a:cubicBezTo>
                  <a:pt x="44729" y="25034"/>
                  <a:pt x="49147" y="23524"/>
                  <a:pt x="53095" y="21293"/>
                </a:cubicBezTo>
                <a:cubicBezTo>
                  <a:pt x="56945" y="19117"/>
                  <a:pt x="60398" y="15879"/>
                  <a:pt x="64761" y="14742"/>
                </a:cubicBezTo>
                <a:cubicBezTo>
                  <a:pt x="65730" y="14489"/>
                  <a:pt x="66741" y="14348"/>
                  <a:pt x="67749" y="14348"/>
                </a:cubicBezTo>
                <a:cubicBezTo>
                  <a:pt x="68677" y="14348"/>
                  <a:pt x="69603" y="14467"/>
                  <a:pt x="70492" y="14728"/>
                </a:cubicBezTo>
                <a:cubicBezTo>
                  <a:pt x="71050" y="14891"/>
                  <a:pt x="71638" y="15135"/>
                  <a:pt x="72193" y="15451"/>
                </a:cubicBezTo>
                <a:cubicBezTo>
                  <a:pt x="72187" y="15458"/>
                  <a:pt x="72180" y="15462"/>
                  <a:pt x="72175" y="15468"/>
                </a:cubicBezTo>
                <a:cubicBezTo>
                  <a:pt x="70954" y="16621"/>
                  <a:pt x="70203" y="18944"/>
                  <a:pt x="71758" y="20157"/>
                </a:cubicBezTo>
                <a:cubicBezTo>
                  <a:pt x="72193" y="20498"/>
                  <a:pt x="72725" y="20667"/>
                  <a:pt x="73236" y="20667"/>
                </a:cubicBezTo>
                <a:cubicBezTo>
                  <a:pt x="74177" y="20667"/>
                  <a:pt x="75047" y="20091"/>
                  <a:pt x="75108" y="18943"/>
                </a:cubicBezTo>
                <a:cubicBezTo>
                  <a:pt x="75184" y="17494"/>
                  <a:pt x="74097" y="16237"/>
                  <a:pt x="72891" y="15407"/>
                </a:cubicBezTo>
                <a:cubicBezTo>
                  <a:pt x="73628" y="14850"/>
                  <a:pt x="74500" y="14479"/>
                  <a:pt x="75351" y="14139"/>
                </a:cubicBezTo>
                <a:cubicBezTo>
                  <a:pt x="77187" y="13405"/>
                  <a:pt x="79117" y="12664"/>
                  <a:pt x="80086" y="10809"/>
                </a:cubicBezTo>
                <a:cubicBezTo>
                  <a:pt x="80955" y="9147"/>
                  <a:pt x="80969" y="7205"/>
                  <a:pt x="81288" y="5397"/>
                </a:cubicBezTo>
                <a:cubicBezTo>
                  <a:pt x="81601" y="3618"/>
                  <a:pt x="82271" y="1922"/>
                  <a:pt x="83946" y="1037"/>
                </a:cubicBezTo>
                <a:cubicBezTo>
                  <a:pt x="84727" y="624"/>
                  <a:pt x="85623" y="415"/>
                  <a:pt x="86518" y="415"/>
                </a:cubicBezTo>
                <a:cubicBezTo>
                  <a:pt x="87265" y="415"/>
                  <a:pt x="88012" y="561"/>
                  <a:pt x="88690" y="857"/>
                </a:cubicBezTo>
                <a:cubicBezTo>
                  <a:pt x="89392" y="1164"/>
                  <a:pt x="89995" y="1636"/>
                  <a:pt x="90464" y="2241"/>
                </a:cubicBezTo>
                <a:cubicBezTo>
                  <a:pt x="90504" y="2292"/>
                  <a:pt x="90552" y="2313"/>
                  <a:pt x="90598" y="2313"/>
                </a:cubicBezTo>
                <a:cubicBezTo>
                  <a:pt x="90744" y="2313"/>
                  <a:pt x="90882" y="2105"/>
                  <a:pt x="90759" y="1947"/>
                </a:cubicBezTo>
                <a:cubicBezTo>
                  <a:pt x="89751" y="647"/>
                  <a:pt x="88126" y="1"/>
                  <a:pt x="8649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747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647472"/>
              </p:ext>
            </p:extLst>
          </p:nvPr>
        </p:nvGraphicFramePr>
        <p:xfrm>
          <a:off x="0" y="-104770"/>
          <a:ext cx="8731488" cy="5397790"/>
        </p:xfrm>
        <a:graphic>
          <a:graphicData uri="http://schemas.openxmlformats.org/drawingml/2006/table">
            <a:tbl>
              <a:tblPr firstRow="1" firstCol="1" bandRow="1"/>
              <a:tblGrid>
                <a:gridCol w="1374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6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477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2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Năng lực Sinh học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568" marR="425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0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TP 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năng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lực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568" marR="42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CHỈ BÁO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568" marR="42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52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Nhận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thức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Sinh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học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(NT1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– NT2)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baseline="0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(NT3-NT5)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baseline="0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VD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(NT6-NT8</a:t>
                      </a:r>
                      <a:r>
                        <a:rPr lang="en-US" sz="15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5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568" marR="42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NT1: </a:t>
                      </a:r>
                      <a:r>
                        <a:rPr lang="en-US" sz="22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Nhận</a:t>
                      </a: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biết</a:t>
                      </a: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2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kể</a:t>
                      </a: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tên</a:t>
                      </a: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2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phát</a:t>
                      </a: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biểu</a:t>
                      </a: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2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nêu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được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các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đối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tượng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khái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niệm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quy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luật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quá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trình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sống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NT2: </a:t>
                      </a:r>
                      <a:r>
                        <a:rPr lang="en-US" sz="22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Trình</a:t>
                      </a: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bày</a:t>
                      </a: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được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các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đặc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điểm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vai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trò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của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các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đối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tượng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và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các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quá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trình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sống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bằng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các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hình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thức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biểu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đạt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như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ngôn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ngữ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nói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viết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công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thức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sơ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đồ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biểu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đồ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…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NT3: </a:t>
                      </a: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Phân </a:t>
                      </a:r>
                      <a:r>
                        <a:rPr lang="en-US" sz="22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loại</a:t>
                      </a: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được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các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đối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tượng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hiện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tượng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sống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theo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các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tiêu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chí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khác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nhau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22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NT4: </a:t>
                      </a: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Phân </a:t>
                      </a:r>
                      <a:r>
                        <a:rPr lang="en-US" sz="22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tích</a:t>
                      </a: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được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các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đặc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điểm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của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một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đối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tượng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sự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vật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quá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trình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theo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logic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nhất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định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NT5: </a:t>
                      </a: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 </a:t>
                      </a:r>
                      <a:r>
                        <a:rPr lang="en-US" sz="22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sánh</a:t>
                      </a: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2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lựa</a:t>
                      </a:r>
                      <a:r>
                        <a:rPr lang="en-US" sz="2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chọn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được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các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đối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tượng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khái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niệm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các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cơ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chế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quá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trình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sống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dựa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theo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các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tiê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chí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nhất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định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42568" marR="425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22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575449"/>
              </p:ext>
            </p:extLst>
          </p:nvPr>
        </p:nvGraphicFramePr>
        <p:xfrm>
          <a:off x="0" y="107086"/>
          <a:ext cx="8855242" cy="5007585"/>
        </p:xfrm>
        <a:graphic>
          <a:graphicData uri="http://schemas.openxmlformats.org/drawingml/2006/table">
            <a:tbl>
              <a:tblPr firstRow="1" firstCol="1" bandRow="1"/>
              <a:tblGrid>
                <a:gridCol w="1394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1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184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2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Năng lực Sinh học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568" marR="425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9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TP 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năng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lực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568" marR="42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CHỈ BÁO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568" marR="42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4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Nhận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thức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Sinh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học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(NT1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)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baseline="0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vi-VN" sz="20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NT2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-NT5)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baseline="0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VD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(NT6-NT8</a:t>
                      </a:r>
                      <a:r>
                        <a:rPr lang="en-US" sz="15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5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2568" marR="42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NT6: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Giải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thích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được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mối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hệ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giữa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các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sự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vật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và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hiện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tượng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nguyên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nhân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–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kết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quả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cấu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tạo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–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chức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năng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…)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NT7: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Nhận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và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chỉnh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sửa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được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những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điểm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sai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;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đưa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được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những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nhận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định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có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tính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phê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phán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phản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biện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liên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tới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chủ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đề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trong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thảo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luận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NT8: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Tìm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được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từ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khóa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sử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dụng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được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thuật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ngữ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khoa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học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kết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nối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được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thông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tin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theo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logic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có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ý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nghĩa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lập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được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dàn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ý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khi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đọc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và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trình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bày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các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văn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bản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khoa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học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;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sử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dụng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được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các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hình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thức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ngôn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ngữ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biểu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đạt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khác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nhau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42568" marR="425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469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652193"/>
              </p:ext>
            </p:extLst>
          </p:nvPr>
        </p:nvGraphicFramePr>
        <p:xfrm>
          <a:off x="0" y="324280"/>
          <a:ext cx="8545859" cy="4305982"/>
        </p:xfrm>
        <a:graphic>
          <a:graphicData uri="http://schemas.openxmlformats.org/drawingml/2006/table">
            <a:tbl>
              <a:tblPr firstRow="1" firstCol="1" bandRow="1"/>
              <a:tblGrid>
                <a:gridCol w="1789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6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630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2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Năng lực Sinh học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0931" marR="4093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5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TP 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năng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lực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0931" marR="409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CHỈ BÁO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0931" marR="409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41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Tìm hiểu thế giới sống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(TH1</a:t>
                      </a:r>
                      <a:r>
                        <a:rPr lang="vi-VN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,TH2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VD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(TH3-TH5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4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0931" marR="409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2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TH1: </a:t>
                      </a:r>
                      <a:r>
                        <a:rPr lang="vi-VN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Đề xuất vấn đề liên quan đến thế giới sống:</a:t>
                      </a:r>
                      <a:r>
                        <a:rPr lang="vi-VN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đặc ra được các câu hỏi liên quan đến vấn đề; phân tích được bối cảnh để đề xuất vấn đề; dùng ngôn ngữ của mình biểu đạt được vấn đề đã đề xuất.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2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TH2: </a:t>
                      </a:r>
                      <a:r>
                        <a:rPr lang="vi-VN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Đưa ra phán đoán và xây dựng giả thuyết</a:t>
                      </a:r>
                      <a:r>
                        <a:rPr lang="vi-VN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phân tích được vấn đề để nêu được phán đoán; xây dựng và phát biểu được giả thuyết nghiên cứu.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0931" marR="4093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0598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169474"/>
              </p:ext>
            </p:extLst>
          </p:nvPr>
        </p:nvGraphicFramePr>
        <p:xfrm>
          <a:off x="241903" y="-20626"/>
          <a:ext cx="8840219" cy="5155357"/>
        </p:xfrm>
        <a:graphic>
          <a:graphicData uri="http://schemas.openxmlformats.org/drawingml/2006/table">
            <a:tbl>
              <a:tblPr firstRow="1" firstCol="1" bandRow="1"/>
              <a:tblGrid>
                <a:gridCol w="1195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5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44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2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Năng lực Sinh học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0931" marR="4093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1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TP </a:t>
                      </a:r>
                      <a:endParaRPr lang="vi-VN" sz="20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năng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lực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0931" marR="409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CHỈ BÁO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0931" marR="409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38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5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Tìm hiểu thế giới sống</a:t>
                      </a:r>
                      <a:endParaRPr lang="en-US" sz="15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</a:t>
                      </a:r>
                      <a:r>
                        <a:rPr lang="en-US" sz="15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(TH1</a:t>
                      </a:r>
                      <a:r>
                        <a:rPr lang="vi-VN" sz="15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,TH2</a:t>
                      </a:r>
                      <a:r>
                        <a:rPr lang="en-US" sz="15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VD</a:t>
                      </a:r>
                      <a:r>
                        <a:rPr lang="en-US" sz="15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(TH3-TH5)</a:t>
                      </a:r>
                      <a:endParaRPr lang="en-US" sz="15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0931" marR="4093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600" b="1" u="non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TH3: </a:t>
                      </a:r>
                      <a:r>
                        <a:rPr lang="vi-VN" sz="1600" b="1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Lập kế hoạch thực hiện:</a:t>
                      </a:r>
                      <a:r>
                        <a:rPr lang="vi-VN" sz="16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xây dựng được khung logic nội dung tìm hiểu; lựa chọn được phương pháp thích hợp (quan sát, thực nghiệm, điều tra, phỏng vấn, hồi cứu tư liệu…); lập được kế hoạch triển khai hoạt động nghiên cứu [gọi chung là ‘thiết kế nghiên cứu].</a:t>
                      </a:r>
                      <a:endParaRPr lang="en-US" sz="16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600" b="1" u="non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TH4: </a:t>
                      </a:r>
                      <a:r>
                        <a:rPr lang="vi-VN" sz="1600" b="1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Thực hiện kế hoạch</a:t>
                      </a:r>
                      <a:r>
                        <a:rPr lang="vi-VN" sz="16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[vd: Thực hiện nghiên cứu]: thu thập, lưu trữ được dữ liệu từ kết quả tổng quan, thực nghiệm, điều tra; đánh giá được kết quả dựa trên phân tích, xử lý các dữ liệu bằng các tham số thống kê đơn giản; so sánh được kết quả với giả thuyết, rút ra kết luận và điều chỉnh (nếu cần); đề xuất được ý kiến khuyến nghị vận dụng kết quả nghiên cứu, hoặc vấn đề nghiên cứu tiếp.</a:t>
                      </a:r>
                      <a:endParaRPr lang="en-US" sz="16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600" b="1" u="non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TH5: </a:t>
                      </a:r>
                      <a:r>
                        <a:rPr lang="vi-VN" sz="1600" b="1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Viết, trình bày báo cáo và thảo luận:</a:t>
                      </a:r>
                      <a:r>
                        <a:rPr lang="vi-VN" sz="1600" u="non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sử dụng được ngôn ngữ, hình vẽ, sơ đồ, biểu bảng để biểu đạt quá trình và kết quả nghiên cứu; viết được báo cáo nghiên cứu; hợp tác được với đối tác bằng thái độ lắng nghe tích cực và tôn trọng quan điểm, ý kiến đánh giá do người khác đưa ra để tiếp thu tích cực và giải trình, phản biện, bảo vệ kết quả nghiên cứu một cách thuyết phục.</a:t>
                      </a:r>
                      <a:endParaRPr lang="en-US" sz="16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0931" marR="4093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6403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47794"/>
              </p:ext>
            </p:extLst>
          </p:nvPr>
        </p:nvGraphicFramePr>
        <p:xfrm>
          <a:off x="171451" y="171450"/>
          <a:ext cx="9103178" cy="4735930"/>
        </p:xfrm>
        <a:graphic>
          <a:graphicData uri="http://schemas.openxmlformats.org/drawingml/2006/table">
            <a:tbl>
              <a:tblPr firstRow="1" firstCol="1" bandRow="1"/>
              <a:tblGrid>
                <a:gridCol w="1712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0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378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2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Năng lực Sinh học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1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TP 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năng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lực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CHỈ BÁO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6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Vận dụng kiến thức, kĩ năng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đã học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(VD1)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VD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(VD2)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VD1: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Giải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thích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thực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tiễn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giải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thích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đánh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giá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được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những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hiện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tượng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thường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gặp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trong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tự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nhiên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hoặc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trong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đời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sống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tác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động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của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chúng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đến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phát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triển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bền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vững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2400" b="1" i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giải</a:t>
                      </a:r>
                      <a:r>
                        <a:rPr lang="en-US" sz="2400" b="1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i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thích</a:t>
                      </a:r>
                      <a:r>
                        <a:rPr lang="en-US" sz="2400" b="1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400" b="1" i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đánh</a:t>
                      </a:r>
                      <a:r>
                        <a:rPr lang="en-US" sz="2400" b="1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i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giá</a:t>
                      </a:r>
                      <a:r>
                        <a:rPr lang="en-US" sz="2400" b="1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400" b="1" i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phản</a:t>
                      </a:r>
                      <a:r>
                        <a:rPr lang="en-US" sz="2400" b="1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</a:t>
                      </a:r>
                      <a:r>
                        <a:rPr lang="en-US" sz="2400" b="1" i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biện</a:t>
                      </a:r>
                      <a:r>
                        <a:rPr lang="en-US" sz="2400" b="1" i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được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một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số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mô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hình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công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nghệ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ở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mức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độ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phù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hợp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VD2: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Có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hành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vi,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thái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độ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thích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hợp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đề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xuất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thực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hiện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một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số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giải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pháp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để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bảo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vệ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sức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khỏe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bản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thân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gia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đình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và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cộng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đồng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;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bảo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vệ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thiên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nhiên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môi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trường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thích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ứng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với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biến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đổi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khí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hậu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đáp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ứng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yêu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cầu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phát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triển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bền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vững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51435" marR="514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1739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588874"/>
              </p:ext>
            </p:extLst>
          </p:nvPr>
        </p:nvGraphicFramePr>
        <p:xfrm>
          <a:off x="495014" y="333494"/>
          <a:ext cx="8360228" cy="4017709"/>
        </p:xfrm>
        <a:graphic>
          <a:graphicData uri="http://schemas.openxmlformats.org/drawingml/2006/table">
            <a:tbl>
              <a:tblPr firstRow="1" bandRow="1">
                <a:tableStyleId>{584FD050-DD86-446C-8C25-7655FEAD981A}</a:tableStyleId>
              </a:tblPr>
              <a:tblGrid>
                <a:gridCol w="1600723">
                  <a:extLst>
                    <a:ext uri="{9D8B030D-6E8A-4147-A177-3AD203B41FA5}">
                      <a16:colId xmlns:a16="http://schemas.microsoft.com/office/drawing/2014/main" val="3162326711"/>
                    </a:ext>
                  </a:extLst>
                </a:gridCol>
                <a:gridCol w="6759505">
                  <a:extLst>
                    <a:ext uri="{9D8B030D-6E8A-4147-A177-3AD203B41FA5}">
                      <a16:colId xmlns:a16="http://schemas.microsoft.com/office/drawing/2014/main" val="395871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TP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năng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lực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63" marR="4286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Mức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độ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nhận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thức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63" marR="42863" marT="0" marB="0"/>
                </a:tc>
                <a:extLst>
                  <a:ext uri="{0D108BD9-81ED-4DB2-BD59-A6C34878D82A}">
                    <a16:rowId xmlns:a16="http://schemas.microsoft.com/office/drawing/2014/main" val="64153847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Nhận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thức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Sinh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học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63" marR="4286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Biết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kiến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thức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Sinh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học</a:t>
                      </a:r>
                      <a:endParaRPr lang="en-US" sz="1800" dirty="0"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63" marR="42863" marT="0" marB="0"/>
                </a:tc>
                <a:extLst>
                  <a:ext uri="{0D108BD9-81ED-4DB2-BD59-A6C34878D82A}">
                    <a16:rowId xmlns:a16="http://schemas.microsoft.com/office/drawing/2014/main" val="110181818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Hiểu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kiến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thức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Sinh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học</a:t>
                      </a:r>
                      <a:endParaRPr lang="en-US" sz="1800" dirty="0"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63" marR="42863" marT="0" marB="0"/>
                </a:tc>
                <a:extLst>
                  <a:ext uri="{0D108BD9-81ED-4DB2-BD59-A6C34878D82A}">
                    <a16:rowId xmlns:a16="http://schemas.microsoft.com/office/drawing/2014/main" val="39246924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Vận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dụng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kiến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thức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Sinh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học</a:t>
                      </a:r>
                      <a:endParaRPr lang="en-US" sz="1800" dirty="0"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63" marR="42863" marT="0" marB="0"/>
                </a:tc>
                <a:extLst>
                  <a:ext uri="{0D108BD9-81ED-4DB2-BD59-A6C34878D82A}">
                    <a16:rowId xmlns:a16="http://schemas.microsoft.com/office/drawing/2014/main" val="397082012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Tìm hiểu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thế giới sống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63" marR="4286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Hiểu</a:t>
                      </a:r>
                      <a:r>
                        <a:rPr lang="vi-VN" sz="1800" dirty="0">
                          <a:solidFill>
                            <a:srgbClr val="C44B6C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vi-VN" sz="1800" dirty="0">
                          <a:effectLst/>
                          <a:latin typeface="#9Slide03 Ample" panose="02000000000000000000" pitchFamily="2" charset="0"/>
                        </a:rPr>
                        <a:t>kiến thức để tìm hiểu về hiện tượng, quy luật, thực nghiệm, … liên quan đến đời sống thực tiễn</a:t>
                      </a:r>
                      <a:endParaRPr lang="en-US" sz="1800" dirty="0"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63" marR="42863" marT="0" marB="0"/>
                </a:tc>
                <a:extLst>
                  <a:ext uri="{0D108BD9-81ED-4DB2-BD59-A6C34878D82A}">
                    <a16:rowId xmlns:a16="http://schemas.microsoft.com/office/drawing/2014/main" val="33775601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Vận dụng </a:t>
                      </a:r>
                      <a:r>
                        <a:rPr lang="vi-VN" sz="1800" dirty="0">
                          <a:effectLst/>
                          <a:latin typeface="#9Slide03 Ample" panose="02000000000000000000" pitchFamily="2" charset="0"/>
                        </a:rPr>
                        <a:t>kiến thức để giải thích các hiện tượng, quy luật, thực nghiệm, … liên quan đến đời sống thực tiễn</a:t>
                      </a:r>
                      <a:endParaRPr lang="en-US" sz="1800" dirty="0"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63" marR="42863" marT="0" marB="0"/>
                </a:tc>
                <a:extLst>
                  <a:ext uri="{0D108BD9-81ED-4DB2-BD59-A6C34878D82A}">
                    <a16:rowId xmlns:a16="http://schemas.microsoft.com/office/drawing/2014/main" val="39935011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Vận dụng kiến thức, kĩ năng đã học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63" marR="4286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Hiểu </a:t>
                      </a:r>
                      <a:r>
                        <a:rPr lang="vi-VN" sz="1800" dirty="0">
                          <a:effectLst/>
                          <a:latin typeface="#9Slide03 Ample" panose="02000000000000000000" pitchFamily="2" charset="0"/>
                        </a:rPr>
                        <a:t>để giải thích, đánh giá hiện tượng, quy luật, thực nghiệm, …trong sinh học</a:t>
                      </a:r>
                      <a:endParaRPr lang="en-US" sz="1800" dirty="0"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63" marR="42863" marT="0" marB="0"/>
                </a:tc>
                <a:extLst>
                  <a:ext uri="{0D108BD9-81ED-4DB2-BD59-A6C34878D82A}">
                    <a16:rowId xmlns:a16="http://schemas.microsoft.com/office/drawing/2014/main" val="970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Vận dụng </a:t>
                      </a:r>
                      <a:r>
                        <a:rPr lang="vi-VN" sz="1800" dirty="0">
                          <a:effectLst/>
                          <a:latin typeface="#9Slide03 Ample" panose="02000000000000000000" pitchFamily="2" charset="0"/>
                        </a:rPr>
                        <a:t>các kiến thức, kĩ năng để đề xuất, thực hiện các giải pháp đáp ứng phát triển bền vững</a:t>
                      </a:r>
                      <a:endParaRPr lang="en-US" sz="1800" dirty="0"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63" marR="42863" marT="0" marB="0"/>
                </a:tc>
                <a:extLst>
                  <a:ext uri="{0D108BD9-81ED-4DB2-BD59-A6C34878D82A}">
                    <a16:rowId xmlns:a16="http://schemas.microsoft.com/office/drawing/2014/main" val="2209613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0366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58192" y="256921"/>
            <a:ext cx="5679760" cy="4253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625"/>
              </a:spcAft>
            </a:pP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TỪ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TẢ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ĐỘ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TƯ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DUY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MÔN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SINH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HỌC</a:t>
            </a:r>
            <a:endParaRPr lang="en-US" sz="2000" dirty="0">
              <a:solidFill>
                <a:srgbClr val="FF0000"/>
              </a:solidFill>
              <a:latin typeface="#9Slide03 AmpleSoft Bold" panose="02000000000000000000" pitchFamily="2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158172"/>
              </p:ext>
            </p:extLst>
          </p:nvPr>
        </p:nvGraphicFramePr>
        <p:xfrm>
          <a:off x="616475" y="682230"/>
          <a:ext cx="8245642" cy="3506788"/>
        </p:xfrm>
        <a:graphic>
          <a:graphicData uri="http://schemas.openxmlformats.org/drawingml/2006/table">
            <a:tbl>
              <a:tblPr firstRow="1" bandRow="1">
                <a:tableStyleId>{584FD050-DD86-446C-8C25-7655FEAD981A}</a:tableStyleId>
              </a:tblPr>
              <a:tblGrid>
                <a:gridCol w="1697017">
                  <a:extLst>
                    <a:ext uri="{9D8B030D-6E8A-4147-A177-3AD203B41FA5}">
                      <a16:colId xmlns:a16="http://schemas.microsoft.com/office/drawing/2014/main" val="2336504298"/>
                    </a:ext>
                  </a:extLst>
                </a:gridCol>
                <a:gridCol w="6548625">
                  <a:extLst>
                    <a:ext uri="{9D8B030D-6E8A-4147-A177-3AD203B41FA5}">
                      <a16:colId xmlns:a16="http://schemas.microsoft.com/office/drawing/2014/main" val="3995030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#9Slide03 AmpleSoft Bold" panose="02000000000000000000" pitchFamily="2" charset="0"/>
                        </a:rPr>
                        <a:t>Mức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#9Slide03 AmpleSoft Bold" panose="02000000000000000000" pitchFamily="2" charset="0"/>
                        </a:rPr>
                        <a:t>độ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#9Slide03 AmpleSoft Bold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63" marR="4286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#9Slide03 AmpleSoft Bold" panose="02000000000000000000" pitchFamily="2" charset="0"/>
                        </a:rPr>
                        <a:t>Động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#9Slide03 AmpleSoft Bold" panose="02000000000000000000" pitchFamily="2" charset="0"/>
                        </a:rPr>
                        <a:t>từ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#9Slide03 AmpleSoft Bold" panose="02000000000000000000" pitchFamily="2" charset="0"/>
                        </a:rPr>
                        <a:t>mô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#9Slide03 AmpleSoft Bold" panose="02000000000000000000" pitchFamily="2" charset="0"/>
                        </a:rPr>
                        <a:t>tả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#9Slide03 AmpleSoft Bold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63" marR="42863" marT="0" marB="0" anchor="ctr"/>
                </a:tc>
                <a:extLst>
                  <a:ext uri="{0D108BD9-81ED-4DB2-BD59-A6C34878D82A}">
                    <a16:rowId xmlns:a16="http://schemas.microsoft.com/office/drawing/2014/main" val="1208283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#9Slide03 AmpleSoft Bold" panose="02000000000000000000" pitchFamily="2" charset="0"/>
                        </a:rPr>
                        <a:t>BIẾT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#9Slide03 AmpleSoft Bold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63" marR="4286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FF"/>
                          </a:solidFill>
                          <a:effectLst/>
                          <a:latin typeface="#9Slide03 AmpleSoft Bold" panose="02000000000000000000" pitchFamily="2" charset="0"/>
                        </a:rPr>
                        <a:t>-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Soft Bold" panose="02000000000000000000" pitchFamily="2" charset="0"/>
                        </a:rPr>
                        <a:t>Nêu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Soft Bold" panose="02000000000000000000" pitchFamily="2" charset="0"/>
                        </a:rPr>
                        <a:t>được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(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đối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tượng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,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vai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trò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,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ví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dụ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, …),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gọi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được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tên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(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một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số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hợp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chất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sinh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học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,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thành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phần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cấu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tạo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, …),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phát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biểu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được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,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viết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được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,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liệt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kê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được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,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trình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bày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được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,… (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khái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niệm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,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quá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trình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,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thành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phần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cấu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tạo</a:t>
                      </a:r>
                      <a:r>
                        <a:rPr lang="en-US" sz="1800" b="0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#9Slide03 AmpleSoft Bold" panose="02000000000000000000" pitchFamily="2" charset="0"/>
                        </a:rPr>
                        <a:t>, …)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-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Soft Bold" panose="02000000000000000000" pitchFamily="2" charset="0"/>
                        </a:rPr>
                        <a:t>Nhận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Soft Bold" panose="02000000000000000000" pitchFamily="2" charset="0"/>
                        </a:rPr>
                        <a:t>biết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Soft Bold" panose="02000000000000000000" pitchFamily="2" charset="0"/>
                        </a:rPr>
                        <a:t>được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(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thành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phần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cấu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tạo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cấu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trúc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, …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thông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qua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hình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ảnh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kết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quả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thí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nghiệm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thông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tin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đã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cho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),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nhận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ra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được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các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dụng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cụ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hóa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chất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cần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thiết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để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thực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hành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/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điều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tra</a:t>
                      </a:r>
                      <a:endParaRPr lang="en-US" sz="1800" dirty="0">
                        <a:effectLst/>
                        <a:latin typeface="#9Slide03 AmpleSoft Bold" panose="02000000000000000000" pitchFamily="2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- 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Soft Bold" panose="02000000000000000000" pitchFamily="2" charset="0"/>
                        </a:rPr>
                        <a:t>Tìm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Soft Bold" panose="02000000000000000000" pitchFamily="2" charset="0"/>
                        </a:rPr>
                        <a:t>hiểu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Soft Bold" panose="02000000000000000000" pitchFamily="2" charset="0"/>
                        </a:rPr>
                        <a:t>được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thông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tin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bằng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cách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sử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dụng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từ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khóa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(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trong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bài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viết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hình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ảnh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, video, …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bằng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công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cụ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tìm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kiếm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)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để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hoàn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thành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yêu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cầu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đặt</a:t>
                      </a:r>
                      <a:r>
                        <a:rPr lang="en-US" sz="1800" dirty="0">
                          <a:effectLst/>
                          <a:latin typeface="#9Slide03 AmpleSoft Bold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Soft Bold" panose="02000000000000000000" pitchFamily="2" charset="0"/>
                        </a:rPr>
                        <a:t>ra.</a:t>
                      </a:r>
                      <a:endParaRPr lang="en-US" sz="1800" dirty="0">
                        <a:effectLst/>
                        <a:latin typeface="#9Slide03 AmpleSoft Bold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63" marR="42863" marT="0" marB="0"/>
                </a:tc>
                <a:extLst>
                  <a:ext uri="{0D108BD9-81ED-4DB2-BD59-A6C34878D82A}">
                    <a16:rowId xmlns:a16="http://schemas.microsoft.com/office/drawing/2014/main" val="1667229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341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91183" y="245362"/>
            <a:ext cx="5679760" cy="4253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625"/>
              </a:spcAft>
            </a:pP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TỪ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TẢ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ĐỘ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TƯ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DUY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MÔN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SINH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HỌC</a:t>
            </a:r>
            <a:endParaRPr lang="en-US" sz="2000" dirty="0">
              <a:solidFill>
                <a:srgbClr val="FF0000"/>
              </a:solidFill>
              <a:latin typeface="#9Slide03 AmpleSoft Bold" panose="02000000000000000000" pitchFamily="2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707104"/>
              </p:ext>
            </p:extLst>
          </p:nvPr>
        </p:nvGraphicFramePr>
        <p:xfrm>
          <a:off x="342307" y="842550"/>
          <a:ext cx="8280019" cy="4136771"/>
        </p:xfrm>
        <a:graphic>
          <a:graphicData uri="http://schemas.openxmlformats.org/drawingml/2006/table">
            <a:tbl>
              <a:tblPr firstRow="1" bandRow="1">
                <a:tableStyleId>{584FD050-DD86-446C-8C25-7655FEAD981A}</a:tableStyleId>
              </a:tblPr>
              <a:tblGrid>
                <a:gridCol w="1198424">
                  <a:extLst>
                    <a:ext uri="{9D8B030D-6E8A-4147-A177-3AD203B41FA5}">
                      <a16:colId xmlns:a16="http://schemas.microsoft.com/office/drawing/2014/main" val="2309773338"/>
                    </a:ext>
                  </a:extLst>
                </a:gridCol>
                <a:gridCol w="7081595">
                  <a:extLst>
                    <a:ext uri="{9D8B030D-6E8A-4147-A177-3AD203B41FA5}">
                      <a16:colId xmlns:a16="http://schemas.microsoft.com/office/drawing/2014/main" val="2725600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Mức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độ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484" marR="3648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Động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từ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mô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tả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484" marR="36484" marT="0" marB="0" anchor="ctr"/>
                </a:tc>
                <a:extLst>
                  <a:ext uri="{0D108BD9-81ED-4DB2-BD59-A6C34878D82A}">
                    <a16:rowId xmlns:a16="http://schemas.microsoft.com/office/drawing/2014/main" val="1932025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HIỂU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484" marR="3648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-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Trình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bày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bằng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ngôn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ngữ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cá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nhân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(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đặc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điểm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cấu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tạo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cấu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trúc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chức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năng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của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một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nhóm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hợp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chất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sinh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học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thành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phần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cấu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trúc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tế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bào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cơ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thể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, …;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các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giai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đoạn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của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một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quá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trình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sinh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học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;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các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cấp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độ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tổ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chức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sống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;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các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bước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của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một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quy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trình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công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nghệ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-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Mô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tả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nhận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xét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giải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thích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thông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tin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liên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quan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đến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nội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dung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học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thông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qua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tài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liệu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, video.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-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So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sánh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phân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biệt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cấu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tạo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chức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năng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của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một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số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nhóm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hợp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chất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sinh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học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thành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phần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cấu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trúc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tế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bào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cơ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thể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, …;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một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số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quá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trình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sinh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học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-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Phân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loại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theo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cấu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tạo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chức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năng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của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một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số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nhóm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hợp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chất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sinh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học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thành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phần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cấu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trúc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tế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bào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cơ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thể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, …;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sự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kiện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xảy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ra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(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một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số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quá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trình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sinh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#9Slide03 Ample" panose="02000000000000000000" pitchFamily="2" charset="0"/>
                        </a:rPr>
                        <a:t>học</a:t>
                      </a:r>
                      <a:r>
                        <a:rPr lang="en-US" sz="1800" dirty="0">
                          <a:effectLst/>
                          <a:latin typeface="#9Slide03 Ample" panose="02000000000000000000" pitchFamily="2" charset="0"/>
                        </a:rPr>
                        <a:t>)</a:t>
                      </a:r>
                    </a:p>
                  </a:txBody>
                  <a:tcPr marL="36484" marR="36484" marT="0" marB="0"/>
                </a:tc>
                <a:extLst>
                  <a:ext uri="{0D108BD9-81ED-4DB2-BD59-A6C34878D82A}">
                    <a16:rowId xmlns:a16="http://schemas.microsoft.com/office/drawing/2014/main" val="1040202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629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36341" y="479118"/>
            <a:ext cx="6768199" cy="4918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625"/>
              </a:spcAft>
            </a:pPr>
            <a:r>
              <a:rPr lang="en-US" sz="24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sz="24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TỪ</a:t>
            </a:r>
            <a:r>
              <a:rPr lang="en-US" sz="24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24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TẢ</a:t>
            </a:r>
            <a:r>
              <a:rPr lang="en-US" sz="24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24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TƯ</a:t>
            </a:r>
            <a:r>
              <a:rPr lang="en-US" sz="24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DUY</a:t>
            </a:r>
            <a:r>
              <a:rPr lang="en-US" sz="24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MÔN</a:t>
            </a:r>
            <a:r>
              <a:rPr lang="en-US" sz="24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SINH</a:t>
            </a:r>
            <a:r>
              <a:rPr lang="en-US" sz="24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HỌC</a:t>
            </a:r>
            <a:endParaRPr lang="en-US" sz="2400" dirty="0">
              <a:solidFill>
                <a:srgbClr val="FF0000"/>
              </a:solidFill>
              <a:latin typeface="#9Slide03 AmpleSoft Bold" panose="02000000000000000000" pitchFamily="2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508756"/>
              </p:ext>
            </p:extLst>
          </p:nvPr>
        </p:nvGraphicFramePr>
        <p:xfrm>
          <a:off x="334591" y="1055681"/>
          <a:ext cx="8520651" cy="3854196"/>
        </p:xfrm>
        <a:graphic>
          <a:graphicData uri="http://schemas.openxmlformats.org/drawingml/2006/table">
            <a:tbl>
              <a:tblPr firstRow="1" bandRow="1">
                <a:tableStyleId>{584FD050-DD86-446C-8C25-7655FEAD981A}</a:tableStyleId>
              </a:tblPr>
              <a:tblGrid>
                <a:gridCol w="1109198">
                  <a:extLst>
                    <a:ext uri="{9D8B030D-6E8A-4147-A177-3AD203B41FA5}">
                      <a16:colId xmlns:a16="http://schemas.microsoft.com/office/drawing/2014/main" val="2309773338"/>
                    </a:ext>
                  </a:extLst>
                </a:gridCol>
                <a:gridCol w="7411453">
                  <a:extLst>
                    <a:ext uri="{9D8B030D-6E8A-4147-A177-3AD203B41FA5}">
                      <a16:colId xmlns:a16="http://schemas.microsoft.com/office/drawing/2014/main" val="2725600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Mức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độ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484" marR="3648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Động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từ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mô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tả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484" marR="36484" marT="0" marB="0" anchor="ctr"/>
                </a:tc>
                <a:extLst>
                  <a:ext uri="{0D108BD9-81ED-4DB2-BD59-A6C34878D82A}">
                    <a16:rowId xmlns:a16="http://schemas.microsoft.com/office/drawing/2014/main" val="1932025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HIỂU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484" marR="3648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-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Phân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tích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giải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thích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một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số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vấn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đề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đưa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ra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bằng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cách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sử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dụng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những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lí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lẽ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lập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luận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của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mình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dựa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trên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cơ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sở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các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thông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tin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đã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biết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(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giải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thích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hiện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tượng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quá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trình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sinh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học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trong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nội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dung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học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phân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tích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mối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liên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quan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giữa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cấu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trúc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và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chức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năng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của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một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số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nhóm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hợp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chất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sinh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học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thành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phần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cấu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tạo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tế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bào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cơ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thể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, …).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-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Thực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hiện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thí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nghiệm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/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điều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tra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thực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địa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(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lựa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chọn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vật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liệu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và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thiết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bị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dụng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cụ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sử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dụng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thiết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bị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dụng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cụ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và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tiến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hành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thí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nghiệm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),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quan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sát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mô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tả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các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hiện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tượng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của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thí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nghiệm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và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giải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thích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các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hiện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tượng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đó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nhận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xét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và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rút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ra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kết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luận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.</a:t>
                      </a:r>
                      <a:endParaRPr lang="en-US" sz="2000" dirty="0"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484" marR="36484" marT="0" marB="0"/>
                </a:tc>
                <a:extLst>
                  <a:ext uri="{0D108BD9-81ED-4DB2-BD59-A6C34878D82A}">
                    <a16:rowId xmlns:a16="http://schemas.microsoft.com/office/drawing/2014/main" val="1040202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436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56B87F-60DE-4F2A-9DEB-1B2DCEECD081}"/>
              </a:ext>
            </a:extLst>
          </p:cNvPr>
          <p:cNvSpPr/>
          <p:nvPr/>
        </p:nvSpPr>
        <p:spPr>
          <a:xfrm>
            <a:off x="1642437" y="-22771"/>
            <a:ext cx="5679760" cy="4253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625"/>
              </a:spcAft>
            </a:pP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TỪ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TẢ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ĐỘ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TƯ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DUY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MÔN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SINH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HỌC</a:t>
            </a:r>
            <a:endParaRPr lang="en-US" sz="2000" dirty="0">
              <a:solidFill>
                <a:srgbClr val="FF0000"/>
              </a:solidFill>
              <a:latin typeface="#9Slide03 AmpleSoft Bold" panose="02000000000000000000" pitchFamily="2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368004"/>
              </p:ext>
            </p:extLst>
          </p:nvPr>
        </p:nvGraphicFramePr>
        <p:xfrm>
          <a:off x="444595" y="498499"/>
          <a:ext cx="8128763" cy="4124262"/>
        </p:xfrm>
        <a:graphic>
          <a:graphicData uri="http://schemas.openxmlformats.org/drawingml/2006/table">
            <a:tbl>
              <a:tblPr firstRow="1" bandRow="1">
                <a:tableStyleId>{584FD050-DD86-446C-8C25-7655FEAD981A}</a:tableStyleId>
              </a:tblPr>
              <a:tblGrid>
                <a:gridCol w="1974128">
                  <a:extLst>
                    <a:ext uri="{9D8B030D-6E8A-4147-A177-3AD203B41FA5}">
                      <a16:colId xmlns:a16="http://schemas.microsoft.com/office/drawing/2014/main" val="635513857"/>
                    </a:ext>
                  </a:extLst>
                </a:gridCol>
                <a:gridCol w="6154635">
                  <a:extLst>
                    <a:ext uri="{9D8B030D-6E8A-4147-A177-3AD203B41FA5}">
                      <a16:colId xmlns:a16="http://schemas.microsoft.com/office/drawing/2014/main" val="2992271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Mức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độ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657" marR="3965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Động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từ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mô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tả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657" marR="39657" marT="0" marB="0"/>
                </a:tc>
                <a:extLst>
                  <a:ext uri="{0D108BD9-81ED-4DB2-BD59-A6C34878D82A}">
                    <a16:rowId xmlns:a16="http://schemas.microsoft.com/office/drawing/2014/main" val="2171226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VẬN DỤNG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657" marR="3965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- </a:t>
                      </a:r>
                      <a:r>
                        <a:rPr lang="en-US" sz="15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Vận</a:t>
                      </a:r>
                      <a:r>
                        <a:rPr lang="en-US" sz="15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dụng</a:t>
                      </a:r>
                      <a:r>
                        <a:rPr lang="en-US" sz="15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15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kiến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thức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để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giải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thích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các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sự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vật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hiện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tượng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tự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nhiên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và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đời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sống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hàng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ngày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trong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các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tình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huống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tương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tự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/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quen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thuộc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(VD: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làm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sữa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chua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tại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gia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đình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với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các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vật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liệ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và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dụng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cụ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đơn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giản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;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chế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độ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dĩnh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dưỡng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sau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luyện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tập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…)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- </a:t>
                      </a:r>
                      <a:r>
                        <a:rPr lang="en-US" sz="15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Phát</a:t>
                      </a:r>
                      <a:r>
                        <a:rPr lang="en-US" sz="15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hiện</a:t>
                      </a:r>
                      <a:r>
                        <a:rPr lang="en-US" sz="15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5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đặt</a:t>
                      </a:r>
                      <a:r>
                        <a:rPr lang="en-US" sz="15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15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câu</a:t>
                      </a:r>
                      <a:r>
                        <a:rPr lang="en-US" sz="15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hỏi</a:t>
                      </a:r>
                      <a:r>
                        <a:rPr lang="en-US" sz="15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xác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định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các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mối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liên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hệ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giữa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các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đại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lượng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liên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quan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về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một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số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hiện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tượng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trong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các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tình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huống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mới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và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vận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dụng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kiến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thức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đã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học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hoặc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đã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biết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để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giải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thích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đề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xuất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phương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án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để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giải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quyết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vấn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đề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(VD: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thất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bại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khi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làm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sữa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chua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tại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nhà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do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không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đảm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bảo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nhiệt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độ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giống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vi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khuẩn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;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sau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khi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phun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thuốc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trừ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sâu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lặp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lại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sâu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hại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phát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triển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mạnh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hơn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;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làm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xốt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cà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chua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thường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cho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dầu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ăn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và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muối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…)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-  </a:t>
                      </a:r>
                      <a:r>
                        <a:rPr lang="en-US" sz="15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Dự</a:t>
                      </a:r>
                      <a:r>
                        <a:rPr lang="en-US" sz="15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đoán</a:t>
                      </a:r>
                      <a:r>
                        <a:rPr lang="en-US" sz="15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5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giải</a:t>
                      </a:r>
                      <a:r>
                        <a:rPr lang="en-US" sz="15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thích</a:t>
                      </a:r>
                      <a:r>
                        <a:rPr lang="en-US" sz="15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15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đặc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điểm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tính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chất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của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một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số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sự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vật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hiện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tượng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tự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nhiên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bà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chứng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minh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các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dự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đoán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đó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(VD: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khi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phun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thuốc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trừ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sâu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lặp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lại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quần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thể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thiên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địch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khó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phục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hồi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hơn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so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ới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quần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thể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sâu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hại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do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có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chu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kì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sống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#9Slide03 Ample" panose="02000000000000000000" pitchFamily="2" charset="0"/>
                        </a:rPr>
                        <a:t>dài</a:t>
                      </a:r>
                      <a:r>
                        <a:rPr lang="en-US" sz="1500" dirty="0">
                          <a:effectLst/>
                          <a:latin typeface="#9Slide03 Ample" panose="02000000000000000000" pitchFamily="2" charset="0"/>
                        </a:rPr>
                        <a:t>.) </a:t>
                      </a:r>
                    </a:p>
                  </a:txBody>
                  <a:tcPr marL="39657" marR="39657" marT="0" marB="0"/>
                </a:tc>
                <a:extLst>
                  <a:ext uri="{0D108BD9-81ED-4DB2-BD59-A6C34878D82A}">
                    <a16:rowId xmlns:a16="http://schemas.microsoft.com/office/drawing/2014/main" val="2087580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847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56B87F-60DE-4F2A-9DEB-1B2DCEECD081}"/>
              </a:ext>
            </a:extLst>
          </p:cNvPr>
          <p:cNvSpPr/>
          <p:nvPr/>
        </p:nvSpPr>
        <p:spPr>
          <a:xfrm>
            <a:off x="1477432" y="362239"/>
            <a:ext cx="5679760" cy="4253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625"/>
              </a:spcAft>
            </a:pP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TỪ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TẢ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ĐỘ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TƯ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DUY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MÔN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SINH</a:t>
            </a: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HỌC</a:t>
            </a:r>
            <a:endParaRPr lang="en-US" sz="2000" dirty="0">
              <a:solidFill>
                <a:srgbClr val="FF0000"/>
              </a:solidFill>
              <a:latin typeface="#9Slide03 AmpleSoft Bold" panose="02000000000000000000" pitchFamily="2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770066"/>
              </p:ext>
            </p:extLst>
          </p:nvPr>
        </p:nvGraphicFramePr>
        <p:xfrm>
          <a:off x="417935" y="1158517"/>
          <a:ext cx="8128763" cy="3593021"/>
        </p:xfrm>
        <a:graphic>
          <a:graphicData uri="http://schemas.openxmlformats.org/drawingml/2006/table">
            <a:tbl>
              <a:tblPr firstRow="1" bandRow="1">
                <a:tableStyleId>{584FD050-DD86-446C-8C25-7655FEAD981A}</a:tableStyleId>
              </a:tblPr>
              <a:tblGrid>
                <a:gridCol w="1974128">
                  <a:extLst>
                    <a:ext uri="{9D8B030D-6E8A-4147-A177-3AD203B41FA5}">
                      <a16:colId xmlns:a16="http://schemas.microsoft.com/office/drawing/2014/main" val="635513857"/>
                    </a:ext>
                  </a:extLst>
                </a:gridCol>
                <a:gridCol w="6154635">
                  <a:extLst>
                    <a:ext uri="{9D8B030D-6E8A-4147-A177-3AD203B41FA5}">
                      <a16:colId xmlns:a16="http://schemas.microsoft.com/office/drawing/2014/main" val="2992271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Mức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độ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657" marR="3965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Động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từ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mô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tả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657" marR="39657" marT="0" marB="0"/>
                </a:tc>
                <a:extLst>
                  <a:ext uri="{0D108BD9-81ED-4DB2-BD59-A6C34878D82A}">
                    <a16:rowId xmlns:a16="http://schemas.microsoft.com/office/drawing/2014/main" val="2171226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#9Slide03 Ample" panose="02000000000000000000" pitchFamily="2" charset="0"/>
                        </a:rPr>
                        <a:t>VẬN DỤNG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657" marR="3965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-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Đề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xuất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ý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kiến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về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một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vấn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đề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nào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đó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để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hiểu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rõ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hơn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hoặc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lập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luận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để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phản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biện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luận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điểm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nào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đó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đã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đưa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ra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trong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chủ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đề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viết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một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báo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cáo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ngắn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(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trên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cơ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sở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thu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thập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và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phân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tích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tổng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hợp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thông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tin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từ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các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nguồn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khác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nhau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);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-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Xây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dựng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hồ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sơ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,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tư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liệu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(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về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một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vấn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đề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);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lập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được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kê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hoạc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tìm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tòi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thông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tin,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đề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xuất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các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phương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án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giải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quyết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một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vấn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đề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của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một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dự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án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học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tập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hoặc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dự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án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theo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mô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#9Slide03 Ample" panose="02000000000000000000" pitchFamily="2" charset="0"/>
                        </a:rPr>
                        <a:t>hình</a:t>
                      </a:r>
                      <a:r>
                        <a:rPr lang="en-US" sz="2000" dirty="0">
                          <a:effectLst/>
                          <a:latin typeface="#9Slide03 Ample" panose="02000000000000000000" pitchFamily="2" charset="0"/>
                        </a:rPr>
                        <a:t> STEM.</a:t>
                      </a:r>
                      <a:endParaRPr lang="en-US" sz="2000" dirty="0">
                        <a:effectLst/>
                        <a:latin typeface="#9Slide03 Ample" panose="02000000000000000000" pitchFamily="2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657" marR="39657" marT="0" marB="0"/>
                </a:tc>
                <a:extLst>
                  <a:ext uri="{0D108BD9-81ED-4DB2-BD59-A6C34878D82A}">
                    <a16:rowId xmlns:a16="http://schemas.microsoft.com/office/drawing/2014/main" val="2087580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249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A93C2-9D53-392A-811F-847416BAE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768340"/>
            <a:ext cx="8915400" cy="3932215"/>
          </a:xfrm>
        </p:spPr>
        <p:txBody>
          <a:bodyPr>
            <a:noAutofit/>
          </a:bodyPr>
          <a:lstStyle/>
          <a:p>
            <a:pPr marL="139700" indent="0" algn="just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vi-VN" sz="165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1/ Chức năng</a:t>
            </a:r>
            <a:r>
              <a:rPr lang="vi-VN" sz="165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vi-VN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Đánh giá tiến bộ, giám sát quá trình học tập và phân bổ cơ hội giáo dục.</a:t>
            </a:r>
            <a:endParaRPr lang="en-US" sz="16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9700" indent="0" algn="just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vi-VN" sz="165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2/ Loại hình câu hỏi</a:t>
            </a:r>
            <a:r>
              <a:rPr lang="vi-VN" sz="165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</a:p>
          <a:p>
            <a:pPr marL="139700" indent="0" algn="just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vi-VN" sz="165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+ Trắc nghiệm khách quan </a:t>
            </a:r>
            <a:r>
              <a:rPr lang="vi-VN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(nhiều lựa chọn</a:t>
            </a:r>
            <a:r>
              <a:rPr lang="en-US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vi-VN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đúng/sai, </a:t>
            </a:r>
            <a:r>
              <a:rPr lang="en-US" sz="165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trả</a:t>
            </a:r>
            <a:r>
              <a:rPr lang="en-US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5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</a:t>
            </a:r>
            <a:r>
              <a:rPr lang="en-US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5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ngắn</a:t>
            </a:r>
            <a:r>
              <a:rPr lang="vi-VN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 </a:t>
            </a:r>
          </a:p>
          <a:p>
            <a:pPr marL="139700" indent="0" algn="just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vi-VN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vi-VN" sz="165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Tự luận</a:t>
            </a:r>
            <a:r>
              <a:rPr lang="vi-VN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phù hợp để đánh giá các mức độ n</a:t>
            </a:r>
            <a:r>
              <a:rPr lang="en-US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</a:t>
            </a:r>
            <a:r>
              <a:rPr lang="vi-VN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lang="en-US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vi-VN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5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lự</a:t>
            </a:r>
            <a:r>
              <a:rPr lang="vi-VN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khác nhau​</a:t>
            </a:r>
            <a:r>
              <a:rPr lang="en-US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5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5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5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sinh</a:t>
            </a:r>
            <a:r>
              <a:rPr lang="en-US" sz="1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vi-VN" sz="16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9700" indent="0" algn="just" fontAlgn="base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vi-VN" sz="165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3/ Đề kiểm tra: </a:t>
            </a:r>
            <a:r>
              <a:rPr lang="vi-VN" sz="165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Xây dựng dựa trên ma trận và đặc tả, đáp ứng yêu cầu cần đạt của chương trình môn </a:t>
            </a:r>
            <a:r>
              <a:rPr lang="en-US" sz="165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Sinh</a:t>
            </a:r>
            <a:r>
              <a:rPr lang="en-US" sz="165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50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vi-VN" sz="165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165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9700" indent="0" algn="just" fontAlgn="base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vi-VN" sz="165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4/ Số điểm đánh giá: </a:t>
            </a:r>
            <a:r>
              <a:rPr lang="vi-VN" sz="165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 học kỳ có 1 cột điểm giữa học kỳ và 1 cột điểm cuối học kỳ.</a:t>
            </a:r>
            <a:endParaRPr lang="en-US" sz="165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9700" indent="0" algn="just" fontAlgn="base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vi-VN" sz="165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*Lưu ý: </a:t>
            </a:r>
          </a:p>
          <a:p>
            <a:pPr marL="139700" indent="0" algn="just" fontAlgn="base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vi-VN" sz="165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vi-VN" sz="165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vi-VN" sz="165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Kiểm tra định kỳ phối </a:t>
            </a:r>
            <a:r>
              <a:rPr lang="vi-VN" sz="165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 tỉ lệ TNKQ và tự luận, </a:t>
            </a:r>
            <a:r>
              <a:rPr lang="vi-VN" sz="165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khối </a:t>
            </a:r>
            <a:r>
              <a:rPr lang="en-US" sz="165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</a:t>
            </a:r>
            <a:r>
              <a:rPr lang="vi-VN" sz="165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có thể 100% TNKQ. </a:t>
            </a:r>
          </a:p>
          <a:p>
            <a:pPr marL="139700" indent="0" algn="just" fontAlgn="base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vi-VN" sz="1650" i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vi-VN" sz="165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Tăng cường câu hỏi: Liên quan đến thí nghiệm, thực hành, vận dụng kiến thức vào thực tế.</a:t>
            </a:r>
            <a:endParaRPr lang="en-US" sz="165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15290"/>
            <a:ext cx="9144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93094" y="175431"/>
            <a:ext cx="33329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1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KIỂM TRA ĐỊNH KÌ</a:t>
            </a:r>
            <a:endParaRPr lang="en-US" sz="2100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664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white rectangular grid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5E8CBC8D-9FB0-D1D6-6375-6DE7D1AD4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80" y="566766"/>
            <a:ext cx="7427336" cy="4502324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56B87F-60DE-4F2A-9DEB-1B2DCEECD081}"/>
              </a:ext>
            </a:extLst>
          </p:cNvPr>
          <p:cNvSpPr/>
          <p:nvPr/>
        </p:nvSpPr>
        <p:spPr>
          <a:xfrm>
            <a:off x="1832230" y="208816"/>
            <a:ext cx="4982454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625"/>
              </a:spcAft>
            </a:pPr>
            <a:r>
              <a:rPr lang="en-US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MA </a:t>
            </a:r>
            <a:r>
              <a:rPr lang="vi-VN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TRẬN ĐỀ KIỂM TRA ĐÁNH GIÁ ĐỊNH KÌ</a:t>
            </a:r>
            <a:endParaRPr lang="en-US" sz="2000" dirty="0">
              <a:solidFill>
                <a:srgbClr val="FF0000"/>
              </a:solidFill>
              <a:latin typeface="#9Slide03 AmpleSoft Bold" panose="02000000000000000000" pitchFamily="2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432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F0180-6281-A981-986C-80BF0EF3B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727" y="705454"/>
            <a:ext cx="6999147" cy="41487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956B87F-60DE-4F2A-9DEB-1B2DCEECD081}"/>
              </a:ext>
            </a:extLst>
          </p:cNvPr>
          <p:cNvSpPr/>
          <p:nvPr/>
        </p:nvSpPr>
        <p:spPr>
          <a:xfrm>
            <a:off x="2012225" y="184268"/>
            <a:ext cx="5460149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625"/>
              </a:spcAft>
            </a:pPr>
            <a:r>
              <a:rPr lang="vi-VN" sz="2000" b="1" dirty="0">
                <a:solidFill>
                  <a:srgbClr val="FF0000"/>
                </a:solidFill>
                <a:latin typeface="#9Slide03 AmpleSoft Bold" panose="02000000000000000000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BẢNG ĐẶC TẢ ĐỀ KIỂM TRA ĐÁNH GIÁ ĐỊNH KÌ</a:t>
            </a:r>
            <a:endParaRPr lang="en-US" sz="2000" dirty="0">
              <a:solidFill>
                <a:srgbClr val="FF0000"/>
              </a:solidFill>
              <a:latin typeface="#9Slide03 AmpleSoft Bold" panose="02000000000000000000" pitchFamily="2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521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5" name="Google Shape;13565;p70"/>
          <p:cNvSpPr txBox="1">
            <a:spLocks noGrp="1"/>
          </p:cNvSpPr>
          <p:nvPr>
            <p:ph type="title"/>
          </p:nvPr>
        </p:nvSpPr>
        <p:spPr>
          <a:xfrm>
            <a:off x="1780674" y="670924"/>
            <a:ext cx="6283921" cy="4100456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CÁM ƠN </a:t>
            </a:r>
            <a:br>
              <a:rPr lang="en" dirty="0">
                <a:solidFill>
                  <a:srgbClr val="FF0000"/>
                </a:solidFill>
              </a:rPr>
            </a:br>
            <a:r>
              <a:rPr lang="en" dirty="0">
                <a:solidFill>
                  <a:srgbClr val="FF0000"/>
                </a:solidFill>
              </a:rPr>
              <a:t>QUÝ THẦY CÔ!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3568" name="Google Shape;13568;p70"/>
          <p:cNvSpPr/>
          <p:nvPr/>
        </p:nvSpPr>
        <p:spPr>
          <a:xfrm>
            <a:off x="3263400" y="2995087"/>
            <a:ext cx="468392" cy="468882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69" name="Google Shape;13569;p70"/>
          <p:cNvGrpSpPr/>
          <p:nvPr/>
        </p:nvGrpSpPr>
        <p:grpSpPr>
          <a:xfrm>
            <a:off x="3979173" y="2995146"/>
            <a:ext cx="468871" cy="468353"/>
            <a:chOff x="3303268" y="3817349"/>
            <a:chExt cx="346056" cy="345674"/>
          </a:xfrm>
        </p:grpSpPr>
        <p:sp>
          <p:nvSpPr>
            <p:cNvPr id="13570" name="Google Shape;13570;p70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1" name="Google Shape;13571;p70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2" name="Google Shape;13572;p70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3" name="Google Shape;13573;p70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74" name="Google Shape;13574;p70"/>
          <p:cNvGrpSpPr/>
          <p:nvPr/>
        </p:nvGrpSpPr>
        <p:grpSpPr>
          <a:xfrm>
            <a:off x="4695416" y="2995146"/>
            <a:ext cx="468828" cy="468353"/>
            <a:chOff x="4201447" y="3817349"/>
            <a:chExt cx="346024" cy="345674"/>
          </a:xfrm>
        </p:grpSpPr>
        <p:sp>
          <p:nvSpPr>
            <p:cNvPr id="13575" name="Google Shape;13575;p70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6" name="Google Shape;13576;p70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77" name="Google Shape;13577;p70"/>
          <p:cNvGrpSpPr/>
          <p:nvPr/>
        </p:nvGrpSpPr>
        <p:grpSpPr>
          <a:xfrm>
            <a:off x="5411631" y="2995130"/>
            <a:ext cx="468871" cy="468353"/>
            <a:chOff x="2238181" y="4120624"/>
            <a:chExt cx="346056" cy="345674"/>
          </a:xfrm>
        </p:grpSpPr>
        <p:grpSp>
          <p:nvGrpSpPr>
            <p:cNvPr id="13578" name="Google Shape;13578;p70"/>
            <p:cNvGrpSpPr/>
            <p:nvPr/>
          </p:nvGrpSpPr>
          <p:grpSpPr>
            <a:xfrm>
              <a:off x="2309155" y="4177413"/>
              <a:ext cx="203862" cy="231903"/>
              <a:chOff x="1512725" y="258500"/>
              <a:chExt cx="4570900" cy="5199625"/>
            </a:xfrm>
          </p:grpSpPr>
          <p:sp>
            <p:nvSpPr>
              <p:cNvPr id="13579" name="Google Shape;13579;p70"/>
              <p:cNvSpPr/>
              <p:nvPr/>
            </p:nvSpPr>
            <p:spPr>
              <a:xfrm>
                <a:off x="1512725" y="2700900"/>
                <a:ext cx="2654475" cy="2757225"/>
              </a:xfrm>
              <a:custGeom>
                <a:avLst/>
                <a:gdLst/>
                <a:ahLst/>
                <a:cxnLst/>
                <a:rect l="l" t="t" r="r" b="b"/>
                <a:pathLst>
                  <a:path w="106179" h="110289" extrusionOk="0">
                    <a:moveTo>
                      <a:pt x="19199" y="1"/>
                    </a:moveTo>
                    <a:cubicBezTo>
                      <a:pt x="18076" y="1"/>
                      <a:pt x="16954" y="466"/>
                      <a:pt x="16148" y="1404"/>
                    </a:cubicBezTo>
                    <a:cubicBezTo>
                      <a:pt x="5840" y="13310"/>
                      <a:pt x="1" y="28739"/>
                      <a:pt x="33" y="44494"/>
                    </a:cubicBezTo>
                    <a:cubicBezTo>
                      <a:pt x="33" y="62077"/>
                      <a:pt x="6916" y="78582"/>
                      <a:pt x="19442" y="91010"/>
                    </a:cubicBezTo>
                    <a:cubicBezTo>
                      <a:pt x="31968" y="103439"/>
                      <a:pt x="48572" y="110289"/>
                      <a:pt x="66252" y="110289"/>
                    </a:cubicBezTo>
                    <a:cubicBezTo>
                      <a:pt x="69546" y="110289"/>
                      <a:pt x="72939" y="110060"/>
                      <a:pt x="76201" y="109571"/>
                    </a:cubicBezTo>
                    <a:cubicBezTo>
                      <a:pt x="86248" y="108071"/>
                      <a:pt x="95675" y="104352"/>
                      <a:pt x="103895" y="98643"/>
                    </a:cubicBezTo>
                    <a:cubicBezTo>
                      <a:pt x="105983" y="97208"/>
                      <a:pt x="106179" y="94272"/>
                      <a:pt x="104417" y="92478"/>
                    </a:cubicBezTo>
                    <a:cubicBezTo>
                      <a:pt x="104384" y="92348"/>
                      <a:pt x="104384" y="92315"/>
                      <a:pt x="104352" y="92315"/>
                    </a:cubicBezTo>
                    <a:cubicBezTo>
                      <a:pt x="103555" y="91537"/>
                      <a:pt x="102517" y="91128"/>
                      <a:pt x="101470" y="91128"/>
                    </a:cubicBezTo>
                    <a:cubicBezTo>
                      <a:pt x="100673" y="91128"/>
                      <a:pt x="99870" y="91365"/>
                      <a:pt x="99165" y="91859"/>
                    </a:cubicBezTo>
                    <a:cubicBezTo>
                      <a:pt x="91956" y="96849"/>
                      <a:pt x="83769" y="100111"/>
                      <a:pt x="74994" y="101416"/>
                    </a:cubicBezTo>
                    <a:cubicBezTo>
                      <a:pt x="72091" y="101808"/>
                      <a:pt x="69155" y="102069"/>
                      <a:pt x="66252" y="102069"/>
                    </a:cubicBezTo>
                    <a:cubicBezTo>
                      <a:pt x="50757" y="102069"/>
                      <a:pt x="36176" y="96066"/>
                      <a:pt x="25216" y="85171"/>
                    </a:cubicBezTo>
                    <a:cubicBezTo>
                      <a:pt x="14256" y="74309"/>
                      <a:pt x="8221" y="59826"/>
                      <a:pt x="8188" y="44462"/>
                    </a:cubicBezTo>
                    <a:cubicBezTo>
                      <a:pt x="8188" y="30664"/>
                      <a:pt x="13277" y="17126"/>
                      <a:pt x="22313" y="6721"/>
                    </a:cubicBezTo>
                    <a:cubicBezTo>
                      <a:pt x="23650" y="5188"/>
                      <a:pt x="23650" y="2904"/>
                      <a:pt x="22248" y="1404"/>
                    </a:cubicBezTo>
                    <a:lnTo>
                      <a:pt x="22215" y="1338"/>
                    </a:lnTo>
                    <a:cubicBezTo>
                      <a:pt x="21407" y="449"/>
                      <a:pt x="20302" y="1"/>
                      <a:pt x="191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0" name="Google Shape;13580;p70"/>
              <p:cNvSpPr/>
              <p:nvPr/>
            </p:nvSpPr>
            <p:spPr>
              <a:xfrm>
                <a:off x="2323325" y="258500"/>
                <a:ext cx="3760300" cy="4390225"/>
              </a:xfrm>
              <a:custGeom>
                <a:avLst/>
                <a:gdLst/>
                <a:ahLst/>
                <a:cxnLst/>
                <a:rect l="l" t="t" r="r" b="b"/>
                <a:pathLst>
                  <a:path w="150412" h="175609" extrusionOk="0">
                    <a:moveTo>
                      <a:pt x="63610" y="0"/>
                    </a:moveTo>
                    <a:cubicBezTo>
                      <a:pt x="61359" y="0"/>
                      <a:pt x="59532" y="1827"/>
                      <a:pt x="59532" y="4078"/>
                    </a:cubicBezTo>
                    <a:lnTo>
                      <a:pt x="59532" y="93228"/>
                    </a:lnTo>
                    <a:lnTo>
                      <a:pt x="59467" y="142060"/>
                    </a:lnTo>
                    <a:cubicBezTo>
                      <a:pt x="59467" y="153020"/>
                      <a:pt x="52421" y="162741"/>
                      <a:pt x="41950" y="166199"/>
                    </a:cubicBezTo>
                    <a:cubicBezTo>
                      <a:pt x="39320" y="167047"/>
                      <a:pt x="36616" y="167503"/>
                      <a:pt x="33881" y="167503"/>
                    </a:cubicBezTo>
                    <a:cubicBezTo>
                      <a:pt x="33462" y="167503"/>
                      <a:pt x="33042" y="167493"/>
                      <a:pt x="32621" y="167471"/>
                    </a:cubicBezTo>
                    <a:cubicBezTo>
                      <a:pt x="19181" y="166818"/>
                      <a:pt x="8515" y="155793"/>
                      <a:pt x="8319" y="142419"/>
                    </a:cubicBezTo>
                    <a:cubicBezTo>
                      <a:pt x="8221" y="135569"/>
                      <a:pt x="10798" y="129143"/>
                      <a:pt x="15593" y="124250"/>
                    </a:cubicBezTo>
                    <a:cubicBezTo>
                      <a:pt x="20454" y="119291"/>
                      <a:pt x="26978" y="116584"/>
                      <a:pt x="33926" y="116584"/>
                    </a:cubicBezTo>
                    <a:cubicBezTo>
                      <a:pt x="36633" y="116584"/>
                      <a:pt x="39373" y="117041"/>
                      <a:pt x="41983" y="117889"/>
                    </a:cubicBezTo>
                    <a:cubicBezTo>
                      <a:pt x="42399" y="118019"/>
                      <a:pt x="42825" y="118082"/>
                      <a:pt x="43246" y="118082"/>
                    </a:cubicBezTo>
                    <a:cubicBezTo>
                      <a:pt x="44409" y="118082"/>
                      <a:pt x="45540" y="117600"/>
                      <a:pt x="46354" y="116714"/>
                    </a:cubicBezTo>
                    <a:cubicBezTo>
                      <a:pt x="47006" y="115931"/>
                      <a:pt x="47332" y="114920"/>
                      <a:pt x="47332" y="113909"/>
                    </a:cubicBezTo>
                    <a:lnTo>
                      <a:pt x="47332" y="81028"/>
                    </a:lnTo>
                    <a:cubicBezTo>
                      <a:pt x="47332" y="79038"/>
                      <a:pt x="45865" y="77277"/>
                      <a:pt x="43875" y="76983"/>
                    </a:cubicBezTo>
                    <a:cubicBezTo>
                      <a:pt x="40547" y="76494"/>
                      <a:pt x="37220" y="76233"/>
                      <a:pt x="33926" y="76233"/>
                    </a:cubicBezTo>
                    <a:cubicBezTo>
                      <a:pt x="26651" y="76233"/>
                      <a:pt x="19638" y="77407"/>
                      <a:pt x="12984" y="79593"/>
                    </a:cubicBezTo>
                    <a:cubicBezTo>
                      <a:pt x="10831" y="80311"/>
                      <a:pt x="9820" y="82724"/>
                      <a:pt x="10831" y="84780"/>
                    </a:cubicBezTo>
                    <a:lnTo>
                      <a:pt x="10831" y="84812"/>
                    </a:lnTo>
                    <a:cubicBezTo>
                      <a:pt x="10961" y="85008"/>
                      <a:pt x="11092" y="85269"/>
                      <a:pt x="11157" y="85465"/>
                    </a:cubicBezTo>
                    <a:cubicBezTo>
                      <a:pt x="11790" y="86730"/>
                      <a:pt x="13091" y="87485"/>
                      <a:pt x="14435" y="87485"/>
                    </a:cubicBezTo>
                    <a:cubicBezTo>
                      <a:pt x="14823" y="87485"/>
                      <a:pt x="15214" y="87423"/>
                      <a:pt x="15593" y="87291"/>
                    </a:cubicBezTo>
                    <a:cubicBezTo>
                      <a:pt x="21400" y="85367"/>
                      <a:pt x="27565" y="84388"/>
                      <a:pt x="33860" y="84388"/>
                    </a:cubicBezTo>
                    <a:cubicBezTo>
                      <a:pt x="35622" y="84388"/>
                      <a:pt x="37383" y="84486"/>
                      <a:pt x="39145" y="84649"/>
                    </a:cubicBezTo>
                    <a:lnTo>
                      <a:pt x="39145" y="108853"/>
                    </a:lnTo>
                    <a:cubicBezTo>
                      <a:pt x="37383" y="108592"/>
                      <a:pt x="35622" y="108462"/>
                      <a:pt x="33860" y="108462"/>
                    </a:cubicBezTo>
                    <a:cubicBezTo>
                      <a:pt x="24727" y="108462"/>
                      <a:pt x="16180" y="112050"/>
                      <a:pt x="9787" y="118541"/>
                    </a:cubicBezTo>
                    <a:cubicBezTo>
                      <a:pt x="3426" y="124967"/>
                      <a:pt x="1" y="133481"/>
                      <a:pt x="99" y="142549"/>
                    </a:cubicBezTo>
                    <a:cubicBezTo>
                      <a:pt x="360" y="160197"/>
                      <a:pt x="14452" y="174712"/>
                      <a:pt x="32164" y="175561"/>
                    </a:cubicBezTo>
                    <a:cubicBezTo>
                      <a:pt x="32758" y="175593"/>
                      <a:pt x="33351" y="175609"/>
                      <a:pt x="33941" y="175609"/>
                    </a:cubicBezTo>
                    <a:cubicBezTo>
                      <a:pt x="37530" y="175609"/>
                      <a:pt x="41044" y="175018"/>
                      <a:pt x="44462" y="173897"/>
                    </a:cubicBezTo>
                    <a:cubicBezTo>
                      <a:pt x="58325" y="169330"/>
                      <a:pt x="67622" y="156543"/>
                      <a:pt x="67622" y="142027"/>
                    </a:cubicBezTo>
                    <a:lnTo>
                      <a:pt x="67687" y="93163"/>
                    </a:lnTo>
                    <a:lnTo>
                      <a:pt x="67687" y="8155"/>
                    </a:lnTo>
                    <a:lnTo>
                      <a:pt x="78321" y="8155"/>
                    </a:lnTo>
                    <a:cubicBezTo>
                      <a:pt x="81697" y="8133"/>
                      <a:pt x="85305" y="8095"/>
                      <a:pt x="88344" y="8095"/>
                    </a:cubicBezTo>
                    <a:cubicBezTo>
                      <a:pt x="89709" y="8095"/>
                      <a:pt x="90960" y="8103"/>
                      <a:pt x="92022" y="8123"/>
                    </a:cubicBezTo>
                    <a:cubicBezTo>
                      <a:pt x="93098" y="21073"/>
                      <a:pt x="98643" y="33110"/>
                      <a:pt x="107973" y="42374"/>
                    </a:cubicBezTo>
                    <a:cubicBezTo>
                      <a:pt x="117269" y="51573"/>
                      <a:pt x="129339" y="57053"/>
                      <a:pt x="142256" y="58031"/>
                    </a:cubicBezTo>
                    <a:cubicBezTo>
                      <a:pt x="142256" y="64131"/>
                      <a:pt x="142289" y="76005"/>
                      <a:pt x="142354" y="82333"/>
                    </a:cubicBezTo>
                    <a:cubicBezTo>
                      <a:pt x="133155" y="81876"/>
                      <a:pt x="124250" y="79821"/>
                      <a:pt x="115769" y="76233"/>
                    </a:cubicBezTo>
                    <a:cubicBezTo>
                      <a:pt x="109506" y="73624"/>
                      <a:pt x="103700" y="70198"/>
                      <a:pt x="98350" y="66088"/>
                    </a:cubicBezTo>
                    <a:cubicBezTo>
                      <a:pt x="97610" y="65524"/>
                      <a:pt x="96719" y="65238"/>
                      <a:pt x="95830" y="65238"/>
                    </a:cubicBezTo>
                    <a:cubicBezTo>
                      <a:pt x="95229" y="65238"/>
                      <a:pt x="94629" y="65369"/>
                      <a:pt x="94077" y="65632"/>
                    </a:cubicBezTo>
                    <a:cubicBezTo>
                      <a:pt x="92674" y="66284"/>
                      <a:pt x="91793" y="67752"/>
                      <a:pt x="91793" y="69318"/>
                    </a:cubicBezTo>
                    <a:lnTo>
                      <a:pt x="91956" y="142354"/>
                    </a:lnTo>
                    <a:cubicBezTo>
                      <a:pt x="91891" y="150443"/>
                      <a:pt x="90195" y="158272"/>
                      <a:pt x="86966" y="165514"/>
                    </a:cubicBezTo>
                    <a:cubicBezTo>
                      <a:pt x="86150" y="167308"/>
                      <a:pt x="86802" y="169428"/>
                      <a:pt x="88433" y="170472"/>
                    </a:cubicBezTo>
                    <a:cubicBezTo>
                      <a:pt x="88466" y="170472"/>
                      <a:pt x="88466" y="170505"/>
                      <a:pt x="88531" y="170505"/>
                    </a:cubicBezTo>
                    <a:cubicBezTo>
                      <a:pt x="89214" y="170960"/>
                      <a:pt x="89984" y="171174"/>
                      <a:pt x="90744" y="171174"/>
                    </a:cubicBezTo>
                    <a:cubicBezTo>
                      <a:pt x="92271" y="171174"/>
                      <a:pt x="93760" y="170311"/>
                      <a:pt x="94436" y="168808"/>
                    </a:cubicBezTo>
                    <a:cubicBezTo>
                      <a:pt x="98089" y="160555"/>
                      <a:pt x="100046" y="151650"/>
                      <a:pt x="100111" y="142354"/>
                    </a:cubicBezTo>
                    <a:lnTo>
                      <a:pt x="99850" y="77049"/>
                    </a:lnTo>
                    <a:lnTo>
                      <a:pt x="99850" y="77049"/>
                    </a:lnTo>
                    <a:cubicBezTo>
                      <a:pt x="103895" y="79593"/>
                      <a:pt x="108071" y="81844"/>
                      <a:pt x="112474" y="83670"/>
                    </a:cubicBezTo>
                    <a:cubicBezTo>
                      <a:pt x="123206" y="88205"/>
                      <a:pt x="134591" y="90521"/>
                      <a:pt x="146301" y="90521"/>
                    </a:cubicBezTo>
                    <a:cubicBezTo>
                      <a:pt x="147410" y="90521"/>
                      <a:pt x="148454" y="90097"/>
                      <a:pt x="149237" y="89346"/>
                    </a:cubicBezTo>
                    <a:cubicBezTo>
                      <a:pt x="149987" y="88563"/>
                      <a:pt x="150411" y="87552"/>
                      <a:pt x="150411" y="86443"/>
                    </a:cubicBezTo>
                    <a:lnTo>
                      <a:pt x="150379" y="70231"/>
                    </a:lnTo>
                    <a:lnTo>
                      <a:pt x="150313" y="54345"/>
                    </a:lnTo>
                    <a:cubicBezTo>
                      <a:pt x="150281" y="49974"/>
                      <a:pt x="146301" y="49942"/>
                      <a:pt x="146236" y="49942"/>
                    </a:cubicBezTo>
                    <a:cubicBezTo>
                      <a:pt x="120955" y="49942"/>
                      <a:pt x="100177" y="29358"/>
                      <a:pt x="99981" y="4045"/>
                    </a:cubicBezTo>
                    <a:cubicBezTo>
                      <a:pt x="99981" y="2121"/>
                      <a:pt x="98546" y="131"/>
                      <a:pt x="959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581" name="Google Shape;13581;p70"/>
            <p:cNvSpPr/>
            <p:nvPr/>
          </p:nvSpPr>
          <p:spPr>
            <a:xfrm>
              <a:off x="2238181" y="4120624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iology Subject for High School: Darwin's Theory of Natural Selection by Slidesgo">
  <a:themeElements>
    <a:clrScheme name="Simple Light">
      <a:dk1>
        <a:srgbClr val="2B2E1E"/>
      </a:dk1>
      <a:lt1>
        <a:srgbClr val="FFFAF5"/>
      </a:lt1>
      <a:dk2>
        <a:srgbClr val="EFDECE"/>
      </a:dk2>
      <a:lt2>
        <a:srgbClr val="F7E8D7"/>
      </a:lt2>
      <a:accent1>
        <a:srgbClr val="9DA075"/>
      </a:accent1>
      <a:accent2>
        <a:srgbClr val="C2C6A7"/>
      </a:accent2>
      <a:accent3>
        <a:srgbClr val="3E4225"/>
      </a:accent3>
      <a:accent4>
        <a:srgbClr val="65683E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1173</TotalTime>
  <Words>2210</Words>
  <Application>Microsoft Office PowerPoint</Application>
  <PresentationFormat>On-screen Show (16:9)</PresentationFormat>
  <Paragraphs>119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2" baseType="lpstr">
      <vt:lpstr>UTM American Sans</vt:lpstr>
      <vt:lpstr>UTM Cooper Black</vt:lpstr>
      <vt:lpstr>UTM Atlas</vt:lpstr>
      <vt:lpstr>#9Slide03 Encode SeEx Black</vt:lpstr>
      <vt:lpstr>Lato</vt:lpstr>
      <vt:lpstr>Calibri</vt:lpstr>
      <vt:lpstr>Arial</vt:lpstr>
      <vt:lpstr>Overlock</vt:lpstr>
      <vt:lpstr>#9Slide03 Ample</vt:lpstr>
      <vt:lpstr>Bebas Neue</vt:lpstr>
      <vt:lpstr>#9Slide03 AmpleSoft Bold</vt:lpstr>
      <vt:lpstr>Tahoma</vt:lpstr>
      <vt:lpstr>DM Sans</vt:lpstr>
      <vt:lpstr>Biology Subject for High School: Darwin's Theory of Natural Selection by Slidesgo</vt:lpstr>
      <vt:lpstr>TẬP HUẤN  HƯỚNG DẪN XÂY DỰNG ĐỀ KIỂM TRA ĐÁNH GIÁ ĐỊNH KÌ  THEO ĐỊNH HƯỚNG PHÁT TRIỂN PHẨM CHẤT - NĂNG LỰC HỌC SINH                Bình Thuận, ngày 15 /02/2025</vt:lpstr>
      <vt:lpstr>Nội dung tập huấn</vt:lpstr>
      <vt:lpstr>MỘT SỐ VẤN ĐỀ VỀ  ĐÁNH GIÁ NĂNG LỰC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CÁM ƠN  QUÝ THẦY CÔ!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TẬP HUẤN Chuyên đề nâng cao năng lực giảng dạy môn Sinh học cấp THPT chương trình GDPT 2018</dc:title>
  <dc:creator>ASUS</dc:creator>
  <cp:lastModifiedBy>Thu Trinh</cp:lastModifiedBy>
  <cp:revision>86</cp:revision>
  <dcterms:modified xsi:type="dcterms:W3CDTF">2025-02-15T01:54:37Z</dcterms:modified>
</cp:coreProperties>
</file>